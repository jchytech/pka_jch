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" Type="http://schemas.openxmlformats.org/officeDocument/2006/relationships/printerSettings" Target="printerSettings/printerSettings1.bin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" Type="http://schemas.openxmlformats.org/officeDocument/2006/relationships/presProps" Target="presProps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" Type="http://schemas.openxmlformats.org/officeDocument/2006/relationships/viewProps" Target="viewProps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DIATECH MASTER DECK — STRUCTURE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DIATECH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– Allergies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Epidemiology – Viral Diseases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Pricing Benchmarks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 Prioritisation EU5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Market Potential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Competitive Landscape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France – Go-to-Market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Italy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Spain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Germany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Belgium – Market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 – Rapid Test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 – Reader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Product Portfolio – Dot Array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Distribution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Marketing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Sales Funnel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Regulatory Roadmap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Manufacturing &amp; QA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5-Year Revenue Forecast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Unit Economics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Investment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Strategic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Europe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SWOT France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Milestones 2026–2032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Closing &amp; 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Insert relevant slides from source decks here 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