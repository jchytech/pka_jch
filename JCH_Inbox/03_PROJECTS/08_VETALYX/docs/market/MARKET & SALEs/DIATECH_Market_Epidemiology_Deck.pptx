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793"/>
  </p:normalViewPr>
  <p:slideViewPr>
    <p:cSldViewPr snapToGrid="0" snapToObjects="1">
      <p:cViewPr varScale="1">
        <p:scale>
          <a:sx n="127" d="100"/>
          <a:sy n="127" d="100"/>
        </p:scale>
        <p:origin x="1512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FE8689-D90B-47E8-A292-C6458004A8B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9F1E4FC-5AC7-4A4C-9EB8-94403A23191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Growing demand for point-of-care veterinary diagnostics</a:t>
          </a:r>
        </a:p>
      </dgm:t>
    </dgm:pt>
    <dgm:pt modelId="{4608A38A-9C98-46C9-A43F-787678055FF6}" type="parTrans" cxnId="{CE25922F-3E12-42C9-87E3-FF47B764EDBB}">
      <dgm:prSet/>
      <dgm:spPr/>
      <dgm:t>
        <a:bodyPr/>
        <a:lstStyle/>
        <a:p>
          <a:endParaRPr lang="en-US"/>
        </a:p>
      </dgm:t>
    </dgm:pt>
    <dgm:pt modelId="{CC12F0C6-9A7D-4E25-8B43-C054C3E01C04}" type="sibTrans" cxnId="{CE25922F-3E12-42C9-87E3-FF47B764EDBB}">
      <dgm:prSet/>
      <dgm:spPr/>
      <dgm:t>
        <a:bodyPr/>
        <a:lstStyle/>
        <a:p>
          <a:endParaRPr lang="en-US"/>
        </a:p>
      </dgm:t>
    </dgm:pt>
    <dgm:pt modelId="{1D270F54-9CBD-4D82-A0FA-301713CA153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Pet owners expect immediate answers and effective treatments</a:t>
          </a:r>
        </a:p>
      </dgm:t>
    </dgm:pt>
    <dgm:pt modelId="{0EC9339C-B6F5-44DC-AD5C-2B3C04DBAB5D}" type="parTrans" cxnId="{CC95EC90-F098-408E-BE2E-813A4654D35F}">
      <dgm:prSet/>
      <dgm:spPr/>
      <dgm:t>
        <a:bodyPr/>
        <a:lstStyle/>
        <a:p>
          <a:endParaRPr lang="en-US"/>
        </a:p>
      </dgm:t>
    </dgm:pt>
    <dgm:pt modelId="{1544FE8D-0862-46F5-8D3E-C48FA85E0856}" type="sibTrans" cxnId="{CC95EC90-F098-408E-BE2E-813A4654D35F}">
      <dgm:prSet/>
      <dgm:spPr/>
      <dgm:t>
        <a:bodyPr/>
        <a:lstStyle/>
        <a:p>
          <a:endParaRPr lang="en-US"/>
        </a:p>
      </dgm:t>
    </dgm:pt>
    <dgm:pt modelId="{DF7CC674-4A88-43FA-84D1-EE66F4E751D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In-house testing improves service differentiation and client loyalty</a:t>
          </a:r>
        </a:p>
      </dgm:t>
    </dgm:pt>
    <dgm:pt modelId="{59043D91-9B23-4F6F-AF4E-EA7448692B12}" type="parTrans" cxnId="{EED52B63-42B4-4AAD-B2F6-D4B92113C93A}">
      <dgm:prSet/>
      <dgm:spPr/>
      <dgm:t>
        <a:bodyPr/>
        <a:lstStyle/>
        <a:p>
          <a:endParaRPr lang="en-US"/>
        </a:p>
      </dgm:t>
    </dgm:pt>
    <dgm:pt modelId="{C164AC75-B475-4463-ACD0-0BEA1E52E3D6}" type="sibTrans" cxnId="{EED52B63-42B4-4AAD-B2F6-D4B92113C93A}">
      <dgm:prSet/>
      <dgm:spPr/>
      <dgm:t>
        <a:bodyPr/>
        <a:lstStyle/>
        <a:p>
          <a:endParaRPr lang="en-US"/>
        </a:p>
      </dgm:t>
    </dgm:pt>
    <dgm:pt modelId="{FA2F7FEC-CA5F-467C-A827-2D5D042948C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- DIATECH solutions reduce lab dependency and increase clinic revenue.</a:t>
          </a:r>
        </a:p>
      </dgm:t>
    </dgm:pt>
    <dgm:pt modelId="{E89DE603-F4DF-4C95-9E87-7933AD09E2C2}" type="parTrans" cxnId="{3C5B36DA-448C-41B9-B0CA-B201861606BD}">
      <dgm:prSet/>
      <dgm:spPr/>
      <dgm:t>
        <a:bodyPr/>
        <a:lstStyle/>
        <a:p>
          <a:endParaRPr lang="en-US"/>
        </a:p>
      </dgm:t>
    </dgm:pt>
    <dgm:pt modelId="{EED81791-8F01-4D40-9676-69AFF3BFE54D}" type="sibTrans" cxnId="{3C5B36DA-448C-41B9-B0CA-B201861606BD}">
      <dgm:prSet/>
      <dgm:spPr/>
      <dgm:t>
        <a:bodyPr/>
        <a:lstStyle/>
        <a:p>
          <a:endParaRPr lang="en-US"/>
        </a:p>
      </dgm:t>
    </dgm:pt>
    <dgm:pt modelId="{8EBB0079-9029-41C0-A31B-CF02956C203C}" type="pres">
      <dgm:prSet presAssocID="{CFFE8689-D90B-47E8-A292-C6458004A8B6}" presName="root" presStyleCnt="0">
        <dgm:presLayoutVars>
          <dgm:dir/>
          <dgm:resizeHandles val="exact"/>
        </dgm:presLayoutVars>
      </dgm:prSet>
      <dgm:spPr/>
    </dgm:pt>
    <dgm:pt modelId="{C8CE8759-4E6F-4914-9F4E-EF594CFC83A6}" type="pres">
      <dgm:prSet presAssocID="{79F1E4FC-5AC7-4A4C-9EB8-94403A231911}" presName="compNode" presStyleCnt="0"/>
      <dgm:spPr/>
    </dgm:pt>
    <dgm:pt modelId="{F231DD7F-242E-4BC4-97CF-243B0D7E59B8}" type="pres">
      <dgm:prSet presAssocID="{79F1E4FC-5AC7-4A4C-9EB8-94403A231911}" presName="iconBgRect" presStyleLbl="bgShp" presStyleIdx="0" presStyleCnt="4"/>
      <dgm:spPr/>
    </dgm:pt>
    <dgm:pt modelId="{66C3A529-E278-4493-8CD9-8E9921F43A20}" type="pres">
      <dgm:prSet presAssocID="{79F1E4FC-5AC7-4A4C-9EB8-94403A23191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E848D64F-822B-4479-A85F-9AE2D07EBDC7}" type="pres">
      <dgm:prSet presAssocID="{79F1E4FC-5AC7-4A4C-9EB8-94403A231911}" presName="spaceRect" presStyleCnt="0"/>
      <dgm:spPr/>
    </dgm:pt>
    <dgm:pt modelId="{240F3897-4752-433A-A665-A525BAE6F7A6}" type="pres">
      <dgm:prSet presAssocID="{79F1E4FC-5AC7-4A4C-9EB8-94403A231911}" presName="textRect" presStyleLbl="revTx" presStyleIdx="0" presStyleCnt="4">
        <dgm:presLayoutVars>
          <dgm:chMax val="1"/>
          <dgm:chPref val="1"/>
        </dgm:presLayoutVars>
      </dgm:prSet>
      <dgm:spPr/>
    </dgm:pt>
    <dgm:pt modelId="{78351467-13C3-4FCC-80E5-41C53ED5F40E}" type="pres">
      <dgm:prSet presAssocID="{CC12F0C6-9A7D-4E25-8B43-C054C3E01C04}" presName="sibTrans" presStyleCnt="0"/>
      <dgm:spPr/>
    </dgm:pt>
    <dgm:pt modelId="{EC8B1A01-ED59-40D6-98EE-EF01FBF20C06}" type="pres">
      <dgm:prSet presAssocID="{1D270F54-9CBD-4D82-A0FA-301713CA1530}" presName="compNode" presStyleCnt="0"/>
      <dgm:spPr/>
    </dgm:pt>
    <dgm:pt modelId="{ED5B0334-6396-48AD-8004-C0DFFE88C3F9}" type="pres">
      <dgm:prSet presAssocID="{1D270F54-9CBD-4D82-A0FA-301713CA1530}" presName="iconBgRect" presStyleLbl="bgShp" presStyleIdx="1" presStyleCnt="4"/>
      <dgm:spPr/>
    </dgm:pt>
    <dgm:pt modelId="{418770D1-CE33-41D6-A546-7DD9B64574BB}" type="pres">
      <dgm:prSet presAssocID="{1D270F54-9CBD-4D82-A0FA-301713CA153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mster"/>
        </a:ext>
      </dgm:extLst>
    </dgm:pt>
    <dgm:pt modelId="{30A7518D-ABE4-42EB-A76A-C8A79F0DC930}" type="pres">
      <dgm:prSet presAssocID="{1D270F54-9CBD-4D82-A0FA-301713CA1530}" presName="spaceRect" presStyleCnt="0"/>
      <dgm:spPr/>
    </dgm:pt>
    <dgm:pt modelId="{11ED61C8-914F-424E-A33C-3683C6EF393B}" type="pres">
      <dgm:prSet presAssocID="{1D270F54-9CBD-4D82-A0FA-301713CA1530}" presName="textRect" presStyleLbl="revTx" presStyleIdx="1" presStyleCnt="4">
        <dgm:presLayoutVars>
          <dgm:chMax val="1"/>
          <dgm:chPref val="1"/>
        </dgm:presLayoutVars>
      </dgm:prSet>
      <dgm:spPr/>
    </dgm:pt>
    <dgm:pt modelId="{A1905E7A-F080-4F7F-9E34-1907AB4136FD}" type="pres">
      <dgm:prSet presAssocID="{1544FE8D-0862-46F5-8D3E-C48FA85E0856}" presName="sibTrans" presStyleCnt="0"/>
      <dgm:spPr/>
    </dgm:pt>
    <dgm:pt modelId="{514D4C61-5918-4042-9DB6-FD36B030A0A8}" type="pres">
      <dgm:prSet presAssocID="{DF7CC674-4A88-43FA-84D1-EE66F4E751D3}" presName="compNode" presStyleCnt="0"/>
      <dgm:spPr/>
    </dgm:pt>
    <dgm:pt modelId="{7263F286-619C-4333-9F86-671AACD8F83F}" type="pres">
      <dgm:prSet presAssocID="{DF7CC674-4A88-43FA-84D1-EE66F4E751D3}" presName="iconBgRect" presStyleLbl="bgShp" presStyleIdx="2" presStyleCnt="4"/>
      <dgm:spPr/>
    </dgm:pt>
    <dgm:pt modelId="{F7C493BD-5D97-4BCE-AD81-DC79A37F429A}" type="pres">
      <dgm:prSet presAssocID="{DF7CC674-4A88-43FA-84D1-EE66F4E751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370649DC-4078-4040-9001-A82851AB9171}" type="pres">
      <dgm:prSet presAssocID="{DF7CC674-4A88-43FA-84D1-EE66F4E751D3}" presName="spaceRect" presStyleCnt="0"/>
      <dgm:spPr/>
    </dgm:pt>
    <dgm:pt modelId="{BB5AFAAD-8FF9-49D0-AA28-5F57BA694139}" type="pres">
      <dgm:prSet presAssocID="{DF7CC674-4A88-43FA-84D1-EE66F4E751D3}" presName="textRect" presStyleLbl="revTx" presStyleIdx="2" presStyleCnt="4">
        <dgm:presLayoutVars>
          <dgm:chMax val="1"/>
          <dgm:chPref val="1"/>
        </dgm:presLayoutVars>
      </dgm:prSet>
      <dgm:spPr/>
    </dgm:pt>
    <dgm:pt modelId="{3F83EDE6-B6C2-46D9-8E70-50D4B6739316}" type="pres">
      <dgm:prSet presAssocID="{C164AC75-B475-4463-ACD0-0BEA1E52E3D6}" presName="sibTrans" presStyleCnt="0"/>
      <dgm:spPr/>
    </dgm:pt>
    <dgm:pt modelId="{37A6DE66-CDE4-4868-9467-CDDE540DC2EA}" type="pres">
      <dgm:prSet presAssocID="{FA2F7FEC-CA5F-467C-A827-2D5D042948CA}" presName="compNode" presStyleCnt="0"/>
      <dgm:spPr/>
    </dgm:pt>
    <dgm:pt modelId="{AD7977A3-0EC4-4276-BD4B-C0883A302F35}" type="pres">
      <dgm:prSet presAssocID="{FA2F7FEC-CA5F-467C-A827-2D5D042948CA}" presName="iconBgRect" presStyleLbl="bgShp" presStyleIdx="3" presStyleCnt="4"/>
      <dgm:spPr/>
    </dgm:pt>
    <dgm:pt modelId="{3D4A1241-AB23-4D62-A24F-AEF940A8F204}" type="pres">
      <dgm:prSet presAssocID="{FA2F7FEC-CA5F-467C-A827-2D5D042948C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DFFEBE5-2EB2-4337-9194-5CBDFFD8216A}" type="pres">
      <dgm:prSet presAssocID="{FA2F7FEC-CA5F-467C-A827-2D5D042948CA}" presName="spaceRect" presStyleCnt="0"/>
      <dgm:spPr/>
    </dgm:pt>
    <dgm:pt modelId="{7E96B0C0-E67B-4696-A94A-E100572CA04A}" type="pres">
      <dgm:prSet presAssocID="{FA2F7FEC-CA5F-467C-A827-2D5D042948C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E25922F-3E12-42C9-87E3-FF47B764EDBB}" srcId="{CFFE8689-D90B-47E8-A292-C6458004A8B6}" destId="{79F1E4FC-5AC7-4A4C-9EB8-94403A231911}" srcOrd="0" destOrd="0" parTransId="{4608A38A-9C98-46C9-A43F-787678055FF6}" sibTransId="{CC12F0C6-9A7D-4E25-8B43-C054C3E01C04}"/>
    <dgm:cxn modelId="{6D30D261-B08B-41CC-B935-20E5FC4EA5F5}" type="presOf" srcId="{FA2F7FEC-CA5F-467C-A827-2D5D042948CA}" destId="{7E96B0C0-E67B-4696-A94A-E100572CA04A}" srcOrd="0" destOrd="0" presId="urn:microsoft.com/office/officeart/2018/5/layout/IconCircleLabelList"/>
    <dgm:cxn modelId="{EED52B63-42B4-4AAD-B2F6-D4B92113C93A}" srcId="{CFFE8689-D90B-47E8-A292-C6458004A8B6}" destId="{DF7CC674-4A88-43FA-84D1-EE66F4E751D3}" srcOrd="2" destOrd="0" parTransId="{59043D91-9B23-4F6F-AF4E-EA7448692B12}" sibTransId="{C164AC75-B475-4463-ACD0-0BEA1E52E3D6}"/>
    <dgm:cxn modelId="{AA7EF38F-D24B-440A-BE9C-0B214AEA6D97}" type="presOf" srcId="{DF7CC674-4A88-43FA-84D1-EE66F4E751D3}" destId="{BB5AFAAD-8FF9-49D0-AA28-5F57BA694139}" srcOrd="0" destOrd="0" presId="urn:microsoft.com/office/officeart/2018/5/layout/IconCircleLabelList"/>
    <dgm:cxn modelId="{CC95EC90-F098-408E-BE2E-813A4654D35F}" srcId="{CFFE8689-D90B-47E8-A292-C6458004A8B6}" destId="{1D270F54-9CBD-4D82-A0FA-301713CA1530}" srcOrd="1" destOrd="0" parTransId="{0EC9339C-B6F5-44DC-AD5C-2B3C04DBAB5D}" sibTransId="{1544FE8D-0862-46F5-8D3E-C48FA85E0856}"/>
    <dgm:cxn modelId="{63D98FB2-EEE4-4F90-B323-2AEF4A625D99}" type="presOf" srcId="{1D270F54-9CBD-4D82-A0FA-301713CA1530}" destId="{11ED61C8-914F-424E-A33C-3683C6EF393B}" srcOrd="0" destOrd="0" presId="urn:microsoft.com/office/officeart/2018/5/layout/IconCircleLabelList"/>
    <dgm:cxn modelId="{7C919BCB-D189-4CE3-A24C-7E899E3383FA}" type="presOf" srcId="{79F1E4FC-5AC7-4A4C-9EB8-94403A231911}" destId="{240F3897-4752-433A-A665-A525BAE6F7A6}" srcOrd="0" destOrd="0" presId="urn:microsoft.com/office/officeart/2018/5/layout/IconCircleLabelList"/>
    <dgm:cxn modelId="{B81107D5-8C0B-44D8-A352-4217B099CF03}" type="presOf" srcId="{CFFE8689-D90B-47E8-A292-C6458004A8B6}" destId="{8EBB0079-9029-41C0-A31B-CF02956C203C}" srcOrd="0" destOrd="0" presId="urn:microsoft.com/office/officeart/2018/5/layout/IconCircleLabelList"/>
    <dgm:cxn modelId="{3C5B36DA-448C-41B9-B0CA-B201861606BD}" srcId="{CFFE8689-D90B-47E8-A292-C6458004A8B6}" destId="{FA2F7FEC-CA5F-467C-A827-2D5D042948CA}" srcOrd="3" destOrd="0" parTransId="{E89DE603-F4DF-4C95-9E87-7933AD09E2C2}" sibTransId="{EED81791-8F01-4D40-9676-69AFF3BFE54D}"/>
    <dgm:cxn modelId="{86D9A59E-F753-41C1-9834-D314737F182F}" type="presParOf" srcId="{8EBB0079-9029-41C0-A31B-CF02956C203C}" destId="{C8CE8759-4E6F-4914-9F4E-EF594CFC83A6}" srcOrd="0" destOrd="0" presId="urn:microsoft.com/office/officeart/2018/5/layout/IconCircleLabelList"/>
    <dgm:cxn modelId="{8D87CEE2-E0C2-43C0-8AAC-67F57703C186}" type="presParOf" srcId="{C8CE8759-4E6F-4914-9F4E-EF594CFC83A6}" destId="{F231DD7F-242E-4BC4-97CF-243B0D7E59B8}" srcOrd="0" destOrd="0" presId="urn:microsoft.com/office/officeart/2018/5/layout/IconCircleLabelList"/>
    <dgm:cxn modelId="{20D6ABC2-B0DA-488E-A56A-7FB61842AF60}" type="presParOf" srcId="{C8CE8759-4E6F-4914-9F4E-EF594CFC83A6}" destId="{66C3A529-E278-4493-8CD9-8E9921F43A20}" srcOrd="1" destOrd="0" presId="urn:microsoft.com/office/officeart/2018/5/layout/IconCircleLabelList"/>
    <dgm:cxn modelId="{934BA64E-D3C9-4490-84A6-85F97D4E8338}" type="presParOf" srcId="{C8CE8759-4E6F-4914-9F4E-EF594CFC83A6}" destId="{E848D64F-822B-4479-A85F-9AE2D07EBDC7}" srcOrd="2" destOrd="0" presId="urn:microsoft.com/office/officeart/2018/5/layout/IconCircleLabelList"/>
    <dgm:cxn modelId="{FC6FB7F1-B947-4F51-AD61-5F40FF831853}" type="presParOf" srcId="{C8CE8759-4E6F-4914-9F4E-EF594CFC83A6}" destId="{240F3897-4752-433A-A665-A525BAE6F7A6}" srcOrd="3" destOrd="0" presId="urn:microsoft.com/office/officeart/2018/5/layout/IconCircleLabelList"/>
    <dgm:cxn modelId="{19E17538-696D-4C7E-868E-06891901C8F9}" type="presParOf" srcId="{8EBB0079-9029-41C0-A31B-CF02956C203C}" destId="{78351467-13C3-4FCC-80E5-41C53ED5F40E}" srcOrd="1" destOrd="0" presId="urn:microsoft.com/office/officeart/2018/5/layout/IconCircleLabelList"/>
    <dgm:cxn modelId="{D4811C59-242C-47B6-BC79-845BDB9E127A}" type="presParOf" srcId="{8EBB0079-9029-41C0-A31B-CF02956C203C}" destId="{EC8B1A01-ED59-40D6-98EE-EF01FBF20C06}" srcOrd="2" destOrd="0" presId="urn:microsoft.com/office/officeart/2018/5/layout/IconCircleLabelList"/>
    <dgm:cxn modelId="{59FF7807-1273-4599-84D7-ECA86FFA6CD2}" type="presParOf" srcId="{EC8B1A01-ED59-40D6-98EE-EF01FBF20C06}" destId="{ED5B0334-6396-48AD-8004-C0DFFE88C3F9}" srcOrd="0" destOrd="0" presId="urn:microsoft.com/office/officeart/2018/5/layout/IconCircleLabelList"/>
    <dgm:cxn modelId="{57E49245-5E09-4B80-B960-2F6A8428318B}" type="presParOf" srcId="{EC8B1A01-ED59-40D6-98EE-EF01FBF20C06}" destId="{418770D1-CE33-41D6-A546-7DD9B64574BB}" srcOrd="1" destOrd="0" presId="urn:microsoft.com/office/officeart/2018/5/layout/IconCircleLabelList"/>
    <dgm:cxn modelId="{29A8B55B-DB3A-44FB-8E63-00B505F37D1C}" type="presParOf" srcId="{EC8B1A01-ED59-40D6-98EE-EF01FBF20C06}" destId="{30A7518D-ABE4-42EB-A76A-C8A79F0DC930}" srcOrd="2" destOrd="0" presId="urn:microsoft.com/office/officeart/2018/5/layout/IconCircleLabelList"/>
    <dgm:cxn modelId="{AF920805-FB14-4CD0-96BD-CF9C9620B0A0}" type="presParOf" srcId="{EC8B1A01-ED59-40D6-98EE-EF01FBF20C06}" destId="{11ED61C8-914F-424E-A33C-3683C6EF393B}" srcOrd="3" destOrd="0" presId="urn:microsoft.com/office/officeart/2018/5/layout/IconCircleLabelList"/>
    <dgm:cxn modelId="{38F6428F-9F04-4B51-861B-853B2ACDC665}" type="presParOf" srcId="{8EBB0079-9029-41C0-A31B-CF02956C203C}" destId="{A1905E7A-F080-4F7F-9E34-1907AB4136FD}" srcOrd="3" destOrd="0" presId="urn:microsoft.com/office/officeart/2018/5/layout/IconCircleLabelList"/>
    <dgm:cxn modelId="{E66BFF87-47B0-4013-B5B8-EE732E87BF85}" type="presParOf" srcId="{8EBB0079-9029-41C0-A31B-CF02956C203C}" destId="{514D4C61-5918-4042-9DB6-FD36B030A0A8}" srcOrd="4" destOrd="0" presId="urn:microsoft.com/office/officeart/2018/5/layout/IconCircleLabelList"/>
    <dgm:cxn modelId="{2B9AC6FA-A42D-4A16-87B9-EF9D62E7A186}" type="presParOf" srcId="{514D4C61-5918-4042-9DB6-FD36B030A0A8}" destId="{7263F286-619C-4333-9F86-671AACD8F83F}" srcOrd="0" destOrd="0" presId="urn:microsoft.com/office/officeart/2018/5/layout/IconCircleLabelList"/>
    <dgm:cxn modelId="{BD32953E-5471-4614-9372-69B780B7AB09}" type="presParOf" srcId="{514D4C61-5918-4042-9DB6-FD36B030A0A8}" destId="{F7C493BD-5D97-4BCE-AD81-DC79A37F429A}" srcOrd="1" destOrd="0" presId="urn:microsoft.com/office/officeart/2018/5/layout/IconCircleLabelList"/>
    <dgm:cxn modelId="{73ADE2D1-82DC-44F0-ADC7-9ECAC6F0CF1E}" type="presParOf" srcId="{514D4C61-5918-4042-9DB6-FD36B030A0A8}" destId="{370649DC-4078-4040-9001-A82851AB9171}" srcOrd="2" destOrd="0" presId="urn:microsoft.com/office/officeart/2018/5/layout/IconCircleLabelList"/>
    <dgm:cxn modelId="{649E63DF-FBC1-4E79-B177-1ABA9C5D04A9}" type="presParOf" srcId="{514D4C61-5918-4042-9DB6-FD36B030A0A8}" destId="{BB5AFAAD-8FF9-49D0-AA28-5F57BA694139}" srcOrd="3" destOrd="0" presId="urn:microsoft.com/office/officeart/2018/5/layout/IconCircleLabelList"/>
    <dgm:cxn modelId="{6E602D44-4B58-464F-AE06-7BE21F0387C9}" type="presParOf" srcId="{8EBB0079-9029-41C0-A31B-CF02956C203C}" destId="{3F83EDE6-B6C2-46D9-8E70-50D4B6739316}" srcOrd="5" destOrd="0" presId="urn:microsoft.com/office/officeart/2018/5/layout/IconCircleLabelList"/>
    <dgm:cxn modelId="{FA92053C-3BB0-4EC9-955F-045950696847}" type="presParOf" srcId="{8EBB0079-9029-41C0-A31B-CF02956C203C}" destId="{37A6DE66-CDE4-4868-9467-CDDE540DC2EA}" srcOrd="6" destOrd="0" presId="urn:microsoft.com/office/officeart/2018/5/layout/IconCircleLabelList"/>
    <dgm:cxn modelId="{9BC316ED-3755-42DE-8F86-A4DCE8D5AEDD}" type="presParOf" srcId="{37A6DE66-CDE4-4868-9467-CDDE540DC2EA}" destId="{AD7977A3-0EC4-4276-BD4B-C0883A302F35}" srcOrd="0" destOrd="0" presId="urn:microsoft.com/office/officeart/2018/5/layout/IconCircleLabelList"/>
    <dgm:cxn modelId="{5E460F68-D3C5-4962-ABAD-30BA95512CBC}" type="presParOf" srcId="{37A6DE66-CDE4-4868-9467-CDDE540DC2EA}" destId="{3D4A1241-AB23-4D62-A24F-AEF940A8F204}" srcOrd="1" destOrd="0" presId="urn:microsoft.com/office/officeart/2018/5/layout/IconCircleLabelList"/>
    <dgm:cxn modelId="{6AA0526B-2779-4C47-A5B4-96412CF18D94}" type="presParOf" srcId="{37A6DE66-CDE4-4868-9467-CDDE540DC2EA}" destId="{3DFFEBE5-2EB2-4337-9194-5CBDFFD8216A}" srcOrd="2" destOrd="0" presId="urn:microsoft.com/office/officeart/2018/5/layout/IconCircleLabelList"/>
    <dgm:cxn modelId="{94E7BF04-D5CC-4935-8EF1-FD1B12940668}" type="presParOf" srcId="{37A6DE66-CDE4-4868-9467-CDDE540DC2EA}" destId="{7E96B0C0-E67B-4696-A94A-E100572CA04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10FDA2-3E8C-4FE2-B24D-F684D30AC637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40504CD-923B-42E7-A372-6F659FEF7A91}">
      <dgm:prSet custT="1"/>
      <dgm:spPr/>
      <dgm:t>
        <a:bodyPr/>
        <a:lstStyle/>
        <a:p>
          <a:r>
            <a:rPr lang="en-US" sz="2000" dirty="0"/>
            <a:t>Up to 25% of dogs in specialized hospitals suffer allergic disorders (TIME, 2024)</a:t>
          </a:r>
        </a:p>
      </dgm:t>
    </dgm:pt>
    <dgm:pt modelId="{7067B72B-0494-43CD-8CBE-8C91D1EA4151}" type="parTrans" cxnId="{1D2FC77F-158A-4A5E-BFAD-96B820ECBDB5}">
      <dgm:prSet/>
      <dgm:spPr/>
      <dgm:t>
        <a:bodyPr/>
        <a:lstStyle/>
        <a:p>
          <a:endParaRPr lang="en-US"/>
        </a:p>
      </dgm:t>
    </dgm:pt>
    <dgm:pt modelId="{DBB36C6E-C6EF-4588-8977-6FCC3009A5FB}" type="sibTrans" cxnId="{1D2FC77F-158A-4A5E-BFAD-96B820ECBDB5}">
      <dgm:prSet/>
      <dgm:spPr/>
      <dgm:t>
        <a:bodyPr/>
        <a:lstStyle/>
        <a:p>
          <a:endParaRPr lang="en-US"/>
        </a:p>
      </dgm:t>
    </dgm:pt>
    <dgm:pt modelId="{DE37D935-475D-4887-8E5D-1BCEC6595A08}">
      <dgm:prSet custT="1"/>
      <dgm:spPr/>
      <dgm:t>
        <a:bodyPr/>
        <a:lstStyle/>
        <a:p>
          <a:r>
            <a:rPr lang="en-US" sz="2000" dirty="0"/>
            <a:t>16 allergy-related claims per dog, 6 per cat (DVM360, 2023)</a:t>
          </a:r>
        </a:p>
      </dgm:t>
    </dgm:pt>
    <dgm:pt modelId="{62233E87-2426-4AEB-B4E2-7139A3DB3AE4}" type="parTrans" cxnId="{0BC66724-BE75-4193-82E0-8DE714DAC8AD}">
      <dgm:prSet/>
      <dgm:spPr/>
      <dgm:t>
        <a:bodyPr/>
        <a:lstStyle/>
        <a:p>
          <a:endParaRPr lang="en-US"/>
        </a:p>
      </dgm:t>
    </dgm:pt>
    <dgm:pt modelId="{ECC6AE5D-7A7D-4120-BE59-216948FBC891}" type="sibTrans" cxnId="{0BC66724-BE75-4193-82E0-8DE714DAC8AD}">
      <dgm:prSet/>
      <dgm:spPr/>
      <dgm:t>
        <a:bodyPr/>
        <a:lstStyle/>
        <a:p>
          <a:endParaRPr lang="en-US"/>
        </a:p>
      </dgm:t>
    </dgm:pt>
    <dgm:pt modelId="{873D6988-E054-476E-9C67-99979B2E86B8}">
      <dgm:prSet custT="1"/>
      <dgm:spPr/>
      <dgm:t>
        <a:bodyPr/>
        <a:lstStyle/>
        <a:p>
          <a:r>
            <a:rPr lang="en-US" sz="2000" dirty="0"/>
            <a:t>Common allergens:</a:t>
          </a:r>
          <a:br>
            <a:rPr lang="en-US" sz="2000" dirty="0"/>
          </a:br>
          <a:r>
            <a:rPr lang="en-US" sz="2000" dirty="0"/>
            <a:t>To be Determined</a:t>
          </a:r>
        </a:p>
      </dgm:t>
    </dgm:pt>
    <dgm:pt modelId="{791C763F-6E80-4FCA-AE7F-B5910EB4082A}" type="parTrans" cxnId="{C4707074-B3BD-436B-815F-58ABF1A17A8B}">
      <dgm:prSet/>
      <dgm:spPr/>
      <dgm:t>
        <a:bodyPr/>
        <a:lstStyle/>
        <a:p>
          <a:endParaRPr lang="en-US"/>
        </a:p>
      </dgm:t>
    </dgm:pt>
    <dgm:pt modelId="{0C31B10F-CC23-4202-9FBA-A108EDA0D8FD}" type="sibTrans" cxnId="{C4707074-B3BD-436B-815F-58ABF1A17A8B}">
      <dgm:prSet/>
      <dgm:spPr/>
      <dgm:t>
        <a:bodyPr/>
        <a:lstStyle/>
        <a:p>
          <a:endParaRPr lang="en-US"/>
        </a:p>
      </dgm:t>
    </dgm:pt>
    <dgm:pt modelId="{2AE78FF4-F5D8-4FD1-9FE1-CEF4464C82A7}">
      <dgm:prSet custT="1"/>
      <dgm:spPr/>
      <dgm:t>
        <a:bodyPr/>
        <a:lstStyle/>
        <a:p>
          <a:r>
            <a:rPr lang="en-US" sz="2000"/>
            <a:t>Key message: Allergy testing is a high-frequency diagnostic opportunity.</a:t>
          </a:r>
        </a:p>
      </dgm:t>
    </dgm:pt>
    <dgm:pt modelId="{6B421987-BB96-487C-9476-027D83525586}" type="parTrans" cxnId="{78544EBF-835F-4973-A6CE-C4D82305D1D6}">
      <dgm:prSet/>
      <dgm:spPr/>
      <dgm:t>
        <a:bodyPr/>
        <a:lstStyle/>
        <a:p>
          <a:endParaRPr lang="en-US"/>
        </a:p>
      </dgm:t>
    </dgm:pt>
    <dgm:pt modelId="{041DD7B4-8E56-4958-A5BB-7E73D490D6ED}" type="sibTrans" cxnId="{78544EBF-835F-4973-A6CE-C4D82305D1D6}">
      <dgm:prSet/>
      <dgm:spPr/>
      <dgm:t>
        <a:bodyPr/>
        <a:lstStyle/>
        <a:p>
          <a:endParaRPr lang="en-US"/>
        </a:p>
      </dgm:t>
    </dgm:pt>
    <dgm:pt modelId="{2D16C62D-F43E-B94B-BD09-AF11ED63AEF7}" type="pres">
      <dgm:prSet presAssocID="{2010FDA2-3E8C-4FE2-B24D-F684D30AC637}" presName="diagram" presStyleCnt="0">
        <dgm:presLayoutVars>
          <dgm:dir/>
          <dgm:resizeHandles val="exact"/>
        </dgm:presLayoutVars>
      </dgm:prSet>
      <dgm:spPr/>
    </dgm:pt>
    <dgm:pt modelId="{763FB3A5-C5A5-984C-803D-46927D719C44}" type="pres">
      <dgm:prSet presAssocID="{940504CD-923B-42E7-A372-6F659FEF7A91}" presName="node" presStyleLbl="node1" presStyleIdx="0" presStyleCnt="4">
        <dgm:presLayoutVars>
          <dgm:bulletEnabled val="1"/>
        </dgm:presLayoutVars>
      </dgm:prSet>
      <dgm:spPr/>
    </dgm:pt>
    <dgm:pt modelId="{704A03DB-D7CB-F346-8028-1CECB4993294}" type="pres">
      <dgm:prSet presAssocID="{DBB36C6E-C6EF-4588-8977-6FCC3009A5FB}" presName="sibTrans" presStyleCnt="0"/>
      <dgm:spPr/>
    </dgm:pt>
    <dgm:pt modelId="{B292556D-840A-764C-A485-F810C9578831}" type="pres">
      <dgm:prSet presAssocID="{DE37D935-475D-4887-8E5D-1BCEC6595A08}" presName="node" presStyleLbl="node1" presStyleIdx="1" presStyleCnt="4">
        <dgm:presLayoutVars>
          <dgm:bulletEnabled val="1"/>
        </dgm:presLayoutVars>
      </dgm:prSet>
      <dgm:spPr/>
    </dgm:pt>
    <dgm:pt modelId="{11B54E67-6A1A-714F-A09B-F98634B01394}" type="pres">
      <dgm:prSet presAssocID="{ECC6AE5D-7A7D-4120-BE59-216948FBC891}" presName="sibTrans" presStyleCnt="0"/>
      <dgm:spPr/>
    </dgm:pt>
    <dgm:pt modelId="{97AD406A-39D0-4E42-B10E-CEEA68222DD0}" type="pres">
      <dgm:prSet presAssocID="{873D6988-E054-476E-9C67-99979B2E86B8}" presName="node" presStyleLbl="node1" presStyleIdx="2" presStyleCnt="4">
        <dgm:presLayoutVars>
          <dgm:bulletEnabled val="1"/>
        </dgm:presLayoutVars>
      </dgm:prSet>
      <dgm:spPr/>
    </dgm:pt>
    <dgm:pt modelId="{726BBB6E-DB64-3645-A987-EA10C8B1C20F}" type="pres">
      <dgm:prSet presAssocID="{0C31B10F-CC23-4202-9FBA-A108EDA0D8FD}" presName="sibTrans" presStyleCnt="0"/>
      <dgm:spPr/>
    </dgm:pt>
    <dgm:pt modelId="{89C4861A-8AA3-474F-920C-B491FF5DD6DA}" type="pres">
      <dgm:prSet presAssocID="{2AE78FF4-F5D8-4FD1-9FE1-CEF4464C82A7}" presName="node" presStyleLbl="node1" presStyleIdx="3" presStyleCnt="4">
        <dgm:presLayoutVars>
          <dgm:bulletEnabled val="1"/>
        </dgm:presLayoutVars>
      </dgm:prSet>
      <dgm:spPr/>
    </dgm:pt>
  </dgm:ptLst>
  <dgm:cxnLst>
    <dgm:cxn modelId="{0BC66724-BE75-4193-82E0-8DE714DAC8AD}" srcId="{2010FDA2-3E8C-4FE2-B24D-F684D30AC637}" destId="{DE37D935-475D-4887-8E5D-1BCEC6595A08}" srcOrd="1" destOrd="0" parTransId="{62233E87-2426-4AEB-B4E2-7139A3DB3AE4}" sibTransId="{ECC6AE5D-7A7D-4120-BE59-216948FBC891}"/>
    <dgm:cxn modelId="{EF1EA12A-EC18-3E43-91A9-E4201ED61C04}" type="presOf" srcId="{DE37D935-475D-4887-8E5D-1BCEC6595A08}" destId="{B292556D-840A-764C-A485-F810C9578831}" srcOrd="0" destOrd="0" presId="urn:microsoft.com/office/officeart/2005/8/layout/default"/>
    <dgm:cxn modelId="{BE930274-1B5A-664C-9B50-E252FFEC5035}" type="presOf" srcId="{2010FDA2-3E8C-4FE2-B24D-F684D30AC637}" destId="{2D16C62D-F43E-B94B-BD09-AF11ED63AEF7}" srcOrd="0" destOrd="0" presId="urn:microsoft.com/office/officeart/2005/8/layout/default"/>
    <dgm:cxn modelId="{C4707074-B3BD-436B-815F-58ABF1A17A8B}" srcId="{2010FDA2-3E8C-4FE2-B24D-F684D30AC637}" destId="{873D6988-E054-476E-9C67-99979B2E86B8}" srcOrd="2" destOrd="0" parTransId="{791C763F-6E80-4FCA-AE7F-B5910EB4082A}" sibTransId="{0C31B10F-CC23-4202-9FBA-A108EDA0D8FD}"/>
    <dgm:cxn modelId="{1D2FC77F-158A-4A5E-BFAD-96B820ECBDB5}" srcId="{2010FDA2-3E8C-4FE2-B24D-F684D30AC637}" destId="{940504CD-923B-42E7-A372-6F659FEF7A91}" srcOrd="0" destOrd="0" parTransId="{7067B72B-0494-43CD-8CBE-8C91D1EA4151}" sibTransId="{DBB36C6E-C6EF-4588-8977-6FCC3009A5FB}"/>
    <dgm:cxn modelId="{81B58085-24F9-F64E-82BD-AE2109A041E9}" type="presOf" srcId="{873D6988-E054-476E-9C67-99979B2E86B8}" destId="{97AD406A-39D0-4E42-B10E-CEEA68222DD0}" srcOrd="0" destOrd="0" presId="urn:microsoft.com/office/officeart/2005/8/layout/default"/>
    <dgm:cxn modelId="{3124C1B5-A88F-314C-B92E-E6CE394520DE}" type="presOf" srcId="{2AE78FF4-F5D8-4FD1-9FE1-CEF4464C82A7}" destId="{89C4861A-8AA3-474F-920C-B491FF5DD6DA}" srcOrd="0" destOrd="0" presId="urn:microsoft.com/office/officeart/2005/8/layout/default"/>
    <dgm:cxn modelId="{78544EBF-835F-4973-A6CE-C4D82305D1D6}" srcId="{2010FDA2-3E8C-4FE2-B24D-F684D30AC637}" destId="{2AE78FF4-F5D8-4FD1-9FE1-CEF4464C82A7}" srcOrd="3" destOrd="0" parTransId="{6B421987-BB96-487C-9476-027D83525586}" sibTransId="{041DD7B4-8E56-4958-A5BB-7E73D490D6ED}"/>
    <dgm:cxn modelId="{3D9A5AF8-8983-F04C-8E39-3729A1069924}" type="presOf" srcId="{940504CD-923B-42E7-A372-6F659FEF7A91}" destId="{763FB3A5-C5A5-984C-803D-46927D719C44}" srcOrd="0" destOrd="0" presId="urn:microsoft.com/office/officeart/2005/8/layout/default"/>
    <dgm:cxn modelId="{91E85600-3769-3441-A5F3-DCA3FBF08CF3}" type="presParOf" srcId="{2D16C62D-F43E-B94B-BD09-AF11ED63AEF7}" destId="{763FB3A5-C5A5-984C-803D-46927D719C44}" srcOrd="0" destOrd="0" presId="urn:microsoft.com/office/officeart/2005/8/layout/default"/>
    <dgm:cxn modelId="{8843FB13-1229-F649-8FA8-A7AB31CBD56F}" type="presParOf" srcId="{2D16C62D-F43E-B94B-BD09-AF11ED63AEF7}" destId="{704A03DB-D7CB-F346-8028-1CECB4993294}" srcOrd="1" destOrd="0" presId="urn:microsoft.com/office/officeart/2005/8/layout/default"/>
    <dgm:cxn modelId="{77070724-CA56-9B42-9380-F7B37B829E44}" type="presParOf" srcId="{2D16C62D-F43E-B94B-BD09-AF11ED63AEF7}" destId="{B292556D-840A-764C-A485-F810C9578831}" srcOrd="2" destOrd="0" presId="urn:microsoft.com/office/officeart/2005/8/layout/default"/>
    <dgm:cxn modelId="{A40CF171-57D6-2342-9F46-D2339855419E}" type="presParOf" srcId="{2D16C62D-F43E-B94B-BD09-AF11ED63AEF7}" destId="{11B54E67-6A1A-714F-A09B-F98634B01394}" srcOrd="3" destOrd="0" presId="urn:microsoft.com/office/officeart/2005/8/layout/default"/>
    <dgm:cxn modelId="{4F8F075A-AD2F-1A47-9411-8FB6B26ADCA4}" type="presParOf" srcId="{2D16C62D-F43E-B94B-BD09-AF11ED63AEF7}" destId="{97AD406A-39D0-4E42-B10E-CEEA68222DD0}" srcOrd="4" destOrd="0" presId="urn:microsoft.com/office/officeart/2005/8/layout/default"/>
    <dgm:cxn modelId="{7B90D15E-5993-0640-8348-8F7D35A0D930}" type="presParOf" srcId="{2D16C62D-F43E-B94B-BD09-AF11ED63AEF7}" destId="{726BBB6E-DB64-3645-A987-EA10C8B1C20F}" srcOrd="5" destOrd="0" presId="urn:microsoft.com/office/officeart/2005/8/layout/default"/>
    <dgm:cxn modelId="{F446846A-005E-E34B-B021-CCAD4EF02A5B}" type="presParOf" srcId="{2D16C62D-F43E-B94B-BD09-AF11ED63AEF7}" destId="{89C4861A-8AA3-474F-920C-B491FF5DD6D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E2E08D-5CC3-46A9-96D6-D016ED8AF5D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DCC04DF-D853-46E9-930D-CBBCBEB4D936}">
      <dgm:prSet/>
      <dgm:spPr/>
      <dgm:t>
        <a:bodyPr/>
        <a:lstStyle/>
        <a:p>
          <a:pPr>
            <a:defRPr cap="all"/>
          </a:pPr>
          <a:r>
            <a:rPr lang="en-US"/>
            <a:t>• FeLV: 2.3% prevalence in European cats (PMC, 2019)</a:t>
          </a:r>
        </a:p>
      </dgm:t>
    </dgm:pt>
    <dgm:pt modelId="{10C7B0D6-91AD-48AA-AE6A-81DD158685DE}" type="parTrans" cxnId="{3CC72A86-BAC4-43D1-86EC-66BD8743A256}">
      <dgm:prSet/>
      <dgm:spPr/>
      <dgm:t>
        <a:bodyPr/>
        <a:lstStyle/>
        <a:p>
          <a:endParaRPr lang="en-US"/>
        </a:p>
      </dgm:t>
    </dgm:pt>
    <dgm:pt modelId="{A0313B40-F163-492A-84FB-28C8DBD5C83F}" type="sibTrans" cxnId="{3CC72A86-BAC4-43D1-86EC-66BD8743A256}">
      <dgm:prSet/>
      <dgm:spPr/>
      <dgm:t>
        <a:bodyPr/>
        <a:lstStyle/>
        <a:p>
          <a:endParaRPr lang="en-US"/>
        </a:p>
      </dgm:t>
    </dgm:pt>
    <dgm:pt modelId="{CF50FBDD-E48A-4020-990E-5C71C2161B3E}">
      <dgm:prSet/>
      <dgm:spPr/>
      <dgm:t>
        <a:bodyPr/>
        <a:lstStyle/>
        <a:p>
          <a:pPr>
            <a:defRPr cap="all"/>
          </a:pPr>
          <a:r>
            <a:rPr lang="en-US"/>
            <a:t>• Vector-borne infections up to 60% exposure in endemic areas (ESCCAP, 2024)</a:t>
          </a:r>
        </a:p>
      </dgm:t>
    </dgm:pt>
    <dgm:pt modelId="{AD69FEAF-9CE9-462C-97FE-8A82AE546A8B}" type="parTrans" cxnId="{B6383793-074C-472D-A2C2-36B5D1E41DFB}">
      <dgm:prSet/>
      <dgm:spPr/>
      <dgm:t>
        <a:bodyPr/>
        <a:lstStyle/>
        <a:p>
          <a:endParaRPr lang="en-US"/>
        </a:p>
      </dgm:t>
    </dgm:pt>
    <dgm:pt modelId="{A4B0BDF7-A80A-44BB-BE20-1E86DC5AD282}" type="sibTrans" cxnId="{B6383793-074C-472D-A2C2-36B5D1E41DFB}">
      <dgm:prSet/>
      <dgm:spPr/>
      <dgm:t>
        <a:bodyPr/>
        <a:lstStyle/>
        <a:p>
          <a:endParaRPr lang="en-US"/>
        </a:p>
      </dgm:t>
    </dgm:pt>
    <dgm:pt modelId="{7D91C2D4-F7B0-4324-8500-DCAD4549B536}">
      <dgm:prSet/>
      <dgm:spPr/>
      <dgm:t>
        <a:bodyPr/>
        <a:lstStyle/>
        <a:p>
          <a:pPr>
            <a:defRPr cap="all"/>
          </a:pPr>
          <a:r>
            <a:rPr lang="en-US"/>
            <a:t>• Rapid tests enable early detection, better infection control, and improved outcomes.</a:t>
          </a:r>
        </a:p>
      </dgm:t>
    </dgm:pt>
    <dgm:pt modelId="{4378EE83-25AF-48BC-B5D2-24D68418DC8F}" type="parTrans" cxnId="{A7AA4383-349A-486F-B611-FC869AD0532A}">
      <dgm:prSet/>
      <dgm:spPr/>
      <dgm:t>
        <a:bodyPr/>
        <a:lstStyle/>
        <a:p>
          <a:endParaRPr lang="en-US"/>
        </a:p>
      </dgm:t>
    </dgm:pt>
    <dgm:pt modelId="{9D4D6F70-B2CE-4DBF-A2DF-9592E7EBC2B7}" type="sibTrans" cxnId="{A7AA4383-349A-486F-B611-FC869AD0532A}">
      <dgm:prSet/>
      <dgm:spPr/>
      <dgm:t>
        <a:bodyPr/>
        <a:lstStyle/>
        <a:p>
          <a:endParaRPr lang="en-US"/>
        </a:p>
      </dgm:t>
    </dgm:pt>
    <dgm:pt modelId="{920CAB1F-CC7E-4683-A1FB-26176BF839B7}" type="pres">
      <dgm:prSet presAssocID="{23E2E08D-5CC3-46A9-96D6-D016ED8AF5D3}" presName="root" presStyleCnt="0">
        <dgm:presLayoutVars>
          <dgm:dir/>
          <dgm:resizeHandles val="exact"/>
        </dgm:presLayoutVars>
      </dgm:prSet>
      <dgm:spPr/>
    </dgm:pt>
    <dgm:pt modelId="{3927330B-85DB-4207-8287-09600C35F25F}" type="pres">
      <dgm:prSet presAssocID="{CDCC04DF-D853-46E9-930D-CBBCBEB4D936}" presName="compNode" presStyleCnt="0"/>
      <dgm:spPr/>
    </dgm:pt>
    <dgm:pt modelId="{8C9104DB-C170-46DF-A198-88FB6D69F133}" type="pres">
      <dgm:prSet presAssocID="{CDCC04DF-D853-46E9-930D-CBBCBEB4D936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782693F-A89D-43E5-9594-F9CF7F19BD3B}" type="pres">
      <dgm:prSet presAssocID="{CDCC04DF-D853-46E9-930D-CBBCBEB4D93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19B6E544-85BD-4526-922D-52888459C8B3}" type="pres">
      <dgm:prSet presAssocID="{CDCC04DF-D853-46E9-930D-CBBCBEB4D936}" presName="spaceRect" presStyleCnt="0"/>
      <dgm:spPr/>
    </dgm:pt>
    <dgm:pt modelId="{8F475E27-1305-4CF9-8B58-17F37D70CFB6}" type="pres">
      <dgm:prSet presAssocID="{CDCC04DF-D853-46E9-930D-CBBCBEB4D936}" presName="textRect" presStyleLbl="revTx" presStyleIdx="0" presStyleCnt="3">
        <dgm:presLayoutVars>
          <dgm:chMax val="1"/>
          <dgm:chPref val="1"/>
        </dgm:presLayoutVars>
      </dgm:prSet>
      <dgm:spPr/>
    </dgm:pt>
    <dgm:pt modelId="{BED3E734-5075-4374-93C2-910E43EA770F}" type="pres">
      <dgm:prSet presAssocID="{A0313B40-F163-492A-84FB-28C8DBD5C83F}" presName="sibTrans" presStyleCnt="0"/>
      <dgm:spPr/>
    </dgm:pt>
    <dgm:pt modelId="{59F51275-D299-40D7-B6D7-0827FB5B9127}" type="pres">
      <dgm:prSet presAssocID="{CF50FBDD-E48A-4020-990E-5C71C2161B3E}" presName="compNode" presStyleCnt="0"/>
      <dgm:spPr/>
    </dgm:pt>
    <dgm:pt modelId="{CA58691B-A7E5-41FE-ACEA-434E968660BD}" type="pres">
      <dgm:prSet presAssocID="{CF50FBDD-E48A-4020-990E-5C71C2161B3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02FD582-FF33-4987-AF9B-2CDD76AF9472}" type="pres">
      <dgm:prSet presAssocID="{CF50FBDD-E48A-4020-990E-5C71C2161B3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y bug"/>
        </a:ext>
      </dgm:extLst>
    </dgm:pt>
    <dgm:pt modelId="{C36D09F1-ED0E-4DF9-A044-02F2D75650C2}" type="pres">
      <dgm:prSet presAssocID="{CF50FBDD-E48A-4020-990E-5C71C2161B3E}" presName="spaceRect" presStyleCnt="0"/>
      <dgm:spPr/>
    </dgm:pt>
    <dgm:pt modelId="{369D2746-EE34-49AD-A168-AA74E9B5E57D}" type="pres">
      <dgm:prSet presAssocID="{CF50FBDD-E48A-4020-990E-5C71C2161B3E}" presName="textRect" presStyleLbl="revTx" presStyleIdx="1" presStyleCnt="3">
        <dgm:presLayoutVars>
          <dgm:chMax val="1"/>
          <dgm:chPref val="1"/>
        </dgm:presLayoutVars>
      </dgm:prSet>
      <dgm:spPr/>
    </dgm:pt>
    <dgm:pt modelId="{D7736F34-88E5-4BB0-AECD-99D924A9DCFD}" type="pres">
      <dgm:prSet presAssocID="{A4B0BDF7-A80A-44BB-BE20-1E86DC5AD282}" presName="sibTrans" presStyleCnt="0"/>
      <dgm:spPr/>
    </dgm:pt>
    <dgm:pt modelId="{4E74AB68-3321-44A9-BC61-49E53A213D39}" type="pres">
      <dgm:prSet presAssocID="{7D91C2D4-F7B0-4324-8500-DCAD4549B536}" presName="compNode" presStyleCnt="0"/>
      <dgm:spPr/>
    </dgm:pt>
    <dgm:pt modelId="{C92D7E3A-8566-4082-9791-6DB732199456}" type="pres">
      <dgm:prSet presAssocID="{7D91C2D4-F7B0-4324-8500-DCAD4549B53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F770901-0456-4A7F-AB90-67D72A692BE1}" type="pres">
      <dgm:prSet presAssocID="{7D91C2D4-F7B0-4324-8500-DCAD4549B53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AA2FE692-6032-4095-ABD1-3D7A7520E847}" type="pres">
      <dgm:prSet presAssocID="{7D91C2D4-F7B0-4324-8500-DCAD4549B536}" presName="spaceRect" presStyleCnt="0"/>
      <dgm:spPr/>
    </dgm:pt>
    <dgm:pt modelId="{312F4047-CC9D-4FE1-8448-D1924EAE9364}" type="pres">
      <dgm:prSet presAssocID="{7D91C2D4-F7B0-4324-8500-DCAD4549B53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2A2DA29-0123-4B5B-B842-98E948839844}" type="presOf" srcId="{7D91C2D4-F7B0-4324-8500-DCAD4549B536}" destId="{312F4047-CC9D-4FE1-8448-D1924EAE9364}" srcOrd="0" destOrd="0" presId="urn:microsoft.com/office/officeart/2018/5/layout/IconLeafLabelList"/>
    <dgm:cxn modelId="{20EAF746-C9D0-49EB-979E-2F8705304C25}" type="presOf" srcId="{CDCC04DF-D853-46E9-930D-CBBCBEB4D936}" destId="{8F475E27-1305-4CF9-8B58-17F37D70CFB6}" srcOrd="0" destOrd="0" presId="urn:microsoft.com/office/officeart/2018/5/layout/IconLeafLabelList"/>
    <dgm:cxn modelId="{6A16E662-5EAA-4098-A3BD-6CB21C40608F}" type="presOf" srcId="{23E2E08D-5CC3-46A9-96D6-D016ED8AF5D3}" destId="{920CAB1F-CC7E-4683-A1FB-26176BF839B7}" srcOrd="0" destOrd="0" presId="urn:microsoft.com/office/officeart/2018/5/layout/IconLeafLabelList"/>
    <dgm:cxn modelId="{9437DF7D-4DBC-4ED7-9EDD-01FF0BF2D913}" type="presOf" srcId="{CF50FBDD-E48A-4020-990E-5C71C2161B3E}" destId="{369D2746-EE34-49AD-A168-AA74E9B5E57D}" srcOrd="0" destOrd="0" presId="urn:microsoft.com/office/officeart/2018/5/layout/IconLeafLabelList"/>
    <dgm:cxn modelId="{A7AA4383-349A-486F-B611-FC869AD0532A}" srcId="{23E2E08D-5CC3-46A9-96D6-D016ED8AF5D3}" destId="{7D91C2D4-F7B0-4324-8500-DCAD4549B536}" srcOrd="2" destOrd="0" parTransId="{4378EE83-25AF-48BC-B5D2-24D68418DC8F}" sibTransId="{9D4D6F70-B2CE-4DBF-A2DF-9592E7EBC2B7}"/>
    <dgm:cxn modelId="{3CC72A86-BAC4-43D1-86EC-66BD8743A256}" srcId="{23E2E08D-5CC3-46A9-96D6-D016ED8AF5D3}" destId="{CDCC04DF-D853-46E9-930D-CBBCBEB4D936}" srcOrd="0" destOrd="0" parTransId="{10C7B0D6-91AD-48AA-AE6A-81DD158685DE}" sibTransId="{A0313B40-F163-492A-84FB-28C8DBD5C83F}"/>
    <dgm:cxn modelId="{B6383793-074C-472D-A2C2-36B5D1E41DFB}" srcId="{23E2E08D-5CC3-46A9-96D6-D016ED8AF5D3}" destId="{CF50FBDD-E48A-4020-990E-5C71C2161B3E}" srcOrd="1" destOrd="0" parTransId="{AD69FEAF-9CE9-462C-97FE-8A82AE546A8B}" sibTransId="{A4B0BDF7-A80A-44BB-BE20-1E86DC5AD282}"/>
    <dgm:cxn modelId="{A44171A4-AE32-4F4C-8946-8D130899DE79}" type="presParOf" srcId="{920CAB1F-CC7E-4683-A1FB-26176BF839B7}" destId="{3927330B-85DB-4207-8287-09600C35F25F}" srcOrd="0" destOrd="0" presId="urn:microsoft.com/office/officeart/2018/5/layout/IconLeafLabelList"/>
    <dgm:cxn modelId="{2F33FCD9-2B3B-411A-B667-FA9485AD4213}" type="presParOf" srcId="{3927330B-85DB-4207-8287-09600C35F25F}" destId="{8C9104DB-C170-46DF-A198-88FB6D69F133}" srcOrd="0" destOrd="0" presId="urn:microsoft.com/office/officeart/2018/5/layout/IconLeafLabelList"/>
    <dgm:cxn modelId="{905028C5-0487-4BC9-B1A0-8260CEFB611C}" type="presParOf" srcId="{3927330B-85DB-4207-8287-09600C35F25F}" destId="{6782693F-A89D-43E5-9594-F9CF7F19BD3B}" srcOrd="1" destOrd="0" presId="urn:microsoft.com/office/officeart/2018/5/layout/IconLeafLabelList"/>
    <dgm:cxn modelId="{0F9CD16D-A4A4-4128-9141-61359A1A9A17}" type="presParOf" srcId="{3927330B-85DB-4207-8287-09600C35F25F}" destId="{19B6E544-85BD-4526-922D-52888459C8B3}" srcOrd="2" destOrd="0" presId="urn:microsoft.com/office/officeart/2018/5/layout/IconLeafLabelList"/>
    <dgm:cxn modelId="{68AF7F58-9F5F-4F5D-BE35-663DE48BAB11}" type="presParOf" srcId="{3927330B-85DB-4207-8287-09600C35F25F}" destId="{8F475E27-1305-4CF9-8B58-17F37D70CFB6}" srcOrd="3" destOrd="0" presId="urn:microsoft.com/office/officeart/2018/5/layout/IconLeafLabelList"/>
    <dgm:cxn modelId="{BDA0D995-8FF1-4E76-835C-1427242895AE}" type="presParOf" srcId="{920CAB1F-CC7E-4683-A1FB-26176BF839B7}" destId="{BED3E734-5075-4374-93C2-910E43EA770F}" srcOrd="1" destOrd="0" presId="urn:microsoft.com/office/officeart/2018/5/layout/IconLeafLabelList"/>
    <dgm:cxn modelId="{365122CA-F571-43AB-8889-024F97893C26}" type="presParOf" srcId="{920CAB1F-CC7E-4683-A1FB-26176BF839B7}" destId="{59F51275-D299-40D7-B6D7-0827FB5B9127}" srcOrd="2" destOrd="0" presId="urn:microsoft.com/office/officeart/2018/5/layout/IconLeafLabelList"/>
    <dgm:cxn modelId="{3F0E736C-AF35-4FBB-A57C-2EB65EF70A81}" type="presParOf" srcId="{59F51275-D299-40D7-B6D7-0827FB5B9127}" destId="{CA58691B-A7E5-41FE-ACEA-434E968660BD}" srcOrd="0" destOrd="0" presId="urn:microsoft.com/office/officeart/2018/5/layout/IconLeafLabelList"/>
    <dgm:cxn modelId="{B530FEB3-6939-4F8B-96C0-D351EF982282}" type="presParOf" srcId="{59F51275-D299-40D7-B6D7-0827FB5B9127}" destId="{E02FD582-FF33-4987-AF9B-2CDD76AF9472}" srcOrd="1" destOrd="0" presId="urn:microsoft.com/office/officeart/2018/5/layout/IconLeafLabelList"/>
    <dgm:cxn modelId="{44724120-989A-4C66-9E22-A1E3DB39E1F4}" type="presParOf" srcId="{59F51275-D299-40D7-B6D7-0827FB5B9127}" destId="{C36D09F1-ED0E-4DF9-A044-02F2D75650C2}" srcOrd="2" destOrd="0" presId="urn:microsoft.com/office/officeart/2018/5/layout/IconLeafLabelList"/>
    <dgm:cxn modelId="{F78D306F-E7D9-4931-82B8-F552C051C21C}" type="presParOf" srcId="{59F51275-D299-40D7-B6D7-0827FB5B9127}" destId="{369D2746-EE34-49AD-A168-AA74E9B5E57D}" srcOrd="3" destOrd="0" presId="urn:microsoft.com/office/officeart/2018/5/layout/IconLeafLabelList"/>
    <dgm:cxn modelId="{5E3DC313-5806-4041-9E1A-899CA771FE64}" type="presParOf" srcId="{920CAB1F-CC7E-4683-A1FB-26176BF839B7}" destId="{D7736F34-88E5-4BB0-AECD-99D924A9DCFD}" srcOrd="3" destOrd="0" presId="urn:microsoft.com/office/officeart/2018/5/layout/IconLeafLabelList"/>
    <dgm:cxn modelId="{ED7EBF6F-13F5-4F66-8C8C-26F08D6A64ED}" type="presParOf" srcId="{920CAB1F-CC7E-4683-A1FB-26176BF839B7}" destId="{4E74AB68-3321-44A9-BC61-49E53A213D39}" srcOrd="4" destOrd="0" presId="urn:microsoft.com/office/officeart/2018/5/layout/IconLeafLabelList"/>
    <dgm:cxn modelId="{0EA70748-3D92-43C6-9DAB-B9E2B8C6EA0B}" type="presParOf" srcId="{4E74AB68-3321-44A9-BC61-49E53A213D39}" destId="{C92D7E3A-8566-4082-9791-6DB732199456}" srcOrd="0" destOrd="0" presId="urn:microsoft.com/office/officeart/2018/5/layout/IconLeafLabelList"/>
    <dgm:cxn modelId="{411F32FD-A28A-434F-8C8C-26D8DF0C54BB}" type="presParOf" srcId="{4E74AB68-3321-44A9-BC61-49E53A213D39}" destId="{CF770901-0456-4A7F-AB90-67D72A692BE1}" srcOrd="1" destOrd="0" presId="urn:microsoft.com/office/officeart/2018/5/layout/IconLeafLabelList"/>
    <dgm:cxn modelId="{891777B5-C452-43C1-9713-22303A385623}" type="presParOf" srcId="{4E74AB68-3321-44A9-BC61-49E53A213D39}" destId="{AA2FE692-6032-4095-ABD1-3D7A7520E847}" srcOrd="2" destOrd="0" presId="urn:microsoft.com/office/officeart/2018/5/layout/IconLeafLabelList"/>
    <dgm:cxn modelId="{9B290246-DC63-41BF-BE14-5ADA3C7CD6A3}" type="presParOf" srcId="{4E74AB68-3321-44A9-BC61-49E53A213D39}" destId="{312F4047-CC9D-4FE1-8448-D1924EAE936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BA7191-A150-4D93-AB3D-AE608596C9B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B13C8E0-E3AB-4458-A167-42A44C003DFA}">
      <dgm:prSet/>
      <dgm:spPr/>
      <dgm:t>
        <a:bodyPr/>
        <a:lstStyle/>
        <a:p>
          <a:pPr>
            <a:defRPr cap="all"/>
          </a:pPr>
          <a:r>
            <a:rPr lang="en-US"/>
            <a:t>Clinic Challenge | Rapid-Test Solution | Benefit</a:t>
          </a:r>
        </a:p>
      </dgm:t>
    </dgm:pt>
    <dgm:pt modelId="{8F48460F-0E82-4B7E-A983-C854DD81F2E2}" type="parTrans" cxnId="{B0808A88-B6E8-42E6-ACDE-8213E0A12D3A}">
      <dgm:prSet/>
      <dgm:spPr/>
      <dgm:t>
        <a:bodyPr/>
        <a:lstStyle/>
        <a:p>
          <a:endParaRPr lang="en-US"/>
        </a:p>
      </dgm:t>
    </dgm:pt>
    <dgm:pt modelId="{9E40815C-3012-4199-AAC3-7C9985F9FEBA}" type="sibTrans" cxnId="{B0808A88-B6E8-42E6-ACDE-8213E0A12D3A}">
      <dgm:prSet/>
      <dgm:spPr/>
      <dgm:t>
        <a:bodyPr/>
        <a:lstStyle/>
        <a:p>
          <a:endParaRPr lang="en-US"/>
        </a:p>
      </dgm:t>
    </dgm:pt>
    <dgm:pt modelId="{AA19EA40-47D2-4253-BE08-8D589FA921E9}">
      <dgm:prSet/>
      <dgm:spPr/>
      <dgm:t>
        <a:bodyPr/>
        <a:lstStyle/>
        <a:p>
          <a:pPr>
            <a:defRPr cap="all"/>
          </a:pPr>
          <a:r>
            <a:rPr lang="en-US"/>
            <a:t>Delayed lab results | On-site testing | Same-day diagnosis</a:t>
          </a:r>
        </a:p>
      </dgm:t>
    </dgm:pt>
    <dgm:pt modelId="{58FE57B6-344E-4893-AAFF-CA2CDD346865}" type="parTrans" cxnId="{B2F914EF-6BC6-4D50-8B2F-D7962651670C}">
      <dgm:prSet/>
      <dgm:spPr/>
      <dgm:t>
        <a:bodyPr/>
        <a:lstStyle/>
        <a:p>
          <a:endParaRPr lang="en-US"/>
        </a:p>
      </dgm:t>
    </dgm:pt>
    <dgm:pt modelId="{9D5B8022-8130-4ECE-AF93-6AA226E6E0A5}" type="sibTrans" cxnId="{B2F914EF-6BC6-4D50-8B2F-D7962651670C}">
      <dgm:prSet/>
      <dgm:spPr/>
      <dgm:t>
        <a:bodyPr/>
        <a:lstStyle/>
        <a:p>
          <a:endParaRPr lang="en-US"/>
        </a:p>
      </dgm:t>
    </dgm:pt>
    <dgm:pt modelId="{5B2E1866-4AD6-437A-8E19-F9194EBB166D}">
      <dgm:prSet/>
      <dgm:spPr/>
      <dgm:t>
        <a:bodyPr/>
        <a:lstStyle/>
        <a:p>
          <a:pPr>
            <a:defRPr cap="all"/>
          </a:pPr>
          <a:r>
            <a:rPr lang="en-US"/>
            <a:t>Unclear allergy source | Allergen identification | Targeted therapy</a:t>
          </a:r>
        </a:p>
      </dgm:t>
    </dgm:pt>
    <dgm:pt modelId="{2105F359-0C14-4295-95A7-BF258F482D75}" type="parTrans" cxnId="{C492547A-13BD-4E9A-AB76-73AF436DAA99}">
      <dgm:prSet/>
      <dgm:spPr/>
      <dgm:t>
        <a:bodyPr/>
        <a:lstStyle/>
        <a:p>
          <a:endParaRPr lang="en-US"/>
        </a:p>
      </dgm:t>
    </dgm:pt>
    <dgm:pt modelId="{28729724-1379-4200-BC19-3E364C294A8E}" type="sibTrans" cxnId="{C492547A-13BD-4E9A-AB76-73AF436DAA99}">
      <dgm:prSet/>
      <dgm:spPr/>
      <dgm:t>
        <a:bodyPr/>
        <a:lstStyle/>
        <a:p>
          <a:endParaRPr lang="en-US"/>
        </a:p>
      </dgm:t>
    </dgm:pt>
    <dgm:pt modelId="{96C2F56A-CA52-40D7-A45D-532F2CB8E0D9}">
      <dgm:prSet/>
      <dgm:spPr/>
      <dgm:t>
        <a:bodyPr/>
        <a:lstStyle/>
        <a:p>
          <a:pPr>
            <a:defRPr cap="all"/>
          </a:pPr>
          <a:r>
            <a:rPr lang="en-US"/>
            <a:t>Infectious outbreaks | Quick screening | Containment &amp; trust</a:t>
          </a:r>
        </a:p>
      </dgm:t>
    </dgm:pt>
    <dgm:pt modelId="{FAB63FE2-A7D9-427F-BE32-B209C9283FCC}" type="parTrans" cxnId="{5C9B63F6-F191-4251-A393-BDF40D2B82AE}">
      <dgm:prSet/>
      <dgm:spPr/>
      <dgm:t>
        <a:bodyPr/>
        <a:lstStyle/>
        <a:p>
          <a:endParaRPr lang="en-US"/>
        </a:p>
      </dgm:t>
    </dgm:pt>
    <dgm:pt modelId="{AA93CCE2-2DA9-4434-8C37-50D2293A7391}" type="sibTrans" cxnId="{5C9B63F6-F191-4251-A393-BDF40D2B82AE}">
      <dgm:prSet/>
      <dgm:spPr/>
      <dgm:t>
        <a:bodyPr/>
        <a:lstStyle/>
        <a:p>
          <a:endParaRPr lang="en-US"/>
        </a:p>
      </dgm:t>
    </dgm:pt>
    <dgm:pt modelId="{B8FC17AF-2F3E-4510-A73D-9D75B3C1847E}">
      <dgm:prSet/>
      <dgm:spPr/>
      <dgm:t>
        <a:bodyPr/>
        <a:lstStyle/>
        <a:p>
          <a:pPr>
            <a:defRPr cap="all"/>
          </a:pPr>
          <a:r>
            <a:rPr lang="en-US"/>
            <a:t>Cost pressure | Lower lab fees | New profit stream</a:t>
          </a:r>
        </a:p>
      </dgm:t>
    </dgm:pt>
    <dgm:pt modelId="{F9E53924-5A10-4EF7-9538-4BFCB5CA3580}" type="parTrans" cxnId="{6F1FF17E-B680-4328-A139-46BC8031E817}">
      <dgm:prSet/>
      <dgm:spPr/>
      <dgm:t>
        <a:bodyPr/>
        <a:lstStyle/>
        <a:p>
          <a:endParaRPr lang="en-US"/>
        </a:p>
      </dgm:t>
    </dgm:pt>
    <dgm:pt modelId="{06CC3F95-2B56-49C3-90E0-ECB9B9CDEEA4}" type="sibTrans" cxnId="{6F1FF17E-B680-4328-A139-46BC8031E817}">
      <dgm:prSet/>
      <dgm:spPr/>
      <dgm:t>
        <a:bodyPr/>
        <a:lstStyle/>
        <a:p>
          <a:endParaRPr lang="en-US"/>
        </a:p>
      </dgm:t>
    </dgm:pt>
    <dgm:pt modelId="{D0A75686-DE88-44D4-94C2-10F5524FC9E5}" type="pres">
      <dgm:prSet presAssocID="{08BA7191-A150-4D93-AB3D-AE608596C9B9}" presName="root" presStyleCnt="0">
        <dgm:presLayoutVars>
          <dgm:dir/>
          <dgm:resizeHandles val="exact"/>
        </dgm:presLayoutVars>
      </dgm:prSet>
      <dgm:spPr/>
    </dgm:pt>
    <dgm:pt modelId="{840DABC1-2BBA-438F-92F3-B30491FEA7B3}" type="pres">
      <dgm:prSet presAssocID="{4B13C8E0-E3AB-4458-A167-42A44C003DFA}" presName="compNode" presStyleCnt="0"/>
      <dgm:spPr/>
    </dgm:pt>
    <dgm:pt modelId="{42F12A60-CCB0-447E-9406-E60B233C52B7}" type="pres">
      <dgm:prSet presAssocID="{4B13C8E0-E3AB-4458-A167-42A44C003DFA}" presName="iconBgRect" presStyleLbl="bgShp" presStyleIdx="0" presStyleCnt="5"/>
      <dgm:spPr/>
    </dgm:pt>
    <dgm:pt modelId="{18AA2916-E4C1-4663-8593-3485A5B4D42A}" type="pres">
      <dgm:prSet presAssocID="{4B13C8E0-E3AB-4458-A167-42A44C003DF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06EC2387-CBB1-4975-921D-5CEC0DD2D443}" type="pres">
      <dgm:prSet presAssocID="{4B13C8E0-E3AB-4458-A167-42A44C003DFA}" presName="spaceRect" presStyleCnt="0"/>
      <dgm:spPr/>
    </dgm:pt>
    <dgm:pt modelId="{752CD92E-46CB-47B0-99A2-F3E5402E1AC6}" type="pres">
      <dgm:prSet presAssocID="{4B13C8E0-E3AB-4458-A167-42A44C003DFA}" presName="textRect" presStyleLbl="revTx" presStyleIdx="0" presStyleCnt="5">
        <dgm:presLayoutVars>
          <dgm:chMax val="1"/>
          <dgm:chPref val="1"/>
        </dgm:presLayoutVars>
      </dgm:prSet>
      <dgm:spPr/>
    </dgm:pt>
    <dgm:pt modelId="{CA982056-5F0E-4185-BC11-B9DC94148428}" type="pres">
      <dgm:prSet presAssocID="{9E40815C-3012-4199-AAC3-7C9985F9FEBA}" presName="sibTrans" presStyleCnt="0"/>
      <dgm:spPr/>
    </dgm:pt>
    <dgm:pt modelId="{44C2D85E-8BA5-40A7-A1AB-57964BE43DDB}" type="pres">
      <dgm:prSet presAssocID="{AA19EA40-47D2-4253-BE08-8D589FA921E9}" presName="compNode" presStyleCnt="0"/>
      <dgm:spPr/>
    </dgm:pt>
    <dgm:pt modelId="{DF1C902A-60A0-444E-B99E-5E044B30B115}" type="pres">
      <dgm:prSet presAssocID="{AA19EA40-47D2-4253-BE08-8D589FA921E9}" presName="iconBgRect" presStyleLbl="bgShp" presStyleIdx="1" presStyleCnt="5"/>
      <dgm:spPr/>
    </dgm:pt>
    <dgm:pt modelId="{290DE4BD-D851-4F48-9048-6547A48AEF39}" type="pres">
      <dgm:prSet presAssocID="{AA19EA40-47D2-4253-BE08-8D589FA921E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F6853757-06F1-4197-BC6B-B57590AB625F}" type="pres">
      <dgm:prSet presAssocID="{AA19EA40-47D2-4253-BE08-8D589FA921E9}" presName="spaceRect" presStyleCnt="0"/>
      <dgm:spPr/>
    </dgm:pt>
    <dgm:pt modelId="{0DE9413A-03C7-403B-9D5A-C872AC3C6EF8}" type="pres">
      <dgm:prSet presAssocID="{AA19EA40-47D2-4253-BE08-8D589FA921E9}" presName="textRect" presStyleLbl="revTx" presStyleIdx="1" presStyleCnt="5">
        <dgm:presLayoutVars>
          <dgm:chMax val="1"/>
          <dgm:chPref val="1"/>
        </dgm:presLayoutVars>
      </dgm:prSet>
      <dgm:spPr/>
    </dgm:pt>
    <dgm:pt modelId="{F4B3A55E-4DFF-4886-A407-835B7BFF7B7F}" type="pres">
      <dgm:prSet presAssocID="{9D5B8022-8130-4ECE-AF93-6AA226E6E0A5}" presName="sibTrans" presStyleCnt="0"/>
      <dgm:spPr/>
    </dgm:pt>
    <dgm:pt modelId="{F80B521F-2C74-4F0C-8222-A53EDF5FEE48}" type="pres">
      <dgm:prSet presAssocID="{5B2E1866-4AD6-437A-8E19-F9194EBB166D}" presName="compNode" presStyleCnt="0"/>
      <dgm:spPr/>
    </dgm:pt>
    <dgm:pt modelId="{E8BE761A-E24B-47CB-A42B-1BE05FC3B1F0}" type="pres">
      <dgm:prSet presAssocID="{5B2E1866-4AD6-437A-8E19-F9194EBB166D}" presName="iconBgRect" presStyleLbl="bgShp" presStyleIdx="2" presStyleCnt="5"/>
      <dgm:spPr/>
    </dgm:pt>
    <dgm:pt modelId="{E20D542D-4FB7-4AAA-B443-3ACA415ACD0D}" type="pres">
      <dgm:prSet presAssocID="{5B2E1866-4AD6-437A-8E19-F9194EBB166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5C701F5D-596A-4520-BB75-E4939A6E573A}" type="pres">
      <dgm:prSet presAssocID="{5B2E1866-4AD6-437A-8E19-F9194EBB166D}" presName="spaceRect" presStyleCnt="0"/>
      <dgm:spPr/>
    </dgm:pt>
    <dgm:pt modelId="{1D0FDAE8-6A35-4166-A82D-8BB16BA52067}" type="pres">
      <dgm:prSet presAssocID="{5B2E1866-4AD6-437A-8E19-F9194EBB166D}" presName="textRect" presStyleLbl="revTx" presStyleIdx="2" presStyleCnt="5">
        <dgm:presLayoutVars>
          <dgm:chMax val="1"/>
          <dgm:chPref val="1"/>
        </dgm:presLayoutVars>
      </dgm:prSet>
      <dgm:spPr/>
    </dgm:pt>
    <dgm:pt modelId="{A2C11273-ECFC-4ED3-B815-F1F3DCA01BDC}" type="pres">
      <dgm:prSet presAssocID="{28729724-1379-4200-BC19-3E364C294A8E}" presName="sibTrans" presStyleCnt="0"/>
      <dgm:spPr/>
    </dgm:pt>
    <dgm:pt modelId="{3B4113BA-A913-4543-B5F0-CD51F987E452}" type="pres">
      <dgm:prSet presAssocID="{96C2F56A-CA52-40D7-A45D-532F2CB8E0D9}" presName="compNode" presStyleCnt="0"/>
      <dgm:spPr/>
    </dgm:pt>
    <dgm:pt modelId="{AE4788BF-7F4E-4FAA-8EF4-26BCD744C795}" type="pres">
      <dgm:prSet presAssocID="{96C2F56A-CA52-40D7-A45D-532F2CB8E0D9}" presName="iconBgRect" presStyleLbl="bgShp" presStyleIdx="3" presStyleCnt="5"/>
      <dgm:spPr/>
    </dgm:pt>
    <dgm:pt modelId="{A2DB5830-0ED4-4CEE-BF91-5EE1AAE8F9DE}" type="pres">
      <dgm:prSet presAssocID="{96C2F56A-CA52-40D7-A45D-532F2CB8E0D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st Aid Kit"/>
        </a:ext>
      </dgm:extLst>
    </dgm:pt>
    <dgm:pt modelId="{7D1D67B3-82F7-45BE-B66A-4CAA88BC8411}" type="pres">
      <dgm:prSet presAssocID="{96C2F56A-CA52-40D7-A45D-532F2CB8E0D9}" presName="spaceRect" presStyleCnt="0"/>
      <dgm:spPr/>
    </dgm:pt>
    <dgm:pt modelId="{9E0C78FA-06FC-4281-8F72-D6076D1C2401}" type="pres">
      <dgm:prSet presAssocID="{96C2F56A-CA52-40D7-A45D-532F2CB8E0D9}" presName="textRect" presStyleLbl="revTx" presStyleIdx="3" presStyleCnt="5">
        <dgm:presLayoutVars>
          <dgm:chMax val="1"/>
          <dgm:chPref val="1"/>
        </dgm:presLayoutVars>
      </dgm:prSet>
      <dgm:spPr/>
    </dgm:pt>
    <dgm:pt modelId="{9D33C245-930D-488B-B082-A1760F6F8CFA}" type="pres">
      <dgm:prSet presAssocID="{AA93CCE2-2DA9-4434-8C37-50D2293A7391}" presName="sibTrans" presStyleCnt="0"/>
      <dgm:spPr/>
    </dgm:pt>
    <dgm:pt modelId="{2A0650C5-2993-4FB3-A946-671D05C1E61D}" type="pres">
      <dgm:prSet presAssocID="{B8FC17AF-2F3E-4510-A73D-9D75B3C1847E}" presName="compNode" presStyleCnt="0"/>
      <dgm:spPr/>
    </dgm:pt>
    <dgm:pt modelId="{EC133FE6-EC86-4D6B-B273-81416ECC55CE}" type="pres">
      <dgm:prSet presAssocID="{B8FC17AF-2F3E-4510-A73D-9D75B3C1847E}" presName="iconBgRect" presStyleLbl="bgShp" presStyleIdx="4" presStyleCnt="5"/>
      <dgm:spPr/>
    </dgm:pt>
    <dgm:pt modelId="{AD26BB32-91D5-475B-B9C3-A9695C203832}" type="pres">
      <dgm:prSet presAssocID="{B8FC17AF-2F3E-4510-A73D-9D75B3C1847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58DEBB4-4535-421A-A4CF-7DD705AC1B8B}" type="pres">
      <dgm:prSet presAssocID="{B8FC17AF-2F3E-4510-A73D-9D75B3C1847E}" presName="spaceRect" presStyleCnt="0"/>
      <dgm:spPr/>
    </dgm:pt>
    <dgm:pt modelId="{7B54A909-7630-4526-92DA-C669DC09A068}" type="pres">
      <dgm:prSet presAssocID="{B8FC17AF-2F3E-4510-A73D-9D75B3C1847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B97700A-BD3F-4049-9C0F-52F5AE72DD2B}" type="presOf" srcId="{96C2F56A-CA52-40D7-A45D-532F2CB8E0D9}" destId="{9E0C78FA-06FC-4281-8F72-D6076D1C2401}" srcOrd="0" destOrd="0" presId="urn:microsoft.com/office/officeart/2018/5/layout/IconCircleLabelList"/>
    <dgm:cxn modelId="{9D7CFF0B-69BD-4A01-9EC5-9EF807624124}" type="presOf" srcId="{4B13C8E0-E3AB-4458-A167-42A44C003DFA}" destId="{752CD92E-46CB-47B0-99A2-F3E5402E1AC6}" srcOrd="0" destOrd="0" presId="urn:microsoft.com/office/officeart/2018/5/layout/IconCircleLabelList"/>
    <dgm:cxn modelId="{629A0C0D-429F-492B-8C16-B18B029330CB}" type="presOf" srcId="{5B2E1866-4AD6-437A-8E19-F9194EBB166D}" destId="{1D0FDAE8-6A35-4166-A82D-8BB16BA52067}" srcOrd="0" destOrd="0" presId="urn:microsoft.com/office/officeart/2018/5/layout/IconCircleLabelList"/>
    <dgm:cxn modelId="{0C906011-D56D-4F03-A021-A65892672D01}" type="presOf" srcId="{B8FC17AF-2F3E-4510-A73D-9D75B3C1847E}" destId="{7B54A909-7630-4526-92DA-C669DC09A068}" srcOrd="0" destOrd="0" presId="urn:microsoft.com/office/officeart/2018/5/layout/IconCircleLabelList"/>
    <dgm:cxn modelId="{F6079D14-7C51-4462-B8BC-F0BA34AE288D}" type="presOf" srcId="{AA19EA40-47D2-4253-BE08-8D589FA921E9}" destId="{0DE9413A-03C7-403B-9D5A-C872AC3C6EF8}" srcOrd="0" destOrd="0" presId="urn:microsoft.com/office/officeart/2018/5/layout/IconCircleLabelList"/>
    <dgm:cxn modelId="{C492547A-13BD-4E9A-AB76-73AF436DAA99}" srcId="{08BA7191-A150-4D93-AB3D-AE608596C9B9}" destId="{5B2E1866-4AD6-437A-8E19-F9194EBB166D}" srcOrd="2" destOrd="0" parTransId="{2105F359-0C14-4295-95A7-BF258F482D75}" sibTransId="{28729724-1379-4200-BC19-3E364C294A8E}"/>
    <dgm:cxn modelId="{6F1FF17E-B680-4328-A139-46BC8031E817}" srcId="{08BA7191-A150-4D93-AB3D-AE608596C9B9}" destId="{B8FC17AF-2F3E-4510-A73D-9D75B3C1847E}" srcOrd="4" destOrd="0" parTransId="{F9E53924-5A10-4EF7-9538-4BFCB5CA3580}" sibTransId="{06CC3F95-2B56-49C3-90E0-ECB9B9CDEEA4}"/>
    <dgm:cxn modelId="{B0808A88-B6E8-42E6-ACDE-8213E0A12D3A}" srcId="{08BA7191-A150-4D93-AB3D-AE608596C9B9}" destId="{4B13C8E0-E3AB-4458-A167-42A44C003DFA}" srcOrd="0" destOrd="0" parTransId="{8F48460F-0E82-4B7E-A983-C854DD81F2E2}" sibTransId="{9E40815C-3012-4199-AAC3-7C9985F9FEBA}"/>
    <dgm:cxn modelId="{32A9E998-4BCF-46C0-BA35-689ACFDE8B64}" type="presOf" srcId="{08BA7191-A150-4D93-AB3D-AE608596C9B9}" destId="{D0A75686-DE88-44D4-94C2-10F5524FC9E5}" srcOrd="0" destOrd="0" presId="urn:microsoft.com/office/officeart/2018/5/layout/IconCircleLabelList"/>
    <dgm:cxn modelId="{B2F914EF-6BC6-4D50-8B2F-D7962651670C}" srcId="{08BA7191-A150-4D93-AB3D-AE608596C9B9}" destId="{AA19EA40-47D2-4253-BE08-8D589FA921E9}" srcOrd="1" destOrd="0" parTransId="{58FE57B6-344E-4893-AAFF-CA2CDD346865}" sibTransId="{9D5B8022-8130-4ECE-AF93-6AA226E6E0A5}"/>
    <dgm:cxn modelId="{5C9B63F6-F191-4251-A393-BDF40D2B82AE}" srcId="{08BA7191-A150-4D93-AB3D-AE608596C9B9}" destId="{96C2F56A-CA52-40D7-A45D-532F2CB8E0D9}" srcOrd="3" destOrd="0" parTransId="{FAB63FE2-A7D9-427F-BE32-B209C9283FCC}" sibTransId="{AA93CCE2-2DA9-4434-8C37-50D2293A7391}"/>
    <dgm:cxn modelId="{E0F8AEF6-32E9-4920-B3EA-211940E28BA6}" type="presParOf" srcId="{D0A75686-DE88-44D4-94C2-10F5524FC9E5}" destId="{840DABC1-2BBA-438F-92F3-B30491FEA7B3}" srcOrd="0" destOrd="0" presId="urn:microsoft.com/office/officeart/2018/5/layout/IconCircleLabelList"/>
    <dgm:cxn modelId="{07864606-DE65-446E-95D2-0E1767554C6E}" type="presParOf" srcId="{840DABC1-2BBA-438F-92F3-B30491FEA7B3}" destId="{42F12A60-CCB0-447E-9406-E60B233C52B7}" srcOrd="0" destOrd="0" presId="urn:microsoft.com/office/officeart/2018/5/layout/IconCircleLabelList"/>
    <dgm:cxn modelId="{1E62D116-EDDD-4311-AD7E-0BEBA3C5E0E5}" type="presParOf" srcId="{840DABC1-2BBA-438F-92F3-B30491FEA7B3}" destId="{18AA2916-E4C1-4663-8593-3485A5B4D42A}" srcOrd="1" destOrd="0" presId="urn:microsoft.com/office/officeart/2018/5/layout/IconCircleLabelList"/>
    <dgm:cxn modelId="{EAED4317-C850-4214-A3FF-BCA216F216E9}" type="presParOf" srcId="{840DABC1-2BBA-438F-92F3-B30491FEA7B3}" destId="{06EC2387-CBB1-4975-921D-5CEC0DD2D443}" srcOrd="2" destOrd="0" presId="urn:microsoft.com/office/officeart/2018/5/layout/IconCircleLabelList"/>
    <dgm:cxn modelId="{7002A2C9-53A3-4B5F-853E-038D6575798A}" type="presParOf" srcId="{840DABC1-2BBA-438F-92F3-B30491FEA7B3}" destId="{752CD92E-46CB-47B0-99A2-F3E5402E1AC6}" srcOrd="3" destOrd="0" presId="urn:microsoft.com/office/officeart/2018/5/layout/IconCircleLabelList"/>
    <dgm:cxn modelId="{E5D7F712-85DC-41A0-AC57-E1778F0E009D}" type="presParOf" srcId="{D0A75686-DE88-44D4-94C2-10F5524FC9E5}" destId="{CA982056-5F0E-4185-BC11-B9DC94148428}" srcOrd="1" destOrd="0" presId="urn:microsoft.com/office/officeart/2018/5/layout/IconCircleLabelList"/>
    <dgm:cxn modelId="{026A8490-6074-45D1-A6E2-837DC43D4B29}" type="presParOf" srcId="{D0A75686-DE88-44D4-94C2-10F5524FC9E5}" destId="{44C2D85E-8BA5-40A7-A1AB-57964BE43DDB}" srcOrd="2" destOrd="0" presId="urn:microsoft.com/office/officeart/2018/5/layout/IconCircleLabelList"/>
    <dgm:cxn modelId="{866B6330-1B8A-4B95-B488-304376010043}" type="presParOf" srcId="{44C2D85E-8BA5-40A7-A1AB-57964BE43DDB}" destId="{DF1C902A-60A0-444E-B99E-5E044B30B115}" srcOrd="0" destOrd="0" presId="urn:microsoft.com/office/officeart/2018/5/layout/IconCircleLabelList"/>
    <dgm:cxn modelId="{1E0060BE-9EBE-4FF2-A18F-462411897AB3}" type="presParOf" srcId="{44C2D85E-8BA5-40A7-A1AB-57964BE43DDB}" destId="{290DE4BD-D851-4F48-9048-6547A48AEF39}" srcOrd="1" destOrd="0" presId="urn:microsoft.com/office/officeart/2018/5/layout/IconCircleLabelList"/>
    <dgm:cxn modelId="{C46B5203-4FC9-4B7D-A4BC-64D30561ABDE}" type="presParOf" srcId="{44C2D85E-8BA5-40A7-A1AB-57964BE43DDB}" destId="{F6853757-06F1-4197-BC6B-B57590AB625F}" srcOrd="2" destOrd="0" presId="urn:microsoft.com/office/officeart/2018/5/layout/IconCircleLabelList"/>
    <dgm:cxn modelId="{29B19483-23CC-49C1-B682-719C3E674F0D}" type="presParOf" srcId="{44C2D85E-8BA5-40A7-A1AB-57964BE43DDB}" destId="{0DE9413A-03C7-403B-9D5A-C872AC3C6EF8}" srcOrd="3" destOrd="0" presId="urn:microsoft.com/office/officeart/2018/5/layout/IconCircleLabelList"/>
    <dgm:cxn modelId="{142A006A-2869-45EA-933B-828804902F1C}" type="presParOf" srcId="{D0A75686-DE88-44D4-94C2-10F5524FC9E5}" destId="{F4B3A55E-4DFF-4886-A407-835B7BFF7B7F}" srcOrd="3" destOrd="0" presId="urn:microsoft.com/office/officeart/2018/5/layout/IconCircleLabelList"/>
    <dgm:cxn modelId="{E2963550-498E-4BBA-9439-0F7596D3221B}" type="presParOf" srcId="{D0A75686-DE88-44D4-94C2-10F5524FC9E5}" destId="{F80B521F-2C74-4F0C-8222-A53EDF5FEE48}" srcOrd="4" destOrd="0" presId="urn:microsoft.com/office/officeart/2018/5/layout/IconCircleLabelList"/>
    <dgm:cxn modelId="{A78BF532-1E10-4F62-8803-746AAE9F07B7}" type="presParOf" srcId="{F80B521F-2C74-4F0C-8222-A53EDF5FEE48}" destId="{E8BE761A-E24B-47CB-A42B-1BE05FC3B1F0}" srcOrd="0" destOrd="0" presId="urn:microsoft.com/office/officeart/2018/5/layout/IconCircleLabelList"/>
    <dgm:cxn modelId="{DB1A3ABD-7D8E-4B6C-8037-81CDF8F8F345}" type="presParOf" srcId="{F80B521F-2C74-4F0C-8222-A53EDF5FEE48}" destId="{E20D542D-4FB7-4AAA-B443-3ACA415ACD0D}" srcOrd="1" destOrd="0" presId="urn:microsoft.com/office/officeart/2018/5/layout/IconCircleLabelList"/>
    <dgm:cxn modelId="{4DA1B4D9-05F4-4C19-9C18-3426D3DBBEF7}" type="presParOf" srcId="{F80B521F-2C74-4F0C-8222-A53EDF5FEE48}" destId="{5C701F5D-596A-4520-BB75-E4939A6E573A}" srcOrd="2" destOrd="0" presId="urn:microsoft.com/office/officeart/2018/5/layout/IconCircleLabelList"/>
    <dgm:cxn modelId="{CB0C9456-F355-49D0-8454-02A7C7596022}" type="presParOf" srcId="{F80B521F-2C74-4F0C-8222-A53EDF5FEE48}" destId="{1D0FDAE8-6A35-4166-A82D-8BB16BA52067}" srcOrd="3" destOrd="0" presId="urn:microsoft.com/office/officeart/2018/5/layout/IconCircleLabelList"/>
    <dgm:cxn modelId="{B8593F2F-6C2D-4BD1-ACED-F8D4CDCEE32C}" type="presParOf" srcId="{D0A75686-DE88-44D4-94C2-10F5524FC9E5}" destId="{A2C11273-ECFC-4ED3-B815-F1F3DCA01BDC}" srcOrd="5" destOrd="0" presId="urn:microsoft.com/office/officeart/2018/5/layout/IconCircleLabelList"/>
    <dgm:cxn modelId="{F9E773A7-FD87-4180-8D44-C50A60D6EAA2}" type="presParOf" srcId="{D0A75686-DE88-44D4-94C2-10F5524FC9E5}" destId="{3B4113BA-A913-4543-B5F0-CD51F987E452}" srcOrd="6" destOrd="0" presId="urn:microsoft.com/office/officeart/2018/5/layout/IconCircleLabelList"/>
    <dgm:cxn modelId="{2DAE445A-9467-4623-95E1-A3A169E1FD36}" type="presParOf" srcId="{3B4113BA-A913-4543-B5F0-CD51F987E452}" destId="{AE4788BF-7F4E-4FAA-8EF4-26BCD744C795}" srcOrd="0" destOrd="0" presId="urn:microsoft.com/office/officeart/2018/5/layout/IconCircleLabelList"/>
    <dgm:cxn modelId="{573B399E-7333-4DB1-881F-D7B41DE166A3}" type="presParOf" srcId="{3B4113BA-A913-4543-B5F0-CD51F987E452}" destId="{A2DB5830-0ED4-4CEE-BF91-5EE1AAE8F9DE}" srcOrd="1" destOrd="0" presId="urn:microsoft.com/office/officeart/2018/5/layout/IconCircleLabelList"/>
    <dgm:cxn modelId="{DA65C195-EEF5-4873-A926-C518DC0F6E64}" type="presParOf" srcId="{3B4113BA-A913-4543-B5F0-CD51F987E452}" destId="{7D1D67B3-82F7-45BE-B66A-4CAA88BC8411}" srcOrd="2" destOrd="0" presId="urn:microsoft.com/office/officeart/2018/5/layout/IconCircleLabelList"/>
    <dgm:cxn modelId="{187010AE-F988-4775-BDCD-2844C7DE027A}" type="presParOf" srcId="{3B4113BA-A913-4543-B5F0-CD51F987E452}" destId="{9E0C78FA-06FC-4281-8F72-D6076D1C2401}" srcOrd="3" destOrd="0" presId="urn:microsoft.com/office/officeart/2018/5/layout/IconCircleLabelList"/>
    <dgm:cxn modelId="{8C9432E0-1821-4F4E-B445-2E8839A3305A}" type="presParOf" srcId="{D0A75686-DE88-44D4-94C2-10F5524FC9E5}" destId="{9D33C245-930D-488B-B082-A1760F6F8CFA}" srcOrd="7" destOrd="0" presId="urn:microsoft.com/office/officeart/2018/5/layout/IconCircleLabelList"/>
    <dgm:cxn modelId="{BEAACE04-1BCF-428E-B8D5-BACEE8B23109}" type="presParOf" srcId="{D0A75686-DE88-44D4-94C2-10F5524FC9E5}" destId="{2A0650C5-2993-4FB3-A946-671D05C1E61D}" srcOrd="8" destOrd="0" presId="urn:microsoft.com/office/officeart/2018/5/layout/IconCircleLabelList"/>
    <dgm:cxn modelId="{DEF21FCE-FF1D-42C8-B05A-E5270ECB7B6E}" type="presParOf" srcId="{2A0650C5-2993-4FB3-A946-671D05C1E61D}" destId="{EC133FE6-EC86-4D6B-B273-81416ECC55CE}" srcOrd="0" destOrd="0" presId="urn:microsoft.com/office/officeart/2018/5/layout/IconCircleLabelList"/>
    <dgm:cxn modelId="{B8D08D05-4346-43B7-8D88-462697FF1706}" type="presParOf" srcId="{2A0650C5-2993-4FB3-A946-671D05C1E61D}" destId="{AD26BB32-91D5-475B-B9C3-A9695C203832}" srcOrd="1" destOrd="0" presId="urn:microsoft.com/office/officeart/2018/5/layout/IconCircleLabelList"/>
    <dgm:cxn modelId="{0DB45EC2-853A-4AE8-8B17-4D9D6889FB24}" type="presParOf" srcId="{2A0650C5-2993-4FB3-A946-671D05C1E61D}" destId="{358DEBB4-4535-421A-A4CF-7DD705AC1B8B}" srcOrd="2" destOrd="0" presId="urn:microsoft.com/office/officeart/2018/5/layout/IconCircleLabelList"/>
    <dgm:cxn modelId="{6D28E56D-74B8-49E2-8885-6F2E85753EFD}" type="presParOf" srcId="{2A0650C5-2993-4FB3-A946-671D05C1E61D}" destId="{7B54A909-7630-4526-92DA-C669DC09A06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FFEF862-9AF4-470E-919C-FE25BAE2E35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9FD7393-8D81-4541-A973-7965303EC42B}">
      <dgm:prSet/>
      <dgm:spPr/>
      <dgm:t>
        <a:bodyPr/>
        <a:lstStyle/>
        <a:p>
          <a:pPr>
            <a:defRPr cap="all"/>
          </a:pPr>
          <a:r>
            <a:rPr lang="en-US"/>
            <a:t>Rising incidence + fast decision-making = demand for rapid tests</a:t>
          </a:r>
        </a:p>
      </dgm:t>
    </dgm:pt>
    <dgm:pt modelId="{7ADBB74D-FB2B-4B04-B65D-5763CC17C723}" type="parTrans" cxnId="{3223709E-909E-4B14-BCA5-D4195C75DF9E}">
      <dgm:prSet/>
      <dgm:spPr/>
      <dgm:t>
        <a:bodyPr/>
        <a:lstStyle/>
        <a:p>
          <a:endParaRPr lang="en-US"/>
        </a:p>
      </dgm:t>
    </dgm:pt>
    <dgm:pt modelId="{1172D7A8-1C52-41AD-BD69-3FACF4D59AFD}" type="sibTrans" cxnId="{3223709E-909E-4B14-BCA5-D4195C75DF9E}">
      <dgm:prSet/>
      <dgm:spPr/>
      <dgm:t>
        <a:bodyPr/>
        <a:lstStyle/>
        <a:p>
          <a:endParaRPr lang="en-US"/>
        </a:p>
      </dgm:t>
    </dgm:pt>
    <dgm:pt modelId="{161636BD-73CD-4D5D-B53C-B6E42AB298FB}">
      <dgm:prSet/>
      <dgm:spPr/>
      <dgm:t>
        <a:bodyPr/>
        <a:lstStyle/>
        <a:p>
          <a:pPr>
            <a:defRPr cap="all"/>
          </a:pPr>
          <a:r>
            <a:rPr lang="en-US" dirty="0"/>
            <a:t>Skin &amp; respiratory allergies: top 5 causes of vet visits</a:t>
          </a:r>
        </a:p>
      </dgm:t>
    </dgm:pt>
    <dgm:pt modelId="{4B62FA98-1A04-41D8-B323-BB8F8741C0C0}" type="parTrans" cxnId="{0B551D0C-6162-47DE-91FB-4B34AB1F3291}">
      <dgm:prSet/>
      <dgm:spPr/>
      <dgm:t>
        <a:bodyPr/>
        <a:lstStyle/>
        <a:p>
          <a:endParaRPr lang="en-US"/>
        </a:p>
      </dgm:t>
    </dgm:pt>
    <dgm:pt modelId="{1F03FE19-479D-42B0-82BC-8B1724A14DF8}" type="sibTrans" cxnId="{0B551D0C-6162-47DE-91FB-4B34AB1F3291}">
      <dgm:prSet/>
      <dgm:spPr/>
      <dgm:t>
        <a:bodyPr/>
        <a:lstStyle/>
        <a:p>
          <a:endParaRPr lang="en-US"/>
        </a:p>
      </dgm:t>
    </dgm:pt>
    <dgm:pt modelId="{D0CF296A-4E31-4379-A11E-719B33AAF623}">
      <dgm:prSet/>
      <dgm:spPr/>
      <dgm:t>
        <a:bodyPr/>
        <a:lstStyle/>
        <a:p>
          <a:pPr>
            <a:defRPr cap="all"/>
          </a:pPr>
          <a:r>
            <a:rPr lang="en-US"/>
            <a:t>• Viral infections: essential for preventive screening</a:t>
          </a:r>
        </a:p>
      </dgm:t>
    </dgm:pt>
    <dgm:pt modelId="{00F5DFEC-2F24-4EFD-AA38-E4382E7A4F95}" type="parTrans" cxnId="{B32662EC-1856-4755-9372-53CA975851DF}">
      <dgm:prSet/>
      <dgm:spPr/>
      <dgm:t>
        <a:bodyPr/>
        <a:lstStyle/>
        <a:p>
          <a:endParaRPr lang="en-US"/>
        </a:p>
      </dgm:t>
    </dgm:pt>
    <dgm:pt modelId="{66768C25-0CCC-47EA-BB01-FC927D6AB8B7}" type="sibTrans" cxnId="{B32662EC-1856-4755-9372-53CA975851DF}">
      <dgm:prSet/>
      <dgm:spPr/>
      <dgm:t>
        <a:bodyPr/>
        <a:lstStyle/>
        <a:p>
          <a:endParaRPr lang="en-US"/>
        </a:p>
      </dgm:t>
    </dgm:pt>
    <dgm:pt modelId="{CABD294D-F015-4F55-9357-3A98CD6B0C7A}">
      <dgm:prSet/>
      <dgm:spPr/>
      <dgm:t>
        <a:bodyPr/>
        <a:lstStyle/>
        <a:p>
          <a:pPr>
            <a:defRPr cap="all"/>
          </a:pPr>
          <a:r>
            <a:rPr lang="en-US"/>
            <a:t>• European market growth &gt;10% CAGR (2024–2029)</a:t>
          </a:r>
        </a:p>
      </dgm:t>
    </dgm:pt>
    <dgm:pt modelId="{7F9847FE-0283-42BD-86A0-735924F637FC}" type="parTrans" cxnId="{D974078F-DA44-4F1B-89A3-C0FAEAD0115C}">
      <dgm:prSet/>
      <dgm:spPr/>
      <dgm:t>
        <a:bodyPr/>
        <a:lstStyle/>
        <a:p>
          <a:endParaRPr lang="en-US"/>
        </a:p>
      </dgm:t>
    </dgm:pt>
    <dgm:pt modelId="{F63B0EA9-E6F0-4AE6-8791-08E22FD2A923}" type="sibTrans" cxnId="{D974078F-DA44-4F1B-89A3-C0FAEAD0115C}">
      <dgm:prSet/>
      <dgm:spPr/>
      <dgm:t>
        <a:bodyPr/>
        <a:lstStyle/>
        <a:p>
          <a:endParaRPr lang="en-US"/>
        </a:p>
      </dgm:t>
    </dgm:pt>
    <dgm:pt modelId="{63E81FD9-0D3F-4145-A8AC-769697097593}" type="pres">
      <dgm:prSet presAssocID="{8FFEF862-9AF4-470E-919C-FE25BAE2E356}" presName="root" presStyleCnt="0">
        <dgm:presLayoutVars>
          <dgm:dir/>
          <dgm:resizeHandles val="exact"/>
        </dgm:presLayoutVars>
      </dgm:prSet>
      <dgm:spPr/>
    </dgm:pt>
    <dgm:pt modelId="{006D2BF6-B92A-4713-AF44-1541111B834A}" type="pres">
      <dgm:prSet presAssocID="{49FD7393-8D81-4541-A973-7965303EC42B}" presName="compNode" presStyleCnt="0"/>
      <dgm:spPr/>
    </dgm:pt>
    <dgm:pt modelId="{16ADF499-728D-4769-AD36-135FCAF17697}" type="pres">
      <dgm:prSet presAssocID="{49FD7393-8D81-4541-A973-7965303EC42B}" presName="iconBgRect" presStyleLbl="bgShp" presStyleIdx="0" presStyleCnt="4"/>
      <dgm:spPr/>
    </dgm:pt>
    <dgm:pt modelId="{B9D9366F-919A-4CEF-AF67-9F831DBF5372}" type="pres">
      <dgm:prSet presAssocID="{49FD7393-8D81-4541-A973-7965303EC42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E7AE71E-A28C-4D52-864E-8924EE6BE567}" type="pres">
      <dgm:prSet presAssocID="{49FD7393-8D81-4541-A973-7965303EC42B}" presName="spaceRect" presStyleCnt="0"/>
      <dgm:spPr/>
    </dgm:pt>
    <dgm:pt modelId="{5C438172-42AE-4025-855A-BA0CE05F25CD}" type="pres">
      <dgm:prSet presAssocID="{49FD7393-8D81-4541-A973-7965303EC42B}" presName="textRect" presStyleLbl="revTx" presStyleIdx="0" presStyleCnt="4">
        <dgm:presLayoutVars>
          <dgm:chMax val="1"/>
          <dgm:chPref val="1"/>
        </dgm:presLayoutVars>
      </dgm:prSet>
      <dgm:spPr/>
    </dgm:pt>
    <dgm:pt modelId="{DA1AE1DD-F7A3-4759-8A71-0A21DB273DB6}" type="pres">
      <dgm:prSet presAssocID="{1172D7A8-1C52-41AD-BD69-3FACF4D59AFD}" presName="sibTrans" presStyleCnt="0"/>
      <dgm:spPr/>
    </dgm:pt>
    <dgm:pt modelId="{50E3DBAA-87FD-4251-9BD1-1C391A0C7153}" type="pres">
      <dgm:prSet presAssocID="{161636BD-73CD-4D5D-B53C-B6E42AB298FB}" presName="compNode" presStyleCnt="0"/>
      <dgm:spPr/>
    </dgm:pt>
    <dgm:pt modelId="{0E36316D-3F8B-41A6-B18A-CFCAFA51347A}" type="pres">
      <dgm:prSet presAssocID="{161636BD-73CD-4D5D-B53C-B6E42AB298FB}" presName="iconBgRect" presStyleLbl="bgShp" presStyleIdx="1" presStyleCnt="4"/>
      <dgm:spPr/>
    </dgm:pt>
    <dgm:pt modelId="{EBB5FFC8-2FF5-4D62-8F5B-2EF4B92AC48F}" type="pres">
      <dgm:prSet presAssocID="{161636BD-73CD-4D5D-B53C-B6E42AB298F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1B57A799-1966-490D-8B0E-4F81C4093CF8}" type="pres">
      <dgm:prSet presAssocID="{161636BD-73CD-4D5D-B53C-B6E42AB298FB}" presName="spaceRect" presStyleCnt="0"/>
      <dgm:spPr/>
    </dgm:pt>
    <dgm:pt modelId="{998FE9A9-5D39-4AC7-A085-2EE495DE1227}" type="pres">
      <dgm:prSet presAssocID="{161636BD-73CD-4D5D-B53C-B6E42AB298FB}" presName="textRect" presStyleLbl="revTx" presStyleIdx="1" presStyleCnt="4">
        <dgm:presLayoutVars>
          <dgm:chMax val="1"/>
          <dgm:chPref val="1"/>
        </dgm:presLayoutVars>
      </dgm:prSet>
      <dgm:spPr/>
    </dgm:pt>
    <dgm:pt modelId="{9408AD50-3FBB-4C64-AB56-D208C6CE7838}" type="pres">
      <dgm:prSet presAssocID="{1F03FE19-479D-42B0-82BC-8B1724A14DF8}" presName="sibTrans" presStyleCnt="0"/>
      <dgm:spPr/>
    </dgm:pt>
    <dgm:pt modelId="{399B5BDD-13E4-410B-A1E3-7E64F7D47701}" type="pres">
      <dgm:prSet presAssocID="{D0CF296A-4E31-4379-A11E-719B33AAF623}" presName="compNode" presStyleCnt="0"/>
      <dgm:spPr/>
    </dgm:pt>
    <dgm:pt modelId="{148F1A8C-2D8F-43C2-AAE7-BF9763DB539B}" type="pres">
      <dgm:prSet presAssocID="{D0CF296A-4E31-4379-A11E-719B33AAF623}" presName="iconBgRect" presStyleLbl="bgShp" presStyleIdx="2" presStyleCnt="4"/>
      <dgm:spPr/>
    </dgm:pt>
    <dgm:pt modelId="{E1149531-FA4E-416A-AF33-515B166AD766}" type="pres">
      <dgm:prSet presAssocID="{D0CF296A-4E31-4379-A11E-719B33AAF62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C1CD124F-0F9C-4549-B120-BAB79082A9A3}" type="pres">
      <dgm:prSet presAssocID="{D0CF296A-4E31-4379-A11E-719B33AAF623}" presName="spaceRect" presStyleCnt="0"/>
      <dgm:spPr/>
    </dgm:pt>
    <dgm:pt modelId="{375EA771-75B2-4BC6-A93D-92DF24822E10}" type="pres">
      <dgm:prSet presAssocID="{D0CF296A-4E31-4379-A11E-719B33AAF623}" presName="textRect" presStyleLbl="revTx" presStyleIdx="2" presStyleCnt="4">
        <dgm:presLayoutVars>
          <dgm:chMax val="1"/>
          <dgm:chPref val="1"/>
        </dgm:presLayoutVars>
      </dgm:prSet>
      <dgm:spPr/>
    </dgm:pt>
    <dgm:pt modelId="{1BD657D4-1176-4FC2-B436-2384264ACBEF}" type="pres">
      <dgm:prSet presAssocID="{66768C25-0CCC-47EA-BB01-FC927D6AB8B7}" presName="sibTrans" presStyleCnt="0"/>
      <dgm:spPr/>
    </dgm:pt>
    <dgm:pt modelId="{20CDB454-5071-416A-9CFC-C6D4676A9A04}" type="pres">
      <dgm:prSet presAssocID="{CABD294D-F015-4F55-9357-3A98CD6B0C7A}" presName="compNode" presStyleCnt="0"/>
      <dgm:spPr/>
    </dgm:pt>
    <dgm:pt modelId="{6B2A81F6-168F-4581-89BE-B98510B05052}" type="pres">
      <dgm:prSet presAssocID="{CABD294D-F015-4F55-9357-3A98CD6B0C7A}" presName="iconBgRect" presStyleLbl="bgShp" presStyleIdx="3" presStyleCnt="4"/>
      <dgm:spPr/>
    </dgm:pt>
    <dgm:pt modelId="{DD87D906-106E-42ED-B6B6-C88B03130FE7}" type="pres">
      <dgm:prSet presAssocID="{CABD294D-F015-4F55-9357-3A98CD6B0C7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95021B7-C341-4208-8CBE-36FC9081D876}" type="pres">
      <dgm:prSet presAssocID="{CABD294D-F015-4F55-9357-3A98CD6B0C7A}" presName="spaceRect" presStyleCnt="0"/>
      <dgm:spPr/>
    </dgm:pt>
    <dgm:pt modelId="{A0CDEE59-83EE-4AA4-B394-BF5FD34E590F}" type="pres">
      <dgm:prSet presAssocID="{CABD294D-F015-4F55-9357-3A98CD6B0C7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B551D0C-6162-47DE-91FB-4B34AB1F3291}" srcId="{8FFEF862-9AF4-470E-919C-FE25BAE2E356}" destId="{161636BD-73CD-4D5D-B53C-B6E42AB298FB}" srcOrd="1" destOrd="0" parTransId="{4B62FA98-1A04-41D8-B323-BB8F8741C0C0}" sibTransId="{1F03FE19-479D-42B0-82BC-8B1724A14DF8}"/>
    <dgm:cxn modelId="{CEA26864-3913-4294-81AF-53E15B5832D9}" type="presOf" srcId="{49FD7393-8D81-4541-A973-7965303EC42B}" destId="{5C438172-42AE-4025-855A-BA0CE05F25CD}" srcOrd="0" destOrd="0" presId="urn:microsoft.com/office/officeart/2018/5/layout/IconCircleLabelList"/>
    <dgm:cxn modelId="{5839F06C-B6F7-4EB8-A8C4-DEC06A82B698}" type="presOf" srcId="{161636BD-73CD-4D5D-B53C-B6E42AB298FB}" destId="{998FE9A9-5D39-4AC7-A085-2EE495DE1227}" srcOrd="0" destOrd="0" presId="urn:microsoft.com/office/officeart/2018/5/layout/IconCircleLabelList"/>
    <dgm:cxn modelId="{8850FD79-06A8-4329-8CBC-5FD3370B6A43}" type="presOf" srcId="{D0CF296A-4E31-4379-A11E-719B33AAF623}" destId="{375EA771-75B2-4BC6-A93D-92DF24822E10}" srcOrd="0" destOrd="0" presId="urn:microsoft.com/office/officeart/2018/5/layout/IconCircleLabelList"/>
    <dgm:cxn modelId="{D974078F-DA44-4F1B-89A3-C0FAEAD0115C}" srcId="{8FFEF862-9AF4-470E-919C-FE25BAE2E356}" destId="{CABD294D-F015-4F55-9357-3A98CD6B0C7A}" srcOrd="3" destOrd="0" parTransId="{7F9847FE-0283-42BD-86A0-735924F637FC}" sibTransId="{F63B0EA9-E6F0-4AE6-8791-08E22FD2A923}"/>
    <dgm:cxn modelId="{3223709E-909E-4B14-BCA5-D4195C75DF9E}" srcId="{8FFEF862-9AF4-470E-919C-FE25BAE2E356}" destId="{49FD7393-8D81-4541-A973-7965303EC42B}" srcOrd="0" destOrd="0" parTransId="{7ADBB74D-FB2B-4B04-B65D-5763CC17C723}" sibTransId="{1172D7A8-1C52-41AD-BD69-3FACF4D59AFD}"/>
    <dgm:cxn modelId="{B85442D5-6AAF-4C5A-BA1C-A9F83CFB5988}" type="presOf" srcId="{8FFEF862-9AF4-470E-919C-FE25BAE2E356}" destId="{63E81FD9-0D3F-4145-A8AC-769697097593}" srcOrd="0" destOrd="0" presId="urn:microsoft.com/office/officeart/2018/5/layout/IconCircleLabelList"/>
    <dgm:cxn modelId="{B32662EC-1856-4755-9372-53CA975851DF}" srcId="{8FFEF862-9AF4-470E-919C-FE25BAE2E356}" destId="{D0CF296A-4E31-4379-A11E-719B33AAF623}" srcOrd="2" destOrd="0" parTransId="{00F5DFEC-2F24-4EFD-AA38-E4382E7A4F95}" sibTransId="{66768C25-0CCC-47EA-BB01-FC927D6AB8B7}"/>
    <dgm:cxn modelId="{69224CFD-E5E6-4A31-BC7A-36617E457917}" type="presOf" srcId="{CABD294D-F015-4F55-9357-3A98CD6B0C7A}" destId="{A0CDEE59-83EE-4AA4-B394-BF5FD34E590F}" srcOrd="0" destOrd="0" presId="urn:microsoft.com/office/officeart/2018/5/layout/IconCircleLabelList"/>
    <dgm:cxn modelId="{02B453F2-0814-46EA-A4D0-70B0308DF142}" type="presParOf" srcId="{63E81FD9-0D3F-4145-A8AC-769697097593}" destId="{006D2BF6-B92A-4713-AF44-1541111B834A}" srcOrd="0" destOrd="0" presId="urn:microsoft.com/office/officeart/2018/5/layout/IconCircleLabelList"/>
    <dgm:cxn modelId="{4B4C3513-77FC-47BD-80AE-36063440B63D}" type="presParOf" srcId="{006D2BF6-B92A-4713-AF44-1541111B834A}" destId="{16ADF499-728D-4769-AD36-135FCAF17697}" srcOrd="0" destOrd="0" presId="urn:microsoft.com/office/officeart/2018/5/layout/IconCircleLabelList"/>
    <dgm:cxn modelId="{7D9F64E3-B24E-46D2-9F1A-1791EA2EABB3}" type="presParOf" srcId="{006D2BF6-B92A-4713-AF44-1541111B834A}" destId="{B9D9366F-919A-4CEF-AF67-9F831DBF5372}" srcOrd="1" destOrd="0" presId="urn:microsoft.com/office/officeart/2018/5/layout/IconCircleLabelList"/>
    <dgm:cxn modelId="{B1035BE1-9333-4E2C-A8DF-A43F27607E47}" type="presParOf" srcId="{006D2BF6-B92A-4713-AF44-1541111B834A}" destId="{AE7AE71E-A28C-4D52-864E-8924EE6BE567}" srcOrd="2" destOrd="0" presId="urn:microsoft.com/office/officeart/2018/5/layout/IconCircleLabelList"/>
    <dgm:cxn modelId="{9541018F-9840-49F6-92F4-BE6499D82129}" type="presParOf" srcId="{006D2BF6-B92A-4713-AF44-1541111B834A}" destId="{5C438172-42AE-4025-855A-BA0CE05F25CD}" srcOrd="3" destOrd="0" presId="urn:microsoft.com/office/officeart/2018/5/layout/IconCircleLabelList"/>
    <dgm:cxn modelId="{E5507B26-6C0D-48B0-9A95-B12B9DBDBFDD}" type="presParOf" srcId="{63E81FD9-0D3F-4145-A8AC-769697097593}" destId="{DA1AE1DD-F7A3-4759-8A71-0A21DB273DB6}" srcOrd="1" destOrd="0" presId="urn:microsoft.com/office/officeart/2018/5/layout/IconCircleLabelList"/>
    <dgm:cxn modelId="{2EDB17D7-0D69-4FE4-AA18-A1B54A93FE8D}" type="presParOf" srcId="{63E81FD9-0D3F-4145-A8AC-769697097593}" destId="{50E3DBAA-87FD-4251-9BD1-1C391A0C7153}" srcOrd="2" destOrd="0" presId="urn:microsoft.com/office/officeart/2018/5/layout/IconCircleLabelList"/>
    <dgm:cxn modelId="{344316EF-0507-4086-8435-2584378BECD3}" type="presParOf" srcId="{50E3DBAA-87FD-4251-9BD1-1C391A0C7153}" destId="{0E36316D-3F8B-41A6-B18A-CFCAFA51347A}" srcOrd="0" destOrd="0" presId="urn:microsoft.com/office/officeart/2018/5/layout/IconCircleLabelList"/>
    <dgm:cxn modelId="{81C1611D-FDA0-4222-9B92-79AD2A7098C2}" type="presParOf" srcId="{50E3DBAA-87FD-4251-9BD1-1C391A0C7153}" destId="{EBB5FFC8-2FF5-4D62-8F5B-2EF4B92AC48F}" srcOrd="1" destOrd="0" presId="urn:microsoft.com/office/officeart/2018/5/layout/IconCircleLabelList"/>
    <dgm:cxn modelId="{D8ACEBDD-C255-4106-8169-87789BA379C5}" type="presParOf" srcId="{50E3DBAA-87FD-4251-9BD1-1C391A0C7153}" destId="{1B57A799-1966-490D-8B0E-4F81C4093CF8}" srcOrd="2" destOrd="0" presId="urn:microsoft.com/office/officeart/2018/5/layout/IconCircleLabelList"/>
    <dgm:cxn modelId="{328422CF-09F6-4180-9DED-5D1614FBA01D}" type="presParOf" srcId="{50E3DBAA-87FD-4251-9BD1-1C391A0C7153}" destId="{998FE9A9-5D39-4AC7-A085-2EE495DE1227}" srcOrd="3" destOrd="0" presId="urn:microsoft.com/office/officeart/2018/5/layout/IconCircleLabelList"/>
    <dgm:cxn modelId="{96C2A2F9-ADF6-4C8D-BE07-919C51556F2F}" type="presParOf" srcId="{63E81FD9-0D3F-4145-A8AC-769697097593}" destId="{9408AD50-3FBB-4C64-AB56-D208C6CE7838}" srcOrd="3" destOrd="0" presId="urn:microsoft.com/office/officeart/2018/5/layout/IconCircleLabelList"/>
    <dgm:cxn modelId="{157D8B4A-4BBD-4D6F-AAD0-144839A036CD}" type="presParOf" srcId="{63E81FD9-0D3F-4145-A8AC-769697097593}" destId="{399B5BDD-13E4-410B-A1E3-7E64F7D47701}" srcOrd="4" destOrd="0" presId="urn:microsoft.com/office/officeart/2018/5/layout/IconCircleLabelList"/>
    <dgm:cxn modelId="{A038D87D-F54B-4B6D-867E-81D07DECA81F}" type="presParOf" srcId="{399B5BDD-13E4-410B-A1E3-7E64F7D47701}" destId="{148F1A8C-2D8F-43C2-AAE7-BF9763DB539B}" srcOrd="0" destOrd="0" presId="urn:microsoft.com/office/officeart/2018/5/layout/IconCircleLabelList"/>
    <dgm:cxn modelId="{F5348D20-788A-438D-AA04-474AF6CFACD4}" type="presParOf" srcId="{399B5BDD-13E4-410B-A1E3-7E64F7D47701}" destId="{E1149531-FA4E-416A-AF33-515B166AD766}" srcOrd="1" destOrd="0" presId="urn:microsoft.com/office/officeart/2018/5/layout/IconCircleLabelList"/>
    <dgm:cxn modelId="{4B41D4A6-EEFA-4EEF-AA85-A76B0E6A9C86}" type="presParOf" srcId="{399B5BDD-13E4-410B-A1E3-7E64F7D47701}" destId="{C1CD124F-0F9C-4549-B120-BAB79082A9A3}" srcOrd="2" destOrd="0" presId="urn:microsoft.com/office/officeart/2018/5/layout/IconCircleLabelList"/>
    <dgm:cxn modelId="{9FB58991-1888-4D7B-AF2A-37FED8C69901}" type="presParOf" srcId="{399B5BDD-13E4-410B-A1E3-7E64F7D47701}" destId="{375EA771-75B2-4BC6-A93D-92DF24822E10}" srcOrd="3" destOrd="0" presId="urn:microsoft.com/office/officeart/2018/5/layout/IconCircleLabelList"/>
    <dgm:cxn modelId="{3B641FF1-41E2-44C1-A820-68C5D5FCEA01}" type="presParOf" srcId="{63E81FD9-0D3F-4145-A8AC-769697097593}" destId="{1BD657D4-1176-4FC2-B436-2384264ACBEF}" srcOrd="5" destOrd="0" presId="urn:microsoft.com/office/officeart/2018/5/layout/IconCircleLabelList"/>
    <dgm:cxn modelId="{D2137EEE-9DFA-4EC6-9850-D29B6E18D4C2}" type="presParOf" srcId="{63E81FD9-0D3F-4145-A8AC-769697097593}" destId="{20CDB454-5071-416A-9CFC-C6D4676A9A04}" srcOrd="6" destOrd="0" presId="urn:microsoft.com/office/officeart/2018/5/layout/IconCircleLabelList"/>
    <dgm:cxn modelId="{237BEFD3-FFE0-45DB-84D4-F652C84A766A}" type="presParOf" srcId="{20CDB454-5071-416A-9CFC-C6D4676A9A04}" destId="{6B2A81F6-168F-4581-89BE-B98510B05052}" srcOrd="0" destOrd="0" presId="urn:microsoft.com/office/officeart/2018/5/layout/IconCircleLabelList"/>
    <dgm:cxn modelId="{008B0803-59B6-4367-9FA6-3ABF051CEE94}" type="presParOf" srcId="{20CDB454-5071-416A-9CFC-C6D4676A9A04}" destId="{DD87D906-106E-42ED-B6B6-C88B03130FE7}" srcOrd="1" destOrd="0" presId="urn:microsoft.com/office/officeart/2018/5/layout/IconCircleLabelList"/>
    <dgm:cxn modelId="{9BE759B9-8EB7-46E8-824A-3F5D0CB8D768}" type="presParOf" srcId="{20CDB454-5071-416A-9CFC-C6D4676A9A04}" destId="{D95021B7-C341-4208-8CBE-36FC9081D876}" srcOrd="2" destOrd="0" presId="urn:microsoft.com/office/officeart/2018/5/layout/IconCircleLabelList"/>
    <dgm:cxn modelId="{C3783916-87D9-4EB3-9C45-116E262A2E7C}" type="presParOf" srcId="{20CDB454-5071-416A-9CFC-C6D4676A9A04}" destId="{A0CDEE59-83EE-4AA4-B394-BF5FD34E590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DAE0405-A4D0-49D2-B7F6-A12F35063B5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25E4F2A-6156-4322-BD47-59A2683E6C5D}">
      <dgm:prSet/>
      <dgm:spPr/>
      <dgm:t>
        <a:bodyPr/>
        <a:lstStyle/>
        <a:p>
          <a:pPr>
            <a:defRPr cap="all"/>
          </a:pPr>
          <a:r>
            <a:rPr lang="en-US"/>
            <a:t>• Rapid, accurate results in &lt;15 minutes</a:t>
          </a:r>
        </a:p>
      </dgm:t>
    </dgm:pt>
    <dgm:pt modelId="{59CE6178-21CA-4DE2-968C-F138A1092A75}" type="parTrans" cxnId="{3E88D814-3A8E-4F9E-AA40-55364FB7BB65}">
      <dgm:prSet/>
      <dgm:spPr/>
      <dgm:t>
        <a:bodyPr/>
        <a:lstStyle/>
        <a:p>
          <a:endParaRPr lang="en-US"/>
        </a:p>
      </dgm:t>
    </dgm:pt>
    <dgm:pt modelId="{FB26643B-4BC2-4ACA-9E52-5ABA658DA38E}" type="sibTrans" cxnId="{3E88D814-3A8E-4F9E-AA40-55364FB7BB65}">
      <dgm:prSet/>
      <dgm:spPr/>
      <dgm:t>
        <a:bodyPr/>
        <a:lstStyle/>
        <a:p>
          <a:endParaRPr lang="en-US"/>
        </a:p>
      </dgm:t>
    </dgm:pt>
    <dgm:pt modelId="{B7180714-6430-4D88-9F78-2A6D03CD0A0E}">
      <dgm:prSet/>
      <dgm:spPr/>
      <dgm:t>
        <a:bodyPr/>
        <a:lstStyle/>
        <a:p>
          <a:pPr>
            <a:defRPr cap="all"/>
          </a:pPr>
          <a:r>
            <a:rPr lang="en-US"/>
            <a:t>• Compact, easy-to-use kits</a:t>
          </a:r>
        </a:p>
      </dgm:t>
    </dgm:pt>
    <dgm:pt modelId="{7472CF9A-440C-4C69-AA33-413882BDC830}" type="parTrans" cxnId="{9A12A726-17DE-45F3-AA51-EDDA02E9787D}">
      <dgm:prSet/>
      <dgm:spPr/>
      <dgm:t>
        <a:bodyPr/>
        <a:lstStyle/>
        <a:p>
          <a:endParaRPr lang="en-US"/>
        </a:p>
      </dgm:t>
    </dgm:pt>
    <dgm:pt modelId="{FD2A3B99-E859-44D5-9F5F-7B4100F532E5}" type="sibTrans" cxnId="{9A12A726-17DE-45F3-AA51-EDDA02E9787D}">
      <dgm:prSet/>
      <dgm:spPr/>
      <dgm:t>
        <a:bodyPr/>
        <a:lstStyle/>
        <a:p>
          <a:endParaRPr lang="en-US"/>
        </a:p>
      </dgm:t>
    </dgm:pt>
    <dgm:pt modelId="{DBCD6ECA-7FBF-4998-8388-E31530DD4177}">
      <dgm:prSet/>
      <dgm:spPr/>
      <dgm:t>
        <a:bodyPr/>
        <a:lstStyle/>
        <a:p>
          <a:pPr>
            <a:defRPr cap="all"/>
          </a:pPr>
          <a:r>
            <a:rPr lang="en-US"/>
            <a:t>• Evidence-based protocols</a:t>
          </a:r>
        </a:p>
      </dgm:t>
    </dgm:pt>
    <dgm:pt modelId="{52C8D1AF-1B58-4F4E-AC3F-316D765EF009}" type="parTrans" cxnId="{35C0DEE6-93A9-4F5F-98D1-D963CB8A4727}">
      <dgm:prSet/>
      <dgm:spPr/>
      <dgm:t>
        <a:bodyPr/>
        <a:lstStyle/>
        <a:p>
          <a:endParaRPr lang="en-US"/>
        </a:p>
      </dgm:t>
    </dgm:pt>
    <dgm:pt modelId="{8A101730-DE1E-49CB-B56F-34A4F26A3A6A}" type="sibTrans" cxnId="{35C0DEE6-93A9-4F5F-98D1-D963CB8A4727}">
      <dgm:prSet/>
      <dgm:spPr/>
      <dgm:t>
        <a:bodyPr/>
        <a:lstStyle/>
        <a:p>
          <a:endParaRPr lang="en-US"/>
        </a:p>
      </dgm:t>
    </dgm:pt>
    <dgm:pt modelId="{C17FDEB3-5224-430B-BC15-3B74BF7FA77C}">
      <dgm:prSet/>
      <dgm:spPr/>
      <dgm:t>
        <a:bodyPr/>
        <a:lstStyle/>
        <a:p>
          <a:pPr>
            <a:defRPr cap="all"/>
          </a:pPr>
          <a:r>
            <a:rPr lang="en-US"/>
            <a:t>• Continuous support &amp; education by DIATECH team</a:t>
          </a:r>
        </a:p>
      </dgm:t>
    </dgm:pt>
    <dgm:pt modelId="{9DB36068-FDEE-46CC-A90F-7509122228B8}" type="parTrans" cxnId="{E9B80922-4CDE-4216-A187-2F28D9C06578}">
      <dgm:prSet/>
      <dgm:spPr/>
      <dgm:t>
        <a:bodyPr/>
        <a:lstStyle/>
        <a:p>
          <a:endParaRPr lang="en-US"/>
        </a:p>
      </dgm:t>
    </dgm:pt>
    <dgm:pt modelId="{645B9DB6-3700-4491-8B51-C5736919B9E7}" type="sibTrans" cxnId="{E9B80922-4CDE-4216-A187-2F28D9C06578}">
      <dgm:prSet/>
      <dgm:spPr/>
      <dgm:t>
        <a:bodyPr/>
        <a:lstStyle/>
        <a:p>
          <a:endParaRPr lang="en-US"/>
        </a:p>
      </dgm:t>
    </dgm:pt>
    <dgm:pt modelId="{878BA71A-602E-4AC5-A490-6F429AE51B73}" type="pres">
      <dgm:prSet presAssocID="{EDAE0405-A4D0-49D2-B7F6-A12F35063B57}" presName="root" presStyleCnt="0">
        <dgm:presLayoutVars>
          <dgm:dir/>
          <dgm:resizeHandles val="exact"/>
        </dgm:presLayoutVars>
      </dgm:prSet>
      <dgm:spPr/>
    </dgm:pt>
    <dgm:pt modelId="{3FEC6CE2-A1E0-40E7-8C07-FC24B56E1E7B}" type="pres">
      <dgm:prSet presAssocID="{B25E4F2A-6156-4322-BD47-59A2683E6C5D}" presName="compNode" presStyleCnt="0"/>
      <dgm:spPr/>
    </dgm:pt>
    <dgm:pt modelId="{A583FDD0-7792-42BE-9025-1276262AE3A7}" type="pres">
      <dgm:prSet presAssocID="{B25E4F2A-6156-4322-BD47-59A2683E6C5D}" presName="iconBgRect" presStyleLbl="bgShp" presStyleIdx="0" presStyleCnt="4"/>
      <dgm:spPr/>
    </dgm:pt>
    <dgm:pt modelId="{4C82EB79-933C-40A2-907D-CD2857A1B2D8}" type="pres">
      <dgm:prSet presAssocID="{B25E4F2A-6156-4322-BD47-59A2683E6C5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DCE535E5-9F35-4DE7-9237-0FBD682D3AEE}" type="pres">
      <dgm:prSet presAssocID="{B25E4F2A-6156-4322-BD47-59A2683E6C5D}" presName="spaceRect" presStyleCnt="0"/>
      <dgm:spPr/>
    </dgm:pt>
    <dgm:pt modelId="{5E6E3BF2-6CE4-4229-8F55-7DA483477C3A}" type="pres">
      <dgm:prSet presAssocID="{B25E4F2A-6156-4322-BD47-59A2683E6C5D}" presName="textRect" presStyleLbl="revTx" presStyleIdx="0" presStyleCnt="4">
        <dgm:presLayoutVars>
          <dgm:chMax val="1"/>
          <dgm:chPref val="1"/>
        </dgm:presLayoutVars>
      </dgm:prSet>
      <dgm:spPr/>
    </dgm:pt>
    <dgm:pt modelId="{FD99BE28-48AF-4F35-B70B-3E8B9BC3CE78}" type="pres">
      <dgm:prSet presAssocID="{FB26643B-4BC2-4ACA-9E52-5ABA658DA38E}" presName="sibTrans" presStyleCnt="0"/>
      <dgm:spPr/>
    </dgm:pt>
    <dgm:pt modelId="{7AA703E9-C399-47FC-9022-2D37ADA6847D}" type="pres">
      <dgm:prSet presAssocID="{B7180714-6430-4D88-9F78-2A6D03CD0A0E}" presName="compNode" presStyleCnt="0"/>
      <dgm:spPr/>
    </dgm:pt>
    <dgm:pt modelId="{3751CE52-579F-4543-9778-4D9151C65B3F}" type="pres">
      <dgm:prSet presAssocID="{B7180714-6430-4D88-9F78-2A6D03CD0A0E}" presName="iconBgRect" presStyleLbl="bgShp" presStyleIdx="1" presStyleCnt="4"/>
      <dgm:spPr/>
    </dgm:pt>
    <dgm:pt modelId="{2BC55DA2-FD43-4676-87CA-F06F3C8F9649}" type="pres">
      <dgm:prSet presAssocID="{B7180714-6430-4D88-9F78-2A6D03CD0A0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57D81406-5167-4CF7-9485-A0889AB86389}" type="pres">
      <dgm:prSet presAssocID="{B7180714-6430-4D88-9F78-2A6D03CD0A0E}" presName="spaceRect" presStyleCnt="0"/>
      <dgm:spPr/>
    </dgm:pt>
    <dgm:pt modelId="{02851C18-CBB3-4057-B3FB-E383DEE9A6AC}" type="pres">
      <dgm:prSet presAssocID="{B7180714-6430-4D88-9F78-2A6D03CD0A0E}" presName="textRect" presStyleLbl="revTx" presStyleIdx="1" presStyleCnt="4">
        <dgm:presLayoutVars>
          <dgm:chMax val="1"/>
          <dgm:chPref val="1"/>
        </dgm:presLayoutVars>
      </dgm:prSet>
      <dgm:spPr/>
    </dgm:pt>
    <dgm:pt modelId="{86945A5A-2CB9-422F-A9FC-E978E69520F7}" type="pres">
      <dgm:prSet presAssocID="{FD2A3B99-E859-44D5-9F5F-7B4100F532E5}" presName="sibTrans" presStyleCnt="0"/>
      <dgm:spPr/>
    </dgm:pt>
    <dgm:pt modelId="{C6245EB6-871B-4500-950B-5BECF2740659}" type="pres">
      <dgm:prSet presAssocID="{DBCD6ECA-7FBF-4998-8388-E31530DD4177}" presName="compNode" presStyleCnt="0"/>
      <dgm:spPr/>
    </dgm:pt>
    <dgm:pt modelId="{C2095F41-A6AC-4B0D-8033-5AAE52CADBCC}" type="pres">
      <dgm:prSet presAssocID="{DBCD6ECA-7FBF-4998-8388-E31530DD4177}" presName="iconBgRect" presStyleLbl="bgShp" presStyleIdx="2" presStyleCnt="4"/>
      <dgm:spPr/>
    </dgm:pt>
    <dgm:pt modelId="{6598EFF8-2850-4CE3-9DD8-990D29B532B6}" type="pres">
      <dgm:prSet presAssocID="{DBCD6ECA-7FBF-4998-8388-E31530DD417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2EB5A393-CEB8-486F-803E-3EFD328CCEA9}" type="pres">
      <dgm:prSet presAssocID="{DBCD6ECA-7FBF-4998-8388-E31530DD4177}" presName="spaceRect" presStyleCnt="0"/>
      <dgm:spPr/>
    </dgm:pt>
    <dgm:pt modelId="{6462D26B-673D-4848-8986-BAE92BBC0E66}" type="pres">
      <dgm:prSet presAssocID="{DBCD6ECA-7FBF-4998-8388-E31530DD4177}" presName="textRect" presStyleLbl="revTx" presStyleIdx="2" presStyleCnt="4">
        <dgm:presLayoutVars>
          <dgm:chMax val="1"/>
          <dgm:chPref val="1"/>
        </dgm:presLayoutVars>
      </dgm:prSet>
      <dgm:spPr/>
    </dgm:pt>
    <dgm:pt modelId="{12642255-D566-49F7-9BD9-CF40C4EC7DC6}" type="pres">
      <dgm:prSet presAssocID="{8A101730-DE1E-49CB-B56F-34A4F26A3A6A}" presName="sibTrans" presStyleCnt="0"/>
      <dgm:spPr/>
    </dgm:pt>
    <dgm:pt modelId="{40AD03C1-72CD-4D95-B000-F1837F7CA5C9}" type="pres">
      <dgm:prSet presAssocID="{C17FDEB3-5224-430B-BC15-3B74BF7FA77C}" presName="compNode" presStyleCnt="0"/>
      <dgm:spPr/>
    </dgm:pt>
    <dgm:pt modelId="{5C9FBA37-A01C-463A-984A-2C53BD7661B4}" type="pres">
      <dgm:prSet presAssocID="{C17FDEB3-5224-430B-BC15-3B74BF7FA77C}" presName="iconBgRect" presStyleLbl="bgShp" presStyleIdx="3" presStyleCnt="4"/>
      <dgm:spPr/>
    </dgm:pt>
    <dgm:pt modelId="{9D924DCB-D43D-4D50-A3B6-5769AB2ACC09}" type="pres">
      <dgm:prSet presAssocID="{C17FDEB3-5224-430B-BC15-3B74BF7FA77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6624EFFF-62C9-4556-BB59-A037369B862F}" type="pres">
      <dgm:prSet presAssocID="{C17FDEB3-5224-430B-BC15-3B74BF7FA77C}" presName="spaceRect" presStyleCnt="0"/>
      <dgm:spPr/>
    </dgm:pt>
    <dgm:pt modelId="{48C2734D-9CA3-443B-A236-A64C79988C35}" type="pres">
      <dgm:prSet presAssocID="{C17FDEB3-5224-430B-BC15-3B74BF7FA77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E88D814-3A8E-4F9E-AA40-55364FB7BB65}" srcId="{EDAE0405-A4D0-49D2-B7F6-A12F35063B57}" destId="{B25E4F2A-6156-4322-BD47-59A2683E6C5D}" srcOrd="0" destOrd="0" parTransId="{59CE6178-21CA-4DE2-968C-F138A1092A75}" sibTransId="{FB26643B-4BC2-4ACA-9E52-5ABA658DA38E}"/>
    <dgm:cxn modelId="{8E2BFA21-AF77-4EB6-ADB8-4514FBE2A999}" type="presOf" srcId="{C17FDEB3-5224-430B-BC15-3B74BF7FA77C}" destId="{48C2734D-9CA3-443B-A236-A64C79988C35}" srcOrd="0" destOrd="0" presId="urn:microsoft.com/office/officeart/2018/5/layout/IconCircleLabelList"/>
    <dgm:cxn modelId="{E9B80922-4CDE-4216-A187-2F28D9C06578}" srcId="{EDAE0405-A4D0-49D2-B7F6-A12F35063B57}" destId="{C17FDEB3-5224-430B-BC15-3B74BF7FA77C}" srcOrd="3" destOrd="0" parTransId="{9DB36068-FDEE-46CC-A90F-7509122228B8}" sibTransId="{645B9DB6-3700-4491-8B51-C5736919B9E7}"/>
    <dgm:cxn modelId="{9A12A726-17DE-45F3-AA51-EDDA02E9787D}" srcId="{EDAE0405-A4D0-49D2-B7F6-A12F35063B57}" destId="{B7180714-6430-4D88-9F78-2A6D03CD0A0E}" srcOrd="1" destOrd="0" parTransId="{7472CF9A-440C-4C69-AA33-413882BDC830}" sibTransId="{FD2A3B99-E859-44D5-9F5F-7B4100F532E5}"/>
    <dgm:cxn modelId="{6734F546-B639-49B6-AD01-36EC895D7C08}" type="presOf" srcId="{B25E4F2A-6156-4322-BD47-59A2683E6C5D}" destId="{5E6E3BF2-6CE4-4229-8F55-7DA483477C3A}" srcOrd="0" destOrd="0" presId="urn:microsoft.com/office/officeart/2018/5/layout/IconCircleLabelList"/>
    <dgm:cxn modelId="{6CDB4B5F-56B5-4D63-8075-8A9C5FAE2F89}" type="presOf" srcId="{B7180714-6430-4D88-9F78-2A6D03CD0A0E}" destId="{02851C18-CBB3-4057-B3FB-E383DEE9A6AC}" srcOrd="0" destOrd="0" presId="urn:microsoft.com/office/officeart/2018/5/layout/IconCircleLabelList"/>
    <dgm:cxn modelId="{033C53CD-ECD4-47AE-8E3E-C821DEF6AD32}" type="presOf" srcId="{DBCD6ECA-7FBF-4998-8388-E31530DD4177}" destId="{6462D26B-673D-4848-8986-BAE92BBC0E66}" srcOrd="0" destOrd="0" presId="urn:microsoft.com/office/officeart/2018/5/layout/IconCircleLabelList"/>
    <dgm:cxn modelId="{35C0DEE6-93A9-4F5F-98D1-D963CB8A4727}" srcId="{EDAE0405-A4D0-49D2-B7F6-A12F35063B57}" destId="{DBCD6ECA-7FBF-4998-8388-E31530DD4177}" srcOrd="2" destOrd="0" parTransId="{52C8D1AF-1B58-4F4E-AC3F-316D765EF009}" sibTransId="{8A101730-DE1E-49CB-B56F-34A4F26A3A6A}"/>
    <dgm:cxn modelId="{A064E2E7-8463-4258-B060-93521EC42EF1}" type="presOf" srcId="{EDAE0405-A4D0-49D2-B7F6-A12F35063B57}" destId="{878BA71A-602E-4AC5-A490-6F429AE51B73}" srcOrd="0" destOrd="0" presId="urn:microsoft.com/office/officeart/2018/5/layout/IconCircleLabelList"/>
    <dgm:cxn modelId="{79E7424A-0434-4A88-9CC5-83015BBF66EF}" type="presParOf" srcId="{878BA71A-602E-4AC5-A490-6F429AE51B73}" destId="{3FEC6CE2-A1E0-40E7-8C07-FC24B56E1E7B}" srcOrd="0" destOrd="0" presId="urn:microsoft.com/office/officeart/2018/5/layout/IconCircleLabelList"/>
    <dgm:cxn modelId="{97E6CFC0-41A2-4628-9747-6F6C4D2E0F1D}" type="presParOf" srcId="{3FEC6CE2-A1E0-40E7-8C07-FC24B56E1E7B}" destId="{A583FDD0-7792-42BE-9025-1276262AE3A7}" srcOrd="0" destOrd="0" presId="urn:microsoft.com/office/officeart/2018/5/layout/IconCircleLabelList"/>
    <dgm:cxn modelId="{8D726A94-1C7C-499C-A2CE-451A50787BAC}" type="presParOf" srcId="{3FEC6CE2-A1E0-40E7-8C07-FC24B56E1E7B}" destId="{4C82EB79-933C-40A2-907D-CD2857A1B2D8}" srcOrd="1" destOrd="0" presId="urn:microsoft.com/office/officeart/2018/5/layout/IconCircleLabelList"/>
    <dgm:cxn modelId="{EBDF9B28-C870-47CC-AE12-42723C1CFE02}" type="presParOf" srcId="{3FEC6CE2-A1E0-40E7-8C07-FC24B56E1E7B}" destId="{DCE535E5-9F35-4DE7-9237-0FBD682D3AEE}" srcOrd="2" destOrd="0" presId="urn:microsoft.com/office/officeart/2018/5/layout/IconCircleLabelList"/>
    <dgm:cxn modelId="{13D67A89-AD24-46C5-88ED-5F204A66E5EC}" type="presParOf" srcId="{3FEC6CE2-A1E0-40E7-8C07-FC24B56E1E7B}" destId="{5E6E3BF2-6CE4-4229-8F55-7DA483477C3A}" srcOrd="3" destOrd="0" presId="urn:microsoft.com/office/officeart/2018/5/layout/IconCircleLabelList"/>
    <dgm:cxn modelId="{992A8F8D-43B5-408C-97CC-0793EF89D370}" type="presParOf" srcId="{878BA71A-602E-4AC5-A490-6F429AE51B73}" destId="{FD99BE28-48AF-4F35-B70B-3E8B9BC3CE78}" srcOrd="1" destOrd="0" presId="urn:microsoft.com/office/officeart/2018/5/layout/IconCircleLabelList"/>
    <dgm:cxn modelId="{8E7C1CAC-7829-474B-867C-C536F36C44BC}" type="presParOf" srcId="{878BA71A-602E-4AC5-A490-6F429AE51B73}" destId="{7AA703E9-C399-47FC-9022-2D37ADA6847D}" srcOrd="2" destOrd="0" presId="urn:microsoft.com/office/officeart/2018/5/layout/IconCircleLabelList"/>
    <dgm:cxn modelId="{49543DF6-9F2E-44DC-A34D-D16043DEC049}" type="presParOf" srcId="{7AA703E9-C399-47FC-9022-2D37ADA6847D}" destId="{3751CE52-579F-4543-9778-4D9151C65B3F}" srcOrd="0" destOrd="0" presId="urn:microsoft.com/office/officeart/2018/5/layout/IconCircleLabelList"/>
    <dgm:cxn modelId="{C5E65E6A-B9B6-48F9-9603-6C034D39CD15}" type="presParOf" srcId="{7AA703E9-C399-47FC-9022-2D37ADA6847D}" destId="{2BC55DA2-FD43-4676-87CA-F06F3C8F9649}" srcOrd="1" destOrd="0" presId="urn:microsoft.com/office/officeart/2018/5/layout/IconCircleLabelList"/>
    <dgm:cxn modelId="{B35E0D70-553F-4B15-B1D3-157EF2A6174E}" type="presParOf" srcId="{7AA703E9-C399-47FC-9022-2D37ADA6847D}" destId="{57D81406-5167-4CF7-9485-A0889AB86389}" srcOrd="2" destOrd="0" presId="urn:microsoft.com/office/officeart/2018/5/layout/IconCircleLabelList"/>
    <dgm:cxn modelId="{92DC8A41-735E-47E5-A18F-149CA82544A4}" type="presParOf" srcId="{7AA703E9-C399-47FC-9022-2D37ADA6847D}" destId="{02851C18-CBB3-4057-B3FB-E383DEE9A6AC}" srcOrd="3" destOrd="0" presId="urn:microsoft.com/office/officeart/2018/5/layout/IconCircleLabelList"/>
    <dgm:cxn modelId="{ADBBE1BD-7F69-47BF-8261-194BFA4B18F8}" type="presParOf" srcId="{878BA71A-602E-4AC5-A490-6F429AE51B73}" destId="{86945A5A-2CB9-422F-A9FC-E978E69520F7}" srcOrd="3" destOrd="0" presId="urn:microsoft.com/office/officeart/2018/5/layout/IconCircleLabelList"/>
    <dgm:cxn modelId="{AD23B89C-72C6-42B3-8855-DE67EE207C7E}" type="presParOf" srcId="{878BA71A-602E-4AC5-A490-6F429AE51B73}" destId="{C6245EB6-871B-4500-950B-5BECF2740659}" srcOrd="4" destOrd="0" presId="urn:microsoft.com/office/officeart/2018/5/layout/IconCircleLabelList"/>
    <dgm:cxn modelId="{3A5682DD-B02C-42CB-87CB-01E8622FFA62}" type="presParOf" srcId="{C6245EB6-871B-4500-950B-5BECF2740659}" destId="{C2095F41-A6AC-4B0D-8033-5AAE52CADBCC}" srcOrd="0" destOrd="0" presId="urn:microsoft.com/office/officeart/2018/5/layout/IconCircleLabelList"/>
    <dgm:cxn modelId="{0D83BA99-7CB1-4DF1-9171-95C786E834DB}" type="presParOf" srcId="{C6245EB6-871B-4500-950B-5BECF2740659}" destId="{6598EFF8-2850-4CE3-9DD8-990D29B532B6}" srcOrd="1" destOrd="0" presId="urn:microsoft.com/office/officeart/2018/5/layout/IconCircleLabelList"/>
    <dgm:cxn modelId="{B0C85B1A-B043-4BB7-B9AB-4A50614C08D0}" type="presParOf" srcId="{C6245EB6-871B-4500-950B-5BECF2740659}" destId="{2EB5A393-CEB8-486F-803E-3EFD328CCEA9}" srcOrd="2" destOrd="0" presId="urn:microsoft.com/office/officeart/2018/5/layout/IconCircleLabelList"/>
    <dgm:cxn modelId="{7EB2CE6A-54C6-4384-A92D-7145EDD86ED1}" type="presParOf" srcId="{C6245EB6-871B-4500-950B-5BECF2740659}" destId="{6462D26B-673D-4848-8986-BAE92BBC0E66}" srcOrd="3" destOrd="0" presId="urn:microsoft.com/office/officeart/2018/5/layout/IconCircleLabelList"/>
    <dgm:cxn modelId="{6B3A7D96-C7D1-4501-B4EF-DE7E9D9F2001}" type="presParOf" srcId="{878BA71A-602E-4AC5-A490-6F429AE51B73}" destId="{12642255-D566-49F7-9BD9-CF40C4EC7DC6}" srcOrd="5" destOrd="0" presId="urn:microsoft.com/office/officeart/2018/5/layout/IconCircleLabelList"/>
    <dgm:cxn modelId="{5F34C821-884A-401C-AD40-682C13E409F2}" type="presParOf" srcId="{878BA71A-602E-4AC5-A490-6F429AE51B73}" destId="{40AD03C1-72CD-4D95-B000-F1837F7CA5C9}" srcOrd="6" destOrd="0" presId="urn:microsoft.com/office/officeart/2018/5/layout/IconCircleLabelList"/>
    <dgm:cxn modelId="{0A5FF88C-ADFF-4E12-80C4-A390CAE9EBB3}" type="presParOf" srcId="{40AD03C1-72CD-4D95-B000-F1837F7CA5C9}" destId="{5C9FBA37-A01C-463A-984A-2C53BD7661B4}" srcOrd="0" destOrd="0" presId="urn:microsoft.com/office/officeart/2018/5/layout/IconCircleLabelList"/>
    <dgm:cxn modelId="{78EF44E3-9ED4-4436-A128-9D72C8DBE33B}" type="presParOf" srcId="{40AD03C1-72CD-4D95-B000-F1837F7CA5C9}" destId="{9D924DCB-D43D-4D50-A3B6-5769AB2ACC09}" srcOrd="1" destOrd="0" presId="urn:microsoft.com/office/officeart/2018/5/layout/IconCircleLabelList"/>
    <dgm:cxn modelId="{07F7D02B-7353-4DF3-8A64-B979B144C5E5}" type="presParOf" srcId="{40AD03C1-72CD-4D95-B000-F1837F7CA5C9}" destId="{6624EFFF-62C9-4556-BB59-A037369B862F}" srcOrd="2" destOrd="0" presId="urn:microsoft.com/office/officeart/2018/5/layout/IconCircleLabelList"/>
    <dgm:cxn modelId="{699519D3-D718-43F1-AB54-AAFDB504D795}" type="presParOf" srcId="{40AD03C1-72CD-4D95-B000-F1837F7CA5C9}" destId="{48C2734D-9CA3-443B-A236-A64C79988C3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1DD7F-242E-4BC4-97CF-243B0D7E59B8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C3A529-E278-4493-8CD9-8E9921F43A20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F3897-4752-433A-A665-A525BAE6F7A6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Growing demand for point-of-care veterinary diagnostics</a:t>
          </a:r>
        </a:p>
      </dsp:txBody>
      <dsp:txXfrm>
        <a:off x="2092" y="2524067"/>
        <a:ext cx="1741992" cy="696796"/>
      </dsp:txXfrm>
    </dsp:sp>
    <dsp:sp modelId="{ED5B0334-6396-48AD-8004-C0DFFE88C3F9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8770D1-CE33-41D6-A546-7DD9B64574BB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D61C8-914F-424E-A33C-3683C6EF393B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Pet owners expect immediate answers and effective treatments</a:t>
          </a:r>
        </a:p>
      </dsp:txBody>
      <dsp:txXfrm>
        <a:off x="2048933" y="2524067"/>
        <a:ext cx="1741992" cy="696796"/>
      </dsp:txXfrm>
    </dsp:sp>
    <dsp:sp modelId="{7263F286-619C-4333-9F86-671AACD8F83F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C493BD-5D97-4BCE-AD81-DC79A37F429A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5AFAAD-8FF9-49D0-AA28-5F57BA694139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In-house testing improves service differentiation and client loyalty</a:t>
          </a:r>
        </a:p>
      </dsp:txBody>
      <dsp:txXfrm>
        <a:off x="4095774" y="2524067"/>
        <a:ext cx="1741992" cy="696796"/>
      </dsp:txXfrm>
    </dsp:sp>
    <dsp:sp modelId="{AD7977A3-0EC4-4276-BD4B-C0883A302F35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4A1241-AB23-4D62-A24F-AEF940A8F204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96B0C0-E67B-4696-A94A-E100572CA04A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- DIATECH solutions reduce lab dependency and increase clinic revenue.</a:t>
          </a:r>
        </a:p>
      </dsp:txBody>
      <dsp:txXfrm>
        <a:off x="6142615" y="2524067"/>
        <a:ext cx="1741992" cy="6967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FB3A5-C5A5-984C-803D-46927D719C44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Up to 25% of dogs in specialized hospitals suffer allergic disorders (TIME, 2024)</a:t>
          </a:r>
        </a:p>
      </dsp:txBody>
      <dsp:txXfrm>
        <a:off x="429570" y="472"/>
        <a:ext cx="3346456" cy="2007873"/>
      </dsp:txXfrm>
    </dsp:sp>
    <dsp:sp modelId="{B292556D-840A-764C-A485-F810C9578831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16 allergy-related claims per dog, 6 per cat (DVM360, 2023)</a:t>
          </a:r>
        </a:p>
      </dsp:txBody>
      <dsp:txXfrm>
        <a:off x="4110672" y="472"/>
        <a:ext cx="3346456" cy="2007873"/>
      </dsp:txXfrm>
    </dsp:sp>
    <dsp:sp modelId="{97AD406A-39D0-4E42-B10E-CEEA68222DD0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Common allergens:</a:t>
          </a:r>
          <a:br>
            <a:rPr lang="en-US" sz="2000" kern="1200" dirty="0"/>
          </a:br>
          <a:r>
            <a:rPr lang="en-US" sz="2000" kern="1200" dirty="0"/>
            <a:t>To be Determined</a:t>
          </a:r>
        </a:p>
      </dsp:txBody>
      <dsp:txXfrm>
        <a:off x="429570" y="2342991"/>
        <a:ext cx="3346456" cy="2007873"/>
      </dsp:txXfrm>
    </dsp:sp>
    <dsp:sp modelId="{89C4861A-8AA3-474F-920C-B491FF5DD6DA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 message: Allergy testing is a high-frequency diagnostic opportunity.</a:t>
          </a:r>
        </a:p>
      </dsp:txBody>
      <dsp:txXfrm>
        <a:off x="4110672" y="2342991"/>
        <a:ext cx="3346456" cy="20078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9104DB-C170-46DF-A198-88FB6D69F133}">
      <dsp:nvSpPr>
        <dsp:cNvPr id="0" name=""/>
        <dsp:cNvSpPr/>
      </dsp:nvSpPr>
      <dsp:spPr>
        <a:xfrm>
          <a:off x="518185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82693F-A89D-43E5-9594-F9CF7F19BD3B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475E27-1305-4CF9-8B58-17F37D70CFB6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FeLV: 2.3% prevalence in European cats (PMC, 2019)</a:t>
          </a:r>
        </a:p>
      </dsp:txBody>
      <dsp:txXfrm>
        <a:off x="46529" y="2703902"/>
        <a:ext cx="2418750" cy="720000"/>
      </dsp:txXfrm>
    </dsp:sp>
    <dsp:sp modelId="{CA58691B-A7E5-41FE-ACEA-434E968660BD}">
      <dsp:nvSpPr>
        <dsp:cNvPr id="0" name=""/>
        <dsp:cNvSpPr/>
      </dsp:nvSpPr>
      <dsp:spPr>
        <a:xfrm>
          <a:off x="3360216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2FD582-FF33-4987-AF9B-2CDD76AF9472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9D2746-EE34-49AD-A168-AA74E9B5E57D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Vector-borne infections up to 60% exposure in endemic areas (ESCCAP, 2024)</a:t>
          </a:r>
        </a:p>
      </dsp:txBody>
      <dsp:txXfrm>
        <a:off x="2888560" y="2703902"/>
        <a:ext cx="2418750" cy="720000"/>
      </dsp:txXfrm>
    </dsp:sp>
    <dsp:sp modelId="{C92D7E3A-8566-4082-9791-6DB732199456}">
      <dsp:nvSpPr>
        <dsp:cNvPr id="0" name=""/>
        <dsp:cNvSpPr/>
      </dsp:nvSpPr>
      <dsp:spPr>
        <a:xfrm>
          <a:off x="6202248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770901-0456-4A7F-AB90-67D72A692BE1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F4047-CC9D-4FE1-8448-D1924EAE9364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Rapid tests enable early detection, better infection control, and improved outcomes.</a:t>
          </a:r>
        </a:p>
      </dsp:txBody>
      <dsp:txXfrm>
        <a:off x="5730591" y="2703902"/>
        <a:ext cx="2418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F12A60-CCB0-447E-9406-E60B233C52B7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AA2916-E4C1-4663-8593-3485A5B4D42A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CD92E-46CB-47B0-99A2-F3E5402E1AC6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Clinic Challenge | Rapid-Test Solution | Benefit</a:t>
          </a:r>
        </a:p>
      </dsp:txBody>
      <dsp:txXfrm>
        <a:off x="518589" y="1265836"/>
        <a:ext cx="1582031" cy="632812"/>
      </dsp:txXfrm>
    </dsp:sp>
    <dsp:sp modelId="{DF1C902A-60A0-444E-B99E-5E044B30B115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0DE4BD-D851-4F48-9048-6547A48AEF39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E9413A-03C7-403B-9D5A-C872AC3C6EF8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Delayed lab results | On-site testing | Same-day diagnosis</a:t>
          </a:r>
        </a:p>
      </dsp:txBody>
      <dsp:txXfrm>
        <a:off x="2377476" y="1265836"/>
        <a:ext cx="1582031" cy="632812"/>
      </dsp:txXfrm>
    </dsp:sp>
    <dsp:sp modelId="{E8BE761A-E24B-47CB-A42B-1BE05FC3B1F0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0D542D-4FB7-4AAA-B443-3ACA415ACD0D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FDAE8-6A35-4166-A82D-8BB16BA52067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Unclear allergy source | Allergen identification | Targeted therapy</a:t>
          </a:r>
        </a:p>
      </dsp:txBody>
      <dsp:txXfrm>
        <a:off x="4236363" y="1265836"/>
        <a:ext cx="1582031" cy="632812"/>
      </dsp:txXfrm>
    </dsp:sp>
    <dsp:sp modelId="{AE4788BF-7F4E-4FAA-8EF4-26BCD744C795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DB5830-0ED4-4CEE-BF91-5EE1AAE8F9DE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0C78FA-06FC-4281-8F72-D6076D1C2401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Infectious outbreaks | Quick screening | Containment &amp; trust</a:t>
          </a:r>
        </a:p>
      </dsp:txBody>
      <dsp:txXfrm>
        <a:off x="6095249" y="1265836"/>
        <a:ext cx="1582031" cy="632812"/>
      </dsp:txXfrm>
    </dsp:sp>
    <dsp:sp modelId="{EC133FE6-EC86-4D6B-B273-81416ECC55CE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26BB32-91D5-475B-B9C3-A9695C203832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4A909-7630-4526-92DA-C669DC09A068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Cost pressure | Lower lab fees | New profit stream</a:t>
          </a:r>
        </a:p>
      </dsp:txBody>
      <dsp:txXfrm>
        <a:off x="3306919" y="3559781"/>
        <a:ext cx="1582031" cy="6328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ADF499-728D-4769-AD36-135FCAF17697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D9366F-919A-4CEF-AF67-9F831DBF5372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38172-42AE-4025-855A-BA0CE05F25CD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Rising incidence + fast decision-making = demand for rapid tests</a:t>
          </a:r>
        </a:p>
      </dsp:txBody>
      <dsp:txXfrm>
        <a:off x="25435" y="2456402"/>
        <a:ext cx="1800000" cy="720000"/>
      </dsp:txXfrm>
    </dsp:sp>
    <dsp:sp modelId="{0E36316D-3F8B-41A6-B18A-CFCAFA51347A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B5FFC8-2FF5-4D62-8F5B-2EF4B92AC48F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FE9A9-5D39-4AC7-A085-2EE495DE1227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Skin &amp; respiratory allergies: top 5 causes of vet visits</a:t>
          </a:r>
        </a:p>
      </dsp:txBody>
      <dsp:txXfrm>
        <a:off x="2140435" y="2456402"/>
        <a:ext cx="1800000" cy="720000"/>
      </dsp:txXfrm>
    </dsp:sp>
    <dsp:sp modelId="{148F1A8C-2D8F-43C2-AAE7-BF9763DB539B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149531-FA4E-416A-AF33-515B166AD766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EA771-75B2-4BC6-A93D-92DF24822E10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Viral infections: essential for preventive screening</a:t>
          </a:r>
        </a:p>
      </dsp:txBody>
      <dsp:txXfrm>
        <a:off x="4255435" y="2456402"/>
        <a:ext cx="1800000" cy="720000"/>
      </dsp:txXfrm>
    </dsp:sp>
    <dsp:sp modelId="{6B2A81F6-168F-4581-89BE-B98510B05052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7D906-106E-42ED-B6B6-C88B03130FE7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DEE59-83EE-4AA4-B394-BF5FD34E590F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European market growth &gt;10% CAGR (2024–2029)</a:t>
          </a:r>
        </a:p>
      </dsp:txBody>
      <dsp:txXfrm>
        <a:off x="6370435" y="245640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83FDD0-7792-42BE-9025-1276262AE3A7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2EB79-933C-40A2-907D-CD2857A1B2D8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E3BF2-6CE4-4229-8F55-7DA483477C3A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Rapid, accurate results in &lt;15 minutes</a:t>
          </a:r>
        </a:p>
      </dsp:txBody>
      <dsp:txXfrm>
        <a:off x="25435" y="2456402"/>
        <a:ext cx="1800000" cy="720000"/>
      </dsp:txXfrm>
    </dsp:sp>
    <dsp:sp modelId="{3751CE52-579F-4543-9778-4D9151C65B3F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55DA2-FD43-4676-87CA-F06F3C8F9649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851C18-CBB3-4057-B3FB-E383DEE9A6AC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Compact, easy-to-use kits</a:t>
          </a:r>
        </a:p>
      </dsp:txBody>
      <dsp:txXfrm>
        <a:off x="2140435" y="2456402"/>
        <a:ext cx="1800000" cy="720000"/>
      </dsp:txXfrm>
    </dsp:sp>
    <dsp:sp modelId="{C2095F41-A6AC-4B0D-8033-5AAE52CADBCC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98EFF8-2850-4CE3-9DD8-990D29B532B6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2D26B-673D-4848-8986-BAE92BBC0E66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Evidence-based protocols</a:t>
          </a:r>
        </a:p>
      </dsp:txBody>
      <dsp:txXfrm>
        <a:off x="4255435" y="2456402"/>
        <a:ext cx="1800000" cy="720000"/>
      </dsp:txXfrm>
    </dsp:sp>
    <dsp:sp modelId="{5C9FBA37-A01C-463A-984A-2C53BD7661B4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924DCB-D43D-4D50-A3B6-5769AB2ACC09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2734D-9CA3-443B-A236-A64C79988C35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Continuous support &amp; education by DIATECH team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gi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gi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gif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gif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gif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.gif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8E54F9-849C-4865-8C5E-FD967B81D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91AE6B3-1D2D-4C67-A4DB-888635B52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929452"/>
            <a:ext cx="6858000" cy="25267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DIATECH Rapid Diagnostics for Companion Animals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695230"/>
            <a:ext cx="6858000" cy="16265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  <a:defRPr sz="1800"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Empowering veterinarians with fast, reliable in-clinic testing.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D080EC2-42B5-4E04-BBF7-F0BC5CB7C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3566566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BC5C3416-0DCD-8EF3-2D48-913676E944D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32871" y="6176432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Company Overview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0814F67-D0D2-25BA-DEF4-AD665DFEADC1}"/>
              </a:ext>
            </a:extLst>
          </p:cNvPr>
          <p:cNvGrpSpPr/>
          <p:nvPr/>
        </p:nvGrpSpPr>
        <p:grpSpPr>
          <a:xfrm>
            <a:off x="1890456" y="1803106"/>
            <a:ext cx="5386559" cy="4346947"/>
            <a:chOff x="1890456" y="1803106"/>
            <a:chExt cx="5386559" cy="4346947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9294829-6240-70C8-FB5A-AB5E331348AE}"/>
                </a:ext>
              </a:extLst>
            </p:cNvPr>
            <p:cNvSpPr/>
            <p:nvPr/>
          </p:nvSpPr>
          <p:spPr>
            <a:xfrm>
              <a:off x="4868786" y="1803106"/>
              <a:ext cx="1415452" cy="889564"/>
            </a:xfrm>
            <a:custGeom>
              <a:avLst/>
              <a:gdLst>
                <a:gd name="csX0" fmla="*/ 0 w 889564"/>
                <a:gd name="csY0" fmla="*/ 0 h 889564"/>
                <a:gd name="csX1" fmla="*/ 889564 w 889564"/>
                <a:gd name="csY1" fmla="*/ 0 h 889564"/>
                <a:gd name="csX2" fmla="*/ 889564 w 889564"/>
                <a:gd name="csY2" fmla="*/ 889564 h 889564"/>
                <a:gd name="csX3" fmla="*/ 0 w 889564"/>
                <a:gd name="csY3" fmla="*/ 889564 h 889564"/>
                <a:gd name="csX4" fmla="*/ 0 w 889564"/>
                <a:gd name="csY4" fmla="*/ 0 h 889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89564" h="889564">
                  <a:moveTo>
                    <a:pt x="0" y="0"/>
                  </a:moveTo>
                  <a:lnTo>
                    <a:pt x="889564" y="0"/>
                  </a:lnTo>
                  <a:lnTo>
                    <a:pt x="889564" y="889564"/>
                  </a:lnTo>
                  <a:lnTo>
                    <a:pt x="0" y="88956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Developer and manufacturer of rapid diagnostic kits for dogs and cats.</a:t>
              </a:r>
            </a:p>
          </p:txBody>
        </p:sp>
        <p:sp>
          <p:nvSpPr>
            <p:cNvPr id="8" name="Circular Arrow 7">
              <a:extLst>
                <a:ext uri="{FF2B5EF4-FFF2-40B4-BE49-F238E27FC236}">
                  <a16:creationId xmlns:a16="http://schemas.microsoft.com/office/drawing/2014/main" id="{DF55CC10-2656-C3D8-ECDB-43F46D19F11B}"/>
                </a:ext>
              </a:extLst>
            </p:cNvPr>
            <p:cNvSpPr/>
            <p:nvPr/>
          </p:nvSpPr>
          <p:spPr>
            <a:xfrm>
              <a:off x="2398526" y="1803106"/>
              <a:ext cx="4346947" cy="4346947"/>
            </a:xfrm>
            <a:prstGeom prst="circularArrow">
              <a:avLst>
                <a:gd name="adj1" fmla="val 3991"/>
                <a:gd name="adj2" fmla="val 250334"/>
                <a:gd name="adj3" fmla="val 20572989"/>
                <a:gd name="adj4" fmla="val 18983189"/>
                <a:gd name="adj5" fmla="val 4656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87DECFA-D4DC-13EF-D085-71F700EF487C}"/>
                </a:ext>
              </a:extLst>
            </p:cNvPr>
            <p:cNvSpPr/>
            <p:nvPr/>
          </p:nvSpPr>
          <p:spPr>
            <a:xfrm>
              <a:off x="5861563" y="3522645"/>
              <a:ext cx="1415452" cy="889564"/>
            </a:xfrm>
            <a:custGeom>
              <a:avLst/>
              <a:gdLst>
                <a:gd name="csX0" fmla="*/ 0 w 889564"/>
                <a:gd name="csY0" fmla="*/ 0 h 889564"/>
                <a:gd name="csX1" fmla="*/ 889564 w 889564"/>
                <a:gd name="csY1" fmla="*/ 0 h 889564"/>
                <a:gd name="csX2" fmla="*/ 889564 w 889564"/>
                <a:gd name="csY2" fmla="*/ 889564 h 889564"/>
                <a:gd name="csX3" fmla="*/ 0 w 889564"/>
                <a:gd name="csY3" fmla="*/ 889564 h 889564"/>
                <a:gd name="csX4" fmla="*/ 0 w 889564"/>
                <a:gd name="csY4" fmla="*/ 0 h 889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89564" h="889564">
                  <a:moveTo>
                    <a:pt x="0" y="0"/>
                  </a:moveTo>
                  <a:lnTo>
                    <a:pt x="889564" y="0"/>
                  </a:lnTo>
                  <a:lnTo>
                    <a:pt x="889564" y="889564"/>
                  </a:lnTo>
                  <a:lnTo>
                    <a:pt x="0" y="88956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-Product lines:</a:t>
              </a:r>
            </a:p>
          </p:txBody>
        </p:sp>
        <p:sp>
          <p:nvSpPr>
            <p:cNvPr id="12" name="Circular Arrow 11">
              <a:extLst>
                <a:ext uri="{FF2B5EF4-FFF2-40B4-BE49-F238E27FC236}">
                  <a16:creationId xmlns:a16="http://schemas.microsoft.com/office/drawing/2014/main" id="{4D82E41E-10F6-BBCA-6CFB-D6FB058EF2E8}"/>
                </a:ext>
              </a:extLst>
            </p:cNvPr>
            <p:cNvSpPr/>
            <p:nvPr/>
          </p:nvSpPr>
          <p:spPr>
            <a:xfrm>
              <a:off x="2398526" y="1803106"/>
              <a:ext cx="4346947" cy="4346947"/>
            </a:xfrm>
            <a:prstGeom prst="circularArrow">
              <a:avLst>
                <a:gd name="adj1" fmla="val 3991"/>
                <a:gd name="adj2" fmla="val 250334"/>
                <a:gd name="adj3" fmla="val 2366477"/>
                <a:gd name="adj4" fmla="val 776677"/>
                <a:gd name="adj5" fmla="val 4656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0B3A9BD-5C15-38CA-CCAE-5580073C89E7}"/>
                </a:ext>
              </a:extLst>
            </p:cNvPr>
            <p:cNvSpPr/>
            <p:nvPr/>
          </p:nvSpPr>
          <p:spPr>
            <a:xfrm>
              <a:off x="4868786" y="5242185"/>
              <a:ext cx="1415452" cy="889564"/>
            </a:xfrm>
            <a:custGeom>
              <a:avLst/>
              <a:gdLst>
                <a:gd name="csX0" fmla="*/ 0 w 889564"/>
                <a:gd name="csY0" fmla="*/ 0 h 889564"/>
                <a:gd name="csX1" fmla="*/ 889564 w 889564"/>
                <a:gd name="csY1" fmla="*/ 0 h 889564"/>
                <a:gd name="csX2" fmla="*/ 889564 w 889564"/>
                <a:gd name="csY2" fmla="*/ 889564 h 889564"/>
                <a:gd name="csX3" fmla="*/ 0 w 889564"/>
                <a:gd name="csY3" fmla="*/ 889564 h 889564"/>
                <a:gd name="csX4" fmla="*/ 0 w 889564"/>
                <a:gd name="csY4" fmla="*/ 0 h 889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89564" h="889564">
                  <a:moveTo>
                    <a:pt x="0" y="0"/>
                  </a:moveTo>
                  <a:lnTo>
                    <a:pt x="889564" y="0"/>
                  </a:lnTo>
                  <a:lnTo>
                    <a:pt x="889564" y="889564"/>
                  </a:lnTo>
                  <a:lnTo>
                    <a:pt x="0" y="88956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Allergy tests (cutaneous and respiratory)</a:t>
              </a:r>
            </a:p>
          </p:txBody>
        </p:sp>
        <p:sp>
          <p:nvSpPr>
            <p:cNvPr id="14" name="Circular Arrow 13">
              <a:extLst>
                <a:ext uri="{FF2B5EF4-FFF2-40B4-BE49-F238E27FC236}">
                  <a16:creationId xmlns:a16="http://schemas.microsoft.com/office/drawing/2014/main" id="{575999EE-4C92-9C0E-4920-8C73B99BA687}"/>
                </a:ext>
              </a:extLst>
            </p:cNvPr>
            <p:cNvSpPr/>
            <p:nvPr/>
          </p:nvSpPr>
          <p:spPr>
            <a:xfrm>
              <a:off x="2398526" y="1803106"/>
              <a:ext cx="4346947" cy="4346947"/>
            </a:xfrm>
            <a:prstGeom prst="circularArrow">
              <a:avLst>
                <a:gd name="adj1" fmla="val 3991"/>
                <a:gd name="adj2" fmla="val 250334"/>
                <a:gd name="adj3" fmla="val 6110931"/>
                <a:gd name="adj4" fmla="val 4438736"/>
                <a:gd name="adj5" fmla="val 4656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681D0F2-C762-CBE5-B05A-A9326D34E20C}"/>
                </a:ext>
              </a:extLst>
            </p:cNvPr>
            <p:cNvSpPr/>
            <p:nvPr/>
          </p:nvSpPr>
          <p:spPr>
            <a:xfrm>
              <a:off x="2883233" y="5242185"/>
              <a:ext cx="1415452" cy="889564"/>
            </a:xfrm>
            <a:custGeom>
              <a:avLst/>
              <a:gdLst>
                <a:gd name="csX0" fmla="*/ 0 w 889564"/>
                <a:gd name="csY0" fmla="*/ 0 h 889564"/>
                <a:gd name="csX1" fmla="*/ 889564 w 889564"/>
                <a:gd name="csY1" fmla="*/ 0 h 889564"/>
                <a:gd name="csX2" fmla="*/ 889564 w 889564"/>
                <a:gd name="csY2" fmla="*/ 889564 h 889564"/>
                <a:gd name="csX3" fmla="*/ 0 w 889564"/>
                <a:gd name="csY3" fmla="*/ 889564 h 889564"/>
                <a:gd name="csX4" fmla="*/ 0 w 889564"/>
                <a:gd name="csY4" fmla="*/ 0 h 889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89564" h="889564">
                  <a:moveTo>
                    <a:pt x="0" y="0"/>
                  </a:moveTo>
                  <a:lnTo>
                    <a:pt x="889564" y="0"/>
                  </a:lnTo>
                  <a:lnTo>
                    <a:pt x="889564" y="889564"/>
                  </a:lnTo>
                  <a:lnTo>
                    <a:pt x="0" y="88956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Viral diagnostic tests for major infectious diseases</a:t>
              </a:r>
            </a:p>
          </p:txBody>
        </p:sp>
        <p:sp>
          <p:nvSpPr>
            <p:cNvPr id="16" name="Circular Arrow 15">
              <a:extLst>
                <a:ext uri="{FF2B5EF4-FFF2-40B4-BE49-F238E27FC236}">
                  <a16:creationId xmlns:a16="http://schemas.microsoft.com/office/drawing/2014/main" id="{9C2C6C2B-3271-24CB-BDB6-1A8DFE8E027C}"/>
                </a:ext>
              </a:extLst>
            </p:cNvPr>
            <p:cNvSpPr/>
            <p:nvPr/>
          </p:nvSpPr>
          <p:spPr>
            <a:xfrm>
              <a:off x="2398526" y="1803106"/>
              <a:ext cx="4346947" cy="4346947"/>
            </a:xfrm>
            <a:prstGeom prst="circularArrow">
              <a:avLst>
                <a:gd name="adj1" fmla="val 3991"/>
                <a:gd name="adj2" fmla="val 250334"/>
                <a:gd name="adj3" fmla="val 9772989"/>
                <a:gd name="adj4" fmla="val 8183189"/>
                <a:gd name="adj5" fmla="val 4656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6619CE2-F470-4F77-8F75-FDA702D55127}"/>
                </a:ext>
              </a:extLst>
            </p:cNvPr>
            <p:cNvSpPr/>
            <p:nvPr/>
          </p:nvSpPr>
          <p:spPr>
            <a:xfrm>
              <a:off x="1890456" y="3522645"/>
              <a:ext cx="1415452" cy="889564"/>
            </a:xfrm>
            <a:custGeom>
              <a:avLst/>
              <a:gdLst>
                <a:gd name="csX0" fmla="*/ 0 w 889564"/>
                <a:gd name="csY0" fmla="*/ 0 h 889564"/>
                <a:gd name="csX1" fmla="*/ 889564 w 889564"/>
                <a:gd name="csY1" fmla="*/ 0 h 889564"/>
                <a:gd name="csX2" fmla="*/ 889564 w 889564"/>
                <a:gd name="csY2" fmla="*/ 889564 h 889564"/>
                <a:gd name="csX3" fmla="*/ 0 w 889564"/>
                <a:gd name="csY3" fmla="*/ 889564 h 889564"/>
                <a:gd name="csX4" fmla="*/ 0 w 889564"/>
                <a:gd name="csY4" fmla="*/ 0 h 889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89564" h="889564">
                  <a:moveTo>
                    <a:pt x="0" y="0"/>
                  </a:moveTo>
                  <a:lnTo>
                    <a:pt x="889564" y="0"/>
                  </a:lnTo>
                  <a:lnTo>
                    <a:pt x="889564" y="889564"/>
                  </a:lnTo>
                  <a:lnTo>
                    <a:pt x="0" y="88956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Designed for veterinary clinics and hospitals</a:t>
              </a:r>
            </a:p>
          </p:txBody>
        </p:sp>
        <p:sp>
          <p:nvSpPr>
            <p:cNvPr id="18" name="Circular Arrow 17">
              <a:extLst>
                <a:ext uri="{FF2B5EF4-FFF2-40B4-BE49-F238E27FC236}">
                  <a16:creationId xmlns:a16="http://schemas.microsoft.com/office/drawing/2014/main" id="{A9F5355A-F5ED-0405-F939-37F78625C2BE}"/>
                </a:ext>
              </a:extLst>
            </p:cNvPr>
            <p:cNvSpPr/>
            <p:nvPr/>
          </p:nvSpPr>
          <p:spPr>
            <a:xfrm>
              <a:off x="2398526" y="1803106"/>
              <a:ext cx="4346947" cy="4346947"/>
            </a:xfrm>
            <a:prstGeom prst="circularArrow">
              <a:avLst>
                <a:gd name="adj1" fmla="val 3991"/>
                <a:gd name="adj2" fmla="val 250334"/>
                <a:gd name="adj3" fmla="val 13166477"/>
                <a:gd name="adj4" fmla="val 11576677"/>
                <a:gd name="adj5" fmla="val 4656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29DC379-EEAE-2117-07D2-A2912A564EFE}"/>
                </a:ext>
              </a:extLst>
            </p:cNvPr>
            <p:cNvSpPr/>
            <p:nvPr/>
          </p:nvSpPr>
          <p:spPr>
            <a:xfrm>
              <a:off x="2883233" y="1803106"/>
              <a:ext cx="1415452" cy="889564"/>
            </a:xfrm>
            <a:custGeom>
              <a:avLst/>
              <a:gdLst>
                <a:gd name="csX0" fmla="*/ 0 w 889564"/>
                <a:gd name="csY0" fmla="*/ 0 h 889564"/>
                <a:gd name="csX1" fmla="*/ 889564 w 889564"/>
                <a:gd name="csY1" fmla="*/ 0 h 889564"/>
                <a:gd name="csX2" fmla="*/ 889564 w 889564"/>
                <a:gd name="csY2" fmla="*/ 889564 h 889564"/>
                <a:gd name="csX3" fmla="*/ 0 w 889564"/>
                <a:gd name="csY3" fmla="*/ 889564 h 889564"/>
                <a:gd name="csX4" fmla="*/ 0 w 889564"/>
                <a:gd name="csY4" fmla="*/ 0 h 889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89564" h="889564">
                  <a:moveTo>
                    <a:pt x="0" y="0"/>
                  </a:moveTo>
                  <a:lnTo>
                    <a:pt x="889564" y="0"/>
                  </a:lnTo>
                  <a:lnTo>
                    <a:pt x="889564" y="889564"/>
                  </a:lnTo>
                  <a:lnTo>
                    <a:pt x="0" y="88956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Focus: speed, reliability, and practical usability.</a:t>
              </a:r>
            </a:p>
          </p:txBody>
        </p:sp>
        <p:sp>
          <p:nvSpPr>
            <p:cNvPr id="20" name="Circular Arrow 19">
              <a:extLst>
                <a:ext uri="{FF2B5EF4-FFF2-40B4-BE49-F238E27FC236}">
                  <a16:creationId xmlns:a16="http://schemas.microsoft.com/office/drawing/2014/main" id="{4C511A83-1CC7-CCB4-1F1B-B6D036A3FC9B}"/>
                </a:ext>
              </a:extLst>
            </p:cNvPr>
            <p:cNvSpPr/>
            <p:nvPr/>
          </p:nvSpPr>
          <p:spPr>
            <a:xfrm>
              <a:off x="2398526" y="1803106"/>
              <a:ext cx="4346947" cy="4346947"/>
            </a:xfrm>
            <a:prstGeom prst="circularArrow">
              <a:avLst>
                <a:gd name="adj1" fmla="val 3991"/>
                <a:gd name="adj2" fmla="val 250334"/>
                <a:gd name="adj3" fmla="val 16910931"/>
                <a:gd name="adj4" fmla="val 15238736"/>
                <a:gd name="adj5" fmla="val 4656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</p:grpSp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784475A3-4F96-3E9C-E897-0AEC516D7C7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68932" y="5670116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Market Context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550FA5-DA5B-EA1A-F30C-D7BF5538B9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8645579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8875F60C-5872-8109-4D6E-A26334A733E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71918" y="5582125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Epidemiological Overview: Allergies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62A0FB-F645-DF8D-751F-69A737DD72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65532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DEB3B37F-CE7A-D1DC-A3C5-CE06A348E34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03554" y="44258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Epidemiological Overview: Viral Diseases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4A140F-3996-91BD-2198-86EA6C5649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722501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A621BE7D-0719-D49F-4FAA-869365F2A6F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71011" y="5924951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Why Rapid Tests Matter for Clinics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817CE0-4014-7013-FDE6-B1F6979BB0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15861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25CE185E-E8F0-5C22-CD5F-871C48739D89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71011" y="6013292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Market Opportunity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B30369-E382-AA4B-A24A-A337E5AB7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45074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391AC73A-45C4-63AF-67EE-9EED4362155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71011" y="6156405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Value Proposition for Veterinarians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E6DFC7-0571-D46B-9D27-9E4E8441E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08674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16B9FFD7-D802-D5C1-D1EB-611E0FF2B8D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71011" y="6013292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325</Words>
  <Application>Microsoft Macintosh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DIATECH Rapid Diagnostics for Companion Animals</vt:lpstr>
      <vt:lpstr>Company Overview</vt:lpstr>
      <vt:lpstr>Market Context</vt:lpstr>
      <vt:lpstr>Epidemiological Overview: Allergies</vt:lpstr>
      <vt:lpstr>Epidemiological Overview: Viral Diseases</vt:lpstr>
      <vt:lpstr>Why Rapid Tests Matter for Clinics</vt:lpstr>
      <vt:lpstr>Market Opportunity</vt:lpstr>
      <vt:lpstr>Value Proposition for Veterinarians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Jean-Claude Havaux - Brevo</cp:lastModifiedBy>
  <cp:revision>3</cp:revision>
  <dcterms:created xsi:type="dcterms:W3CDTF">2013-01-27T09:14:16Z</dcterms:created>
  <dcterms:modified xsi:type="dcterms:W3CDTF">2025-11-13T09:40:14Z</dcterms:modified>
  <cp:category/>
</cp:coreProperties>
</file>