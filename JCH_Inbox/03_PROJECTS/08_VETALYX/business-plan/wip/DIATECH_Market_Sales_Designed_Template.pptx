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00468C"/>
                </a:solidFill>
              </a:defRPr>
            </a:pPr>
            <a:r>
              <a:t>DIATECH – Market &amp; Sales Deck (Designed Template)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468C"/>
                </a:solidFill>
              </a:defRPr>
            </a:pPr>
            <a:r>
              <a:t>Market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468C"/>
                </a:solidFill>
              </a:defRPr>
            </a:pPr>
            <a:r>
              <a:t>Epidemiology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468C"/>
                </a:solidFill>
              </a:defRPr>
            </a:pPr>
            <a:r>
              <a:t>EU Market Opportunity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468C"/>
                </a:solidFill>
              </a:defRPr>
            </a:pPr>
            <a:r>
              <a:t>Competitive Landscape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468C"/>
                </a:solidFill>
              </a:defRPr>
            </a:pPr>
            <a:r>
              <a:t>Pricing Benchmarks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468C"/>
                </a:solidFill>
              </a:defRPr>
            </a:pPr>
            <a:r>
              <a:t>EU5 Prioritisation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468C"/>
                </a:solidFill>
              </a:defRPr>
            </a:pPr>
            <a:r>
              <a:t>France Focus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468C"/>
                </a:solidFill>
              </a:defRPr>
            </a:pPr>
            <a:r>
              <a:t>Italy Focus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468C"/>
                </a:solidFill>
              </a:defRPr>
            </a:pPr>
            <a:r>
              <a:t>Spain Focus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468C"/>
                </a:solidFill>
              </a:defRPr>
            </a:pPr>
            <a:r>
              <a:t>Germany Focus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468C"/>
                </a:solidFill>
              </a:defRPr>
            </a:pPr>
            <a:r>
              <a:t>Belgium Focus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468C"/>
                </a:solidFill>
              </a:defRPr>
            </a:pPr>
            <a:r>
              <a:t>Product Portfolio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468C"/>
                </a:solidFill>
              </a:defRPr>
            </a:pPr>
            <a:r>
              <a:t>Distribution Strategy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468C"/>
                </a:solidFill>
              </a:defRPr>
            </a:pPr>
            <a:r>
              <a:t>Marketing Strategy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468C"/>
                </a:solidFill>
              </a:defRPr>
            </a:pPr>
            <a:r>
              <a:t>Sales Funnel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468C"/>
                </a:solidFill>
              </a:defRPr>
            </a:pPr>
            <a:r>
              <a:t>Regulatory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468C"/>
                </a:solidFill>
              </a:defRPr>
            </a:pPr>
            <a:r>
              <a:t>Operational Roadmap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468C"/>
                </a:solidFill>
              </a:defRPr>
            </a:pPr>
            <a:r>
              <a:t>Recommendations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468C"/>
                </a:solidFill>
              </a:defRPr>
            </a:pPr>
            <a:r>
              <a:t>Closing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