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 snapToObjects="1">
      <p:cViewPr varScale="1">
        <p:scale>
          <a:sx n="106" d="100"/>
          <a:sy n="106" d="100"/>
        </p:scale>
        <p:origin x="2344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17.png"/><Relationship Id="rId7" Type="http://schemas.openxmlformats.org/officeDocument/2006/relationships/image" Target="../media/image35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1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17.png"/><Relationship Id="rId7" Type="http://schemas.openxmlformats.org/officeDocument/2006/relationships/image" Target="../media/image35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1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ADFE6C-2992-46C7-926C-8890C2AC585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21BE339-AB84-4278-BC86-D82614D5E7AA}">
      <dgm:prSet/>
      <dgm:spPr/>
      <dgm:t>
        <a:bodyPr/>
        <a:lstStyle/>
        <a:p>
          <a:r>
            <a:rPr lang="en-US"/>
            <a:t>Primary Market: Veterinary Clinics</a:t>
          </a:r>
        </a:p>
      </dgm:t>
    </dgm:pt>
    <dgm:pt modelId="{C14FD249-D47F-44CC-9CB5-003453C36B18}" type="parTrans" cxnId="{66905054-3BF3-4E1B-87AC-459B9B5A4935}">
      <dgm:prSet/>
      <dgm:spPr/>
      <dgm:t>
        <a:bodyPr/>
        <a:lstStyle/>
        <a:p>
          <a:endParaRPr lang="en-US"/>
        </a:p>
      </dgm:t>
    </dgm:pt>
    <dgm:pt modelId="{84AEB48B-E5D7-4DAD-85E2-E35D928726F2}" type="sibTrans" cxnId="{66905054-3BF3-4E1B-87AC-459B9B5A4935}">
      <dgm:prSet/>
      <dgm:spPr/>
      <dgm:t>
        <a:bodyPr/>
        <a:lstStyle/>
        <a:p>
          <a:endParaRPr lang="en-US"/>
        </a:p>
      </dgm:t>
    </dgm:pt>
    <dgm:pt modelId="{66ABD60E-5D58-4C08-8D6D-95CF9971404E}">
      <dgm:prSet/>
      <dgm:spPr/>
      <dgm:t>
        <a:bodyPr/>
        <a:lstStyle/>
        <a:p>
          <a:r>
            <a:rPr lang="en-US" dirty="0"/>
            <a:t>Technology: Easy-to-use rapid tests (Dot / Lateral Flow)</a:t>
          </a:r>
        </a:p>
      </dgm:t>
    </dgm:pt>
    <dgm:pt modelId="{962E6A6E-A75B-465B-B675-DE4ECF8B1B7B}" type="parTrans" cxnId="{E3B3181E-E2E0-48F1-AC53-79CDB6BF7932}">
      <dgm:prSet/>
      <dgm:spPr/>
      <dgm:t>
        <a:bodyPr/>
        <a:lstStyle/>
        <a:p>
          <a:endParaRPr lang="en-US"/>
        </a:p>
      </dgm:t>
    </dgm:pt>
    <dgm:pt modelId="{DD5E70EA-2C01-42DA-83A4-F1F1C4608584}" type="sibTrans" cxnId="{E3B3181E-E2E0-48F1-AC53-79CDB6BF7932}">
      <dgm:prSet/>
      <dgm:spPr/>
      <dgm:t>
        <a:bodyPr/>
        <a:lstStyle/>
        <a:p>
          <a:endParaRPr lang="en-US"/>
        </a:p>
      </dgm:t>
    </dgm:pt>
    <dgm:pt modelId="{79735291-749D-4C3B-984C-FC1ADABE95EB}">
      <dgm:prSet/>
      <dgm:spPr/>
      <dgm:t>
        <a:bodyPr/>
        <a:lstStyle/>
        <a:p>
          <a:r>
            <a:rPr lang="en-US"/>
            <a:t>Objective: Market entry strategy for the French veterinary market</a:t>
          </a:r>
        </a:p>
      </dgm:t>
    </dgm:pt>
    <dgm:pt modelId="{CB13DB1B-AD12-4108-8982-A6B61060F373}" type="parTrans" cxnId="{F92C0FA9-769B-46A5-85F1-9B730DA1D749}">
      <dgm:prSet/>
      <dgm:spPr/>
      <dgm:t>
        <a:bodyPr/>
        <a:lstStyle/>
        <a:p>
          <a:endParaRPr lang="en-US"/>
        </a:p>
      </dgm:t>
    </dgm:pt>
    <dgm:pt modelId="{7653100C-FAE0-4C08-B37B-987EA3C070EF}" type="sibTrans" cxnId="{F92C0FA9-769B-46A5-85F1-9B730DA1D749}">
      <dgm:prSet/>
      <dgm:spPr/>
      <dgm:t>
        <a:bodyPr/>
        <a:lstStyle/>
        <a:p>
          <a:endParaRPr lang="en-US"/>
        </a:p>
      </dgm:t>
    </dgm:pt>
    <dgm:pt modelId="{EB478719-8D74-4AEA-9614-C1C7237180DA}">
      <dgm:prSet/>
      <dgm:spPr/>
      <dgm:t>
        <a:bodyPr/>
        <a:lstStyle/>
        <a:p>
          <a:r>
            <a:rPr lang="en-US"/>
            <a:t>Target audience: Chinese investors &amp; board members</a:t>
          </a:r>
        </a:p>
      </dgm:t>
    </dgm:pt>
    <dgm:pt modelId="{EA127B2C-5709-4CA0-BAA7-D4CFAA9279E8}" type="parTrans" cxnId="{A6ADA5C8-9008-48E6-99D2-4EA6BB2AAB80}">
      <dgm:prSet/>
      <dgm:spPr/>
      <dgm:t>
        <a:bodyPr/>
        <a:lstStyle/>
        <a:p>
          <a:endParaRPr lang="en-US"/>
        </a:p>
      </dgm:t>
    </dgm:pt>
    <dgm:pt modelId="{B6653FC7-3ED8-441D-AA4F-5D9C80648697}" type="sibTrans" cxnId="{A6ADA5C8-9008-48E6-99D2-4EA6BB2AAB80}">
      <dgm:prSet/>
      <dgm:spPr/>
      <dgm:t>
        <a:bodyPr/>
        <a:lstStyle/>
        <a:p>
          <a:endParaRPr lang="en-US"/>
        </a:p>
      </dgm:t>
    </dgm:pt>
    <dgm:pt modelId="{0A3EABDD-2835-4467-A553-6C8D569531F3}" type="pres">
      <dgm:prSet presAssocID="{78ADFE6C-2992-46C7-926C-8890C2AC585B}" presName="root" presStyleCnt="0">
        <dgm:presLayoutVars>
          <dgm:dir/>
          <dgm:resizeHandles val="exact"/>
        </dgm:presLayoutVars>
      </dgm:prSet>
      <dgm:spPr/>
    </dgm:pt>
    <dgm:pt modelId="{F69085A8-80F4-467F-A3FD-D15E037B8330}" type="pres">
      <dgm:prSet presAssocID="{D21BE339-AB84-4278-BC86-D82614D5E7AA}" presName="compNode" presStyleCnt="0"/>
      <dgm:spPr/>
    </dgm:pt>
    <dgm:pt modelId="{D3FFFFEB-512D-4893-8805-47C919B1BC43}" type="pres">
      <dgm:prSet presAssocID="{D21BE339-AB84-4278-BC86-D82614D5E7A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C0E57BA3-5A4B-4091-A1EA-5451927EC230}" type="pres">
      <dgm:prSet presAssocID="{D21BE339-AB84-4278-BC86-D82614D5E7AA}" presName="spaceRect" presStyleCnt="0"/>
      <dgm:spPr/>
    </dgm:pt>
    <dgm:pt modelId="{2252691F-2847-44F6-BBF2-52B794B34DF9}" type="pres">
      <dgm:prSet presAssocID="{D21BE339-AB84-4278-BC86-D82614D5E7AA}" presName="textRect" presStyleLbl="revTx" presStyleIdx="0" presStyleCnt="4">
        <dgm:presLayoutVars>
          <dgm:chMax val="1"/>
          <dgm:chPref val="1"/>
        </dgm:presLayoutVars>
      </dgm:prSet>
      <dgm:spPr/>
    </dgm:pt>
    <dgm:pt modelId="{1BA353E1-0EF3-45E2-B952-65D97110F90F}" type="pres">
      <dgm:prSet presAssocID="{84AEB48B-E5D7-4DAD-85E2-E35D928726F2}" presName="sibTrans" presStyleCnt="0"/>
      <dgm:spPr/>
    </dgm:pt>
    <dgm:pt modelId="{FA615F68-4CF6-4330-89F2-A68558E3D37E}" type="pres">
      <dgm:prSet presAssocID="{66ABD60E-5D58-4C08-8D6D-95CF9971404E}" presName="compNode" presStyleCnt="0"/>
      <dgm:spPr/>
    </dgm:pt>
    <dgm:pt modelId="{A65644A0-D180-4E33-9A9F-FE5185D73E4D}" type="pres">
      <dgm:prSet presAssocID="{66ABD60E-5D58-4C08-8D6D-95CF9971404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ACF5EACF-7A64-459E-A360-C29E8C77FD4D}" type="pres">
      <dgm:prSet presAssocID="{66ABD60E-5D58-4C08-8D6D-95CF9971404E}" presName="spaceRect" presStyleCnt="0"/>
      <dgm:spPr/>
    </dgm:pt>
    <dgm:pt modelId="{D0D3AA38-BFCD-4AF0-9A1B-5798A4978BA2}" type="pres">
      <dgm:prSet presAssocID="{66ABD60E-5D58-4C08-8D6D-95CF9971404E}" presName="textRect" presStyleLbl="revTx" presStyleIdx="1" presStyleCnt="4">
        <dgm:presLayoutVars>
          <dgm:chMax val="1"/>
          <dgm:chPref val="1"/>
        </dgm:presLayoutVars>
      </dgm:prSet>
      <dgm:spPr/>
    </dgm:pt>
    <dgm:pt modelId="{76B5CB55-4BC1-4F41-8D77-AFB9450DE0C7}" type="pres">
      <dgm:prSet presAssocID="{DD5E70EA-2C01-42DA-83A4-F1F1C4608584}" presName="sibTrans" presStyleCnt="0"/>
      <dgm:spPr/>
    </dgm:pt>
    <dgm:pt modelId="{5E454DC9-6D25-4122-9809-5627B99185C7}" type="pres">
      <dgm:prSet presAssocID="{79735291-749D-4C3B-984C-FC1ADABE95EB}" presName="compNode" presStyleCnt="0"/>
      <dgm:spPr/>
    </dgm:pt>
    <dgm:pt modelId="{94030E10-6783-4B12-A220-C9D1C8A3E808}" type="pres">
      <dgm:prSet presAssocID="{79735291-749D-4C3B-984C-FC1ADABE95E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26A57566-A523-4909-84B0-E9346C17DADB}" type="pres">
      <dgm:prSet presAssocID="{79735291-749D-4C3B-984C-FC1ADABE95EB}" presName="spaceRect" presStyleCnt="0"/>
      <dgm:spPr/>
    </dgm:pt>
    <dgm:pt modelId="{3382E86E-D3E6-4ABE-B8CA-06F6DD79D765}" type="pres">
      <dgm:prSet presAssocID="{79735291-749D-4C3B-984C-FC1ADABE95EB}" presName="textRect" presStyleLbl="revTx" presStyleIdx="2" presStyleCnt="4">
        <dgm:presLayoutVars>
          <dgm:chMax val="1"/>
          <dgm:chPref val="1"/>
        </dgm:presLayoutVars>
      </dgm:prSet>
      <dgm:spPr/>
    </dgm:pt>
    <dgm:pt modelId="{A21CB6F9-4428-4D69-8ABB-B911C213B60B}" type="pres">
      <dgm:prSet presAssocID="{7653100C-FAE0-4C08-B37B-987EA3C070EF}" presName="sibTrans" presStyleCnt="0"/>
      <dgm:spPr/>
    </dgm:pt>
    <dgm:pt modelId="{7DE14B70-2E12-4ACE-B413-61D42DE8C8CA}" type="pres">
      <dgm:prSet presAssocID="{EB478719-8D74-4AEA-9614-C1C7237180DA}" presName="compNode" presStyleCnt="0"/>
      <dgm:spPr/>
    </dgm:pt>
    <dgm:pt modelId="{67C5FFD2-8918-47E5-92E8-79F83A86B9F3}" type="pres">
      <dgm:prSet presAssocID="{EB478719-8D74-4AEA-9614-C1C7237180D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4EEF2BF8-8FB9-4CD1-8F70-DA4C7889E79C}" type="pres">
      <dgm:prSet presAssocID="{EB478719-8D74-4AEA-9614-C1C7237180DA}" presName="spaceRect" presStyleCnt="0"/>
      <dgm:spPr/>
    </dgm:pt>
    <dgm:pt modelId="{8D20458A-4318-4547-8EE8-94E5E86D18D8}" type="pres">
      <dgm:prSet presAssocID="{EB478719-8D74-4AEA-9614-C1C7237180D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6011308-0D7E-4574-87BB-44F584A7AF45}" type="presOf" srcId="{78ADFE6C-2992-46C7-926C-8890C2AC585B}" destId="{0A3EABDD-2835-4467-A553-6C8D569531F3}" srcOrd="0" destOrd="0" presId="urn:microsoft.com/office/officeart/2018/2/layout/IconLabelList"/>
    <dgm:cxn modelId="{E3B3181E-E2E0-48F1-AC53-79CDB6BF7932}" srcId="{78ADFE6C-2992-46C7-926C-8890C2AC585B}" destId="{66ABD60E-5D58-4C08-8D6D-95CF9971404E}" srcOrd="1" destOrd="0" parTransId="{962E6A6E-A75B-465B-B675-DE4ECF8B1B7B}" sibTransId="{DD5E70EA-2C01-42DA-83A4-F1F1C4608584}"/>
    <dgm:cxn modelId="{01FAB632-793B-4C4F-BDD1-38C7973165D4}" type="presOf" srcId="{79735291-749D-4C3B-984C-FC1ADABE95EB}" destId="{3382E86E-D3E6-4ABE-B8CA-06F6DD79D765}" srcOrd="0" destOrd="0" presId="urn:microsoft.com/office/officeart/2018/2/layout/IconLabelList"/>
    <dgm:cxn modelId="{66905054-3BF3-4E1B-87AC-459B9B5A4935}" srcId="{78ADFE6C-2992-46C7-926C-8890C2AC585B}" destId="{D21BE339-AB84-4278-BC86-D82614D5E7AA}" srcOrd="0" destOrd="0" parTransId="{C14FD249-D47F-44CC-9CB5-003453C36B18}" sibTransId="{84AEB48B-E5D7-4DAD-85E2-E35D928726F2}"/>
    <dgm:cxn modelId="{A4E3C565-8006-4749-8491-2171717DC593}" type="presOf" srcId="{D21BE339-AB84-4278-BC86-D82614D5E7AA}" destId="{2252691F-2847-44F6-BBF2-52B794B34DF9}" srcOrd="0" destOrd="0" presId="urn:microsoft.com/office/officeart/2018/2/layout/IconLabelList"/>
    <dgm:cxn modelId="{43E4A6A6-9293-4394-B0C2-377660AC5AE3}" type="presOf" srcId="{66ABD60E-5D58-4C08-8D6D-95CF9971404E}" destId="{D0D3AA38-BFCD-4AF0-9A1B-5798A4978BA2}" srcOrd="0" destOrd="0" presId="urn:microsoft.com/office/officeart/2018/2/layout/IconLabelList"/>
    <dgm:cxn modelId="{F92C0FA9-769B-46A5-85F1-9B730DA1D749}" srcId="{78ADFE6C-2992-46C7-926C-8890C2AC585B}" destId="{79735291-749D-4C3B-984C-FC1ADABE95EB}" srcOrd="2" destOrd="0" parTransId="{CB13DB1B-AD12-4108-8982-A6B61060F373}" sibTransId="{7653100C-FAE0-4C08-B37B-987EA3C070EF}"/>
    <dgm:cxn modelId="{8EB7D4BB-92B5-45F6-A837-8B83C11CB896}" type="presOf" srcId="{EB478719-8D74-4AEA-9614-C1C7237180DA}" destId="{8D20458A-4318-4547-8EE8-94E5E86D18D8}" srcOrd="0" destOrd="0" presId="urn:microsoft.com/office/officeart/2018/2/layout/IconLabelList"/>
    <dgm:cxn modelId="{A6ADA5C8-9008-48E6-99D2-4EA6BB2AAB80}" srcId="{78ADFE6C-2992-46C7-926C-8890C2AC585B}" destId="{EB478719-8D74-4AEA-9614-C1C7237180DA}" srcOrd="3" destOrd="0" parTransId="{EA127B2C-5709-4CA0-BAA7-D4CFAA9279E8}" sibTransId="{B6653FC7-3ED8-441D-AA4F-5D9C80648697}"/>
    <dgm:cxn modelId="{9F099C9D-A091-4222-823A-0951836E6C71}" type="presParOf" srcId="{0A3EABDD-2835-4467-A553-6C8D569531F3}" destId="{F69085A8-80F4-467F-A3FD-D15E037B8330}" srcOrd="0" destOrd="0" presId="urn:microsoft.com/office/officeart/2018/2/layout/IconLabelList"/>
    <dgm:cxn modelId="{CA0E56A6-B6C4-4204-8796-7949921D2B2F}" type="presParOf" srcId="{F69085A8-80F4-467F-A3FD-D15E037B8330}" destId="{D3FFFFEB-512D-4893-8805-47C919B1BC43}" srcOrd="0" destOrd="0" presId="urn:microsoft.com/office/officeart/2018/2/layout/IconLabelList"/>
    <dgm:cxn modelId="{BAC385B0-89B0-4EB1-97C4-4520C8C2BE7B}" type="presParOf" srcId="{F69085A8-80F4-467F-A3FD-D15E037B8330}" destId="{C0E57BA3-5A4B-4091-A1EA-5451927EC230}" srcOrd="1" destOrd="0" presId="urn:microsoft.com/office/officeart/2018/2/layout/IconLabelList"/>
    <dgm:cxn modelId="{B91F944C-FD5E-4E1E-BCC4-2BF2E33FCBD2}" type="presParOf" srcId="{F69085A8-80F4-467F-A3FD-D15E037B8330}" destId="{2252691F-2847-44F6-BBF2-52B794B34DF9}" srcOrd="2" destOrd="0" presId="urn:microsoft.com/office/officeart/2018/2/layout/IconLabelList"/>
    <dgm:cxn modelId="{B727BA28-6392-4C1D-9C6F-D904FDB4DCBF}" type="presParOf" srcId="{0A3EABDD-2835-4467-A553-6C8D569531F3}" destId="{1BA353E1-0EF3-45E2-B952-65D97110F90F}" srcOrd="1" destOrd="0" presId="urn:microsoft.com/office/officeart/2018/2/layout/IconLabelList"/>
    <dgm:cxn modelId="{9EF054B9-84B3-471F-8C2E-D7D775BCCE9E}" type="presParOf" srcId="{0A3EABDD-2835-4467-A553-6C8D569531F3}" destId="{FA615F68-4CF6-4330-89F2-A68558E3D37E}" srcOrd="2" destOrd="0" presId="urn:microsoft.com/office/officeart/2018/2/layout/IconLabelList"/>
    <dgm:cxn modelId="{5EC69E9C-F069-43B7-9BEE-904403DD487C}" type="presParOf" srcId="{FA615F68-4CF6-4330-89F2-A68558E3D37E}" destId="{A65644A0-D180-4E33-9A9F-FE5185D73E4D}" srcOrd="0" destOrd="0" presId="urn:microsoft.com/office/officeart/2018/2/layout/IconLabelList"/>
    <dgm:cxn modelId="{182F5C37-F464-498E-9DEB-FE957C1EBA47}" type="presParOf" srcId="{FA615F68-4CF6-4330-89F2-A68558E3D37E}" destId="{ACF5EACF-7A64-459E-A360-C29E8C77FD4D}" srcOrd="1" destOrd="0" presId="urn:microsoft.com/office/officeart/2018/2/layout/IconLabelList"/>
    <dgm:cxn modelId="{30B85729-2E98-466D-94AA-94A23A14745C}" type="presParOf" srcId="{FA615F68-4CF6-4330-89F2-A68558E3D37E}" destId="{D0D3AA38-BFCD-4AF0-9A1B-5798A4978BA2}" srcOrd="2" destOrd="0" presId="urn:microsoft.com/office/officeart/2018/2/layout/IconLabelList"/>
    <dgm:cxn modelId="{380A332E-E54B-4BF2-8C32-4D6C9949BCA2}" type="presParOf" srcId="{0A3EABDD-2835-4467-A553-6C8D569531F3}" destId="{76B5CB55-4BC1-4F41-8D77-AFB9450DE0C7}" srcOrd="3" destOrd="0" presId="urn:microsoft.com/office/officeart/2018/2/layout/IconLabelList"/>
    <dgm:cxn modelId="{5172D800-D645-48EB-9E03-105AD4A4AECD}" type="presParOf" srcId="{0A3EABDD-2835-4467-A553-6C8D569531F3}" destId="{5E454DC9-6D25-4122-9809-5627B99185C7}" srcOrd="4" destOrd="0" presId="urn:microsoft.com/office/officeart/2018/2/layout/IconLabelList"/>
    <dgm:cxn modelId="{B389824A-3D15-43DF-9A4B-0E1285E6FEF9}" type="presParOf" srcId="{5E454DC9-6D25-4122-9809-5627B99185C7}" destId="{94030E10-6783-4B12-A220-C9D1C8A3E808}" srcOrd="0" destOrd="0" presId="urn:microsoft.com/office/officeart/2018/2/layout/IconLabelList"/>
    <dgm:cxn modelId="{E12C8399-8489-4EBD-989B-629FCCEADCE9}" type="presParOf" srcId="{5E454DC9-6D25-4122-9809-5627B99185C7}" destId="{26A57566-A523-4909-84B0-E9346C17DADB}" srcOrd="1" destOrd="0" presId="urn:microsoft.com/office/officeart/2018/2/layout/IconLabelList"/>
    <dgm:cxn modelId="{24A3BA2A-514B-473D-A88D-E78E02BCFEC2}" type="presParOf" srcId="{5E454DC9-6D25-4122-9809-5627B99185C7}" destId="{3382E86E-D3E6-4ABE-B8CA-06F6DD79D765}" srcOrd="2" destOrd="0" presId="urn:microsoft.com/office/officeart/2018/2/layout/IconLabelList"/>
    <dgm:cxn modelId="{79B12C5C-C178-40A0-9402-5823C3B1429A}" type="presParOf" srcId="{0A3EABDD-2835-4467-A553-6C8D569531F3}" destId="{A21CB6F9-4428-4D69-8ABB-B911C213B60B}" srcOrd="5" destOrd="0" presId="urn:microsoft.com/office/officeart/2018/2/layout/IconLabelList"/>
    <dgm:cxn modelId="{7F62D923-B07C-4AE4-A63C-DF29EE605C38}" type="presParOf" srcId="{0A3EABDD-2835-4467-A553-6C8D569531F3}" destId="{7DE14B70-2E12-4ACE-B413-61D42DE8C8CA}" srcOrd="6" destOrd="0" presId="urn:microsoft.com/office/officeart/2018/2/layout/IconLabelList"/>
    <dgm:cxn modelId="{F07FD625-0009-43FE-A82C-A80EEC319DB9}" type="presParOf" srcId="{7DE14B70-2E12-4ACE-B413-61D42DE8C8CA}" destId="{67C5FFD2-8918-47E5-92E8-79F83A86B9F3}" srcOrd="0" destOrd="0" presId="urn:microsoft.com/office/officeart/2018/2/layout/IconLabelList"/>
    <dgm:cxn modelId="{D697EC5E-6312-47D7-A248-0176AB246D34}" type="presParOf" srcId="{7DE14B70-2E12-4ACE-B413-61D42DE8C8CA}" destId="{4EEF2BF8-8FB9-4CD1-8F70-DA4C7889E79C}" srcOrd="1" destOrd="0" presId="urn:microsoft.com/office/officeart/2018/2/layout/IconLabelList"/>
    <dgm:cxn modelId="{D4B42964-9CE1-4EDC-9AC8-AB81A5177523}" type="presParOf" srcId="{7DE14B70-2E12-4ACE-B413-61D42DE8C8CA}" destId="{8D20458A-4318-4547-8EE8-94E5E86D18D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6F7C82-ED92-45D6-8515-1E8E2A510B7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95867BF-DA29-4CE9-B66A-60A9999D42CC}">
      <dgm:prSet custT="1"/>
      <dgm:spPr/>
      <dgm:t>
        <a:bodyPr/>
        <a:lstStyle/>
        <a:p>
          <a:r>
            <a:rPr lang="en-US" sz="1800" dirty="0"/>
            <a:t>France has 7.6M dogs and 15.1M cats (FACCO-Kantar 2024).</a:t>
          </a:r>
        </a:p>
      </dgm:t>
    </dgm:pt>
    <dgm:pt modelId="{97836560-9F15-445C-84B3-D225684A9209}" type="parTrans" cxnId="{15561746-6050-4BBE-A4C8-A657AA4B4E92}">
      <dgm:prSet/>
      <dgm:spPr/>
      <dgm:t>
        <a:bodyPr/>
        <a:lstStyle/>
        <a:p>
          <a:endParaRPr lang="en-US" sz="2800"/>
        </a:p>
      </dgm:t>
    </dgm:pt>
    <dgm:pt modelId="{54D4C72A-EFA7-4A8C-B628-B1E094011996}" type="sibTrans" cxnId="{15561746-6050-4BBE-A4C8-A657AA4B4E92}">
      <dgm:prSet/>
      <dgm:spPr/>
      <dgm:t>
        <a:bodyPr/>
        <a:lstStyle/>
        <a:p>
          <a:endParaRPr lang="en-US" sz="2800"/>
        </a:p>
      </dgm:t>
    </dgm:pt>
    <dgm:pt modelId="{B31623F4-E9EC-48E2-9DA7-3E5518959285}">
      <dgm:prSet custT="1"/>
      <dgm:spPr/>
      <dgm:t>
        <a:bodyPr/>
        <a:lstStyle/>
        <a:p>
          <a:r>
            <a:rPr lang="en-US" sz="1800" dirty="0"/>
            <a:t>~7,500 veterinary clinics nationwide.</a:t>
          </a:r>
        </a:p>
      </dgm:t>
    </dgm:pt>
    <dgm:pt modelId="{079B9EE9-8A52-4A27-8666-2E857E8E6300}" type="parTrans" cxnId="{7ACB735C-2584-4BB7-9E00-67115812D7EF}">
      <dgm:prSet/>
      <dgm:spPr/>
      <dgm:t>
        <a:bodyPr/>
        <a:lstStyle/>
        <a:p>
          <a:endParaRPr lang="en-US" sz="2800"/>
        </a:p>
      </dgm:t>
    </dgm:pt>
    <dgm:pt modelId="{022E2A51-5629-492E-9709-954E0B562708}" type="sibTrans" cxnId="{7ACB735C-2584-4BB7-9E00-67115812D7EF}">
      <dgm:prSet/>
      <dgm:spPr/>
      <dgm:t>
        <a:bodyPr/>
        <a:lstStyle/>
        <a:p>
          <a:endParaRPr lang="en-US" sz="2800"/>
        </a:p>
      </dgm:t>
    </dgm:pt>
    <dgm:pt modelId="{9DE3CC2C-2C72-44B7-B3F9-41979616BF62}">
      <dgm:prSet custT="1"/>
      <dgm:spPr/>
      <dgm:t>
        <a:bodyPr/>
        <a:lstStyle/>
        <a:p>
          <a:r>
            <a:rPr lang="en-US" sz="1800"/>
            <a:t>Veterinary diagnostic market: €250M (+8% YoY).</a:t>
          </a:r>
        </a:p>
      </dgm:t>
    </dgm:pt>
    <dgm:pt modelId="{C66E6ECA-E0B1-4321-AB0C-B61A278E6903}" type="parTrans" cxnId="{A97FE64D-9C61-4168-B30A-947E3FE5EEA3}">
      <dgm:prSet/>
      <dgm:spPr/>
      <dgm:t>
        <a:bodyPr/>
        <a:lstStyle/>
        <a:p>
          <a:endParaRPr lang="en-US" sz="2800"/>
        </a:p>
      </dgm:t>
    </dgm:pt>
    <dgm:pt modelId="{EA0B3800-5B81-4D92-BF3A-4E03F7437D3A}" type="sibTrans" cxnId="{A97FE64D-9C61-4168-B30A-947E3FE5EEA3}">
      <dgm:prSet/>
      <dgm:spPr/>
      <dgm:t>
        <a:bodyPr/>
        <a:lstStyle/>
        <a:p>
          <a:endParaRPr lang="en-US" sz="2800"/>
        </a:p>
      </dgm:t>
    </dgm:pt>
    <dgm:pt modelId="{9D1220BC-AC0C-42BC-BBBD-796F65436DCD}">
      <dgm:prSet custT="1"/>
      <dgm:spPr/>
      <dgm:t>
        <a:bodyPr/>
        <a:lstStyle/>
        <a:p>
          <a:r>
            <a:rPr lang="en-US" sz="1800"/>
            <a:t>Allergy testing segment: €10–12M, underdeveloped and growing fast.</a:t>
          </a:r>
        </a:p>
      </dgm:t>
    </dgm:pt>
    <dgm:pt modelId="{8EA7CBBD-E823-4BCD-B389-4C5F002C5160}" type="parTrans" cxnId="{AECEC5CC-3AF5-4409-BB3B-6BFD0D89938A}">
      <dgm:prSet/>
      <dgm:spPr/>
      <dgm:t>
        <a:bodyPr/>
        <a:lstStyle/>
        <a:p>
          <a:endParaRPr lang="en-US" sz="2800"/>
        </a:p>
      </dgm:t>
    </dgm:pt>
    <dgm:pt modelId="{20B23625-0FC0-4F3D-8CD9-880A8CEBC390}" type="sibTrans" cxnId="{AECEC5CC-3AF5-4409-BB3B-6BFD0D89938A}">
      <dgm:prSet/>
      <dgm:spPr/>
      <dgm:t>
        <a:bodyPr/>
        <a:lstStyle/>
        <a:p>
          <a:endParaRPr lang="en-US" sz="2800"/>
        </a:p>
      </dgm:t>
    </dgm:pt>
    <dgm:pt modelId="{509FB8C4-E772-4212-A51A-96DE712BCF89}" type="pres">
      <dgm:prSet presAssocID="{346F7C82-ED92-45D6-8515-1E8E2A510B74}" presName="root" presStyleCnt="0">
        <dgm:presLayoutVars>
          <dgm:dir/>
          <dgm:resizeHandles val="exact"/>
        </dgm:presLayoutVars>
      </dgm:prSet>
      <dgm:spPr/>
    </dgm:pt>
    <dgm:pt modelId="{1FBBD5BC-DB82-4610-BBED-1CBD5D3AED44}" type="pres">
      <dgm:prSet presAssocID="{F95867BF-DA29-4CE9-B66A-60A9999D42CC}" presName="compNode" presStyleCnt="0"/>
      <dgm:spPr/>
    </dgm:pt>
    <dgm:pt modelId="{6DDE902D-E2B3-403F-B82E-C3778D898710}" type="pres">
      <dgm:prSet presAssocID="{F95867BF-DA29-4CE9-B66A-60A9999D42C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96C76C9A-05A1-4E4F-9258-5340B87DAA2D}" type="pres">
      <dgm:prSet presAssocID="{F95867BF-DA29-4CE9-B66A-60A9999D42CC}" presName="spaceRect" presStyleCnt="0"/>
      <dgm:spPr/>
    </dgm:pt>
    <dgm:pt modelId="{3FE437A3-A91B-4DD5-B580-F1FECD0148C7}" type="pres">
      <dgm:prSet presAssocID="{F95867BF-DA29-4CE9-B66A-60A9999D42CC}" presName="textRect" presStyleLbl="revTx" presStyleIdx="0" presStyleCnt="4">
        <dgm:presLayoutVars>
          <dgm:chMax val="1"/>
          <dgm:chPref val="1"/>
        </dgm:presLayoutVars>
      </dgm:prSet>
      <dgm:spPr/>
    </dgm:pt>
    <dgm:pt modelId="{15B074CC-8A17-48A7-94F8-A57994D14492}" type="pres">
      <dgm:prSet presAssocID="{54D4C72A-EFA7-4A8C-B628-B1E094011996}" presName="sibTrans" presStyleCnt="0"/>
      <dgm:spPr/>
    </dgm:pt>
    <dgm:pt modelId="{B490720F-6EA2-493C-B16C-5C1AA6DDCD09}" type="pres">
      <dgm:prSet presAssocID="{B31623F4-E9EC-48E2-9DA7-3E5518959285}" presName="compNode" presStyleCnt="0"/>
      <dgm:spPr/>
    </dgm:pt>
    <dgm:pt modelId="{9BDD1719-102F-4AB8-ABA0-C55D6558C12F}" type="pres">
      <dgm:prSet presAssocID="{B31623F4-E9EC-48E2-9DA7-3E551895928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4AE03D89-36CA-4AF3-8FA6-A4FE817DA87E}" type="pres">
      <dgm:prSet presAssocID="{B31623F4-E9EC-48E2-9DA7-3E5518959285}" presName="spaceRect" presStyleCnt="0"/>
      <dgm:spPr/>
    </dgm:pt>
    <dgm:pt modelId="{C68CF4FB-780E-457F-968D-7632ACEC3B66}" type="pres">
      <dgm:prSet presAssocID="{B31623F4-E9EC-48E2-9DA7-3E5518959285}" presName="textRect" presStyleLbl="revTx" presStyleIdx="1" presStyleCnt="4">
        <dgm:presLayoutVars>
          <dgm:chMax val="1"/>
          <dgm:chPref val="1"/>
        </dgm:presLayoutVars>
      </dgm:prSet>
      <dgm:spPr/>
    </dgm:pt>
    <dgm:pt modelId="{9C2C202A-9D33-4486-99B1-91476E16A9B3}" type="pres">
      <dgm:prSet presAssocID="{022E2A51-5629-492E-9709-954E0B562708}" presName="sibTrans" presStyleCnt="0"/>
      <dgm:spPr/>
    </dgm:pt>
    <dgm:pt modelId="{60F6FE75-0369-477D-A67F-5A85032BEA0D}" type="pres">
      <dgm:prSet presAssocID="{9DE3CC2C-2C72-44B7-B3F9-41979616BF62}" presName="compNode" presStyleCnt="0"/>
      <dgm:spPr/>
    </dgm:pt>
    <dgm:pt modelId="{2E3CB12C-47A1-4297-95A5-56E821411FC3}" type="pres">
      <dgm:prSet presAssocID="{9DE3CC2C-2C72-44B7-B3F9-41979616BF6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"/>
        </a:ext>
      </dgm:extLst>
    </dgm:pt>
    <dgm:pt modelId="{2B0A535B-F34B-44F6-B091-25AC59CDA73B}" type="pres">
      <dgm:prSet presAssocID="{9DE3CC2C-2C72-44B7-B3F9-41979616BF62}" presName="spaceRect" presStyleCnt="0"/>
      <dgm:spPr/>
    </dgm:pt>
    <dgm:pt modelId="{60F54BB4-50C5-4961-BE3A-674E13C1BDED}" type="pres">
      <dgm:prSet presAssocID="{9DE3CC2C-2C72-44B7-B3F9-41979616BF62}" presName="textRect" presStyleLbl="revTx" presStyleIdx="2" presStyleCnt="4">
        <dgm:presLayoutVars>
          <dgm:chMax val="1"/>
          <dgm:chPref val="1"/>
        </dgm:presLayoutVars>
      </dgm:prSet>
      <dgm:spPr/>
    </dgm:pt>
    <dgm:pt modelId="{838EF408-20EC-419D-B67D-961A3C199D0F}" type="pres">
      <dgm:prSet presAssocID="{EA0B3800-5B81-4D92-BF3A-4E03F7437D3A}" presName="sibTrans" presStyleCnt="0"/>
      <dgm:spPr/>
    </dgm:pt>
    <dgm:pt modelId="{1B09F122-AD1F-44E4-B012-11EAF32DE7E5}" type="pres">
      <dgm:prSet presAssocID="{9D1220BC-AC0C-42BC-BBBD-796F65436DCD}" presName="compNode" presStyleCnt="0"/>
      <dgm:spPr/>
    </dgm:pt>
    <dgm:pt modelId="{75317709-C9FD-4FE1-A764-A299D900A0AC}" type="pres">
      <dgm:prSet presAssocID="{9D1220BC-AC0C-42BC-BBBD-796F65436DC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F6E9081F-1EA9-4FE1-A576-2755D8AD7364}" type="pres">
      <dgm:prSet presAssocID="{9D1220BC-AC0C-42BC-BBBD-796F65436DCD}" presName="spaceRect" presStyleCnt="0"/>
      <dgm:spPr/>
    </dgm:pt>
    <dgm:pt modelId="{A6791364-A302-4F10-9E10-07214A7ACDF5}" type="pres">
      <dgm:prSet presAssocID="{9D1220BC-AC0C-42BC-BBBD-796F65436DC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FA04A20-236E-4BDA-84B8-11042F0F0411}" type="presOf" srcId="{9D1220BC-AC0C-42BC-BBBD-796F65436DCD}" destId="{A6791364-A302-4F10-9E10-07214A7ACDF5}" srcOrd="0" destOrd="0" presId="urn:microsoft.com/office/officeart/2018/2/layout/IconLabelList"/>
    <dgm:cxn modelId="{15561746-6050-4BBE-A4C8-A657AA4B4E92}" srcId="{346F7C82-ED92-45D6-8515-1E8E2A510B74}" destId="{F95867BF-DA29-4CE9-B66A-60A9999D42CC}" srcOrd="0" destOrd="0" parTransId="{97836560-9F15-445C-84B3-D225684A9209}" sibTransId="{54D4C72A-EFA7-4A8C-B628-B1E094011996}"/>
    <dgm:cxn modelId="{A97FE64D-9C61-4168-B30A-947E3FE5EEA3}" srcId="{346F7C82-ED92-45D6-8515-1E8E2A510B74}" destId="{9DE3CC2C-2C72-44B7-B3F9-41979616BF62}" srcOrd="2" destOrd="0" parTransId="{C66E6ECA-E0B1-4321-AB0C-B61A278E6903}" sibTransId="{EA0B3800-5B81-4D92-BF3A-4E03F7437D3A}"/>
    <dgm:cxn modelId="{59F8E558-7516-49A3-BF8D-287FAF28ECFF}" type="presOf" srcId="{9DE3CC2C-2C72-44B7-B3F9-41979616BF62}" destId="{60F54BB4-50C5-4961-BE3A-674E13C1BDED}" srcOrd="0" destOrd="0" presId="urn:microsoft.com/office/officeart/2018/2/layout/IconLabelList"/>
    <dgm:cxn modelId="{7ACB735C-2584-4BB7-9E00-67115812D7EF}" srcId="{346F7C82-ED92-45D6-8515-1E8E2A510B74}" destId="{B31623F4-E9EC-48E2-9DA7-3E5518959285}" srcOrd="1" destOrd="0" parTransId="{079B9EE9-8A52-4A27-8666-2E857E8E6300}" sibTransId="{022E2A51-5629-492E-9709-954E0B562708}"/>
    <dgm:cxn modelId="{601D6A5D-21BF-4E23-BE0F-3FF384CEA0DF}" type="presOf" srcId="{346F7C82-ED92-45D6-8515-1E8E2A510B74}" destId="{509FB8C4-E772-4212-A51A-96DE712BCF89}" srcOrd="0" destOrd="0" presId="urn:microsoft.com/office/officeart/2018/2/layout/IconLabelList"/>
    <dgm:cxn modelId="{14FEA789-FC03-4CA3-954D-64DC7C1B5200}" type="presOf" srcId="{B31623F4-E9EC-48E2-9DA7-3E5518959285}" destId="{C68CF4FB-780E-457F-968D-7632ACEC3B66}" srcOrd="0" destOrd="0" presId="urn:microsoft.com/office/officeart/2018/2/layout/IconLabelList"/>
    <dgm:cxn modelId="{0D0B0F9F-F802-4EF4-B3CC-5A3825394823}" type="presOf" srcId="{F95867BF-DA29-4CE9-B66A-60A9999D42CC}" destId="{3FE437A3-A91B-4DD5-B580-F1FECD0148C7}" srcOrd="0" destOrd="0" presId="urn:microsoft.com/office/officeart/2018/2/layout/IconLabelList"/>
    <dgm:cxn modelId="{AECEC5CC-3AF5-4409-BB3B-6BFD0D89938A}" srcId="{346F7C82-ED92-45D6-8515-1E8E2A510B74}" destId="{9D1220BC-AC0C-42BC-BBBD-796F65436DCD}" srcOrd="3" destOrd="0" parTransId="{8EA7CBBD-E823-4BCD-B389-4C5F002C5160}" sibTransId="{20B23625-0FC0-4F3D-8CD9-880A8CEBC390}"/>
    <dgm:cxn modelId="{BD9E7D3F-61D5-46D1-9B5F-F8614AC791B2}" type="presParOf" srcId="{509FB8C4-E772-4212-A51A-96DE712BCF89}" destId="{1FBBD5BC-DB82-4610-BBED-1CBD5D3AED44}" srcOrd="0" destOrd="0" presId="urn:microsoft.com/office/officeart/2018/2/layout/IconLabelList"/>
    <dgm:cxn modelId="{13B22776-0AB5-4868-8459-0820D8110083}" type="presParOf" srcId="{1FBBD5BC-DB82-4610-BBED-1CBD5D3AED44}" destId="{6DDE902D-E2B3-403F-B82E-C3778D898710}" srcOrd="0" destOrd="0" presId="urn:microsoft.com/office/officeart/2018/2/layout/IconLabelList"/>
    <dgm:cxn modelId="{264CB126-D439-4630-B775-9C8BE80AE1EC}" type="presParOf" srcId="{1FBBD5BC-DB82-4610-BBED-1CBD5D3AED44}" destId="{96C76C9A-05A1-4E4F-9258-5340B87DAA2D}" srcOrd="1" destOrd="0" presId="urn:microsoft.com/office/officeart/2018/2/layout/IconLabelList"/>
    <dgm:cxn modelId="{D8FA404B-2A89-444E-A46B-3E669D2D69BD}" type="presParOf" srcId="{1FBBD5BC-DB82-4610-BBED-1CBD5D3AED44}" destId="{3FE437A3-A91B-4DD5-B580-F1FECD0148C7}" srcOrd="2" destOrd="0" presId="urn:microsoft.com/office/officeart/2018/2/layout/IconLabelList"/>
    <dgm:cxn modelId="{6065A7BA-FF8C-4BB5-8678-CE36142A26AE}" type="presParOf" srcId="{509FB8C4-E772-4212-A51A-96DE712BCF89}" destId="{15B074CC-8A17-48A7-94F8-A57994D14492}" srcOrd="1" destOrd="0" presId="urn:microsoft.com/office/officeart/2018/2/layout/IconLabelList"/>
    <dgm:cxn modelId="{CF6A8641-5D8A-4230-8FFB-A6566A6C6A6A}" type="presParOf" srcId="{509FB8C4-E772-4212-A51A-96DE712BCF89}" destId="{B490720F-6EA2-493C-B16C-5C1AA6DDCD09}" srcOrd="2" destOrd="0" presId="urn:microsoft.com/office/officeart/2018/2/layout/IconLabelList"/>
    <dgm:cxn modelId="{760E8660-BDAE-4238-AD50-1D83DAA839DB}" type="presParOf" srcId="{B490720F-6EA2-493C-B16C-5C1AA6DDCD09}" destId="{9BDD1719-102F-4AB8-ABA0-C55D6558C12F}" srcOrd="0" destOrd="0" presId="urn:microsoft.com/office/officeart/2018/2/layout/IconLabelList"/>
    <dgm:cxn modelId="{406EB990-D066-4A7F-94A6-23AE500F0699}" type="presParOf" srcId="{B490720F-6EA2-493C-B16C-5C1AA6DDCD09}" destId="{4AE03D89-36CA-4AF3-8FA6-A4FE817DA87E}" srcOrd="1" destOrd="0" presId="urn:microsoft.com/office/officeart/2018/2/layout/IconLabelList"/>
    <dgm:cxn modelId="{E5E135ED-456E-4ADD-91AB-B7897A96CF16}" type="presParOf" srcId="{B490720F-6EA2-493C-B16C-5C1AA6DDCD09}" destId="{C68CF4FB-780E-457F-968D-7632ACEC3B66}" srcOrd="2" destOrd="0" presId="urn:microsoft.com/office/officeart/2018/2/layout/IconLabelList"/>
    <dgm:cxn modelId="{F56F6827-5F7B-4F97-9F37-7046A7A47433}" type="presParOf" srcId="{509FB8C4-E772-4212-A51A-96DE712BCF89}" destId="{9C2C202A-9D33-4486-99B1-91476E16A9B3}" srcOrd="3" destOrd="0" presId="urn:microsoft.com/office/officeart/2018/2/layout/IconLabelList"/>
    <dgm:cxn modelId="{16FD2700-7884-4B22-92F9-69AF19C97ABD}" type="presParOf" srcId="{509FB8C4-E772-4212-A51A-96DE712BCF89}" destId="{60F6FE75-0369-477D-A67F-5A85032BEA0D}" srcOrd="4" destOrd="0" presId="urn:microsoft.com/office/officeart/2018/2/layout/IconLabelList"/>
    <dgm:cxn modelId="{24FC4E5F-52BE-4976-9432-EA8D27D552B6}" type="presParOf" srcId="{60F6FE75-0369-477D-A67F-5A85032BEA0D}" destId="{2E3CB12C-47A1-4297-95A5-56E821411FC3}" srcOrd="0" destOrd="0" presId="urn:microsoft.com/office/officeart/2018/2/layout/IconLabelList"/>
    <dgm:cxn modelId="{876CA738-ADC2-4388-871D-9FCAFEF5D1B3}" type="presParOf" srcId="{60F6FE75-0369-477D-A67F-5A85032BEA0D}" destId="{2B0A535B-F34B-44F6-B091-25AC59CDA73B}" srcOrd="1" destOrd="0" presId="urn:microsoft.com/office/officeart/2018/2/layout/IconLabelList"/>
    <dgm:cxn modelId="{B39350CF-1010-4E02-98AF-9E7CE291DB81}" type="presParOf" srcId="{60F6FE75-0369-477D-A67F-5A85032BEA0D}" destId="{60F54BB4-50C5-4961-BE3A-674E13C1BDED}" srcOrd="2" destOrd="0" presId="urn:microsoft.com/office/officeart/2018/2/layout/IconLabelList"/>
    <dgm:cxn modelId="{BC99F92E-6D8E-4D29-AC46-63B056853FD1}" type="presParOf" srcId="{509FB8C4-E772-4212-A51A-96DE712BCF89}" destId="{838EF408-20EC-419D-B67D-961A3C199D0F}" srcOrd="5" destOrd="0" presId="urn:microsoft.com/office/officeart/2018/2/layout/IconLabelList"/>
    <dgm:cxn modelId="{F538C667-B6C2-4EC9-AD84-C0715DD17282}" type="presParOf" srcId="{509FB8C4-E772-4212-A51A-96DE712BCF89}" destId="{1B09F122-AD1F-44E4-B012-11EAF32DE7E5}" srcOrd="6" destOrd="0" presId="urn:microsoft.com/office/officeart/2018/2/layout/IconLabelList"/>
    <dgm:cxn modelId="{C9891CB8-986D-426D-B173-ECD40888E8EC}" type="presParOf" srcId="{1B09F122-AD1F-44E4-B012-11EAF32DE7E5}" destId="{75317709-C9FD-4FE1-A764-A299D900A0AC}" srcOrd="0" destOrd="0" presId="urn:microsoft.com/office/officeart/2018/2/layout/IconLabelList"/>
    <dgm:cxn modelId="{7C17169E-D3B9-4219-BA00-786A883C6CED}" type="presParOf" srcId="{1B09F122-AD1F-44E4-B012-11EAF32DE7E5}" destId="{F6E9081F-1EA9-4FE1-A576-2755D8AD7364}" srcOrd="1" destOrd="0" presId="urn:microsoft.com/office/officeart/2018/2/layout/IconLabelList"/>
    <dgm:cxn modelId="{2EB4B591-80AD-4076-A013-F072DCAAF7A2}" type="presParOf" srcId="{1B09F122-AD1F-44E4-B012-11EAF32DE7E5}" destId="{A6791364-A302-4F10-9E10-07214A7ACDF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4AE522-0F5A-44B2-8817-080CB9BC040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AF9A1E0-1AEE-4F3E-A047-4B1014EF3DB6}">
      <dgm:prSet/>
      <dgm:spPr/>
      <dgm:t>
        <a:bodyPr/>
        <a:lstStyle/>
        <a:p>
          <a:r>
            <a:rPr lang="en-US"/>
            <a:t>Base: 7,500 veterinary clinics.</a:t>
          </a:r>
        </a:p>
      </dgm:t>
    </dgm:pt>
    <dgm:pt modelId="{D0E6A103-D319-4574-BB7E-2B27D83E073D}" type="parTrans" cxnId="{4270ACFA-8B85-4F49-BB61-3954D570E030}">
      <dgm:prSet/>
      <dgm:spPr/>
      <dgm:t>
        <a:bodyPr/>
        <a:lstStyle/>
        <a:p>
          <a:endParaRPr lang="en-US"/>
        </a:p>
      </dgm:t>
    </dgm:pt>
    <dgm:pt modelId="{A822DB89-C7C2-4008-9A00-0910802AC8AD}" type="sibTrans" cxnId="{4270ACFA-8B85-4F49-BB61-3954D570E030}">
      <dgm:prSet/>
      <dgm:spPr/>
      <dgm:t>
        <a:bodyPr/>
        <a:lstStyle/>
        <a:p>
          <a:endParaRPr lang="en-US"/>
        </a:p>
      </dgm:t>
    </dgm:pt>
    <dgm:pt modelId="{D09D347E-67A6-4D71-B123-AFF0FC64DE7A}">
      <dgm:prSet/>
      <dgm:spPr/>
      <dgm:t>
        <a:bodyPr/>
        <a:lstStyle/>
        <a:p>
          <a:r>
            <a:rPr lang="en-US"/>
            <a:t>Adoption rate goal: 40% in 5 years.</a:t>
          </a:r>
        </a:p>
      </dgm:t>
    </dgm:pt>
    <dgm:pt modelId="{188A7AAD-50CE-4EED-84CC-7EF9966FFF80}" type="parTrans" cxnId="{699EC22B-2D5A-4DF4-A46C-01246DC94673}">
      <dgm:prSet/>
      <dgm:spPr/>
      <dgm:t>
        <a:bodyPr/>
        <a:lstStyle/>
        <a:p>
          <a:endParaRPr lang="en-US"/>
        </a:p>
      </dgm:t>
    </dgm:pt>
    <dgm:pt modelId="{93CFA503-548D-4AE6-8093-63C93DEBCA2F}" type="sibTrans" cxnId="{699EC22B-2D5A-4DF4-A46C-01246DC94673}">
      <dgm:prSet/>
      <dgm:spPr/>
      <dgm:t>
        <a:bodyPr/>
        <a:lstStyle/>
        <a:p>
          <a:endParaRPr lang="en-US"/>
        </a:p>
      </dgm:t>
    </dgm:pt>
    <dgm:pt modelId="{A08F944E-9392-43F7-95CF-8798CE645E9D}">
      <dgm:prSet/>
      <dgm:spPr/>
      <dgm:t>
        <a:bodyPr/>
        <a:lstStyle/>
        <a:p>
          <a:r>
            <a:rPr lang="en-US"/>
            <a:t>Average use: 10 tests per month per clinic.</a:t>
          </a:r>
        </a:p>
      </dgm:t>
    </dgm:pt>
    <dgm:pt modelId="{983457D8-3364-427B-B6EF-643EE057EF02}" type="parTrans" cxnId="{47B54A9B-3165-468A-8485-92F6AEF209A8}">
      <dgm:prSet/>
      <dgm:spPr/>
      <dgm:t>
        <a:bodyPr/>
        <a:lstStyle/>
        <a:p>
          <a:endParaRPr lang="en-US"/>
        </a:p>
      </dgm:t>
    </dgm:pt>
    <dgm:pt modelId="{8402D4FE-3DF3-467B-8B9A-CFB3862EAFB0}" type="sibTrans" cxnId="{47B54A9B-3165-468A-8485-92F6AEF209A8}">
      <dgm:prSet/>
      <dgm:spPr/>
      <dgm:t>
        <a:bodyPr/>
        <a:lstStyle/>
        <a:p>
          <a:endParaRPr lang="en-US"/>
        </a:p>
      </dgm:t>
    </dgm:pt>
    <dgm:pt modelId="{F41923D2-632F-4432-B299-787F7638CF48}">
      <dgm:prSet/>
      <dgm:spPr/>
      <dgm:t>
        <a:bodyPr/>
        <a:lstStyle/>
        <a:p>
          <a:r>
            <a:rPr lang="en-US"/>
            <a:t>Average selling price: €35/test.</a:t>
          </a:r>
        </a:p>
      </dgm:t>
    </dgm:pt>
    <dgm:pt modelId="{10FA3F3E-17E1-4C81-9384-C60C04D0794F}" type="parTrans" cxnId="{BA7B684B-FBFA-4D59-81B3-5093EB54866F}">
      <dgm:prSet/>
      <dgm:spPr/>
      <dgm:t>
        <a:bodyPr/>
        <a:lstStyle/>
        <a:p>
          <a:endParaRPr lang="en-US"/>
        </a:p>
      </dgm:t>
    </dgm:pt>
    <dgm:pt modelId="{52EC811E-AEB2-40E6-AA4D-2196A9F14E7B}" type="sibTrans" cxnId="{BA7B684B-FBFA-4D59-81B3-5093EB54866F}">
      <dgm:prSet/>
      <dgm:spPr/>
      <dgm:t>
        <a:bodyPr/>
        <a:lstStyle/>
        <a:p>
          <a:endParaRPr lang="en-US"/>
        </a:p>
      </dgm:t>
    </dgm:pt>
    <dgm:pt modelId="{CF5F50AB-CF1A-4F0C-97FF-F9530D56D44F}">
      <dgm:prSet/>
      <dgm:spPr/>
      <dgm:t>
        <a:bodyPr/>
        <a:lstStyle/>
        <a:p>
          <a:r>
            <a:rPr lang="en-US" dirty="0"/>
            <a:t>Estimated annual potential: €12.6M by 2030-2032.</a:t>
          </a:r>
        </a:p>
      </dgm:t>
    </dgm:pt>
    <dgm:pt modelId="{99097C19-1497-4B0D-9971-45D5073EE42A}" type="parTrans" cxnId="{0FF9BF71-7DD4-46AC-8D3E-76CED3CAD541}">
      <dgm:prSet/>
      <dgm:spPr/>
      <dgm:t>
        <a:bodyPr/>
        <a:lstStyle/>
        <a:p>
          <a:endParaRPr lang="en-US"/>
        </a:p>
      </dgm:t>
    </dgm:pt>
    <dgm:pt modelId="{8390C795-7C9D-4A3E-92D6-E389532CD5EC}" type="sibTrans" cxnId="{0FF9BF71-7DD4-46AC-8D3E-76CED3CAD541}">
      <dgm:prSet/>
      <dgm:spPr/>
      <dgm:t>
        <a:bodyPr/>
        <a:lstStyle/>
        <a:p>
          <a:endParaRPr lang="en-US"/>
        </a:p>
      </dgm:t>
    </dgm:pt>
    <dgm:pt modelId="{CD5C5302-2ED1-4CDB-A1CD-F96D2EFFA4B2}" type="pres">
      <dgm:prSet presAssocID="{5B4AE522-0F5A-44B2-8817-080CB9BC040E}" presName="root" presStyleCnt="0">
        <dgm:presLayoutVars>
          <dgm:dir/>
          <dgm:resizeHandles val="exact"/>
        </dgm:presLayoutVars>
      </dgm:prSet>
      <dgm:spPr/>
    </dgm:pt>
    <dgm:pt modelId="{A4DFBA4D-CA8E-48FA-A997-025A198B96E0}" type="pres">
      <dgm:prSet presAssocID="{5B4AE522-0F5A-44B2-8817-080CB9BC040E}" presName="container" presStyleCnt="0">
        <dgm:presLayoutVars>
          <dgm:dir/>
          <dgm:resizeHandles val="exact"/>
        </dgm:presLayoutVars>
      </dgm:prSet>
      <dgm:spPr/>
    </dgm:pt>
    <dgm:pt modelId="{1B064070-25B0-490B-AC58-DCCEC0E94D33}" type="pres">
      <dgm:prSet presAssocID="{EAF9A1E0-1AEE-4F3E-A047-4B1014EF3DB6}" presName="compNode" presStyleCnt="0"/>
      <dgm:spPr/>
    </dgm:pt>
    <dgm:pt modelId="{296AED21-B09E-4E43-A0D1-D8CEDEAC9EB6}" type="pres">
      <dgm:prSet presAssocID="{EAF9A1E0-1AEE-4F3E-A047-4B1014EF3DB6}" presName="iconBgRect" presStyleLbl="bgShp" presStyleIdx="0" presStyleCnt="5"/>
      <dgm:spPr/>
    </dgm:pt>
    <dgm:pt modelId="{F0CDDBCF-0FCC-4E32-B9FC-0F6687C51777}" type="pres">
      <dgm:prSet presAssocID="{EAF9A1E0-1AEE-4F3E-A047-4B1014EF3DB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253B0034-2755-4870-923B-4D436A9DB068}" type="pres">
      <dgm:prSet presAssocID="{EAF9A1E0-1AEE-4F3E-A047-4B1014EF3DB6}" presName="spaceRect" presStyleCnt="0"/>
      <dgm:spPr/>
    </dgm:pt>
    <dgm:pt modelId="{C1D3BD1D-878E-40C1-89AB-1939A9D96242}" type="pres">
      <dgm:prSet presAssocID="{EAF9A1E0-1AEE-4F3E-A047-4B1014EF3DB6}" presName="textRect" presStyleLbl="revTx" presStyleIdx="0" presStyleCnt="5">
        <dgm:presLayoutVars>
          <dgm:chMax val="1"/>
          <dgm:chPref val="1"/>
        </dgm:presLayoutVars>
      </dgm:prSet>
      <dgm:spPr/>
    </dgm:pt>
    <dgm:pt modelId="{AD912746-53EA-4755-BCDE-03C7B7110242}" type="pres">
      <dgm:prSet presAssocID="{A822DB89-C7C2-4008-9A00-0910802AC8AD}" presName="sibTrans" presStyleLbl="sibTrans2D1" presStyleIdx="0" presStyleCnt="0"/>
      <dgm:spPr/>
    </dgm:pt>
    <dgm:pt modelId="{71A3E103-B51C-42BC-B3DD-EB212C3B35AD}" type="pres">
      <dgm:prSet presAssocID="{D09D347E-67A6-4D71-B123-AFF0FC64DE7A}" presName="compNode" presStyleCnt="0"/>
      <dgm:spPr/>
    </dgm:pt>
    <dgm:pt modelId="{3222BE58-EBF7-4502-8F14-E3742539DEB0}" type="pres">
      <dgm:prSet presAssocID="{D09D347E-67A6-4D71-B123-AFF0FC64DE7A}" presName="iconBgRect" presStyleLbl="bgShp" presStyleIdx="1" presStyleCnt="5"/>
      <dgm:spPr/>
    </dgm:pt>
    <dgm:pt modelId="{CCF6BCBF-B06E-42BA-B9DC-1897AD91737E}" type="pres">
      <dgm:prSet presAssocID="{D09D347E-67A6-4D71-B123-AFF0FC64DE7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BD71DC27-C396-4F2D-BCB1-1027D30C93FC}" type="pres">
      <dgm:prSet presAssocID="{D09D347E-67A6-4D71-B123-AFF0FC64DE7A}" presName="spaceRect" presStyleCnt="0"/>
      <dgm:spPr/>
    </dgm:pt>
    <dgm:pt modelId="{6CFD3894-C69D-400B-974D-577C3BDC3BC8}" type="pres">
      <dgm:prSet presAssocID="{D09D347E-67A6-4D71-B123-AFF0FC64DE7A}" presName="textRect" presStyleLbl="revTx" presStyleIdx="1" presStyleCnt="5">
        <dgm:presLayoutVars>
          <dgm:chMax val="1"/>
          <dgm:chPref val="1"/>
        </dgm:presLayoutVars>
      </dgm:prSet>
      <dgm:spPr/>
    </dgm:pt>
    <dgm:pt modelId="{F86591F2-0FCE-49CF-AEA5-050B4A94DC50}" type="pres">
      <dgm:prSet presAssocID="{93CFA503-548D-4AE6-8093-63C93DEBCA2F}" presName="sibTrans" presStyleLbl="sibTrans2D1" presStyleIdx="0" presStyleCnt="0"/>
      <dgm:spPr/>
    </dgm:pt>
    <dgm:pt modelId="{7261972F-8519-436B-9BA0-FADB4CD64CF2}" type="pres">
      <dgm:prSet presAssocID="{A08F944E-9392-43F7-95CF-8798CE645E9D}" presName="compNode" presStyleCnt="0"/>
      <dgm:spPr/>
    </dgm:pt>
    <dgm:pt modelId="{C685C9C7-51CB-45E3-BAF5-C10563D15529}" type="pres">
      <dgm:prSet presAssocID="{A08F944E-9392-43F7-95CF-8798CE645E9D}" presName="iconBgRect" presStyleLbl="bgShp" presStyleIdx="2" presStyleCnt="5"/>
      <dgm:spPr/>
    </dgm:pt>
    <dgm:pt modelId="{F64369C8-80BE-48DD-932B-DF0DDAD36943}" type="pres">
      <dgm:prSet presAssocID="{A08F944E-9392-43F7-95CF-8798CE645E9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C06C03A8-D718-4A00-986C-BB67C74FC99A}" type="pres">
      <dgm:prSet presAssocID="{A08F944E-9392-43F7-95CF-8798CE645E9D}" presName="spaceRect" presStyleCnt="0"/>
      <dgm:spPr/>
    </dgm:pt>
    <dgm:pt modelId="{F802FBD4-1892-4B76-ADC4-1F8019A2CD97}" type="pres">
      <dgm:prSet presAssocID="{A08F944E-9392-43F7-95CF-8798CE645E9D}" presName="textRect" presStyleLbl="revTx" presStyleIdx="2" presStyleCnt="5">
        <dgm:presLayoutVars>
          <dgm:chMax val="1"/>
          <dgm:chPref val="1"/>
        </dgm:presLayoutVars>
      </dgm:prSet>
      <dgm:spPr/>
    </dgm:pt>
    <dgm:pt modelId="{901C9FC8-AA38-4AB9-AE7A-669A2B4C5748}" type="pres">
      <dgm:prSet presAssocID="{8402D4FE-3DF3-467B-8B9A-CFB3862EAFB0}" presName="sibTrans" presStyleLbl="sibTrans2D1" presStyleIdx="0" presStyleCnt="0"/>
      <dgm:spPr/>
    </dgm:pt>
    <dgm:pt modelId="{7B0974BE-DB43-4D09-86B9-7A9BA5C6AB74}" type="pres">
      <dgm:prSet presAssocID="{F41923D2-632F-4432-B299-787F7638CF48}" presName="compNode" presStyleCnt="0"/>
      <dgm:spPr/>
    </dgm:pt>
    <dgm:pt modelId="{1A4649E6-844B-41D5-B578-88CB2D1BC3B5}" type="pres">
      <dgm:prSet presAssocID="{F41923D2-632F-4432-B299-787F7638CF48}" presName="iconBgRect" presStyleLbl="bgShp" presStyleIdx="3" presStyleCnt="5"/>
      <dgm:spPr/>
    </dgm:pt>
    <dgm:pt modelId="{2183615D-1B52-40D1-9CB3-87797070C542}" type="pres">
      <dgm:prSet presAssocID="{F41923D2-632F-4432-B299-787F7638CF4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F264E5D-D0C2-42AF-B1BE-D44E79ECCA8D}" type="pres">
      <dgm:prSet presAssocID="{F41923D2-632F-4432-B299-787F7638CF48}" presName="spaceRect" presStyleCnt="0"/>
      <dgm:spPr/>
    </dgm:pt>
    <dgm:pt modelId="{689597A6-E04E-4928-A9EF-25CE6DF976DF}" type="pres">
      <dgm:prSet presAssocID="{F41923D2-632F-4432-B299-787F7638CF48}" presName="textRect" presStyleLbl="revTx" presStyleIdx="3" presStyleCnt="5">
        <dgm:presLayoutVars>
          <dgm:chMax val="1"/>
          <dgm:chPref val="1"/>
        </dgm:presLayoutVars>
      </dgm:prSet>
      <dgm:spPr/>
    </dgm:pt>
    <dgm:pt modelId="{373FC49C-A7CE-4921-BA38-D6CCC0A18347}" type="pres">
      <dgm:prSet presAssocID="{52EC811E-AEB2-40E6-AA4D-2196A9F14E7B}" presName="sibTrans" presStyleLbl="sibTrans2D1" presStyleIdx="0" presStyleCnt="0"/>
      <dgm:spPr/>
    </dgm:pt>
    <dgm:pt modelId="{5479FD7B-AD4B-428F-BAD2-17C9EC62631A}" type="pres">
      <dgm:prSet presAssocID="{CF5F50AB-CF1A-4F0C-97FF-F9530D56D44F}" presName="compNode" presStyleCnt="0"/>
      <dgm:spPr/>
    </dgm:pt>
    <dgm:pt modelId="{4D73B340-324B-430B-9E09-7D4AFEB3A35A}" type="pres">
      <dgm:prSet presAssocID="{CF5F50AB-CF1A-4F0C-97FF-F9530D56D44F}" presName="iconBgRect" presStyleLbl="bgShp" presStyleIdx="4" presStyleCnt="5"/>
      <dgm:spPr/>
    </dgm:pt>
    <dgm:pt modelId="{BBD20609-8E56-4A10-9863-46568653F577}" type="pres">
      <dgm:prSet presAssocID="{CF5F50AB-CF1A-4F0C-97FF-F9530D56D44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0E78F103-9F98-40C2-AAE6-6CFF733CF5D8}" type="pres">
      <dgm:prSet presAssocID="{CF5F50AB-CF1A-4F0C-97FF-F9530D56D44F}" presName="spaceRect" presStyleCnt="0"/>
      <dgm:spPr/>
    </dgm:pt>
    <dgm:pt modelId="{F57E4278-7E40-4006-BE1F-8FD07013BCC5}" type="pres">
      <dgm:prSet presAssocID="{CF5F50AB-CF1A-4F0C-97FF-F9530D56D44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99EC22B-2D5A-4DF4-A46C-01246DC94673}" srcId="{5B4AE522-0F5A-44B2-8817-080CB9BC040E}" destId="{D09D347E-67A6-4D71-B123-AFF0FC64DE7A}" srcOrd="1" destOrd="0" parTransId="{188A7AAD-50CE-4EED-84CC-7EF9966FFF80}" sibTransId="{93CFA503-548D-4AE6-8093-63C93DEBCA2F}"/>
    <dgm:cxn modelId="{BA7B684B-FBFA-4D59-81B3-5093EB54866F}" srcId="{5B4AE522-0F5A-44B2-8817-080CB9BC040E}" destId="{F41923D2-632F-4432-B299-787F7638CF48}" srcOrd="3" destOrd="0" parTransId="{10FA3F3E-17E1-4C81-9384-C60C04D0794F}" sibTransId="{52EC811E-AEB2-40E6-AA4D-2196A9F14E7B}"/>
    <dgm:cxn modelId="{5006BA4B-329B-4138-8A96-677FF575C4D9}" type="presOf" srcId="{52EC811E-AEB2-40E6-AA4D-2196A9F14E7B}" destId="{373FC49C-A7CE-4921-BA38-D6CCC0A18347}" srcOrd="0" destOrd="0" presId="urn:microsoft.com/office/officeart/2018/2/layout/IconCircleList"/>
    <dgm:cxn modelId="{5338766D-F665-4C7F-9F88-6A98B7AFB828}" type="presOf" srcId="{A08F944E-9392-43F7-95CF-8798CE645E9D}" destId="{F802FBD4-1892-4B76-ADC4-1F8019A2CD97}" srcOrd="0" destOrd="0" presId="urn:microsoft.com/office/officeart/2018/2/layout/IconCircleList"/>
    <dgm:cxn modelId="{0FF9BF71-7DD4-46AC-8D3E-76CED3CAD541}" srcId="{5B4AE522-0F5A-44B2-8817-080CB9BC040E}" destId="{CF5F50AB-CF1A-4F0C-97FF-F9530D56D44F}" srcOrd="4" destOrd="0" parTransId="{99097C19-1497-4B0D-9971-45D5073EE42A}" sibTransId="{8390C795-7C9D-4A3E-92D6-E389532CD5EC}"/>
    <dgm:cxn modelId="{1ED3F371-9D99-41D5-A0E6-6677EB9F6BAC}" type="presOf" srcId="{F41923D2-632F-4432-B299-787F7638CF48}" destId="{689597A6-E04E-4928-A9EF-25CE6DF976DF}" srcOrd="0" destOrd="0" presId="urn:microsoft.com/office/officeart/2018/2/layout/IconCircleList"/>
    <dgm:cxn modelId="{47B54A9B-3165-468A-8485-92F6AEF209A8}" srcId="{5B4AE522-0F5A-44B2-8817-080CB9BC040E}" destId="{A08F944E-9392-43F7-95CF-8798CE645E9D}" srcOrd="2" destOrd="0" parTransId="{983457D8-3364-427B-B6EF-643EE057EF02}" sibTransId="{8402D4FE-3DF3-467B-8B9A-CFB3862EAFB0}"/>
    <dgm:cxn modelId="{ABECD4A5-FB32-4A3C-BF66-2503F4B7BDB5}" type="presOf" srcId="{EAF9A1E0-1AEE-4F3E-A047-4B1014EF3DB6}" destId="{C1D3BD1D-878E-40C1-89AB-1939A9D96242}" srcOrd="0" destOrd="0" presId="urn:microsoft.com/office/officeart/2018/2/layout/IconCircleList"/>
    <dgm:cxn modelId="{089DA0A6-E972-43A2-B742-1DA8C376F046}" type="presOf" srcId="{5B4AE522-0F5A-44B2-8817-080CB9BC040E}" destId="{CD5C5302-2ED1-4CDB-A1CD-F96D2EFFA4B2}" srcOrd="0" destOrd="0" presId="urn:microsoft.com/office/officeart/2018/2/layout/IconCircleList"/>
    <dgm:cxn modelId="{164294B0-D434-44F4-902A-B3119330C4A6}" type="presOf" srcId="{D09D347E-67A6-4D71-B123-AFF0FC64DE7A}" destId="{6CFD3894-C69D-400B-974D-577C3BDC3BC8}" srcOrd="0" destOrd="0" presId="urn:microsoft.com/office/officeart/2018/2/layout/IconCircleList"/>
    <dgm:cxn modelId="{1E5878E5-DACF-4279-966C-DB7A61006ECC}" type="presOf" srcId="{A822DB89-C7C2-4008-9A00-0910802AC8AD}" destId="{AD912746-53EA-4755-BCDE-03C7B7110242}" srcOrd="0" destOrd="0" presId="urn:microsoft.com/office/officeart/2018/2/layout/IconCircleList"/>
    <dgm:cxn modelId="{38B6B2EF-0FEB-43D0-83DB-A220DBAFD906}" type="presOf" srcId="{8402D4FE-3DF3-467B-8B9A-CFB3862EAFB0}" destId="{901C9FC8-AA38-4AB9-AE7A-669A2B4C5748}" srcOrd="0" destOrd="0" presId="urn:microsoft.com/office/officeart/2018/2/layout/IconCircleList"/>
    <dgm:cxn modelId="{646786F5-C984-4ED4-A93E-7DFF4E14B583}" type="presOf" srcId="{93CFA503-548D-4AE6-8093-63C93DEBCA2F}" destId="{F86591F2-0FCE-49CF-AEA5-050B4A94DC50}" srcOrd="0" destOrd="0" presId="urn:microsoft.com/office/officeart/2018/2/layout/IconCircleList"/>
    <dgm:cxn modelId="{D5E438F8-98F5-4B10-ACE0-CC22EC7BF786}" type="presOf" srcId="{CF5F50AB-CF1A-4F0C-97FF-F9530D56D44F}" destId="{F57E4278-7E40-4006-BE1F-8FD07013BCC5}" srcOrd="0" destOrd="0" presId="urn:microsoft.com/office/officeart/2018/2/layout/IconCircleList"/>
    <dgm:cxn modelId="{4270ACFA-8B85-4F49-BB61-3954D570E030}" srcId="{5B4AE522-0F5A-44B2-8817-080CB9BC040E}" destId="{EAF9A1E0-1AEE-4F3E-A047-4B1014EF3DB6}" srcOrd="0" destOrd="0" parTransId="{D0E6A103-D319-4574-BB7E-2B27D83E073D}" sibTransId="{A822DB89-C7C2-4008-9A00-0910802AC8AD}"/>
    <dgm:cxn modelId="{E98D14EF-189E-45F8-80FE-12A1A4B85A94}" type="presParOf" srcId="{CD5C5302-2ED1-4CDB-A1CD-F96D2EFFA4B2}" destId="{A4DFBA4D-CA8E-48FA-A997-025A198B96E0}" srcOrd="0" destOrd="0" presId="urn:microsoft.com/office/officeart/2018/2/layout/IconCircleList"/>
    <dgm:cxn modelId="{1916F023-54BD-42D6-8D7E-AD61C571E572}" type="presParOf" srcId="{A4DFBA4D-CA8E-48FA-A997-025A198B96E0}" destId="{1B064070-25B0-490B-AC58-DCCEC0E94D33}" srcOrd="0" destOrd="0" presId="urn:microsoft.com/office/officeart/2018/2/layout/IconCircleList"/>
    <dgm:cxn modelId="{F4675D7D-5D6C-48CF-9558-D3FCD9BB740F}" type="presParOf" srcId="{1B064070-25B0-490B-AC58-DCCEC0E94D33}" destId="{296AED21-B09E-4E43-A0D1-D8CEDEAC9EB6}" srcOrd="0" destOrd="0" presId="urn:microsoft.com/office/officeart/2018/2/layout/IconCircleList"/>
    <dgm:cxn modelId="{A898E404-9029-480A-8BDF-111FB901C25B}" type="presParOf" srcId="{1B064070-25B0-490B-AC58-DCCEC0E94D33}" destId="{F0CDDBCF-0FCC-4E32-B9FC-0F6687C51777}" srcOrd="1" destOrd="0" presId="urn:microsoft.com/office/officeart/2018/2/layout/IconCircleList"/>
    <dgm:cxn modelId="{B19CFF5D-A14D-4E9F-996D-7C3F31E7C59F}" type="presParOf" srcId="{1B064070-25B0-490B-AC58-DCCEC0E94D33}" destId="{253B0034-2755-4870-923B-4D436A9DB068}" srcOrd="2" destOrd="0" presId="urn:microsoft.com/office/officeart/2018/2/layout/IconCircleList"/>
    <dgm:cxn modelId="{8BEEE6C6-E77A-482A-826B-BB098AEC8A2A}" type="presParOf" srcId="{1B064070-25B0-490B-AC58-DCCEC0E94D33}" destId="{C1D3BD1D-878E-40C1-89AB-1939A9D96242}" srcOrd="3" destOrd="0" presId="urn:microsoft.com/office/officeart/2018/2/layout/IconCircleList"/>
    <dgm:cxn modelId="{B62699E4-18FB-4ABD-9B83-889F246C9D98}" type="presParOf" srcId="{A4DFBA4D-CA8E-48FA-A997-025A198B96E0}" destId="{AD912746-53EA-4755-BCDE-03C7B7110242}" srcOrd="1" destOrd="0" presId="urn:microsoft.com/office/officeart/2018/2/layout/IconCircleList"/>
    <dgm:cxn modelId="{4FF1E634-1500-45D6-8596-A4740AFBCA61}" type="presParOf" srcId="{A4DFBA4D-CA8E-48FA-A997-025A198B96E0}" destId="{71A3E103-B51C-42BC-B3DD-EB212C3B35AD}" srcOrd="2" destOrd="0" presId="urn:microsoft.com/office/officeart/2018/2/layout/IconCircleList"/>
    <dgm:cxn modelId="{6DE58D0E-4EDD-40E9-A014-DB7EC24198F7}" type="presParOf" srcId="{71A3E103-B51C-42BC-B3DD-EB212C3B35AD}" destId="{3222BE58-EBF7-4502-8F14-E3742539DEB0}" srcOrd="0" destOrd="0" presId="urn:microsoft.com/office/officeart/2018/2/layout/IconCircleList"/>
    <dgm:cxn modelId="{166C6C5B-4B0A-44B1-9550-E5DF9A85F004}" type="presParOf" srcId="{71A3E103-B51C-42BC-B3DD-EB212C3B35AD}" destId="{CCF6BCBF-B06E-42BA-B9DC-1897AD91737E}" srcOrd="1" destOrd="0" presId="urn:microsoft.com/office/officeart/2018/2/layout/IconCircleList"/>
    <dgm:cxn modelId="{DC9F81C3-FBA3-4717-837F-366E5AD4CFAE}" type="presParOf" srcId="{71A3E103-B51C-42BC-B3DD-EB212C3B35AD}" destId="{BD71DC27-C396-4F2D-BCB1-1027D30C93FC}" srcOrd="2" destOrd="0" presId="urn:microsoft.com/office/officeart/2018/2/layout/IconCircleList"/>
    <dgm:cxn modelId="{091282BE-A6DB-4711-BA87-A5B62E1ED26A}" type="presParOf" srcId="{71A3E103-B51C-42BC-B3DD-EB212C3B35AD}" destId="{6CFD3894-C69D-400B-974D-577C3BDC3BC8}" srcOrd="3" destOrd="0" presId="urn:microsoft.com/office/officeart/2018/2/layout/IconCircleList"/>
    <dgm:cxn modelId="{293ACF76-A622-4012-B003-9913825EC772}" type="presParOf" srcId="{A4DFBA4D-CA8E-48FA-A997-025A198B96E0}" destId="{F86591F2-0FCE-49CF-AEA5-050B4A94DC50}" srcOrd="3" destOrd="0" presId="urn:microsoft.com/office/officeart/2018/2/layout/IconCircleList"/>
    <dgm:cxn modelId="{6143F545-563B-432C-AC8B-862F99673308}" type="presParOf" srcId="{A4DFBA4D-CA8E-48FA-A997-025A198B96E0}" destId="{7261972F-8519-436B-9BA0-FADB4CD64CF2}" srcOrd="4" destOrd="0" presId="urn:microsoft.com/office/officeart/2018/2/layout/IconCircleList"/>
    <dgm:cxn modelId="{3859E93A-F83F-4F77-BBC2-374493C086ED}" type="presParOf" srcId="{7261972F-8519-436B-9BA0-FADB4CD64CF2}" destId="{C685C9C7-51CB-45E3-BAF5-C10563D15529}" srcOrd="0" destOrd="0" presId="urn:microsoft.com/office/officeart/2018/2/layout/IconCircleList"/>
    <dgm:cxn modelId="{F3089762-95FE-406B-979C-A7351008D1E3}" type="presParOf" srcId="{7261972F-8519-436B-9BA0-FADB4CD64CF2}" destId="{F64369C8-80BE-48DD-932B-DF0DDAD36943}" srcOrd="1" destOrd="0" presId="urn:microsoft.com/office/officeart/2018/2/layout/IconCircleList"/>
    <dgm:cxn modelId="{A4A89306-56C8-4023-B6F3-C5F649EA5105}" type="presParOf" srcId="{7261972F-8519-436B-9BA0-FADB4CD64CF2}" destId="{C06C03A8-D718-4A00-986C-BB67C74FC99A}" srcOrd="2" destOrd="0" presId="urn:microsoft.com/office/officeart/2018/2/layout/IconCircleList"/>
    <dgm:cxn modelId="{FE4D6F64-E9C2-4BAF-943D-09C39F75BBE9}" type="presParOf" srcId="{7261972F-8519-436B-9BA0-FADB4CD64CF2}" destId="{F802FBD4-1892-4B76-ADC4-1F8019A2CD97}" srcOrd="3" destOrd="0" presId="urn:microsoft.com/office/officeart/2018/2/layout/IconCircleList"/>
    <dgm:cxn modelId="{3D366B92-404B-43A2-889C-CC1FC0D6C9F8}" type="presParOf" srcId="{A4DFBA4D-CA8E-48FA-A997-025A198B96E0}" destId="{901C9FC8-AA38-4AB9-AE7A-669A2B4C5748}" srcOrd="5" destOrd="0" presId="urn:microsoft.com/office/officeart/2018/2/layout/IconCircleList"/>
    <dgm:cxn modelId="{031F2424-7BCD-44F1-8E7B-12403ECC0F3B}" type="presParOf" srcId="{A4DFBA4D-CA8E-48FA-A997-025A198B96E0}" destId="{7B0974BE-DB43-4D09-86B9-7A9BA5C6AB74}" srcOrd="6" destOrd="0" presId="urn:microsoft.com/office/officeart/2018/2/layout/IconCircleList"/>
    <dgm:cxn modelId="{C4789E4F-8F4C-4EA4-86D2-51FABC62A33E}" type="presParOf" srcId="{7B0974BE-DB43-4D09-86B9-7A9BA5C6AB74}" destId="{1A4649E6-844B-41D5-B578-88CB2D1BC3B5}" srcOrd="0" destOrd="0" presId="urn:microsoft.com/office/officeart/2018/2/layout/IconCircleList"/>
    <dgm:cxn modelId="{29DD6E08-259D-4425-83AE-4F64A78ACF86}" type="presParOf" srcId="{7B0974BE-DB43-4D09-86B9-7A9BA5C6AB74}" destId="{2183615D-1B52-40D1-9CB3-87797070C542}" srcOrd="1" destOrd="0" presId="urn:microsoft.com/office/officeart/2018/2/layout/IconCircleList"/>
    <dgm:cxn modelId="{1B8A1FF5-7635-4144-A938-200F8B7B408B}" type="presParOf" srcId="{7B0974BE-DB43-4D09-86B9-7A9BA5C6AB74}" destId="{CF264E5D-D0C2-42AF-B1BE-D44E79ECCA8D}" srcOrd="2" destOrd="0" presId="urn:microsoft.com/office/officeart/2018/2/layout/IconCircleList"/>
    <dgm:cxn modelId="{EFA3AF99-506A-4C53-8E65-3CCEDF899BBA}" type="presParOf" srcId="{7B0974BE-DB43-4D09-86B9-7A9BA5C6AB74}" destId="{689597A6-E04E-4928-A9EF-25CE6DF976DF}" srcOrd="3" destOrd="0" presId="urn:microsoft.com/office/officeart/2018/2/layout/IconCircleList"/>
    <dgm:cxn modelId="{ABFA353E-FC03-41FF-853A-9BE0596B9182}" type="presParOf" srcId="{A4DFBA4D-CA8E-48FA-A997-025A198B96E0}" destId="{373FC49C-A7CE-4921-BA38-D6CCC0A18347}" srcOrd="7" destOrd="0" presId="urn:microsoft.com/office/officeart/2018/2/layout/IconCircleList"/>
    <dgm:cxn modelId="{54871DA0-7BD6-4C03-9D3E-9548FF959623}" type="presParOf" srcId="{A4DFBA4D-CA8E-48FA-A997-025A198B96E0}" destId="{5479FD7B-AD4B-428F-BAD2-17C9EC62631A}" srcOrd="8" destOrd="0" presId="urn:microsoft.com/office/officeart/2018/2/layout/IconCircleList"/>
    <dgm:cxn modelId="{C342553E-DFA5-4FB8-8BBA-5FC573F74209}" type="presParOf" srcId="{5479FD7B-AD4B-428F-BAD2-17C9EC62631A}" destId="{4D73B340-324B-430B-9E09-7D4AFEB3A35A}" srcOrd="0" destOrd="0" presId="urn:microsoft.com/office/officeart/2018/2/layout/IconCircleList"/>
    <dgm:cxn modelId="{E2DE067D-0FAA-40F8-B30B-DD32116FA0FC}" type="presParOf" srcId="{5479FD7B-AD4B-428F-BAD2-17C9EC62631A}" destId="{BBD20609-8E56-4A10-9863-46568653F577}" srcOrd="1" destOrd="0" presId="urn:microsoft.com/office/officeart/2018/2/layout/IconCircleList"/>
    <dgm:cxn modelId="{8FA92430-A375-4C5D-9E66-C83BE998152E}" type="presParOf" srcId="{5479FD7B-AD4B-428F-BAD2-17C9EC62631A}" destId="{0E78F103-9F98-40C2-AAE6-6CFF733CF5D8}" srcOrd="2" destOrd="0" presId="urn:microsoft.com/office/officeart/2018/2/layout/IconCircleList"/>
    <dgm:cxn modelId="{FCCB33C4-DD4D-4775-A18D-2487F426A649}" type="presParOf" srcId="{5479FD7B-AD4B-428F-BAD2-17C9EC62631A}" destId="{F57E4278-7E40-4006-BE1F-8FD07013BCC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5D7CAC-CDC2-423C-BCC1-652F18FD4C7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268334E-A295-483F-B708-BC754860F408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/>
            <a:t>Heska / Allercept®: ELISA, lab-based – reliable but slow and costly.</a:t>
          </a:r>
        </a:p>
      </dgm:t>
    </dgm:pt>
    <dgm:pt modelId="{51FE1585-74C0-437D-85F3-B4DBB034E4B2}" type="parTrans" cxnId="{E78529E5-C76D-4EAE-9845-30A73B54393C}">
      <dgm:prSet/>
      <dgm:spPr/>
      <dgm:t>
        <a:bodyPr/>
        <a:lstStyle/>
        <a:p>
          <a:endParaRPr lang="en-US"/>
        </a:p>
      </dgm:t>
    </dgm:pt>
    <dgm:pt modelId="{651DAEFE-E1A7-4F41-AEEF-EB5B9135F512}" type="sibTrans" cxnId="{E78529E5-C76D-4EAE-9845-30A73B54393C}">
      <dgm:prSet/>
      <dgm:spPr/>
      <dgm:t>
        <a:bodyPr/>
        <a:lstStyle/>
        <a:p>
          <a:endParaRPr lang="en-US"/>
        </a:p>
      </dgm:t>
    </dgm:pt>
    <dgm:pt modelId="{28DFE284-2DC4-47BF-B8E2-D96FEDEF154C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/>
            <a:t>Nextmune / Artuvetrin®: Specialized, not point-of-care.</a:t>
          </a:r>
        </a:p>
      </dgm:t>
    </dgm:pt>
    <dgm:pt modelId="{40D090E9-0EBC-4AE8-918A-1FB458F42640}" type="parTrans" cxnId="{69007494-9D61-402B-8D57-300832705D1D}">
      <dgm:prSet/>
      <dgm:spPr/>
      <dgm:t>
        <a:bodyPr/>
        <a:lstStyle/>
        <a:p>
          <a:endParaRPr lang="en-US"/>
        </a:p>
      </dgm:t>
    </dgm:pt>
    <dgm:pt modelId="{0A49EC4A-38AD-4208-89DF-CDA965360F02}" type="sibTrans" cxnId="{69007494-9D61-402B-8D57-300832705D1D}">
      <dgm:prSet/>
      <dgm:spPr/>
      <dgm:t>
        <a:bodyPr/>
        <a:lstStyle/>
        <a:p>
          <a:endParaRPr lang="en-US"/>
        </a:p>
      </dgm:t>
    </dgm:pt>
    <dgm:pt modelId="{5F34C96E-CAAE-4FC5-A0BE-E2380709D01B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/>
            <a:t>IDEXX: Broad diagnostic presence but no rapid allergy kits.</a:t>
          </a:r>
        </a:p>
      </dgm:t>
    </dgm:pt>
    <dgm:pt modelId="{9B9A1488-DE65-4634-861B-65269AE7A17D}" type="parTrans" cxnId="{5C24844F-061F-4C9B-86D7-04705451F5EA}">
      <dgm:prSet/>
      <dgm:spPr/>
      <dgm:t>
        <a:bodyPr/>
        <a:lstStyle/>
        <a:p>
          <a:endParaRPr lang="en-US"/>
        </a:p>
      </dgm:t>
    </dgm:pt>
    <dgm:pt modelId="{1D9D2121-FECE-4B45-9FA3-331C15BE0C8E}" type="sibTrans" cxnId="{5C24844F-061F-4C9B-86D7-04705451F5EA}">
      <dgm:prSet/>
      <dgm:spPr/>
      <dgm:t>
        <a:bodyPr/>
        <a:lstStyle/>
        <a:p>
          <a:endParaRPr lang="en-US"/>
        </a:p>
      </dgm:t>
    </dgm:pt>
    <dgm:pt modelId="{2155B356-FB9D-4FDA-A6C7-92A83FE3300C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/>
            <a:t>Chinese OEM brands: competitive pricing, lower recognition.</a:t>
          </a:r>
        </a:p>
      </dgm:t>
    </dgm:pt>
    <dgm:pt modelId="{834BC857-C35B-4F87-962B-D8F5ED534986}" type="parTrans" cxnId="{C9E8B732-F6AE-4DFC-8994-C0B127E0BD4B}">
      <dgm:prSet/>
      <dgm:spPr/>
      <dgm:t>
        <a:bodyPr/>
        <a:lstStyle/>
        <a:p>
          <a:endParaRPr lang="en-US"/>
        </a:p>
      </dgm:t>
    </dgm:pt>
    <dgm:pt modelId="{9C27DF1F-303A-4AB5-B200-AC983E089925}" type="sibTrans" cxnId="{C9E8B732-F6AE-4DFC-8994-C0B127E0BD4B}">
      <dgm:prSet/>
      <dgm:spPr/>
      <dgm:t>
        <a:bodyPr/>
        <a:lstStyle/>
        <a:p>
          <a:endParaRPr lang="en-US"/>
        </a:p>
      </dgm:t>
    </dgm:pt>
    <dgm:pt modelId="{702A9819-DD1C-4304-B362-E427570B44FC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2">
                  <a:lumMod val="60000"/>
                  <a:lumOff val="40000"/>
                </a:schemeClr>
              </a:solidFill>
            </a:rPr>
            <a:t>→ Positioning </a:t>
          </a:r>
          <a:r>
            <a:rPr lang="en-US" dirty="0" err="1">
              <a:solidFill>
                <a:schemeClr val="tx2">
                  <a:lumMod val="60000"/>
                  <a:lumOff val="40000"/>
                </a:schemeClr>
              </a:solidFill>
            </a:rPr>
            <a:t>Diatech</a:t>
          </a:r>
          <a:r>
            <a:rPr lang="en-US" dirty="0">
              <a:solidFill>
                <a:schemeClr val="tx2">
                  <a:lumMod val="60000"/>
                  <a:lumOff val="40000"/>
                </a:schemeClr>
              </a:solidFill>
            </a:rPr>
            <a:t>: Simple, fast and trustworthy allergy test for vets.</a:t>
          </a:r>
        </a:p>
      </dgm:t>
    </dgm:pt>
    <dgm:pt modelId="{D94C5816-1B97-4458-A972-C16A5A2C970F}" type="parTrans" cxnId="{00E971C2-8112-49D3-81C0-B0F557C11442}">
      <dgm:prSet/>
      <dgm:spPr/>
      <dgm:t>
        <a:bodyPr/>
        <a:lstStyle/>
        <a:p>
          <a:endParaRPr lang="en-US"/>
        </a:p>
      </dgm:t>
    </dgm:pt>
    <dgm:pt modelId="{C9D0BCAA-893E-439C-8A07-EE12AE228267}" type="sibTrans" cxnId="{00E971C2-8112-49D3-81C0-B0F557C11442}">
      <dgm:prSet/>
      <dgm:spPr/>
      <dgm:t>
        <a:bodyPr/>
        <a:lstStyle/>
        <a:p>
          <a:endParaRPr lang="en-US"/>
        </a:p>
      </dgm:t>
    </dgm:pt>
    <dgm:pt modelId="{F6BD18C5-58A8-554B-8F13-26248E4CC91C}" type="pres">
      <dgm:prSet presAssocID="{665D7CAC-CDC2-423C-BCC1-652F18FD4C73}" presName="linear" presStyleCnt="0">
        <dgm:presLayoutVars>
          <dgm:animLvl val="lvl"/>
          <dgm:resizeHandles val="exact"/>
        </dgm:presLayoutVars>
      </dgm:prSet>
      <dgm:spPr/>
    </dgm:pt>
    <dgm:pt modelId="{014FB76C-03AB-FF4D-B96D-FF77E93EBF75}" type="pres">
      <dgm:prSet presAssocID="{6268334E-A295-483F-B708-BC754860F40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C75FD9A-FC53-9944-A6C9-5665A9A87861}" type="pres">
      <dgm:prSet presAssocID="{651DAEFE-E1A7-4F41-AEEF-EB5B9135F512}" presName="spacer" presStyleCnt="0"/>
      <dgm:spPr/>
    </dgm:pt>
    <dgm:pt modelId="{AFA9533A-27E4-F34C-99A2-E4E4CFBA11CF}" type="pres">
      <dgm:prSet presAssocID="{28DFE284-2DC4-47BF-B8E2-D96FEDEF154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F43B30E-7A48-354D-B53F-98A9F3357C24}" type="pres">
      <dgm:prSet presAssocID="{0A49EC4A-38AD-4208-89DF-CDA965360F02}" presName="spacer" presStyleCnt="0"/>
      <dgm:spPr/>
    </dgm:pt>
    <dgm:pt modelId="{344F7E11-D8F1-6044-B180-7886F44C3DDB}" type="pres">
      <dgm:prSet presAssocID="{5F34C96E-CAAE-4FC5-A0BE-E2380709D01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8D3DA3C-9A98-E14F-BBD5-C93860C7361F}" type="pres">
      <dgm:prSet presAssocID="{1D9D2121-FECE-4B45-9FA3-331C15BE0C8E}" presName="spacer" presStyleCnt="0"/>
      <dgm:spPr/>
    </dgm:pt>
    <dgm:pt modelId="{50AAA2FB-D3B4-6B43-90E6-64B9264C8443}" type="pres">
      <dgm:prSet presAssocID="{2155B356-FB9D-4FDA-A6C7-92A83FE3300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079D082-8A3F-7747-A1B9-45ECDC90B596}" type="pres">
      <dgm:prSet presAssocID="{9C27DF1F-303A-4AB5-B200-AC983E089925}" presName="spacer" presStyleCnt="0"/>
      <dgm:spPr/>
    </dgm:pt>
    <dgm:pt modelId="{B37091D0-22DF-9F4C-8CF8-7D69F16AA92E}" type="pres">
      <dgm:prSet presAssocID="{702A9819-DD1C-4304-B362-E427570B44FC}" presName="parentText" presStyleLbl="node1" presStyleIdx="4" presStyleCnt="5" custScaleY="223202" custLinFactNeighborY="-7645">
        <dgm:presLayoutVars>
          <dgm:chMax val="0"/>
          <dgm:bulletEnabled val="1"/>
        </dgm:presLayoutVars>
      </dgm:prSet>
      <dgm:spPr/>
    </dgm:pt>
  </dgm:ptLst>
  <dgm:cxnLst>
    <dgm:cxn modelId="{05652F16-0F22-1E40-AE53-3F41CADF3ACF}" type="presOf" srcId="{6268334E-A295-483F-B708-BC754860F408}" destId="{014FB76C-03AB-FF4D-B96D-FF77E93EBF75}" srcOrd="0" destOrd="0" presId="urn:microsoft.com/office/officeart/2005/8/layout/vList2"/>
    <dgm:cxn modelId="{C9E8B732-F6AE-4DFC-8994-C0B127E0BD4B}" srcId="{665D7CAC-CDC2-423C-BCC1-652F18FD4C73}" destId="{2155B356-FB9D-4FDA-A6C7-92A83FE3300C}" srcOrd="3" destOrd="0" parTransId="{834BC857-C35B-4F87-962B-D8F5ED534986}" sibTransId="{9C27DF1F-303A-4AB5-B200-AC983E089925}"/>
    <dgm:cxn modelId="{2B7CD641-D443-534F-87EB-74DC73E6F7CE}" type="presOf" srcId="{2155B356-FB9D-4FDA-A6C7-92A83FE3300C}" destId="{50AAA2FB-D3B4-6B43-90E6-64B9264C8443}" srcOrd="0" destOrd="0" presId="urn:microsoft.com/office/officeart/2005/8/layout/vList2"/>
    <dgm:cxn modelId="{31C40147-D09E-BF45-8DEF-336A12846743}" type="presOf" srcId="{5F34C96E-CAAE-4FC5-A0BE-E2380709D01B}" destId="{344F7E11-D8F1-6044-B180-7886F44C3DDB}" srcOrd="0" destOrd="0" presId="urn:microsoft.com/office/officeart/2005/8/layout/vList2"/>
    <dgm:cxn modelId="{5C24844F-061F-4C9B-86D7-04705451F5EA}" srcId="{665D7CAC-CDC2-423C-BCC1-652F18FD4C73}" destId="{5F34C96E-CAAE-4FC5-A0BE-E2380709D01B}" srcOrd="2" destOrd="0" parTransId="{9B9A1488-DE65-4634-861B-65269AE7A17D}" sibTransId="{1D9D2121-FECE-4B45-9FA3-331C15BE0C8E}"/>
    <dgm:cxn modelId="{9AECAC78-1E97-7C4A-8774-8F8DB8CCE0DD}" type="presOf" srcId="{28DFE284-2DC4-47BF-B8E2-D96FEDEF154C}" destId="{AFA9533A-27E4-F34C-99A2-E4E4CFBA11CF}" srcOrd="0" destOrd="0" presId="urn:microsoft.com/office/officeart/2005/8/layout/vList2"/>
    <dgm:cxn modelId="{69007494-9D61-402B-8D57-300832705D1D}" srcId="{665D7CAC-CDC2-423C-BCC1-652F18FD4C73}" destId="{28DFE284-2DC4-47BF-B8E2-D96FEDEF154C}" srcOrd="1" destOrd="0" parTransId="{40D090E9-0EBC-4AE8-918A-1FB458F42640}" sibTransId="{0A49EC4A-38AD-4208-89DF-CDA965360F02}"/>
    <dgm:cxn modelId="{00E971C2-8112-49D3-81C0-B0F557C11442}" srcId="{665D7CAC-CDC2-423C-BCC1-652F18FD4C73}" destId="{702A9819-DD1C-4304-B362-E427570B44FC}" srcOrd="4" destOrd="0" parTransId="{D94C5816-1B97-4458-A972-C16A5A2C970F}" sibTransId="{C9D0BCAA-893E-439C-8A07-EE12AE228267}"/>
    <dgm:cxn modelId="{8F9558C8-6880-8049-AB8E-74BE93D4532C}" type="presOf" srcId="{702A9819-DD1C-4304-B362-E427570B44FC}" destId="{B37091D0-22DF-9F4C-8CF8-7D69F16AA92E}" srcOrd="0" destOrd="0" presId="urn:microsoft.com/office/officeart/2005/8/layout/vList2"/>
    <dgm:cxn modelId="{83C2C8DA-7091-0347-B807-ECD9221355CB}" type="presOf" srcId="{665D7CAC-CDC2-423C-BCC1-652F18FD4C73}" destId="{F6BD18C5-58A8-554B-8F13-26248E4CC91C}" srcOrd="0" destOrd="0" presId="urn:microsoft.com/office/officeart/2005/8/layout/vList2"/>
    <dgm:cxn modelId="{E78529E5-C76D-4EAE-9845-30A73B54393C}" srcId="{665D7CAC-CDC2-423C-BCC1-652F18FD4C73}" destId="{6268334E-A295-483F-B708-BC754860F408}" srcOrd="0" destOrd="0" parTransId="{51FE1585-74C0-437D-85F3-B4DBB034E4B2}" sibTransId="{651DAEFE-E1A7-4F41-AEEF-EB5B9135F512}"/>
    <dgm:cxn modelId="{53BBD690-C66B-AD42-AF76-12D278578993}" type="presParOf" srcId="{F6BD18C5-58A8-554B-8F13-26248E4CC91C}" destId="{014FB76C-03AB-FF4D-B96D-FF77E93EBF75}" srcOrd="0" destOrd="0" presId="urn:microsoft.com/office/officeart/2005/8/layout/vList2"/>
    <dgm:cxn modelId="{5707210A-0C66-E04E-B4B3-CC0720C62683}" type="presParOf" srcId="{F6BD18C5-58A8-554B-8F13-26248E4CC91C}" destId="{2C75FD9A-FC53-9944-A6C9-5665A9A87861}" srcOrd="1" destOrd="0" presId="urn:microsoft.com/office/officeart/2005/8/layout/vList2"/>
    <dgm:cxn modelId="{FA8B08AA-18B7-A945-8973-A0AF2EBBA968}" type="presParOf" srcId="{F6BD18C5-58A8-554B-8F13-26248E4CC91C}" destId="{AFA9533A-27E4-F34C-99A2-E4E4CFBA11CF}" srcOrd="2" destOrd="0" presId="urn:microsoft.com/office/officeart/2005/8/layout/vList2"/>
    <dgm:cxn modelId="{97E2A7D1-8D9B-0845-991F-02B1168DB347}" type="presParOf" srcId="{F6BD18C5-58A8-554B-8F13-26248E4CC91C}" destId="{6F43B30E-7A48-354D-B53F-98A9F3357C24}" srcOrd="3" destOrd="0" presId="urn:microsoft.com/office/officeart/2005/8/layout/vList2"/>
    <dgm:cxn modelId="{9282ED37-1791-A345-AEC3-2CCD8B4ED5F0}" type="presParOf" srcId="{F6BD18C5-58A8-554B-8F13-26248E4CC91C}" destId="{344F7E11-D8F1-6044-B180-7886F44C3DDB}" srcOrd="4" destOrd="0" presId="urn:microsoft.com/office/officeart/2005/8/layout/vList2"/>
    <dgm:cxn modelId="{927F73CA-2379-634B-85C4-EF4E69F51469}" type="presParOf" srcId="{F6BD18C5-58A8-554B-8F13-26248E4CC91C}" destId="{F8D3DA3C-9A98-E14F-BBD5-C93860C7361F}" srcOrd="5" destOrd="0" presId="urn:microsoft.com/office/officeart/2005/8/layout/vList2"/>
    <dgm:cxn modelId="{5119D95D-C9DE-444F-A3AC-54EF71D749C5}" type="presParOf" srcId="{F6BD18C5-58A8-554B-8F13-26248E4CC91C}" destId="{50AAA2FB-D3B4-6B43-90E6-64B9264C8443}" srcOrd="6" destOrd="0" presId="urn:microsoft.com/office/officeart/2005/8/layout/vList2"/>
    <dgm:cxn modelId="{74552625-C2D8-7F45-9422-42ECD6D6B062}" type="presParOf" srcId="{F6BD18C5-58A8-554B-8F13-26248E4CC91C}" destId="{E079D082-8A3F-7747-A1B9-45ECDC90B596}" srcOrd="7" destOrd="0" presId="urn:microsoft.com/office/officeart/2005/8/layout/vList2"/>
    <dgm:cxn modelId="{0FE3AE91-1D61-ED43-A20D-220E894D02FC}" type="presParOf" srcId="{F6BD18C5-58A8-554B-8F13-26248E4CC91C}" destId="{B37091D0-22DF-9F4C-8CF8-7D69F16AA92E}" srcOrd="8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A18527-E939-40CC-993E-0A7390AFBBF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18BB655-3797-41FD-8E55-30A17929BA32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2000"/>
            <a:t>Strengths: Simple use, fast results, affordable, distributable via wholesalers.</a:t>
          </a:r>
        </a:p>
      </dgm:t>
    </dgm:pt>
    <dgm:pt modelId="{6459DA67-1112-4D4E-B4DF-C0A7EF7FD6FC}" type="parTrans" cxnId="{3C22459F-CEB7-4CB4-BA5B-6833CCAD8A06}">
      <dgm:prSet/>
      <dgm:spPr/>
      <dgm:t>
        <a:bodyPr/>
        <a:lstStyle/>
        <a:p>
          <a:endParaRPr lang="en-US" sz="1400"/>
        </a:p>
      </dgm:t>
    </dgm:pt>
    <dgm:pt modelId="{64006E5A-14B5-4F0D-BE68-38678E7C01B1}" type="sibTrans" cxnId="{3C22459F-CEB7-4CB4-BA5B-6833CCAD8A06}">
      <dgm:prSet/>
      <dgm:spPr/>
      <dgm:t>
        <a:bodyPr/>
        <a:lstStyle/>
        <a:p>
          <a:endParaRPr lang="en-US" sz="1400"/>
        </a:p>
      </dgm:t>
    </dgm:pt>
    <dgm:pt modelId="{2C14C5E0-B62D-406A-8805-0F646CBD37D8}">
      <dgm:prSet custT="1"/>
      <dgm:spPr/>
      <dgm:t>
        <a:bodyPr/>
        <a:lstStyle/>
        <a:p>
          <a:r>
            <a:rPr lang="en-US" sz="2000"/>
            <a:t>Weaknesses: New brand, perceived accuracy concerns, need for local validation.</a:t>
          </a:r>
        </a:p>
      </dgm:t>
    </dgm:pt>
    <dgm:pt modelId="{2DD120FF-C101-4486-AE95-1B40264D0033}" type="parTrans" cxnId="{45B8B906-9CC6-4040-A9CA-6ACFC810E13D}">
      <dgm:prSet/>
      <dgm:spPr/>
      <dgm:t>
        <a:bodyPr/>
        <a:lstStyle/>
        <a:p>
          <a:endParaRPr lang="en-US" sz="1400"/>
        </a:p>
      </dgm:t>
    </dgm:pt>
    <dgm:pt modelId="{E9149AA0-FE87-47C9-ACFB-1E6B55185B79}" type="sibTrans" cxnId="{45B8B906-9CC6-4040-A9CA-6ACFC810E13D}">
      <dgm:prSet/>
      <dgm:spPr/>
      <dgm:t>
        <a:bodyPr/>
        <a:lstStyle/>
        <a:p>
          <a:endParaRPr lang="en-US" sz="1400"/>
        </a:p>
      </dgm:t>
    </dgm:pt>
    <dgm:pt modelId="{AC17E3C8-42C4-47E0-8F4D-84EFD04ED328}">
      <dgm:prSet custT="1"/>
      <dgm:spPr/>
      <dgm:t>
        <a:bodyPr/>
        <a:lstStyle/>
        <a:p>
          <a:r>
            <a:rPr lang="en-US" sz="2000"/>
            <a:t>Opportunities: Pet ownership rise, preventive medicine trend, few quick-test options.</a:t>
          </a:r>
        </a:p>
      </dgm:t>
    </dgm:pt>
    <dgm:pt modelId="{6A3009B6-3796-492F-90C2-E2A9E68E7C47}" type="parTrans" cxnId="{9C943D39-470A-420E-862A-5AB1A17D1124}">
      <dgm:prSet/>
      <dgm:spPr/>
      <dgm:t>
        <a:bodyPr/>
        <a:lstStyle/>
        <a:p>
          <a:endParaRPr lang="en-US" sz="1400"/>
        </a:p>
      </dgm:t>
    </dgm:pt>
    <dgm:pt modelId="{FEB4BDBE-43A9-4B54-8DFA-CF216691C8B2}" type="sibTrans" cxnId="{9C943D39-470A-420E-862A-5AB1A17D1124}">
      <dgm:prSet/>
      <dgm:spPr/>
      <dgm:t>
        <a:bodyPr/>
        <a:lstStyle/>
        <a:p>
          <a:endParaRPr lang="en-US" sz="1400"/>
        </a:p>
      </dgm:t>
    </dgm:pt>
    <dgm:pt modelId="{35FA8597-F0C1-4604-BE5E-B59D95EBD373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2000" dirty="0"/>
            <a:t>Threats: Strong incumbents, import regulations, logistic </a:t>
          </a:r>
          <a:r>
            <a:rPr lang="en-US" sz="2000" dirty="0" err="1"/>
            <a:t>risks,CE</a:t>
          </a:r>
          <a:r>
            <a:rPr lang="en-US" sz="2000" dirty="0"/>
            <a:t> marking risk</a:t>
          </a:r>
        </a:p>
      </dgm:t>
    </dgm:pt>
    <dgm:pt modelId="{28DF6136-A79C-4ADF-A31A-8DC1DCDF3FB9}" type="parTrans" cxnId="{9AA2C8D0-D948-4EC1-B6B8-6BEAF004CCD3}">
      <dgm:prSet/>
      <dgm:spPr/>
      <dgm:t>
        <a:bodyPr/>
        <a:lstStyle/>
        <a:p>
          <a:endParaRPr lang="en-US" sz="1400"/>
        </a:p>
      </dgm:t>
    </dgm:pt>
    <dgm:pt modelId="{5874A1ED-B0F5-40DD-AA65-84A29C7274C1}" type="sibTrans" cxnId="{9AA2C8D0-D948-4EC1-B6B8-6BEAF004CCD3}">
      <dgm:prSet/>
      <dgm:spPr/>
      <dgm:t>
        <a:bodyPr/>
        <a:lstStyle/>
        <a:p>
          <a:endParaRPr lang="en-US" sz="1400"/>
        </a:p>
      </dgm:t>
    </dgm:pt>
    <dgm:pt modelId="{B26A859A-19CC-9B4E-AF1A-73069E604E8E}" type="pres">
      <dgm:prSet presAssocID="{2BA18527-E939-40CC-993E-0A7390AFBBFF}" presName="diagram" presStyleCnt="0">
        <dgm:presLayoutVars>
          <dgm:dir/>
          <dgm:resizeHandles val="exact"/>
        </dgm:presLayoutVars>
      </dgm:prSet>
      <dgm:spPr/>
    </dgm:pt>
    <dgm:pt modelId="{3368B0A6-2A83-C540-A30A-3E0B09E4DFA2}" type="pres">
      <dgm:prSet presAssocID="{818BB655-3797-41FD-8E55-30A17929BA32}" presName="node" presStyleLbl="node1" presStyleIdx="0" presStyleCnt="4">
        <dgm:presLayoutVars>
          <dgm:bulletEnabled val="1"/>
        </dgm:presLayoutVars>
      </dgm:prSet>
      <dgm:spPr/>
    </dgm:pt>
    <dgm:pt modelId="{DF4544A2-2F25-C740-8AA1-D37BB2D6C25D}" type="pres">
      <dgm:prSet presAssocID="{64006E5A-14B5-4F0D-BE68-38678E7C01B1}" presName="sibTrans" presStyleCnt="0"/>
      <dgm:spPr/>
    </dgm:pt>
    <dgm:pt modelId="{B9A4CFB8-8D79-5D4C-975D-D425C7816008}" type="pres">
      <dgm:prSet presAssocID="{2C14C5E0-B62D-406A-8805-0F646CBD37D8}" presName="node" presStyleLbl="node1" presStyleIdx="1" presStyleCnt="4">
        <dgm:presLayoutVars>
          <dgm:bulletEnabled val="1"/>
        </dgm:presLayoutVars>
      </dgm:prSet>
      <dgm:spPr/>
    </dgm:pt>
    <dgm:pt modelId="{E5388FE1-DE74-0A40-92D3-5FD53829B85B}" type="pres">
      <dgm:prSet presAssocID="{E9149AA0-FE87-47C9-ACFB-1E6B55185B79}" presName="sibTrans" presStyleCnt="0"/>
      <dgm:spPr/>
    </dgm:pt>
    <dgm:pt modelId="{59DAF266-FB77-D747-9EF4-03196EFD86E8}" type="pres">
      <dgm:prSet presAssocID="{AC17E3C8-42C4-47E0-8F4D-84EFD04ED328}" presName="node" presStyleLbl="node1" presStyleIdx="2" presStyleCnt="4">
        <dgm:presLayoutVars>
          <dgm:bulletEnabled val="1"/>
        </dgm:presLayoutVars>
      </dgm:prSet>
      <dgm:spPr/>
    </dgm:pt>
    <dgm:pt modelId="{20F05F25-C77A-5244-B59B-39B32CA98216}" type="pres">
      <dgm:prSet presAssocID="{FEB4BDBE-43A9-4B54-8DFA-CF216691C8B2}" presName="sibTrans" presStyleCnt="0"/>
      <dgm:spPr/>
    </dgm:pt>
    <dgm:pt modelId="{09A1A574-3937-2F4C-BCBF-40922AF1E11F}" type="pres">
      <dgm:prSet presAssocID="{35FA8597-F0C1-4604-BE5E-B59D95EBD373}" presName="node" presStyleLbl="node1" presStyleIdx="3" presStyleCnt="4">
        <dgm:presLayoutVars>
          <dgm:bulletEnabled val="1"/>
        </dgm:presLayoutVars>
      </dgm:prSet>
      <dgm:spPr/>
    </dgm:pt>
  </dgm:ptLst>
  <dgm:cxnLst>
    <dgm:cxn modelId="{45B8B906-9CC6-4040-A9CA-6ACFC810E13D}" srcId="{2BA18527-E939-40CC-993E-0A7390AFBBFF}" destId="{2C14C5E0-B62D-406A-8805-0F646CBD37D8}" srcOrd="1" destOrd="0" parTransId="{2DD120FF-C101-4486-AE95-1B40264D0033}" sibTransId="{E9149AA0-FE87-47C9-ACFB-1E6B55185B79}"/>
    <dgm:cxn modelId="{3AAA9220-A2FB-FB43-85B2-77142B03F58C}" type="presOf" srcId="{2C14C5E0-B62D-406A-8805-0F646CBD37D8}" destId="{B9A4CFB8-8D79-5D4C-975D-D425C7816008}" srcOrd="0" destOrd="0" presId="urn:microsoft.com/office/officeart/2005/8/layout/default"/>
    <dgm:cxn modelId="{9C943D39-470A-420E-862A-5AB1A17D1124}" srcId="{2BA18527-E939-40CC-993E-0A7390AFBBFF}" destId="{AC17E3C8-42C4-47E0-8F4D-84EFD04ED328}" srcOrd="2" destOrd="0" parTransId="{6A3009B6-3796-492F-90C2-E2A9E68E7C47}" sibTransId="{FEB4BDBE-43A9-4B54-8DFA-CF216691C8B2}"/>
    <dgm:cxn modelId="{37D17E47-760E-5F4A-897F-DE465976BB69}" type="presOf" srcId="{35FA8597-F0C1-4604-BE5E-B59D95EBD373}" destId="{09A1A574-3937-2F4C-BCBF-40922AF1E11F}" srcOrd="0" destOrd="0" presId="urn:microsoft.com/office/officeart/2005/8/layout/default"/>
    <dgm:cxn modelId="{2A58B07F-096F-C046-B6A9-5F9FB906369D}" type="presOf" srcId="{818BB655-3797-41FD-8E55-30A17929BA32}" destId="{3368B0A6-2A83-C540-A30A-3E0B09E4DFA2}" srcOrd="0" destOrd="0" presId="urn:microsoft.com/office/officeart/2005/8/layout/default"/>
    <dgm:cxn modelId="{3C22459F-CEB7-4CB4-BA5B-6833CCAD8A06}" srcId="{2BA18527-E939-40CC-993E-0A7390AFBBFF}" destId="{818BB655-3797-41FD-8E55-30A17929BA32}" srcOrd="0" destOrd="0" parTransId="{6459DA67-1112-4D4E-B4DF-C0A7EF7FD6FC}" sibTransId="{64006E5A-14B5-4F0D-BE68-38678E7C01B1}"/>
    <dgm:cxn modelId="{5ED4F8B2-7110-5A4A-9078-5A00B8C12FED}" type="presOf" srcId="{2BA18527-E939-40CC-993E-0A7390AFBBFF}" destId="{B26A859A-19CC-9B4E-AF1A-73069E604E8E}" srcOrd="0" destOrd="0" presId="urn:microsoft.com/office/officeart/2005/8/layout/default"/>
    <dgm:cxn modelId="{9AA2C8D0-D948-4EC1-B6B8-6BEAF004CCD3}" srcId="{2BA18527-E939-40CC-993E-0A7390AFBBFF}" destId="{35FA8597-F0C1-4604-BE5E-B59D95EBD373}" srcOrd="3" destOrd="0" parTransId="{28DF6136-A79C-4ADF-A31A-8DC1DCDF3FB9}" sibTransId="{5874A1ED-B0F5-40DD-AA65-84A29C7274C1}"/>
    <dgm:cxn modelId="{EFF503F3-D70E-1846-83C5-54165EFAE1F8}" type="presOf" srcId="{AC17E3C8-42C4-47E0-8F4D-84EFD04ED328}" destId="{59DAF266-FB77-D747-9EF4-03196EFD86E8}" srcOrd="0" destOrd="0" presId="urn:microsoft.com/office/officeart/2005/8/layout/default"/>
    <dgm:cxn modelId="{5B545683-FFBD-5446-A39B-7094D5DAA33F}" type="presParOf" srcId="{B26A859A-19CC-9B4E-AF1A-73069E604E8E}" destId="{3368B0A6-2A83-C540-A30A-3E0B09E4DFA2}" srcOrd="0" destOrd="0" presId="urn:microsoft.com/office/officeart/2005/8/layout/default"/>
    <dgm:cxn modelId="{A5AF5B23-1376-564E-B8AF-35C9318D0BD4}" type="presParOf" srcId="{B26A859A-19CC-9B4E-AF1A-73069E604E8E}" destId="{DF4544A2-2F25-C740-8AA1-D37BB2D6C25D}" srcOrd="1" destOrd="0" presId="urn:microsoft.com/office/officeart/2005/8/layout/default"/>
    <dgm:cxn modelId="{A83AEA34-D5F7-4A42-9603-F9874E68A293}" type="presParOf" srcId="{B26A859A-19CC-9B4E-AF1A-73069E604E8E}" destId="{B9A4CFB8-8D79-5D4C-975D-D425C7816008}" srcOrd="2" destOrd="0" presId="urn:microsoft.com/office/officeart/2005/8/layout/default"/>
    <dgm:cxn modelId="{E7C53C0C-5C8E-1444-8EBC-EE9AF56CAD34}" type="presParOf" srcId="{B26A859A-19CC-9B4E-AF1A-73069E604E8E}" destId="{E5388FE1-DE74-0A40-92D3-5FD53829B85B}" srcOrd="3" destOrd="0" presId="urn:microsoft.com/office/officeart/2005/8/layout/default"/>
    <dgm:cxn modelId="{3B334876-D087-9A49-8616-A27D9B462497}" type="presParOf" srcId="{B26A859A-19CC-9B4E-AF1A-73069E604E8E}" destId="{59DAF266-FB77-D747-9EF4-03196EFD86E8}" srcOrd="4" destOrd="0" presId="urn:microsoft.com/office/officeart/2005/8/layout/default"/>
    <dgm:cxn modelId="{6E0221DF-C480-1A4F-9BC5-47CE18E9F982}" type="presParOf" srcId="{B26A859A-19CC-9B4E-AF1A-73069E604E8E}" destId="{20F05F25-C77A-5244-B59B-39B32CA98216}" srcOrd="5" destOrd="0" presId="urn:microsoft.com/office/officeart/2005/8/layout/default"/>
    <dgm:cxn modelId="{300D64B5-2321-F846-BA65-0E1303B45CC1}" type="presParOf" srcId="{B26A859A-19CC-9B4E-AF1A-73069E604E8E}" destId="{09A1A574-3937-2F4C-BCBF-40922AF1E11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85A52EB-1D5D-49CF-88ED-017676D042EF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490798B-0E60-4E87-AB5B-65A1FEB72265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Rapid entry to secure early leadership in the allergy rapid-test segment.</a:t>
          </a:r>
        </a:p>
      </dgm:t>
    </dgm:pt>
    <dgm:pt modelId="{B37F9DBC-CCAC-4932-9D2E-8748501DDB56}" type="parTrans" cxnId="{746FAA4D-A676-421F-8437-0C96621F3001}">
      <dgm:prSet/>
      <dgm:spPr/>
      <dgm:t>
        <a:bodyPr/>
        <a:lstStyle/>
        <a:p>
          <a:endParaRPr lang="en-US"/>
        </a:p>
      </dgm:t>
    </dgm:pt>
    <dgm:pt modelId="{E88E375B-323B-4709-A784-FA2E2B70C3AF}" type="sibTrans" cxnId="{746FAA4D-A676-421F-8437-0C96621F3001}">
      <dgm:prSet/>
      <dgm:spPr/>
      <dgm:t>
        <a:bodyPr/>
        <a:lstStyle/>
        <a:p>
          <a:endParaRPr lang="en-US"/>
        </a:p>
      </dgm:t>
    </dgm:pt>
    <dgm:pt modelId="{A824F036-E7EA-4FB8-A288-0BC77F5F966E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/>
            <a:t>Build credibility via scientific validation &amp; professional marketing.</a:t>
          </a:r>
        </a:p>
      </dgm:t>
    </dgm:pt>
    <dgm:pt modelId="{9FF2EB48-A4E3-46EE-8426-5F13F286318B}" type="parTrans" cxnId="{3075853B-28B2-48AB-B296-865384AE3C5A}">
      <dgm:prSet/>
      <dgm:spPr/>
      <dgm:t>
        <a:bodyPr/>
        <a:lstStyle/>
        <a:p>
          <a:endParaRPr lang="en-US"/>
        </a:p>
      </dgm:t>
    </dgm:pt>
    <dgm:pt modelId="{5E53EF46-C232-4348-9C07-E33C7E657B93}" type="sibTrans" cxnId="{3075853B-28B2-48AB-B296-865384AE3C5A}">
      <dgm:prSet/>
      <dgm:spPr/>
      <dgm:t>
        <a:bodyPr/>
        <a:lstStyle/>
        <a:p>
          <a:endParaRPr lang="en-US"/>
        </a:p>
      </dgm:t>
    </dgm:pt>
    <dgm:pt modelId="{DD894F83-0B85-43A1-B2D5-63AC40CBAC1E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dirty="0"/>
            <a:t>Prepare product line extension (multi-allergen, food allergy).</a:t>
          </a:r>
        </a:p>
      </dgm:t>
    </dgm:pt>
    <dgm:pt modelId="{8CD8EEB3-1EFD-45A8-821E-B8AB237DB40E}" type="parTrans" cxnId="{4DAF383D-65C8-4DE3-A110-8CF568F331DD}">
      <dgm:prSet/>
      <dgm:spPr/>
      <dgm:t>
        <a:bodyPr/>
        <a:lstStyle/>
        <a:p>
          <a:endParaRPr lang="en-US"/>
        </a:p>
      </dgm:t>
    </dgm:pt>
    <dgm:pt modelId="{F5AACB1C-1EAB-49C5-9707-6A0915D9A852}" type="sibTrans" cxnId="{4DAF383D-65C8-4DE3-A110-8CF568F331DD}">
      <dgm:prSet/>
      <dgm:spPr/>
      <dgm:t>
        <a:bodyPr/>
        <a:lstStyle/>
        <a:p>
          <a:endParaRPr lang="en-US"/>
        </a:p>
      </dgm:t>
    </dgm:pt>
    <dgm:pt modelId="{F0B1D464-EEF4-438F-A7F9-088DBFC17513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/>
            <a:t>Long-term goal: establish European distribution base with Chinese production.</a:t>
          </a:r>
        </a:p>
      </dgm:t>
    </dgm:pt>
    <dgm:pt modelId="{E3CE2C27-53C7-4F04-A828-6E787182274A}" type="parTrans" cxnId="{50B5FA76-881A-4CAA-90FD-283B80E9C709}">
      <dgm:prSet/>
      <dgm:spPr/>
      <dgm:t>
        <a:bodyPr/>
        <a:lstStyle/>
        <a:p>
          <a:endParaRPr lang="en-US"/>
        </a:p>
      </dgm:t>
    </dgm:pt>
    <dgm:pt modelId="{4D9BBAB8-4DE5-42DE-A86A-0346F248C986}" type="sibTrans" cxnId="{50B5FA76-881A-4CAA-90FD-283B80E9C709}">
      <dgm:prSet/>
      <dgm:spPr/>
      <dgm:t>
        <a:bodyPr/>
        <a:lstStyle/>
        <a:p>
          <a:endParaRPr lang="en-US"/>
        </a:p>
      </dgm:t>
    </dgm:pt>
    <dgm:pt modelId="{F958BE75-7DAC-E941-9B45-E96666D7D412}" type="pres">
      <dgm:prSet presAssocID="{485A52EB-1D5D-49CF-88ED-017676D042EF}" presName="Name0" presStyleCnt="0">
        <dgm:presLayoutVars>
          <dgm:dir/>
          <dgm:animLvl val="lvl"/>
          <dgm:resizeHandles val="exact"/>
        </dgm:presLayoutVars>
      </dgm:prSet>
      <dgm:spPr/>
    </dgm:pt>
    <dgm:pt modelId="{C8FC6695-B45A-0D43-92FC-C9215E4F678F}" type="pres">
      <dgm:prSet presAssocID="{8490798B-0E60-4E87-AB5B-65A1FEB72265}" presName="linNode" presStyleCnt="0"/>
      <dgm:spPr/>
    </dgm:pt>
    <dgm:pt modelId="{5C1423DA-F6D5-C347-A47B-D444990BBBE9}" type="pres">
      <dgm:prSet presAssocID="{8490798B-0E60-4E87-AB5B-65A1FEB72265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A3575EEC-C646-5F43-9E2A-89E32C15711F}" type="pres">
      <dgm:prSet presAssocID="{E88E375B-323B-4709-A784-FA2E2B70C3AF}" presName="sp" presStyleCnt="0"/>
      <dgm:spPr/>
    </dgm:pt>
    <dgm:pt modelId="{E19F845D-76A3-AC4C-8F1F-1C0AF07A86AE}" type="pres">
      <dgm:prSet presAssocID="{A824F036-E7EA-4FB8-A288-0BC77F5F966E}" presName="linNode" presStyleCnt="0"/>
      <dgm:spPr/>
    </dgm:pt>
    <dgm:pt modelId="{D6759641-947B-6A40-83A0-8C8EF2F491ED}" type="pres">
      <dgm:prSet presAssocID="{A824F036-E7EA-4FB8-A288-0BC77F5F966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433F1AC-206F-BC44-B0A1-2685DC4A0BF7}" type="pres">
      <dgm:prSet presAssocID="{5E53EF46-C232-4348-9C07-E33C7E657B93}" presName="sp" presStyleCnt="0"/>
      <dgm:spPr/>
    </dgm:pt>
    <dgm:pt modelId="{64A0EB53-9BE7-B94A-B7E1-58055E73E159}" type="pres">
      <dgm:prSet presAssocID="{DD894F83-0B85-43A1-B2D5-63AC40CBAC1E}" presName="linNode" presStyleCnt="0"/>
      <dgm:spPr/>
    </dgm:pt>
    <dgm:pt modelId="{47283D13-3AE2-404B-AE7F-E857B9AC333A}" type="pres">
      <dgm:prSet presAssocID="{DD894F83-0B85-43A1-B2D5-63AC40CBAC1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612F697-90B2-334C-BBF1-CA7B080EF10E}" type="pres">
      <dgm:prSet presAssocID="{F5AACB1C-1EAB-49C5-9707-6A0915D9A852}" presName="sp" presStyleCnt="0"/>
      <dgm:spPr/>
    </dgm:pt>
    <dgm:pt modelId="{468FDA1F-E41D-AC42-A837-B8D678794800}" type="pres">
      <dgm:prSet presAssocID="{F0B1D464-EEF4-438F-A7F9-088DBFC17513}" presName="linNode" presStyleCnt="0"/>
      <dgm:spPr/>
    </dgm:pt>
    <dgm:pt modelId="{2B03EE23-1FCD-C44C-9033-1B03AB3166A7}" type="pres">
      <dgm:prSet presAssocID="{F0B1D464-EEF4-438F-A7F9-088DBFC17513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96042302-87FF-984C-99F1-42771B3EBC83}" type="presOf" srcId="{DD894F83-0B85-43A1-B2D5-63AC40CBAC1E}" destId="{47283D13-3AE2-404B-AE7F-E857B9AC333A}" srcOrd="0" destOrd="0" presId="urn:microsoft.com/office/officeart/2005/8/layout/vList5"/>
    <dgm:cxn modelId="{FDB3C531-9A15-5E4E-9A58-411C80DFB0DD}" type="presOf" srcId="{8490798B-0E60-4E87-AB5B-65A1FEB72265}" destId="{5C1423DA-F6D5-C347-A47B-D444990BBBE9}" srcOrd="0" destOrd="0" presId="urn:microsoft.com/office/officeart/2005/8/layout/vList5"/>
    <dgm:cxn modelId="{3075853B-28B2-48AB-B296-865384AE3C5A}" srcId="{485A52EB-1D5D-49CF-88ED-017676D042EF}" destId="{A824F036-E7EA-4FB8-A288-0BC77F5F966E}" srcOrd="1" destOrd="0" parTransId="{9FF2EB48-A4E3-46EE-8426-5F13F286318B}" sibTransId="{5E53EF46-C232-4348-9C07-E33C7E657B93}"/>
    <dgm:cxn modelId="{4DAF383D-65C8-4DE3-A110-8CF568F331DD}" srcId="{485A52EB-1D5D-49CF-88ED-017676D042EF}" destId="{DD894F83-0B85-43A1-B2D5-63AC40CBAC1E}" srcOrd="2" destOrd="0" parTransId="{8CD8EEB3-1EFD-45A8-821E-B8AB237DB40E}" sibTransId="{F5AACB1C-1EAB-49C5-9707-6A0915D9A852}"/>
    <dgm:cxn modelId="{746FAA4D-A676-421F-8437-0C96621F3001}" srcId="{485A52EB-1D5D-49CF-88ED-017676D042EF}" destId="{8490798B-0E60-4E87-AB5B-65A1FEB72265}" srcOrd="0" destOrd="0" parTransId="{B37F9DBC-CCAC-4932-9D2E-8748501DDB56}" sibTransId="{E88E375B-323B-4709-A784-FA2E2B70C3AF}"/>
    <dgm:cxn modelId="{50B5FA76-881A-4CAA-90FD-283B80E9C709}" srcId="{485A52EB-1D5D-49CF-88ED-017676D042EF}" destId="{F0B1D464-EEF4-438F-A7F9-088DBFC17513}" srcOrd="3" destOrd="0" parTransId="{E3CE2C27-53C7-4F04-A828-6E787182274A}" sibTransId="{4D9BBAB8-4DE5-42DE-A86A-0346F248C986}"/>
    <dgm:cxn modelId="{74EC9F78-3133-D54F-B909-3CC2CB671CA2}" type="presOf" srcId="{A824F036-E7EA-4FB8-A288-0BC77F5F966E}" destId="{D6759641-947B-6A40-83A0-8C8EF2F491ED}" srcOrd="0" destOrd="0" presId="urn:microsoft.com/office/officeart/2005/8/layout/vList5"/>
    <dgm:cxn modelId="{35A876B9-CF59-C647-BD67-1F9F853A1742}" type="presOf" srcId="{485A52EB-1D5D-49CF-88ED-017676D042EF}" destId="{F958BE75-7DAC-E941-9B45-E96666D7D412}" srcOrd="0" destOrd="0" presId="urn:microsoft.com/office/officeart/2005/8/layout/vList5"/>
    <dgm:cxn modelId="{9593F6CE-450C-C04C-9455-8B5F19A2974E}" type="presOf" srcId="{F0B1D464-EEF4-438F-A7F9-088DBFC17513}" destId="{2B03EE23-1FCD-C44C-9033-1B03AB3166A7}" srcOrd="0" destOrd="0" presId="urn:microsoft.com/office/officeart/2005/8/layout/vList5"/>
    <dgm:cxn modelId="{5B416549-241B-494D-8B42-F5F3784BC61B}" type="presParOf" srcId="{F958BE75-7DAC-E941-9B45-E96666D7D412}" destId="{C8FC6695-B45A-0D43-92FC-C9215E4F678F}" srcOrd="0" destOrd="0" presId="urn:microsoft.com/office/officeart/2005/8/layout/vList5"/>
    <dgm:cxn modelId="{4342DDCF-EB7A-D14F-9B38-154F35616AC0}" type="presParOf" srcId="{C8FC6695-B45A-0D43-92FC-C9215E4F678F}" destId="{5C1423DA-F6D5-C347-A47B-D444990BBBE9}" srcOrd="0" destOrd="0" presId="urn:microsoft.com/office/officeart/2005/8/layout/vList5"/>
    <dgm:cxn modelId="{B15BDCAF-B798-8E49-BB3A-2B47A2C09B53}" type="presParOf" srcId="{F958BE75-7DAC-E941-9B45-E96666D7D412}" destId="{A3575EEC-C646-5F43-9E2A-89E32C15711F}" srcOrd="1" destOrd="0" presId="urn:microsoft.com/office/officeart/2005/8/layout/vList5"/>
    <dgm:cxn modelId="{7EC6F200-E23C-D04E-91C9-EBA75BD07CEC}" type="presParOf" srcId="{F958BE75-7DAC-E941-9B45-E96666D7D412}" destId="{E19F845D-76A3-AC4C-8F1F-1C0AF07A86AE}" srcOrd="2" destOrd="0" presId="urn:microsoft.com/office/officeart/2005/8/layout/vList5"/>
    <dgm:cxn modelId="{56F43AA4-7602-7E43-B335-A007182A2F58}" type="presParOf" srcId="{E19F845D-76A3-AC4C-8F1F-1C0AF07A86AE}" destId="{D6759641-947B-6A40-83A0-8C8EF2F491ED}" srcOrd="0" destOrd="0" presId="urn:microsoft.com/office/officeart/2005/8/layout/vList5"/>
    <dgm:cxn modelId="{B0A642F1-941A-C746-9359-56613DA7EF2D}" type="presParOf" srcId="{F958BE75-7DAC-E941-9B45-E96666D7D412}" destId="{A433F1AC-206F-BC44-B0A1-2685DC4A0BF7}" srcOrd="3" destOrd="0" presId="urn:microsoft.com/office/officeart/2005/8/layout/vList5"/>
    <dgm:cxn modelId="{95FA2C44-86E2-3545-9D30-1C8F6B687FFB}" type="presParOf" srcId="{F958BE75-7DAC-E941-9B45-E96666D7D412}" destId="{64A0EB53-9BE7-B94A-B7E1-58055E73E159}" srcOrd="4" destOrd="0" presId="urn:microsoft.com/office/officeart/2005/8/layout/vList5"/>
    <dgm:cxn modelId="{596CF416-93EE-A442-B36D-13BA63BCD5ED}" type="presParOf" srcId="{64A0EB53-9BE7-B94A-B7E1-58055E73E159}" destId="{47283D13-3AE2-404B-AE7F-E857B9AC333A}" srcOrd="0" destOrd="0" presId="urn:microsoft.com/office/officeart/2005/8/layout/vList5"/>
    <dgm:cxn modelId="{9A827A3B-131B-D64E-9640-8FD2F91A0397}" type="presParOf" srcId="{F958BE75-7DAC-E941-9B45-E96666D7D412}" destId="{5612F697-90B2-334C-BBF1-CA7B080EF10E}" srcOrd="5" destOrd="0" presId="urn:microsoft.com/office/officeart/2005/8/layout/vList5"/>
    <dgm:cxn modelId="{53F18D69-B099-114A-9D39-D30378173316}" type="presParOf" srcId="{F958BE75-7DAC-E941-9B45-E96666D7D412}" destId="{468FDA1F-E41D-AC42-A837-B8D678794800}" srcOrd="6" destOrd="0" presId="urn:microsoft.com/office/officeart/2005/8/layout/vList5"/>
    <dgm:cxn modelId="{BECCC15D-66BC-204A-B808-44993CD93191}" type="presParOf" srcId="{468FDA1F-E41D-AC42-A837-B8D678794800}" destId="{2B03EE23-1FCD-C44C-9033-1B03AB3166A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9BA5337-E12B-4A5D-9982-C37CC149AA5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EB51873-EB94-40BD-8346-A037AD2609A8}">
      <dgm:prSet/>
      <dgm:spPr/>
      <dgm:t>
        <a:bodyPr/>
        <a:lstStyle/>
        <a:p>
          <a:pPr>
            <a:defRPr cap="all"/>
          </a:pPr>
          <a:r>
            <a:rPr lang="en-US"/>
            <a:t>Competitor test benchmarking (EU).</a:t>
          </a:r>
        </a:p>
      </dgm:t>
    </dgm:pt>
    <dgm:pt modelId="{A404B71F-2B71-4426-B155-7557FCFB9C7F}" type="parTrans" cxnId="{CB467253-AA7C-41A1-9CCD-87EEFA2D23AE}">
      <dgm:prSet/>
      <dgm:spPr/>
      <dgm:t>
        <a:bodyPr/>
        <a:lstStyle/>
        <a:p>
          <a:endParaRPr lang="en-US"/>
        </a:p>
      </dgm:t>
    </dgm:pt>
    <dgm:pt modelId="{1A8AAEA3-F4EE-4FA2-8D10-D546034322D1}" type="sibTrans" cxnId="{CB467253-AA7C-41A1-9CCD-87EEFA2D23AE}">
      <dgm:prSet/>
      <dgm:spPr/>
      <dgm:t>
        <a:bodyPr/>
        <a:lstStyle/>
        <a:p>
          <a:endParaRPr lang="en-US"/>
        </a:p>
      </dgm:t>
    </dgm:pt>
    <dgm:pt modelId="{0F6CD46F-7444-4202-9E40-C9FE7400B3FF}">
      <dgm:prSet/>
      <dgm:spPr/>
      <dgm:t>
        <a:bodyPr/>
        <a:lstStyle/>
        <a:p>
          <a:pPr>
            <a:defRPr cap="all"/>
          </a:pPr>
          <a:r>
            <a:rPr lang="en-US"/>
            <a:t>Clinical validation plan (200 animal samples).</a:t>
          </a:r>
        </a:p>
      </dgm:t>
    </dgm:pt>
    <dgm:pt modelId="{23B095A8-EB0C-4098-8C0C-85D62FBF88F6}" type="parTrans" cxnId="{5C2ECF7F-AB0B-47EC-A2A5-BBFC990F4399}">
      <dgm:prSet/>
      <dgm:spPr/>
      <dgm:t>
        <a:bodyPr/>
        <a:lstStyle/>
        <a:p>
          <a:endParaRPr lang="en-US"/>
        </a:p>
      </dgm:t>
    </dgm:pt>
    <dgm:pt modelId="{410973DF-60B9-4616-A6C5-25DAF6D53F27}" type="sibTrans" cxnId="{5C2ECF7F-AB0B-47EC-A2A5-BBFC990F4399}">
      <dgm:prSet/>
      <dgm:spPr/>
      <dgm:t>
        <a:bodyPr/>
        <a:lstStyle/>
        <a:p>
          <a:endParaRPr lang="en-US"/>
        </a:p>
      </dgm:t>
    </dgm:pt>
    <dgm:pt modelId="{B4CDBB92-9A8B-4BDA-BF72-4D2A3BD72650}">
      <dgm:prSet/>
      <dgm:spPr/>
      <dgm:t>
        <a:bodyPr/>
        <a:lstStyle/>
        <a:p>
          <a:pPr>
            <a:defRPr cap="all"/>
          </a:pPr>
          <a:r>
            <a:rPr lang="en-US"/>
            <a:t>Financial forecast &amp; margin analysis.</a:t>
          </a:r>
        </a:p>
      </dgm:t>
    </dgm:pt>
    <dgm:pt modelId="{C4199264-D79E-4106-9495-B879F7706143}" type="parTrans" cxnId="{A5D33C94-5E26-4F55-B531-3762D76A8AF9}">
      <dgm:prSet/>
      <dgm:spPr/>
      <dgm:t>
        <a:bodyPr/>
        <a:lstStyle/>
        <a:p>
          <a:endParaRPr lang="en-US"/>
        </a:p>
      </dgm:t>
    </dgm:pt>
    <dgm:pt modelId="{5ED9E52E-5CE1-4110-A231-B390C4841824}" type="sibTrans" cxnId="{A5D33C94-5E26-4F55-B531-3762D76A8AF9}">
      <dgm:prSet/>
      <dgm:spPr/>
      <dgm:t>
        <a:bodyPr/>
        <a:lstStyle/>
        <a:p>
          <a:endParaRPr lang="en-US"/>
        </a:p>
      </dgm:t>
    </dgm:pt>
    <dgm:pt modelId="{8404899C-1095-4839-B040-3640D052558D}">
      <dgm:prSet/>
      <dgm:spPr/>
      <dgm:t>
        <a:bodyPr/>
        <a:lstStyle/>
        <a:p>
          <a:pPr>
            <a:defRPr cap="all"/>
          </a:pPr>
          <a:r>
            <a:rPr lang="en-US"/>
            <a:t>Regulatory roadmap (DGCCRF, ANSES, CE, import licenses).</a:t>
          </a:r>
        </a:p>
      </dgm:t>
    </dgm:pt>
    <dgm:pt modelId="{3BCBCFE5-8399-441B-80FA-745F5CDB79AC}" type="parTrans" cxnId="{4EBD9EBF-C486-4FC2-9CFA-D609562E56D1}">
      <dgm:prSet/>
      <dgm:spPr/>
      <dgm:t>
        <a:bodyPr/>
        <a:lstStyle/>
        <a:p>
          <a:endParaRPr lang="en-US"/>
        </a:p>
      </dgm:t>
    </dgm:pt>
    <dgm:pt modelId="{0415BB8E-8535-4406-AC51-3A04B2B270D7}" type="sibTrans" cxnId="{4EBD9EBF-C486-4FC2-9CFA-D609562E56D1}">
      <dgm:prSet/>
      <dgm:spPr/>
      <dgm:t>
        <a:bodyPr/>
        <a:lstStyle/>
        <a:p>
          <a:endParaRPr lang="en-US"/>
        </a:p>
      </dgm:t>
    </dgm:pt>
    <dgm:pt modelId="{7B93EC25-A94E-4B88-93B1-DAA3E8D56994}" type="pres">
      <dgm:prSet presAssocID="{19BA5337-E12B-4A5D-9982-C37CC149AA50}" presName="root" presStyleCnt="0">
        <dgm:presLayoutVars>
          <dgm:dir/>
          <dgm:resizeHandles val="exact"/>
        </dgm:presLayoutVars>
      </dgm:prSet>
      <dgm:spPr/>
    </dgm:pt>
    <dgm:pt modelId="{C0731910-B464-4D67-BCEC-F1128DEEF9E5}" type="pres">
      <dgm:prSet presAssocID="{6EB51873-EB94-40BD-8346-A037AD2609A8}" presName="compNode" presStyleCnt="0"/>
      <dgm:spPr/>
    </dgm:pt>
    <dgm:pt modelId="{B5B0C38E-03A3-46F8-B5F4-B8B2E020C722}" type="pres">
      <dgm:prSet presAssocID="{6EB51873-EB94-40BD-8346-A037AD2609A8}" presName="iconBgRect" presStyleLbl="bgShp" presStyleIdx="0" presStyleCnt="4"/>
      <dgm:spPr/>
    </dgm:pt>
    <dgm:pt modelId="{205140D4-E95E-4680-A161-B3273AD7A50A}" type="pres">
      <dgm:prSet presAssocID="{6EB51873-EB94-40BD-8346-A037AD2609A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234D96EA-5756-4352-B050-D688F3FF18A1}" type="pres">
      <dgm:prSet presAssocID="{6EB51873-EB94-40BD-8346-A037AD2609A8}" presName="spaceRect" presStyleCnt="0"/>
      <dgm:spPr/>
    </dgm:pt>
    <dgm:pt modelId="{EFCC503E-8C86-4F3E-903E-5F170BFF4567}" type="pres">
      <dgm:prSet presAssocID="{6EB51873-EB94-40BD-8346-A037AD2609A8}" presName="textRect" presStyleLbl="revTx" presStyleIdx="0" presStyleCnt="4">
        <dgm:presLayoutVars>
          <dgm:chMax val="1"/>
          <dgm:chPref val="1"/>
        </dgm:presLayoutVars>
      </dgm:prSet>
      <dgm:spPr/>
    </dgm:pt>
    <dgm:pt modelId="{284594AC-C9A3-4D15-87EE-2B131712E07E}" type="pres">
      <dgm:prSet presAssocID="{1A8AAEA3-F4EE-4FA2-8D10-D546034322D1}" presName="sibTrans" presStyleCnt="0"/>
      <dgm:spPr/>
    </dgm:pt>
    <dgm:pt modelId="{AEFF5F60-505A-476D-8474-B3A50B9E7B20}" type="pres">
      <dgm:prSet presAssocID="{0F6CD46F-7444-4202-9E40-C9FE7400B3FF}" presName="compNode" presStyleCnt="0"/>
      <dgm:spPr/>
    </dgm:pt>
    <dgm:pt modelId="{DA2B2049-E1F2-4075-ADF9-0790691C8552}" type="pres">
      <dgm:prSet presAssocID="{0F6CD46F-7444-4202-9E40-C9FE7400B3FF}" presName="iconBgRect" presStyleLbl="bgShp" presStyleIdx="1" presStyleCnt="4"/>
      <dgm:spPr/>
    </dgm:pt>
    <dgm:pt modelId="{150E3017-1174-47DE-A0DB-8E2A9D70A66E}" type="pres">
      <dgm:prSet presAssocID="{0F6CD46F-7444-4202-9E40-C9FE7400B3F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06786652-4FDB-48B6-B2BB-A97F9C6B1886}" type="pres">
      <dgm:prSet presAssocID="{0F6CD46F-7444-4202-9E40-C9FE7400B3FF}" presName="spaceRect" presStyleCnt="0"/>
      <dgm:spPr/>
    </dgm:pt>
    <dgm:pt modelId="{1A4B9116-584A-42AD-A3DD-88638801529E}" type="pres">
      <dgm:prSet presAssocID="{0F6CD46F-7444-4202-9E40-C9FE7400B3FF}" presName="textRect" presStyleLbl="revTx" presStyleIdx="1" presStyleCnt="4">
        <dgm:presLayoutVars>
          <dgm:chMax val="1"/>
          <dgm:chPref val="1"/>
        </dgm:presLayoutVars>
      </dgm:prSet>
      <dgm:spPr/>
    </dgm:pt>
    <dgm:pt modelId="{97248C73-24A4-42D7-A2AE-64FD2CC60D4E}" type="pres">
      <dgm:prSet presAssocID="{410973DF-60B9-4616-A6C5-25DAF6D53F27}" presName="sibTrans" presStyleCnt="0"/>
      <dgm:spPr/>
    </dgm:pt>
    <dgm:pt modelId="{610377DA-7AF7-408E-BD08-81C02EE89132}" type="pres">
      <dgm:prSet presAssocID="{B4CDBB92-9A8B-4BDA-BF72-4D2A3BD72650}" presName="compNode" presStyleCnt="0"/>
      <dgm:spPr/>
    </dgm:pt>
    <dgm:pt modelId="{F10A0594-85F5-425F-A680-517F8112E32A}" type="pres">
      <dgm:prSet presAssocID="{B4CDBB92-9A8B-4BDA-BF72-4D2A3BD72650}" presName="iconBgRect" presStyleLbl="bgShp" presStyleIdx="2" presStyleCnt="4"/>
      <dgm:spPr/>
    </dgm:pt>
    <dgm:pt modelId="{590160DC-7DFC-495D-AFC6-F71B5484DD39}" type="pres">
      <dgm:prSet presAssocID="{B4CDBB92-9A8B-4BDA-BF72-4D2A3BD7265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F4925C8B-2B37-4D00-A4F8-87982FA6695F}" type="pres">
      <dgm:prSet presAssocID="{B4CDBB92-9A8B-4BDA-BF72-4D2A3BD72650}" presName="spaceRect" presStyleCnt="0"/>
      <dgm:spPr/>
    </dgm:pt>
    <dgm:pt modelId="{BA08D24A-779B-4A32-8060-83AC11336BCB}" type="pres">
      <dgm:prSet presAssocID="{B4CDBB92-9A8B-4BDA-BF72-4D2A3BD72650}" presName="textRect" presStyleLbl="revTx" presStyleIdx="2" presStyleCnt="4">
        <dgm:presLayoutVars>
          <dgm:chMax val="1"/>
          <dgm:chPref val="1"/>
        </dgm:presLayoutVars>
      </dgm:prSet>
      <dgm:spPr/>
    </dgm:pt>
    <dgm:pt modelId="{76FEFA62-A069-496E-AE68-BF2659BF21A4}" type="pres">
      <dgm:prSet presAssocID="{5ED9E52E-5CE1-4110-A231-B390C4841824}" presName="sibTrans" presStyleCnt="0"/>
      <dgm:spPr/>
    </dgm:pt>
    <dgm:pt modelId="{812B70D0-D61C-4174-9EFF-F9CECF71CCDF}" type="pres">
      <dgm:prSet presAssocID="{8404899C-1095-4839-B040-3640D052558D}" presName="compNode" presStyleCnt="0"/>
      <dgm:spPr/>
    </dgm:pt>
    <dgm:pt modelId="{5EAA03CE-CE17-421C-A453-6B20FC0BF07D}" type="pres">
      <dgm:prSet presAssocID="{8404899C-1095-4839-B040-3640D052558D}" presName="iconBgRect" presStyleLbl="bgShp" presStyleIdx="3" presStyleCnt="4"/>
      <dgm:spPr/>
    </dgm:pt>
    <dgm:pt modelId="{325ED36C-FD3C-4683-A469-4F7F9FFD10FB}" type="pres">
      <dgm:prSet presAssocID="{8404899C-1095-4839-B040-3640D052558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8681A975-0086-4132-A1D5-B974A1FD1EC3}" type="pres">
      <dgm:prSet presAssocID="{8404899C-1095-4839-B040-3640D052558D}" presName="spaceRect" presStyleCnt="0"/>
      <dgm:spPr/>
    </dgm:pt>
    <dgm:pt modelId="{4CEA9A7A-E71E-4C4D-9C2E-7414B0A91D30}" type="pres">
      <dgm:prSet presAssocID="{8404899C-1095-4839-B040-3640D052558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9256113-E88B-4F71-A9DB-4C3516E76DA5}" type="presOf" srcId="{6EB51873-EB94-40BD-8346-A037AD2609A8}" destId="{EFCC503E-8C86-4F3E-903E-5F170BFF4567}" srcOrd="0" destOrd="0" presId="urn:microsoft.com/office/officeart/2018/5/layout/IconCircleLabelList"/>
    <dgm:cxn modelId="{CB467253-AA7C-41A1-9CCD-87EEFA2D23AE}" srcId="{19BA5337-E12B-4A5D-9982-C37CC149AA50}" destId="{6EB51873-EB94-40BD-8346-A037AD2609A8}" srcOrd="0" destOrd="0" parTransId="{A404B71F-2B71-4426-B155-7557FCFB9C7F}" sibTransId="{1A8AAEA3-F4EE-4FA2-8D10-D546034322D1}"/>
    <dgm:cxn modelId="{86829761-DBB4-42EC-9128-10186B502F5E}" type="presOf" srcId="{8404899C-1095-4839-B040-3640D052558D}" destId="{4CEA9A7A-E71E-4C4D-9C2E-7414B0A91D30}" srcOrd="0" destOrd="0" presId="urn:microsoft.com/office/officeart/2018/5/layout/IconCircleLabelList"/>
    <dgm:cxn modelId="{5FCE5B74-A125-4CCD-979C-5AE52E92951E}" type="presOf" srcId="{19BA5337-E12B-4A5D-9982-C37CC149AA50}" destId="{7B93EC25-A94E-4B88-93B1-DAA3E8D56994}" srcOrd="0" destOrd="0" presId="urn:microsoft.com/office/officeart/2018/5/layout/IconCircleLabelList"/>
    <dgm:cxn modelId="{5C2ECF7F-AB0B-47EC-A2A5-BBFC990F4399}" srcId="{19BA5337-E12B-4A5D-9982-C37CC149AA50}" destId="{0F6CD46F-7444-4202-9E40-C9FE7400B3FF}" srcOrd="1" destOrd="0" parTransId="{23B095A8-EB0C-4098-8C0C-85D62FBF88F6}" sibTransId="{410973DF-60B9-4616-A6C5-25DAF6D53F27}"/>
    <dgm:cxn modelId="{A5D33C94-5E26-4F55-B531-3762D76A8AF9}" srcId="{19BA5337-E12B-4A5D-9982-C37CC149AA50}" destId="{B4CDBB92-9A8B-4BDA-BF72-4D2A3BD72650}" srcOrd="2" destOrd="0" parTransId="{C4199264-D79E-4106-9495-B879F7706143}" sibTransId="{5ED9E52E-5CE1-4110-A231-B390C4841824}"/>
    <dgm:cxn modelId="{E03D95AA-FA3B-4C5F-B0F0-4250571521B9}" type="presOf" srcId="{0F6CD46F-7444-4202-9E40-C9FE7400B3FF}" destId="{1A4B9116-584A-42AD-A3DD-88638801529E}" srcOrd="0" destOrd="0" presId="urn:microsoft.com/office/officeart/2018/5/layout/IconCircleLabelList"/>
    <dgm:cxn modelId="{4EBD9EBF-C486-4FC2-9CFA-D609562E56D1}" srcId="{19BA5337-E12B-4A5D-9982-C37CC149AA50}" destId="{8404899C-1095-4839-B040-3640D052558D}" srcOrd="3" destOrd="0" parTransId="{3BCBCFE5-8399-441B-80FA-745F5CDB79AC}" sibTransId="{0415BB8E-8535-4406-AC51-3A04B2B270D7}"/>
    <dgm:cxn modelId="{FAA66EDC-E0A9-43C2-817E-1A7AEC23EE24}" type="presOf" srcId="{B4CDBB92-9A8B-4BDA-BF72-4D2A3BD72650}" destId="{BA08D24A-779B-4A32-8060-83AC11336BCB}" srcOrd="0" destOrd="0" presId="urn:microsoft.com/office/officeart/2018/5/layout/IconCircleLabelList"/>
    <dgm:cxn modelId="{6E9EB848-A0E7-40DC-893E-81EB66BEDC21}" type="presParOf" srcId="{7B93EC25-A94E-4B88-93B1-DAA3E8D56994}" destId="{C0731910-B464-4D67-BCEC-F1128DEEF9E5}" srcOrd="0" destOrd="0" presId="urn:microsoft.com/office/officeart/2018/5/layout/IconCircleLabelList"/>
    <dgm:cxn modelId="{E833953F-020B-43BE-9AE5-F3F8250B0F12}" type="presParOf" srcId="{C0731910-B464-4D67-BCEC-F1128DEEF9E5}" destId="{B5B0C38E-03A3-46F8-B5F4-B8B2E020C722}" srcOrd="0" destOrd="0" presId="urn:microsoft.com/office/officeart/2018/5/layout/IconCircleLabelList"/>
    <dgm:cxn modelId="{7C84548C-8812-4469-9C35-91FA7CB15819}" type="presParOf" srcId="{C0731910-B464-4D67-BCEC-F1128DEEF9E5}" destId="{205140D4-E95E-4680-A161-B3273AD7A50A}" srcOrd="1" destOrd="0" presId="urn:microsoft.com/office/officeart/2018/5/layout/IconCircleLabelList"/>
    <dgm:cxn modelId="{05BC1CCA-712D-4BF7-9650-8ED819CCB421}" type="presParOf" srcId="{C0731910-B464-4D67-BCEC-F1128DEEF9E5}" destId="{234D96EA-5756-4352-B050-D688F3FF18A1}" srcOrd="2" destOrd="0" presId="urn:microsoft.com/office/officeart/2018/5/layout/IconCircleLabelList"/>
    <dgm:cxn modelId="{EAE33549-540D-4121-AE35-AAFF001DF9BE}" type="presParOf" srcId="{C0731910-B464-4D67-BCEC-F1128DEEF9E5}" destId="{EFCC503E-8C86-4F3E-903E-5F170BFF4567}" srcOrd="3" destOrd="0" presId="urn:microsoft.com/office/officeart/2018/5/layout/IconCircleLabelList"/>
    <dgm:cxn modelId="{69116390-2174-4280-ACBB-21F7EC9DAAD5}" type="presParOf" srcId="{7B93EC25-A94E-4B88-93B1-DAA3E8D56994}" destId="{284594AC-C9A3-4D15-87EE-2B131712E07E}" srcOrd="1" destOrd="0" presId="urn:microsoft.com/office/officeart/2018/5/layout/IconCircleLabelList"/>
    <dgm:cxn modelId="{30CD8A93-18DC-450D-A33C-13238C57FD48}" type="presParOf" srcId="{7B93EC25-A94E-4B88-93B1-DAA3E8D56994}" destId="{AEFF5F60-505A-476D-8474-B3A50B9E7B20}" srcOrd="2" destOrd="0" presId="urn:microsoft.com/office/officeart/2018/5/layout/IconCircleLabelList"/>
    <dgm:cxn modelId="{8B014E08-D3B1-4D69-B4FF-5CCFCC88F2A4}" type="presParOf" srcId="{AEFF5F60-505A-476D-8474-B3A50B9E7B20}" destId="{DA2B2049-E1F2-4075-ADF9-0790691C8552}" srcOrd="0" destOrd="0" presId="urn:microsoft.com/office/officeart/2018/5/layout/IconCircleLabelList"/>
    <dgm:cxn modelId="{4FDCB8C9-83DF-41C8-AC61-7361261AD1C1}" type="presParOf" srcId="{AEFF5F60-505A-476D-8474-B3A50B9E7B20}" destId="{150E3017-1174-47DE-A0DB-8E2A9D70A66E}" srcOrd="1" destOrd="0" presId="urn:microsoft.com/office/officeart/2018/5/layout/IconCircleLabelList"/>
    <dgm:cxn modelId="{7C96E21F-AD17-47B2-988F-A8EEE7118951}" type="presParOf" srcId="{AEFF5F60-505A-476D-8474-B3A50B9E7B20}" destId="{06786652-4FDB-48B6-B2BB-A97F9C6B1886}" srcOrd="2" destOrd="0" presId="urn:microsoft.com/office/officeart/2018/5/layout/IconCircleLabelList"/>
    <dgm:cxn modelId="{576ACC80-986D-4FBB-BADA-C6A9B22B237F}" type="presParOf" srcId="{AEFF5F60-505A-476D-8474-B3A50B9E7B20}" destId="{1A4B9116-584A-42AD-A3DD-88638801529E}" srcOrd="3" destOrd="0" presId="urn:microsoft.com/office/officeart/2018/5/layout/IconCircleLabelList"/>
    <dgm:cxn modelId="{9EFD8BD2-1153-4998-9D78-4E4F41E68C34}" type="presParOf" srcId="{7B93EC25-A94E-4B88-93B1-DAA3E8D56994}" destId="{97248C73-24A4-42D7-A2AE-64FD2CC60D4E}" srcOrd="3" destOrd="0" presId="urn:microsoft.com/office/officeart/2018/5/layout/IconCircleLabelList"/>
    <dgm:cxn modelId="{50FFC2FC-9BE8-4997-9B00-230CD907675E}" type="presParOf" srcId="{7B93EC25-A94E-4B88-93B1-DAA3E8D56994}" destId="{610377DA-7AF7-408E-BD08-81C02EE89132}" srcOrd="4" destOrd="0" presId="urn:microsoft.com/office/officeart/2018/5/layout/IconCircleLabelList"/>
    <dgm:cxn modelId="{AF97C460-04E7-423F-B159-3747B4FAB9E6}" type="presParOf" srcId="{610377DA-7AF7-408E-BD08-81C02EE89132}" destId="{F10A0594-85F5-425F-A680-517F8112E32A}" srcOrd="0" destOrd="0" presId="urn:microsoft.com/office/officeart/2018/5/layout/IconCircleLabelList"/>
    <dgm:cxn modelId="{6F6B8826-F2FB-4000-B7B4-A72A874882C5}" type="presParOf" srcId="{610377DA-7AF7-408E-BD08-81C02EE89132}" destId="{590160DC-7DFC-495D-AFC6-F71B5484DD39}" srcOrd="1" destOrd="0" presId="urn:microsoft.com/office/officeart/2018/5/layout/IconCircleLabelList"/>
    <dgm:cxn modelId="{9710E8AE-4EA0-418A-96F8-0EF033094B98}" type="presParOf" srcId="{610377DA-7AF7-408E-BD08-81C02EE89132}" destId="{F4925C8B-2B37-4D00-A4F8-87982FA6695F}" srcOrd="2" destOrd="0" presId="urn:microsoft.com/office/officeart/2018/5/layout/IconCircleLabelList"/>
    <dgm:cxn modelId="{09F91E0C-2B68-4537-80D1-74E39CAD9AB8}" type="presParOf" srcId="{610377DA-7AF7-408E-BD08-81C02EE89132}" destId="{BA08D24A-779B-4A32-8060-83AC11336BCB}" srcOrd="3" destOrd="0" presId="urn:microsoft.com/office/officeart/2018/5/layout/IconCircleLabelList"/>
    <dgm:cxn modelId="{FCB327CD-DFFC-473C-BCC5-7FC4395B6F09}" type="presParOf" srcId="{7B93EC25-A94E-4B88-93B1-DAA3E8D56994}" destId="{76FEFA62-A069-496E-AE68-BF2659BF21A4}" srcOrd="5" destOrd="0" presId="urn:microsoft.com/office/officeart/2018/5/layout/IconCircleLabelList"/>
    <dgm:cxn modelId="{08CEF3ED-9FEB-4CED-AED7-3A9165C02904}" type="presParOf" srcId="{7B93EC25-A94E-4B88-93B1-DAA3E8D56994}" destId="{812B70D0-D61C-4174-9EFF-F9CECF71CCDF}" srcOrd="6" destOrd="0" presId="urn:microsoft.com/office/officeart/2018/5/layout/IconCircleLabelList"/>
    <dgm:cxn modelId="{CE2544AC-B09F-4AF4-903E-F54F4A802FCB}" type="presParOf" srcId="{812B70D0-D61C-4174-9EFF-F9CECF71CCDF}" destId="{5EAA03CE-CE17-421C-A453-6B20FC0BF07D}" srcOrd="0" destOrd="0" presId="urn:microsoft.com/office/officeart/2018/5/layout/IconCircleLabelList"/>
    <dgm:cxn modelId="{A9D28F97-48A7-47A5-BC77-1F15B4F962C8}" type="presParOf" srcId="{812B70D0-D61C-4174-9EFF-F9CECF71CCDF}" destId="{325ED36C-FD3C-4683-A469-4F7F9FFD10FB}" srcOrd="1" destOrd="0" presId="urn:microsoft.com/office/officeart/2018/5/layout/IconCircleLabelList"/>
    <dgm:cxn modelId="{B4D44611-A905-4563-8EEF-15252A597C6B}" type="presParOf" srcId="{812B70D0-D61C-4174-9EFF-F9CECF71CCDF}" destId="{8681A975-0086-4132-A1D5-B974A1FD1EC3}" srcOrd="2" destOrd="0" presId="urn:microsoft.com/office/officeart/2018/5/layout/IconCircleLabelList"/>
    <dgm:cxn modelId="{8E8EF908-7640-4589-B799-13B503BAE306}" type="presParOf" srcId="{812B70D0-D61C-4174-9EFF-F9CECF71CCDF}" destId="{4CEA9A7A-E71E-4C4D-9C2E-7414B0A91D3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9E1EDF7-30AE-42AD-8803-B4E116BF007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978A3B0-4A88-44CC-B2C2-264447A936F4}">
      <dgm:prSet custT="1"/>
      <dgm:spPr/>
      <dgm:t>
        <a:bodyPr/>
        <a:lstStyle/>
        <a:p>
          <a:pPr>
            <a:defRPr cap="all"/>
          </a:pPr>
          <a:r>
            <a:rPr lang="en-BE" sz="2400" dirty="0"/>
            <a:t>prepared by</a:t>
          </a:r>
          <a:endParaRPr lang="en-US" sz="2400" dirty="0"/>
        </a:p>
      </dgm:t>
    </dgm:pt>
    <dgm:pt modelId="{1BA43C1D-D165-4831-A2F4-EAE5936480FC}" type="parTrans" cxnId="{EC19878F-4A76-4421-9F5F-0004BF526D6B}">
      <dgm:prSet/>
      <dgm:spPr/>
      <dgm:t>
        <a:bodyPr/>
        <a:lstStyle/>
        <a:p>
          <a:endParaRPr lang="en-US"/>
        </a:p>
      </dgm:t>
    </dgm:pt>
    <dgm:pt modelId="{BFD2235C-C585-48C7-99E1-82954CE71D3C}" type="sibTrans" cxnId="{EC19878F-4A76-4421-9F5F-0004BF526D6B}">
      <dgm:prSet/>
      <dgm:spPr/>
      <dgm:t>
        <a:bodyPr/>
        <a:lstStyle/>
        <a:p>
          <a:endParaRPr lang="en-US"/>
        </a:p>
      </dgm:t>
    </dgm:pt>
    <dgm:pt modelId="{CE436E34-049F-4AB6-96E9-A2CE3FF71A7B}">
      <dgm:prSet custT="1"/>
      <dgm:spPr/>
      <dgm:t>
        <a:bodyPr/>
        <a:lstStyle/>
        <a:p>
          <a:pPr>
            <a:defRPr cap="all"/>
          </a:pPr>
          <a:r>
            <a:rPr lang="en-BE" sz="2400" dirty="0"/>
            <a:t>12-11-2025</a:t>
          </a:r>
          <a:endParaRPr lang="en-US" sz="2400" dirty="0"/>
        </a:p>
      </dgm:t>
    </dgm:pt>
    <dgm:pt modelId="{973B25B5-1AD4-46C7-BA9C-A5B05F08A64A}" type="parTrans" cxnId="{2AFE9C98-F67B-48D6-804D-31C17F8B8022}">
      <dgm:prSet/>
      <dgm:spPr/>
      <dgm:t>
        <a:bodyPr/>
        <a:lstStyle/>
        <a:p>
          <a:endParaRPr lang="en-US"/>
        </a:p>
      </dgm:t>
    </dgm:pt>
    <dgm:pt modelId="{7371268C-7C61-4007-B9E9-B6DBEDDC4B33}" type="sibTrans" cxnId="{2AFE9C98-F67B-48D6-804D-31C17F8B8022}">
      <dgm:prSet/>
      <dgm:spPr/>
      <dgm:t>
        <a:bodyPr/>
        <a:lstStyle/>
        <a:p>
          <a:endParaRPr lang="en-US"/>
        </a:p>
      </dgm:t>
    </dgm:pt>
    <dgm:pt modelId="{0E1AF115-47B8-4861-A30D-25FF9059CC0C}" type="pres">
      <dgm:prSet presAssocID="{E9E1EDF7-30AE-42AD-8803-B4E116BF0074}" presName="root" presStyleCnt="0">
        <dgm:presLayoutVars>
          <dgm:dir/>
          <dgm:resizeHandles val="exact"/>
        </dgm:presLayoutVars>
      </dgm:prSet>
      <dgm:spPr/>
    </dgm:pt>
    <dgm:pt modelId="{E066138B-4921-46FA-BBDF-0237A4FF3CEA}" type="pres">
      <dgm:prSet presAssocID="{D978A3B0-4A88-44CC-B2C2-264447A936F4}" presName="compNode" presStyleCnt="0"/>
      <dgm:spPr/>
    </dgm:pt>
    <dgm:pt modelId="{9ABA350D-9A87-4BBB-AE07-E05974C7D6C0}" type="pres">
      <dgm:prSet presAssocID="{D978A3B0-4A88-44CC-B2C2-264447A936F4}" presName="iconBgRect" presStyleLbl="bgShp" presStyleIdx="0" presStyleCnt="2"/>
      <dgm:spPr/>
    </dgm:pt>
    <dgm:pt modelId="{4098513D-CF81-402D-AC49-CE274D70DCFD}" type="pres">
      <dgm:prSet presAssocID="{D978A3B0-4A88-44CC-B2C2-264447A936F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eakfast"/>
        </a:ext>
      </dgm:extLst>
    </dgm:pt>
    <dgm:pt modelId="{2A45E990-140B-439A-9BD4-214664344DD9}" type="pres">
      <dgm:prSet presAssocID="{D978A3B0-4A88-44CC-B2C2-264447A936F4}" presName="spaceRect" presStyleCnt="0"/>
      <dgm:spPr/>
    </dgm:pt>
    <dgm:pt modelId="{69385B9C-7516-4CCC-9B74-42DBB016A2CC}" type="pres">
      <dgm:prSet presAssocID="{D978A3B0-4A88-44CC-B2C2-264447A936F4}" presName="textRect" presStyleLbl="revTx" presStyleIdx="0" presStyleCnt="2" custLinFactNeighborX="-787" custLinFactNeighborY="-70354">
        <dgm:presLayoutVars>
          <dgm:chMax val="1"/>
          <dgm:chPref val="1"/>
        </dgm:presLayoutVars>
      </dgm:prSet>
      <dgm:spPr/>
    </dgm:pt>
    <dgm:pt modelId="{E813DCD6-D9C0-48BD-B944-E08AB82E0CD7}" type="pres">
      <dgm:prSet presAssocID="{BFD2235C-C585-48C7-99E1-82954CE71D3C}" presName="sibTrans" presStyleCnt="0"/>
      <dgm:spPr/>
    </dgm:pt>
    <dgm:pt modelId="{6E90426A-4C54-4354-A180-640CA9343CD6}" type="pres">
      <dgm:prSet presAssocID="{CE436E34-049F-4AB6-96E9-A2CE3FF71A7B}" presName="compNode" presStyleCnt="0"/>
      <dgm:spPr/>
    </dgm:pt>
    <dgm:pt modelId="{035AF8BA-B708-48A4-A5DE-3362F28754B6}" type="pres">
      <dgm:prSet presAssocID="{CE436E34-049F-4AB6-96E9-A2CE3FF71A7B}" presName="iconBgRect" presStyleLbl="bgShp" presStyleIdx="1" presStyleCnt="2"/>
      <dgm:spPr/>
    </dgm:pt>
    <dgm:pt modelId="{CC3FB756-5A34-41A6-A20C-19E24F5B99B2}" type="pres">
      <dgm:prSet presAssocID="{CE436E34-049F-4AB6-96E9-A2CE3FF71A7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F3C3138-202F-4D6B-A146-D8FFC344D130}" type="pres">
      <dgm:prSet presAssocID="{CE436E34-049F-4AB6-96E9-A2CE3FF71A7B}" presName="spaceRect" presStyleCnt="0"/>
      <dgm:spPr/>
    </dgm:pt>
    <dgm:pt modelId="{625D273E-6481-47E5-A985-AB31785E3FA9}" type="pres">
      <dgm:prSet presAssocID="{CE436E34-049F-4AB6-96E9-A2CE3FF71A7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26F302E-C1E2-44C2-A305-2FE8DC457CD6}" type="presOf" srcId="{D978A3B0-4A88-44CC-B2C2-264447A936F4}" destId="{69385B9C-7516-4CCC-9B74-42DBB016A2CC}" srcOrd="0" destOrd="0" presId="urn:microsoft.com/office/officeart/2018/5/layout/IconCircleLabelList"/>
    <dgm:cxn modelId="{E9814B5B-ACE3-446A-9723-1BAEC1061357}" type="presOf" srcId="{E9E1EDF7-30AE-42AD-8803-B4E116BF0074}" destId="{0E1AF115-47B8-4861-A30D-25FF9059CC0C}" srcOrd="0" destOrd="0" presId="urn:microsoft.com/office/officeart/2018/5/layout/IconCircleLabelList"/>
    <dgm:cxn modelId="{71FD826D-85A6-4872-80EC-B4B041D9C023}" type="presOf" srcId="{CE436E34-049F-4AB6-96E9-A2CE3FF71A7B}" destId="{625D273E-6481-47E5-A985-AB31785E3FA9}" srcOrd="0" destOrd="0" presId="urn:microsoft.com/office/officeart/2018/5/layout/IconCircleLabelList"/>
    <dgm:cxn modelId="{EC19878F-4A76-4421-9F5F-0004BF526D6B}" srcId="{E9E1EDF7-30AE-42AD-8803-B4E116BF0074}" destId="{D978A3B0-4A88-44CC-B2C2-264447A936F4}" srcOrd="0" destOrd="0" parTransId="{1BA43C1D-D165-4831-A2F4-EAE5936480FC}" sibTransId="{BFD2235C-C585-48C7-99E1-82954CE71D3C}"/>
    <dgm:cxn modelId="{2AFE9C98-F67B-48D6-804D-31C17F8B8022}" srcId="{E9E1EDF7-30AE-42AD-8803-B4E116BF0074}" destId="{CE436E34-049F-4AB6-96E9-A2CE3FF71A7B}" srcOrd="1" destOrd="0" parTransId="{973B25B5-1AD4-46C7-BA9C-A5B05F08A64A}" sibTransId="{7371268C-7C61-4007-B9E9-B6DBEDDC4B33}"/>
    <dgm:cxn modelId="{E5C87440-A43A-4853-A33C-1A254B576344}" type="presParOf" srcId="{0E1AF115-47B8-4861-A30D-25FF9059CC0C}" destId="{E066138B-4921-46FA-BBDF-0237A4FF3CEA}" srcOrd="0" destOrd="0" presId="urn:microsoft.com/office/officeart/2018/5/layout/IconCircleLabelList"/>
    <dgm:cxn modelId="{7233821C-8FEC-452E-817A-358ED0C0886F}" type="presParOf" srcId="{E066138B-4921-46FA-BBDF-0237A4FF3CEA}" destId="{9ABA350D-9A87-4BBB-AE07-E05974C7D6C0}" srcOrd="0" destOrd="0" presId="urn:microsoft.com/office/officeart/2018/5/layout/IconCircleLabelList"/>
    <dgm:cxn modelId="{31FA853C-C8A0-4C6E-ADDB-D0C6F7B74575}" type="presParOf" srcId="{E066138B-4921-46FA-BBDF-0237A4FF3CEA}" destId="{4098513D-CF81-402D-AC49-CE274D70DCFD}" srcOrd="1" destOrd="0" presId="urn:microsoft.com/office/officeart/2018/5/layout/IconCircleLabelList"/>
    <dgm:cxn modelId="{C6EF5CCE-1DEB-47B1-87D2-1A676D905B83}" type="presParOf" srcId="{E066138B-4921-46FA-BBDF-0237A4FF3CEA}" destId="{2A45E990-140B-439A-9BD4-214664344DD9}" srcOrd="2" destOrd="0" presId="urn:microsoft.com/office/officeart/2018/5/layout/IconCircleLabelList"/>
    <dgm:cxn modelId="{D81B517B-FFFE-475A-AD03-310CB75EC6CA}" type="presParOf" srcId="{E066138B-4921-46FA-BBDF-0237A4FF3CEA}" destId="{69385B9C-7516-4CCC-9B74-42DBB016A2CC}" srcOrd="3" destOrd="0" presId="urn:microsoft.com/office/officeart/2018/5/layout/IconCircleLabelList"/>
    <dgm:cxn modelId="{1E3F04AB-50B2-4D90-8225-B894B644284A}" type="presParOf" srcId="{0E1AF115-47B8-4861-A30D-25FF9059CC0C}" destId="{E813DCD6-D9C0-48BD-B944-E08AB82E0CD7}" srcOrd="1" destOrd="0" presId="urn:microsoft.com/office/officeart/2018/5/layout/IconCircleLabelList"/>
    <dgm:cxn modelId="{602D381B-C459-42D6-B7DD-2BBE2789DF9C}" type="presParOf" srcId="{0E1AF115-47B8-4861-A30D-25FF9059CC0C}" destId="{6E90426A-4C54-4354-A180-640CA9343CD6}" srcOrd="2" destOrd="0" presId="urn:microsoft.com/office/officeart/2018/5/layout/IconCircleLabelList"/>
    <dgm:cxn modelId="{736FDA82-762C-4149-AA9C-B4F2716DFC8E}" type="presParOf" srcId="{6E90426A-4C54-4354-A180-640CA9343CD6}" destId="{035AF8BA-B708-48A4-A5DE-3362F28754B6}" srcOrd="0" destOrd="0" presId="urn:microsoft.com/office/officeart/2018/5/layout/IconCircleLabelList"/>
    <dgm:cxn modelId="{922ECC60-177C-4A02-906C-6DDED2813975}" type="presParOf" srcId="{6E90426A-4C54-4354-A180-640CA9343CD6}" destId="{CC3FB756-5A34-41A6-A20C-19E24F5B99B2}" srcOrd="1" destOrd="0" presId="urn:microsoft.com/office/officeart/2018/5/layout/IconCircleLabelList"/>
    <dgm:cxn modelId="{B8D37E6E-09F1-4B1D-B345-A4471C960B57}" type="presParOf" srcId="{6E90426A-4C54-4354-A180-640CA9343CD6}" destId="{EF3C3138-202F-4D6B-A146-D8FFC344D130}" srcOrd="2" destOrd="0" presId="urn:microsoft.com/office/officeart/2018/5/layout/IconCircleLabelList"/>
    <dgm:cxn modelId="{052B7DCE-5BBA-41B0-83DC-6E8015AD2962}" type="presParOf" srcId="{6E90426A-4C54-4354-A180-640CA9343CD6}" destId="{625D273E-6481-47E5-A985-AB31785E3FA9}" srcOrd="3" destOrd="0" presId="urn:microsoft.com/office/officeart/2018/5/layout/IconCircle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FFFFEB-512D-4893-8805-47C919B1BC43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52691F-2847-44F6-BBF2-52B794B34DF9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Primary Market: Veterinary Clinics</a:t>
          </a:r>
        </a:p>
      </dsp:txBody>
      <dsp:txXfrm>
        <a:off x="2092" y="2349886"/>
        <a:ext cx="1741992" cy="696796"/>
      </dsp:txXfrm>
    </dsp:sp>
    <dsp:sp modelId="{A65644A0-D180-4E33-9A9F-FE5185D73E4D}">
      <dsp:nvSpPr>
        <dsp:cNvPr id="0" name=""/>
        <dsp:cNvSpPr/>
      </dsp:nvSpPr>
      <dsp:spPr>
        <a:xfrm>
          <a:off x="2527981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D3AA38-BFCD-4AF0-9A1B-5798A4978BA2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Technology: Easy-to-use rapid tests (Dot / Lateral Flow)</a:t>
          </a:r>
        </a:p>
      </dsp:txBody>
      <dsp:txXfrm>
        <a:off x="2048933" y="2349886"/>
        <a:ext cx="1741992" cy="696796"/>
      </dsp:txXfrm>
    </dsp:sp>
    <dsp:sp modelId="{94030E10-6783-4B12-A220-C9D1C8A3E808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2E86E-D3E6-4ABE-B8CA-06F6DD79D765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Objective: Market entry strategy for the French veterinary market</a:t>
          </a:r>
        </a:p>
      </dsp:txBody>
      <dsp:txXfrm>
        <a:off x="4095774" y="2349886"/>
        <a:ext cx="1741992" cy="696796"/>
      </dsp:txXfrm>
    </dsp:sp>
    <dsp:sp modelId="{67C5FFD2-8918-47E5-92E8-79F83A86B9F3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0458A-4318-4547-8EE8-94E5E86D18D8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Target audience: Chinese investors &amp; board members</a:t>
          </a:r>
        </a:p>
      </dsp:txBody>
      <dsp:txXfrm>
        <a:off x="6142615" y="2349886"/>
        <a:ext cx="1741992" cy="696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E902D-E2B3-403F-B82E-C3778D898710}">
      <dsp:nvSpPr>
        <dsp:cNvPr id="0" name=""/>
        <dsp:cNvSpPr/>
      </dsp:nvSpPr>
      <dsp:spPr>
        <a:xfrm>
          <a:off x="481140" y="994034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437A3-A91B-4DD5-B580-F1FECD0148C7}">
      <dsp:nvSpPr>
        <dsp:cNvPr id="0" name=""/>
        <dsp:cNvSpPr/>
      </dsp:nvSpPr>
      <dsp:spPr>
        <a:xfrm>
          <a:off x="2092" y="2132465"/>
          <a:ext cx="1741992" cy="1224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France has 7.6M dogs and 15.1M cats (FACCO-Kantar 2024).</a:t>
          </a:r>
        </a:p>
      </dsp:txBody>
      <dsp:txXfrm>
        <a:off x="2092" y="2132465"/>
        <a:ext cx="1741992" cy="1224838"/>
      </dsp:txXfrm>
    </dsp:sp>
    <dsp:sp modelId="{9BDD1719-102F-4AB8-ABA0-C55D6558C12F}">
      <dsp:nvSpPr>
        <dsp:cNvPr id="0" name=""/>
        <dsp:cNvSpPr/>
      </dsp:nvSpPr>
      <dsp:spPr>
        <a:xfrm>
          <a:off x="2527981" y="994034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CF4FB-780E-457F-968D-7632ACEC3B66}">
      <dsp:nvSpPr>
        <dsp:cNvPr id="0" name=""/>
        <dsp:cNvSpPr/>
      </dsp:nvSpPr>
      <dsp:spPr>
        <a:xfrm>
          <a:off x="2048933" y="2132465"/>
          <a:ext cx="1741992" cy="1224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~7,500 veterinary clinics nationwide.</a:t>
          </a:r>
        </a:p>
      </dsp:txBody>
      <dsp:txXfrm>
        <a:off x="2048933" y="2132465"/>
        <a:ext cx="1741992" cy="1224838"/>
      </dsp:txXfrm>
    </dsp:sp>
    <dsp:sp modelId="{2E3CB12C-47A1-4297-95A5-56E821411FC3}">
      <dsp:nvSpPr>
        <dsp:cNvPr id="0" name=""/>
        <dsp:cNvSpPr/>
      </dsp:nvSpPr>
      <dsp:spPr>
        <a:xfrm>
          <a:off x="4574822" y="994034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F54BB4-50C5-4961-BE3A-674E13C1BDED}">
      <dsp:nvSpPr>
        <dsp:cNvPr id="0" name=""/>
        <dsp:cNvSpPr/>
      </dsp:nvSpPr>
      <dsp:spPr>
        <a:xfrm>
          <a:off x="4095774" y="2132465"/>
          <a:ext cx="1741992" cy="1224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Veterinary diagnostic market: €250M (+8% YoY).</a:t>
          </a:r>
        </a:p>
      </dsp:txBody>
      <dsp:txXfrm>
        <a:off x="4095774" y="2132465"/>
        <a:ext cx="1741992" cy="1224838"/>
      </dsp:txXfrm>
    </dsp:sp>
    <dsp:sp modelId="{75317709-C9FD-4FE1-A764-A299D900A0AC}">
      <dsp:nvSpPr>
        <dsp:cNvPr id="0" name=""/>
        <dsp:cNvSpPr/>
      </dsp:nvSpPr>
      <dsp:spPr>
        <a:xfrm>
          <a:off x="6621662" y="994034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91364-A302-4F10-9E10-07214A7ACDF5}">
      <dsp:nvSpPr>
        <dsp:cNvPr id="0" name=""/>
        <dsp:cNvSpPr/>
      </dsp:nvSpPr>
      <dsp:spPr>
        <a:xfrm>
          <a:off x="6142615" y="2132465"/>
          <a:ext cx="1741992" cy="1224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Allergy testing segment: €10–12M, underdeveloped and growing fast.</a:t>
          </a:r>
        </a:p>
      </dsp:txBody>
      <dsp:txXfrm>
        <a:off x="6142615" y="2132465"/>
        <a:ext cx="1741992" cy="12248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AED21-B09E-4E43-A0D1-D8CEDEAC9EB6}">
      <dsp:nvSpPr>
        <dsp:cNvPr id="0" name=""/>
        <dsp:cNvSpPr/>
      </dsp:nvSpPr>
      <dsp:spPr>
        <a:xfrm>
          <a:off x="334403" y="2600"/>
          <a:ext cx="955560" cy="9555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DDBCF-0FCC-4E32-B9FC-0F6687C51777}">
      <dsp:nvSpPr>
        <dsp:cNvPr id="0" name=""/>
        <dsp:cNvSpPr/>
      </dsp:nvSpPr>
      <dsp:spPr>
        <a:xfrm>
          <a:off x="535070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3BD1D-878E-40C1-89AB-1939A9D96242}">
      <dsp:nvSpPr>
        <dsp:cNvPr id="0" name=""/>
        <dsp:cNvSpPr/>
      </dsp:nvSpPr>
      <dsp:spPr>
        <a:xfrm>
          <a:off x="1494726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Base: 7,500 veterinary clinics.</a:t>
          </a:r>
        </a:p>
      </dsp:txBody>
      <dsp:txXfrm>
        <a:off x="1494726" y="2600"/>
        <a:ext cx="2252392" cy="955560"/>
      </dsp:txXfrm>
    </dsp:sp>
    <dsp:sp modelId="{3222BE58-EBF7-4502-8F14-E3742539DEB0}">
      <dsp:nvSpPr>
        <dsp:cNvPr id="0" name=""/>
        <dsp:cNvSpPr/>
      </dsp:nvSpPr>
      <dsp:spPr>
        <a:xfrm>
          <a:off x="4139581" y="2600"/>
          <a:ext cx="955560" cy="9555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F6BCBF-B06E-42BA-B9DC-1897AD91737E}">
      <dsp:nvSpPr>
        <dsp:cNvPr id="0" name=""/>
        <dsp:cNvSpPr/>
      </dsp:nvSpPr>
      <dsp:spPr>
        <a:xfrm>
          <a:off x="4340248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D3894-C69D-400B-974D-577C3BDC3BC8}">
      <dsp:nvSpPr>
        <dsp:cNvPr id="0" name=""/>
        <dsp:cNvSpPr/>
      </dsp:nvSpPr>
      <dsp:spPr>
        <a:xfrm>
          <a:off x="5299904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Adoption rate goal: 40% in 5 years.</a:t>
          </a:r>
        </a:p>
      </dsp:txBody>
      <dsp:txXfrm>
        <a:off x="5299904" y="2600"/>
        <a:ext cx="2252392" cy="955560"/>
      </dsp:txXfrm>
    </dsp:sp>
    <dsp:sp modelId="{C685C9C7-51CB-45E3-BAF5-C10563D15529}">
      <dsp:nvSpPr>
        <dsp:cNvPr id="0" name=""/>
        <dsp:cNvSpPr/>
      </dsp:nvSpPr>
      <dsp:spPr>
        <a:xfrm>
          <a:off x="334403" y="1697888"/>
          <a:ext cx="955560" cy="95556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369C8-80BE-48DD-932B-DF0DDAD36943}">
      <dsp:nvSpPr>
        <dsp:cNvPr id="0" name=""/>
        <dsp:cNvSpPr/>
      </dsp:nvSpPr>
      <dsp:spPr>
        <a:xfrm>
          <a:off x="535070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2FBD4-1892-4B76-ADC4-1F8019A2CD97}">
      <dsp:nvSpPr>
        <dsp:cNvPr id="0" name=""/>
        <dsp:cNvSpPr/>
      </dsp:nvSpPr>
      <dsp:spPr>
        <a:xfrm>
          <a:off x="1494726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Average use: 10 tests per month per clinic.</a:t>
          </a:r>
        </a:p>
      </dsp:txBody>
      <dsp:txXfrm>
        <a:off x="1494726" y="1697888"/>
        <a:ext cx="2252392" cy="955560"/>
      </dsp:txXfrm>
    </dsp:sp>
    <dsp:sp modelId="{1A4649E6-844B-41D5-B578-88CB2D1BC3B5}">
      <dsp:nvSpPr>
        <dsp:cNvPr id="0" name=""/>
        <dsp:cNvSpPr/>
      </dsp:nvSpPr>
      <dsp:spPr>
        <a:xfrm>
          <a:off x="4139581" y="1697888"/>
          <a:ext cx="955560" cy="95556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3615D-1B52-40D1-9CB3-87797070C542}">
      <dsp:nvSpPr>
        <dsp:cNvPr id="0" name=""/>
        <dsp:cNvSpPr/>
      </dsp:nvSpPr>
      <dsp:spPr>
        <a:xfrm>
          <a:off x="4340248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597A6-E04E-4928-A9EF-25CE6DF976DF}">
      <dsp:nvSpPr>
        <dsp:cNvPr id="0" name=""/>
        <dsp:cNvSpPr/>
      </dsp:nvSpPr>
      <dsp:spPr>
        <a:xfrm>
          <a:off x="5299904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Average selling price: €35/test.</a:t>
          </a:r>
        </a:p>
      </dsp:txBody>
      <dsp:txXfrm>
        <a:off x="5299904" y="1697888"/>
        <a:ext cx="2252392" cy="955560"/>
      </dsp:txXfrm>
    </dsp:sp>
    <dsp:sp modelId="{4D73B340-324B-430B-9E09-7D4AFEB3A35A}">
      <dsp:nvSpPr>
        <dsp:cNvPr id="0" name=""/>
        <dsp:cNvSpPr/>
      </dsp:nvSpPr>
      <dsp:spPr>
        <a:xfrm>
          <a:off x="334403" y="3393176"/>
          <a:ext cx="955560" cy="95556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D20609-8E56-4A10-9863-46568653F577}">
      <dsp:nvSpPr>
        <dsp:cNvPr id="0" name=""/>
        <dsp:cNvSpPr/>
      </dsp:nvSpPr>
      <dsp:spPr>
        <a:xfrm>
          <a:off x="535070" y="3593844"/>
          <a:ext cx="554225" cy="5542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E4278-7E40-4006-BE1F-8FD07013BCC5}">
      <dsp:nvSpPr>
        <dsp:cNvPr id="0" name=""/>
        <dsp:cNvSpPr/>
      </dsp:nvSpPr>
      <dsp:spPr>
        <a:xfrm>
          <a:off x="1494726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Estimated annual potential: €12.6M by 2030-2032.</a:t>
          </a:r>
        </a:p>
      </dsp:txBody>
      <dsp:txXfrm>
        <a:off x="1494726" y="3393176"/>
        <a:ext cx="2252392" cy="9555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4FB76C-03AB-FF4D-B96D-FF77E93EBF75}">
      <dsp:nvSpPr>
        <dsp:cNvPr id="0" name=""/>
        <dsp:cNvSpPr/>
      </dsp:nvSpPr>
      <dsp:spPr>
        <a:xfrm>
          <a:off x="0" y="565719"/>
          <a:ext cx="7886700" cy="479700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Heska / Allercept®: ELISA, lab-based – reliable but slow and costly.</a:t>
          </a:r>
        </a:p>
      </dsp:txBody>
      <dsp:txXfrm>
        <a:off x="23417" y="589136"/>
        <a:ext cx="7839866" cy="432866"/>
      </dsp:txXfrm>
    </dsp:sp>
    <dsp:sp modelId="{AFA9533A-27E4-F34C-99A2-E4E4CFBA11CF}">
      <dsp:nvSpPr>
        <dsp:cNvPr id="0" name=""/>
        <dsp:cNvSpPr/>
      </dsp:nvSpPr>
      <dsp:spPr>
        <a:xfrm>
          <a:off x="0" y="1103019"/>
          <a:ext cx="7886700" cy="479700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Nextmune / Artuvetrin®: Specialized, not point-of-care.</a:t>
          </a:r>
        </a:p>
      </dsp:txBody>
      <dsp:txXfrm>
        <a:off x="23417" y="1126436"/>
        <a:ext cx="7839866" cy="432866"/>
      </dsp:txXfrm>
    </dsp:sp>
    <dsp:sp modelId="{344F7E11-D8F1-6044-B180-7886F44C3DDB}">
      <dsp:nvSpPr>
        <dsp:cNvPr id="0" name=""/>
        <dsp:cNvSpPr/>
      </dsp:nvSpPr>
      <dsp:spPr>
        <a:xfrm>
          <a:off x="0" y="1640319"/>
          <a:ext cx="7886700" cy="479700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IDEXX: Broad diagnostic presence but no rapid allergy kits.</a:t>
          </a:r>
        </a:p>
      </dsp:txBody>
      <dsp:txXfrm>
        <a:off x="23417" y="1663736"/>
        <a:ext cx="7839866" cy="432866"/>
      </dsp:txXfrm>
    </dsp:sp>
    <dsp:sp modelId="{50AAA2FB-D3B4-6B43-90E6-64B9264C8443}">
      <dsp:nvSpPr>
        <dsp:cNvPr id="0" name=""/>
        <dsp:cNvSpPr/>
      </dsp:nvSpPr>
      <dsp:spPr>
        <a:xfrm>
          <a:off x="0" y="2177619"/>
          <a:ext cx="7886700" cy="479700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Chinese OEM brands: competitive pricing, lower recognition.</a:t>
          </a:r>
        </a:p>
      </dsp:txBody>
      <dsp:txXfrm>
        <a:off x="23417" y="2201036"/>
        <a:ext cx="7839866" cy="432866"/>
      </dsp:txXfrm>
    </dsp:sp>
    <dsp:sp modelId="{B37091D0-22DF-9F4C-8CF8-7D69F16AA92E}">
      <dsp:nvSpPr>
        <dsp:cNvPr id="0" name=""/>
        <dsp:cNvSpPr/>
      </dsp:nvSpPr>
      <dsp:spPr>
        <a:xfrm>
          <a:off x="0" y="2710515"/>
          <a:ext cx="7886700" cy="1070699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2">
                  <a:lumMod val="60000"/>
                  <a:lumOff val="40000"/>
                </a:schemeClr>
              </a:solidFill>
            </a:rPr>
            <a:t>→ Positioning </a:t>
          </a:r>
          <a:r>
            <a:rPr lang="en-US" sz="2000" kern="1200" dirty="0" err="1">
              <a:solidFill>
                <a:schemeClr val="tx2">
                  <a:lumMod val="60000"/>
                  <a:lumOff val="40000"/>
                </a:schemeClr>
              </a:solidFill>
            </a:rPr>
            <a:t>Diatech</a:t>
          </a:r>
          <a:r>
            <a:rPr lang="en-US" sz="2000" kern="1200" dirty="0">
              <a:solidFill>
                <a:schemeClr val="tx2">
                  <a:lumMod val="60000"/>
                  <a:lumOff val="40000"/>
                </a:schemeClr>
              </a:solidFill>
            </a:rPr>
            <a:t>: Simple, fast and trustworthy allergy test for vets.</a:t>
          </a:r>
        </a:p>
      </dsp:txBody>
      <dsp:txXfrm>
        <a:off x="52267" y="2762782"/>
        <a:ext cx="7782166" cy="9661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8B0A6-2A83-C540-A30A-3E0B09E4DFA2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Strengths: Simple use, fast results, affordable, distributable via wholesalers.</a:t>
          </a:r>
        </a:p>
      </dsp:txBody>
      <dsp:txXfrm>
        <a:off x="429570" y="472"/>
        <a:ext cx="3346456" cy="2007873"/>
      </dsp:txXfrm>
    </dsp:sp>
    <dsp:sp modelId="{B9A4CFB8-8D79-5D4C-975D-D425C7816008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Weaknesses: New brand, perceived accuracy concerns, need for local validation.</a:t>
          </a:r>
        </a:p>
      </dsp:txBody>
      <dsp:txXfrm>
        <a:off x="4110672" y="472"/>
        <a:ext cx="3346456" cy="2007873"/>
      </dsp:txXfrm>
    </dsp:sp>
    <dsp:sp modelId="{59DAF266-FB77-D747-9EF4-03196EFD86E8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Opportunities: Pet ownership rise, preventive medicine trend, few quick-test options.</a:t>
          </a:r>
        </a:p>
      </dsp:txBody>
      <dsp:txXfrm>
        <a:off x="429570" y="2342991"/>
        <a:ext cx="3346456" cy="2007873"/>
      </dsp:txXfrm>
    </dsp:sp>
    <dsp:sp modelId="{09A1A574-3937-2F4C-BCBF-40922AF1E11F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Threats: Strong incumbents, import regulations, logistic </a:t>
          </a:r>
          <a:r>
            <a:rPr lang="en-US" sz="2000" kern="1200" dirty="0" err="1"/>
            <a:t>risks,CE</a:t>
          </a:r>
          <a:r>
            <a:rPr lang="en-US" sz="2000" kern="1200" dirty="0"/>
            <a:t> marking risk</a:t>
          </a:r>
        </a:p>
      </dsp:txBody>
      <dsp:txXfrm>
        <a:off x="4110672" y="2342991"/>
        <a:ext cx="3346456" cy="20078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423DA-F6D5-C347-A47B-D444990BBBE9}">
      <dsp:nvSpPr>
        <dsp:cNvPr id="0" name=""/>
        <dsp:cNvSpPr/>
      </dsp:nvSpPr>
      <dsp:spPr>
        <a:xfrm>
          <a:off x="2523744" y="2177"/>
          <a:ext cx="2839211" cy="1047465"/>
        </a:xfrm>
        <a:prstGeom prst="roundRect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Rapid entry to secure early leadership in the allergy rapid-test segment.</a:t>
          </a:r>
        </a:p>
      </dsp:txBody>
      <dsp:txXfrm>
        <a:off x="2574877" y="53310"/>
        <a:ext cx="2736945" cy="945199"/>
      </dsp:txXfrm>
    </dsp:sp>
    <dsp:sp modelId="{D6759641-947B-6A40-83A0-8C8EF2F491ED}">
      <dsp:nvSpPr>
        <dsp:cNvPr id="0" name=""/>
        <dsp:cNvSpPr/>
      </dsp:nvSpPr>
      <dsp:spPr>
        <a:xfrm>
          <a:off x="2523744" y="1102016"/>
          <a:ext cx="2839211" cy="1047465"/>
        </a:xfrm>
        <a:prstGeom prst="roundRect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Build credibility via scientific validation &amp; professional marketing.</a:t>
          </a:r>
        </a:p>
      </dsp:txBody>
      <dsp:txXfrm>
        <a:off x="2574877" y="1153149"/>
        <a:ext cx="2736945" cy="945199"/>
      </dsp:txXfrm>
    </dsp:sp>
    <dsp:sp modelId="{47283D13-3AE2-404B-AE7F-E857B9AC333A}">
      <dsp:nvSpPr>
        <dsp:cNvPr id="0" name=""/>
        <dsp:cNvSpPr/>
      </dsp:nvSpPr>
      <dsp:spPr>
        <a:xfrm>
          <a:off x="2523744" y="2201855"/>
          <a:ext cx="2839211" cy="1047465"/>
        </a:xfrm>
        <a:prstGeom prst="roundRect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Prepare product line extension (multi-allergen, food allergy).</a:t>
          </a:r>
        </a:p>
      </dsp:txBody>
      <dsp:txXfrm>
        <a:off x="2574877" y="2252988"/>
        <a:ext cx="2736945" cy="945199"/>
      </dsp:txXfrm>
    </dsp:sp>
    <dsp:sp modelId="{2B03EE23-1FCD-C44C-9033-1B03AB3166A7}">
      <dsp:nvSpPr>
        <dsp:cNvPr id="0" name=""/>
        <dsp:cNvSpPr/>
      </dsp:nvSpPr>
      <dsp:spPr>
        <a:xfrm>
          <a:off x="2523744" y="3301694"/>
          <a:ext cx="2839211" cy="1047465"/>
        </a:xfrm>
        <a:prstGeom prst="roundRect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Long-term goal: establish European distribution base with Chinese production.</a:t>
          </a:r>
        </a:p>
      </dsp:txBody>
      <dsp:txXfrm>
        <a:off x="2574877" y="3352827"/>
        <a:ext cx="2736945" cy="9451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0C38E-03A3-46F8-B5F4-B8B2E020C722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140D4-E95E-4680-A161-B3273AD7A50A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C503E-8C86-4F3E-903E-5F170BFF4567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Competitor test benchmarking (EU).</a:t>
          </a:r>
        </a:p>
      </dsp:txBody>
      <dsp:txXfrm>
        <a:off x="2092" y="2524067"/>
        <a:ext cx="1741992" cy="696796"/>
      </dsp:txXfrm>
    </dsp:sp>
    <dsp:sp modelId="{DA2B2049-E1F2-4075-ADF9-0790691C8552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0E3017-1174-47DE-A0DB-8E2A9D70A66E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B9116-584A-42AD-A3DD-88638801529E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Clinical validation plan (200 animal samples).</a:t>
          </a:r>
        </a:p>
      </dsp:txBody>
      <dsp:txXfrm>
        <a:off x="2048933" y="2524067"/>
        <a:ext cx="1741992" cy="696796"/>
      </dsp:txXfrm>
    </dsp:sp>
    <dsp:sp modelId="{F10A0594-85F5-425F-A680-517F8112E32A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0160DC-7DFC-495D-AFC6-F71B5484DD39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8D24A-779B-4A32-8060-83AC11336BCB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Financial forecast &amp; margin analysis.</a:t>
          </a:r>
        </a:p>
      </dsp:txBody>
      <dsp:txXfrm>
        <a:off x="4095774" y="2524067"/>
        <a:ext cx="1741992" cy="696796"/>
      </dsp:txXfrm>
    </dsp:sp>
    <dsp:sp modelId="{5EAA03CE-CE17-421C-A453-6B20FC0BF07D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5ED36C-FD3C-4683-A469-4F7F9FFD10FB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A9A7A-E71E-4C4D-9C2E-7414B0A91D30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Regulatory roadmap (DGCCRF, ANSES, CE, import licenses).</a:t>
          </a:r>
        </a:p>
      </dsp:txBody>
      <dsp:txXfrm>
        <a:off x="6142615" y="2524067"/>
        <a:ext cx="1741992" cy="6967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A350D-9A87-4BBB-AE07-E05974C7D6C0}">
      <dsp:nvSpPr>
        <dsp:cNvPr id="0" name=""/>
        <dsp:cNvSpPr/>
      </dsp:nvSpPr>
      <dsp:spPr>
        <a:xfrm>
          <a:off x="730349" y="375669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98513D-CF81-402D-AC49-CE274D70DCFD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85B9C-7516-4CCC-9B74-42DBB016A2CC}">
      <dsp:nvSpPr>
        <dsp:cNvPr id="0" name=""/>
        <dsp:cNvSpPr/>
      </dsp:nvSpPr>
      <dsp:spPr>
        <a:xfrm>
          <a:off x="17" y="2749120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BE" sz="2400" kern="1200" dirty="0"/>
            <a:t>prepared by</a:t>
          </a:r>
          <a:endParaRPr lang="en-US" sz="2400" kern="1200" dirty="0"/>
        </a:p>
      </dsp:txBody>
      <dsp:txXfrm>
        <a:off x="17" y="2749120"/>
        <a:ext cx="3600000" cy="720000"/>
      </dsp:txXfrm>
    </dsp:sp>
    <dsp:sp modelId="{035AF8BA-B708-48A4-A5DE-3362F28754B6}">
      <dsp:nvSpPr>
        <dsp:cNvPr id="0" name=""/>
        <dsp:cNvSpPr/>
      </dsp:nvSpPr>
      <dsp:spPr>
        <a:xfrm>
          <a:off x="4960350" y="375669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3FB756-5A34-41A6-A20C-19E24F5B99B2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D273E-6481-47E5-A985-AB31785E3FA9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BE" sz="2400" kern="1200" dirty="0"/>
            <a:t>12-11-2025</a:t>
          </a:r>
          <a:endParaRPr lang="en-US" sz="2400" kern="1200" dirty="0"/>
        </a:p>
      </dsp:txBody>
      <dsp:txXfrm>
        <a:off x="4258350" y="3255669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gi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gi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gif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gif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gif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8.svg"/><Relationship Id="rId10" Type="http://schemas.openxmlformats.org/officeDocument/2006/relationships/image" Target="../media/image1.gif"/><Relationship Id="rId4" Type="http://schemas.openxmlformats.org/officeDocument/2006/relationships/image" Target="../media/image17.png"/><Relationship Id="rId9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.gif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.gif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.gif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8E54F9-849C-4865-8C5E-FD967B81D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1AE6B3-1D2D-4C67-A4DB-888635B52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9A121-E3F3-A14A-3D09-DA01B933D33A}"/>
              </a:ext>
            </a:extLst>
          </p:cNvPr>
          <p:cNvSpPr txBox="1"/>
          <p:nvPr/>
        </p:nvSpPr>
        <p:spPr>
          <a:xfrm>
            <a:off x="1143000" y="255607"/>
            <a:ext cx="6858000" cy="32005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Market Potential Analysis </a:t>
            </a:r>
            <a:br>
              <a:rPr lang="en-US" sz="5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5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5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Pet Allergy Diagnostic Kits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780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France</a:t>
            </a:r>
            <a:endParaRPr lang="en-US" sz="5300" kern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D080EC2-42B5-4E04-BBF7-F0BC5CB7C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3566566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logo with text overlay&#10;&#10;AI-generated content may be incorrect.">
            <a:extLst>
              <a:ext uri="{FF2B5EF4-FFF2-40B4-BE49-F238E27FC236}">
                <a16:creationId xmlns:a16="http://schemas.microsoft.com/office/drawing/2014/main" id="{76E5AAE9-013C-8537-8B39-B3625ADE988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32871" y="6188464"/>
            <a:ext cx="1940446" cy="58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60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Market Potential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6FC783-5C39-70F5-7468-A069BDB1E2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70475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29C621FC-2AE1-4265-747F-EA2072288B9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1918" y="5582125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1. Executive Summary</a:t>
            </a:r>
          </a:p>
        </p:txBody>
      </p:sp>
      <p:pic>
        <p:nvPicPr>
          <p:cNvPr id="5" name="Picture 4" descr="A cat and golden retriever laying down">
            <a:extLst>
              <a:ext uri="{FF2B5EF4-FFF2-40B4-BE49-F238E27FC236}">
                <a16:creationId xmlns:a16="http://schemas.microsoft.com/office/drawing/2014/main" id="{14F2128A-2907-A33A-E007-C7212F12B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99" r="25597" b="-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endParaRPr lang="en-US" sz="1700"/>
          </a:p>
          <a:p>
            <a:r>
              <a:rPr lang="en-US" sz="1700"/>
              <a:t>Growing demand for pet allergy diagnostics in France.</a:t>
            </a:r>
          </a:p>
          <a:p>
            <a:r>
              <a:rPr lang="en-US" sz="1700"/>
              <a:t>Our kits provide rapid, accurate and affordable in-clinic testing.</a:t>
            </a:r>
          </a:p>
          <a:p>
            <a:r>
              <a:rPr lang="en-US" sz="1700"/>
              <a:t>Market driven by pet healthcare growth (+6–8% annually).</a:t>
            </a:r>
          </a:p>
          <a:p>
            <a:r>
              <a:rPr lang="en-US" sz="1700"/>
              <a:t>Strategic goal: Establish strong B2B network with veterinary clinics.</a:t>
            </a:r>
          </a:p>
        </p:txBody>
      </p:sp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50AE8438-2C5D-1DA4-1FC9-B38B9F05EEB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1918" y="5582125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2. Market 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87BA9B-6BDB-FA8F-88CD-428798ED25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769415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99E61F76-882D-7B03-4C0D-92ECD980E366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1918" y="5582125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3. Market Potential Calculation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6CDCB8-3882-B64B-CD38-A6C1255D8F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786929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86EEA90F-66EB-AA6C-DEB8-F7B94FDEB6E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1918" y="5582125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4. Competitive Landscape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DA0BC1-A43C-B9D2-1216-50470477C6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8602839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862DBCC0-C260-789A-F254-DC667619C42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1918" y="5582125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5. SWOT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624136-6E1E-5B06-9247-ACB74202B1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254526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B984E555-AA5A-04CE-F987-6BFB86A101F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93023" y="121567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6. Go-to-Market Strategy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F9F4D3-1BE4-1845-801D-87B842F35D07}"/>
              </a:ext>
            </a:extLst>
          </p:cNvPr>
          <p:cNvGrpSpPr/>
          <p:nvPr/>
        </p:nvGrpSpPr>
        <p:grpSpPr>
          <a:xfrm>
            <a:off x="965718" y="2651658"/>
            <a:ext cx="7429130" cy="3275090"/>
            <a:chOff x="857434" y="1801199"/>
            <a:chExt cx="7429130" cy="3275090"/>
          </a:xfrm>
        </p:grpSpPr>
        <p:sp>
          <p:nvSpPr>
            <p:cNvPr id="6" name="Round Diagonal Corner Rectangle 5">
              <a:extLst>
                <a:ext uri="{FF2B5EF4-FFF2-40B4-BE49-F238E27FC236}">
                  <a16:creationId xmlns:a16="http://schemas.microsoft.com/office/drawing/2014/main" id="{96C92E57-929A-5517-09EB-C547825F4CCE}"/>
                </a:ext>
              </a:extLst>
            </p:cNvPr>
            <p:cNvSpPr/>
            <p:nvPr/>
          </p:nvSpPr>
          <p:spPr>
            <a:xfrm>
              <a:off x="1177584" y="1801199"/>
              <a:ext cx="1001496" cy="1001496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BE" sz="2400"/>
            </a:p>
          </p:txBody>
        </p:sp>
        <p:sp>
          <p:nvSpPr>
            <p:cNvPr id="7" name="Rectangle 6" descr="Kiosk">
              <a:extLst>
                <a:ext uri="{FF2B5EF4-FFF2-40B4-BE49-F238E27FC236}">
                  <a16:creationId xmlns:a16="http://schemas.microsoft.com/office/drawing/2014/main" id="{79C9831D-8B84-0A54-D348-5BDA3029F28C}"/>
                </a:ext>
              </a:extLst>
            </p:cNvPr>
            <p:cNvSpPr/>
            <p:nvPr/>
          </p:nvSpPr>
          <p:spPr>
            <a:xfrm>
              <a:off x="1391018" y="2014632"/>
              <a:ext cx="574628" cy="574628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BE" sz="24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8B4C89C-B7DE-C726-23AB-8072AD2AA0D7}"/>
                </a:ext>
              </a:extLst>
            </p:cNvPr>
            <p:cNvSpPr/>
            <p:nvPr/>
          </p:nvSpPr>
          <p:spPr>
            <a:xfrm>
              <a:off x="857434" y="3114636"/>
              <a:ext cx="1641796" cy="656718"/>
            </a:xfrm>
            <a:custGeom>
              <a:avLst/>
              <a:gdLst>
                <a:gd name="connsiteX0" fmla="*/ 0 w 1641796"/>
                <a:gd name="connsiteY0" fmla="*/ 0 h 656718"/>
                <a:gd name="connsiteX1" fmla="*/ 1641796 w 1641796"/>
                <a:gd name="connsiteY1" fmla="*/ 0 h 656718"/>
                <a:gd name="connsiteX2" fmla="*/ 1641796 w 1641796"/>
                <a:gd name="connsiteY2" fmla="*/ 656718 h 656718"/>
                <a:gd name="connsiteX3" fmla="*/ 0 w 1641796"/>
                <a:gd name="connsiteY3" fmla="*/ 656718 h 656718"/>
                <a:gd name="connsiteX4" fmla="*/ 0 w 1641796"/>
                <a:gd name="connsiteY4" fmla="*/ 0 h 65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1796" h="656718">
                  <a:moveTo>
                    <a:pt x="0" y="0"/>
                  </a:moveTo>
                  <a:lnTo>
                    <a:pt x="1641796" y="0"/>
                  </a:lnTo>
                  <a:lnTo>
                    <a:pt x="1641796" y="656718"/>
                  </a:lnTo>
                  <a:lnTo>
                    <a:pt x="0" y="6567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1400" kern="1200" dirty="0"/>
                <a:t>Distribution: </a:t>
              </a:r>
              <a:r>
                <a:rPr lang="en-US" sz="1400" kern="1200" dirty="0" err="1"/>
                <a:t>Centravet</a:t>
              </a:r>
              <a:r>
                <a:rPr lang="en-US" sz="1400" kern="1200" dirty="0"/>
                <a:t>, Alcyon, </a:t>
              </a:r>
              <a:r>
                <a:rPr lang="en-US" sz="1400" kern="1200" dirty="0" err="1"/>
                <a:t>Coveto</a:t>
              </a:r>
              <a:r>
                <a:rPr lang="en-US" sz="1400" kern="1200" dirty="0"/>
                <a:t>, e-commerce B2B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E61A10-EAF2-694C-4F7B-7973294BC5D5}"/>
                </a:ext>
              </a:extLst>
            </p:cNvPr>
            <p:cNvSpPr/>
            <p:nvPr/>
          </p:nvSpPr>
          <p:spPr>
            <a:xfrm>
              <a:off x="3320129" y="2014632"/>
              <a:ext cx="574628" cy="574628"/>
            </a:xfrm>
            <a:prstGeom prst="rect">
              <a:avLst/>
            </a:prstGeom>
          </p:spPr>
          <p:style>
            <a:lnRef idx="2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B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C59778D-17EC-78CA-7CD7-C79DF519C878}"/>
                </a:ext>
              </a:extLst>
            </p:cNvPr>
            <p:cNvSpPr/>
            <p:nvPr/>
          </p:nvSpPr>
          <p:spPr>
            <a:xfrm>
              <a:off x="857434" y="4419571"/>
              <a:ext cx="1641796" cy="656718"/>
            </a:xfrm>
            <a:custGeom>
              <a:avLst/>
              <a:gdLst>
                <a:gd name="connsiteX0" fmla="*/ 0 w 1641796"/>
                <a:gd name="connsiteY0" fmla="*/ 0 h 656718"/>
                <a:gd name="connsiteX1" fmla="*/ 1641796 w 1641796"/>
                <a:gd name="connsiteY1" fmla="*/ 0 h 656718"/>
                <a:gd name="connsiteX2" fmla="*/ 1641796 w 1641796"/>
                <a:gd name="connsiteY2" fmla="*/ 656718 h 656718"/>
                <a:gd name="connsiteX3" fmla="*/ 0 w 1641796"/>
                <a:gd name="connsiteY3" fmla="*/ 656718 h 656718"/>
                <a:gd name="connsiteX4" fmla="*/ 0 w 1641796"/>
                <a:gd name="connsiteY4" fmla="*/ 0 h 65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1796" h="656718">
                  <a:moveTo>
                    <a:pt x="0" y="0"/>
                  </a:moveTo>
                  <a:lnTo>
                    <a:pt x="1641796" y="0"/>
                  </a:lnTo>
                  <a:lnTo>
                    <a:pt x="1641796" y="656718"/>
                  </a:lnTo>
                  <a:lnTo>
                    <a:pt x="0" y="6567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1400" kern="1200" dirty="0"/>
                <a:t>DIRECT SALES ?</a:t>
              </a:r>
            </a:p>
          </p:txBody>
        </p:sp>
        <p:sp>
          <p:nvSpPr>
            <p:cNvPr id="14" name="Round Diagonal Corner Rectangle 13">
              <a:extLst>
                <a:ext uri="{FF2B5EF4-FFF2-40B4-BE49-F238E27FC236}">
                  <a16:creationId xmlns:a16="http://schemas.microsoft.com/office/drawing/2014/main" id="{197E38F7-4816-6E09-7389-02E232697A62}"/>
                </a:ext>
              </a:extLst>
            </p:cNvPr>
            <p:cNvSpPr/>
            <p:nvPr/>
          </p:nvSpPr>
          <p:spPr>
            <a:xfrm>
              <a:off x="5035807" y="1801199"/>
              <a:ext cx="1001496" cy="1001496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BE" sz="2400"/>
            </a:p>
          </p:txBody>
        </p:sp>
        <p:sp>
          <p:nvSpPr>
            <p:cNvPr id="15" name="Rectangle 14" descr="Veterinarian">
              <a:extLst>
                <a:ext uri="{FF2B5EF4-FFF2-40B4-BE49-F238E27FC236}">
                  <a16:creationId xmlns:a16="http://schemas.microsoft.com/office/drawing/2014/main" id="{57350640-357B-42AF-2FCA-A15543432876}"/>
                </a:ext>
              </a:extLst>
            </p:cNvPr>
            <p:cNvSpPr/>
            <p:nvPr/>
          </p:nvSpPr>
          <p:spPr>
            <a:xfrm>
              <a:off x="5249241" y="2014632"/>
              <a:ext cx="574628" cy="574628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B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309EEA9-1FF7-1CA4-4CE4-24EB5B7238F1}"/>
                </a:ext>
              </a:extLst>
            </p:cNvPr>
            <p:cNvSpPr/>
            <p:nvPr/>
          </p:nvSpPr>
          <p:spPr>
            <a:xfrm>
              <a:off x="4715657" y="3114636"/>
              <a:ext cx="1641796" cy="656718"/>
            </a:xfrm>
            <a:custGeom>
              <a:avLst/>
              <a:gdLst>
                <a:gd name="connsiteX0" fmla="*/ 0 w 1641796"/>
                <a:gd name="connsiteY0" fmla="*/ 0 h 656718"/>
                <a:gd name="connsiteX1" fmla="*/ 1641796 w 1641796"/>
                <a:gd name="connsiteY1" fmla="*/ 0 h 656718"/>
                <a:gd name="connsiteX2" fmla="*/ 1641796 w 1641796"/>
                <a:gd name="connsiteY2" fmla="*/ 656718 h 656718"/>
                <a:gd name="connsiteX3" fmla="*/ 0 w 1641796"/>
                <a:gd name="connsiteY3" fmla="*/ 656718 h 656718"/>
                <a:gd name="connsiteX4" fmla="*/ 0 w 1641796"/>
                <a:gd name="connsiteY4" fmla="*/ 0 h 65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1796" h="656718">
                  <a:moveTo>
                    <a:pt x="0" y="0"/>
                  </a:moveTo>
                  <a:lnTo>
                    <a:pt x="1641796" y="0"/>
                  </a:lnTo>
                  <a:lnTo>
                    <a:pt x="1641796" y="656718"/>
                  </a:lnTo>
                  <a:lnTo>
                    <a:pt x="0" y="6567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1400" kern="1200"/>
                <a:t>Communication: Trade shows (AFVAC), press, tutorials, KOL veterinarians.</a:t>
              </a:r>
            </a:p>
          </p:txBody>
        </p:sp>
        <p:sp>
          <p:nvSpPr>
            <p:cNvPr id="17" name="Round Diagonal Corner Rectangle 16">
              <a:extLst>
                <a:ext uri="{FF2B5EF4-FFF2-40B4-BE49-F238E27FC236}">
                  <a16:creationId xmlns:a16="http://schemas.microsoft.com/office/drawing/2014/main" id="{F363532E-34E3-A1CA-91A2-93110686B81F}"/>
                </a:ext>
              </a:extLst>
            </p:cNvPr>
            <p:cNvSpPr/>
            <p:nvPr/>
          </p:nvSpPr>
          <p:spPr>
            <a:xfrm>
              <a:off x="6964918" y="1801199"/>
              <a:ext cx="1001496" cy="1001496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BE" sz="2400"/>
            </a:p>
          </p:txBody>
        </p:sp>
        <p:sp>
          <p:nvSpPr>
            <p:cNvPr id="18" name="Rectangle 17" descr="Dollar">
              <a:extLst>
                <a:ext uri="{FF2B5EF4-FFF2-40B4-BE49-F238E27FC236}">
                  <a16:creationId xmlns:a16="http://schemas.microsoft.com/office/drawing/2014/main" id="{1139B17E-8373-019E-8D42-D25477E9E4E7}"/>
                </a:ext>
              </a:extLst>
            </p:cNvPr>
            <p:cNvSpPr/>
            <p:nvPr/>
          </p:nvSpPr>
          <p:spPr>
            <a:xfrm>
              <a:off x="7178352" y="2014632"/>
              <a:ext cx="574628" cy="574628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B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7FDEE97-45B4-FD8E-8439-AAD71D230C85}"/>
                </a:ext>
              </a:extLst>
            </p:cNvPr>
            <p:cNvSpPr/>
            <p:nvPr/>
          </p:nvSpPr>
          <p:spPr>
            <a:xfrm>
              <a:off x="6644768" y="3114636"/>
              <a:ext cx="1641796" cy="656718"/>
            </a:xfrm>
            <a:custGeom>
              <a:avLst/>
              <a:gdLst>
                <a:gd name="connsiteX0" fmla="*/ 0 w 1641796"/>
                <a:gd name="connsiteY0" fmla="*/ 0 h 656718"/>
                <a:gd name="connsiteX1" fmla="*/ 1641796 w 1641796"/>
                <a:gd name="connsiteY1" fmla="*/ 0 h 656718"/>
                <a:gd name="connsiteX2" fmla="*/ 1641796 w 1641796"/>
                <a:gd name="connsiteY2" fmla="*/ 656718 h 656718"/>
                <a:gd name="connsiteX3" fmla="*/ 0 w 1641796"/>
                <a:gd name="connsiteY3" fmla="*/ 656718 h 656718"/>
                <a:gd name="connsiteX4" fmla="*/ 0 w 1641796"/>
                <a:gd name="connsiteY4" fmla="*/ 0 h 65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1796" h="656718">
                  <a:moveTo>
                    <a:pt x="0" y="0"/>
                  </a:moveTo>
                  <a:lnTo>
                    <a:pt x="1641796" y="0"/>
                  </a:lnTo>
                  <a:lnTo>
                    <a:pt x="1641796" y="656718"/>
                  </a:lnTo>
                  <a:lnTo>
                    <a:pt x="0" y="6567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1400" kern="1200"/>
                <a:t>Pricing: €35–40 (vet price), €55–60 (patient retail).</a:t>
              </a:r>
            </a:p>
          </p:txBody>
        </p:sp>
        <p:sp>
          <p:nvSpPr>
            <p:cNvPr id="20" name="Round Diagonal Corner Rectangle 19">
              <a:extLst>
                <a:ext uri="{FF2B5EF4-FFF2-40B4-BE49-F238E27FC236}">
                  <a16:creationId xmlns:a16="http://schemas.microsoft.com/office/drawing/2014/main" id="{1215CEAB-68F0-5244-B581-38C9B50C8E2C}"/>
                </a:ext>
              </a:extLst>
            </p:cNvPr>
            <p:cNvSpPr/>
            <p:nvPr/>
          </p:nvSpPr>
          <p:spPr>
            <a:xfrm>
              <a:off x="3142790" y="1801199"/>
              <a:ext cx="1001496" cy="1001496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BE" sz="2400"/>
            </a:p>
          </p:txBody>
        </p:sp>
        <p:sp>
          <p:nvSpPr>
            <p:cNvPr id="21" name="Rectangle 20" descr="Optical disc">
              <a:extLst>
                <a:ext uri="{FF2B5EF4-FFF2-40B4-BE49-F238E27FC236}">
                  <a16:creationId xmlns:a16="http://schemas.microsoft.com/office/drawing/2014/main" id="{1A2E828A-F215-B8ED-8725-5C4868FA7074}"/>
                </a:ext>
              </a:extLst>
            </p:cNvPr>
            <p:cNvSpPr/>
            <p:nvPr/>
          </p:nvSpPr>
          <p:spPr>
            <a:xfrm>
              <a:off x="3368201" y="2042948"/>
              <a:ext cx="574628" cy="574628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B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1186883-1941-A89B-C7F0-1425B6D294E5}"/>
                </a:ext>
              </a:extLst>
            </p:cNvPr>
            <p:cNvSpPr/>
            <p:nvPr/>
          </p:nvSpPr>
          <p:spPr>
            <a:xfrm>
              <a:off x="2933852" y="3114636"/>
              <a:ext cx="1641796" cy="656718"/>
            </a:xfrm>
            <a:custGeom>
              <a:avLst/>
              <a:gdLst>
                <a:gd name="connsiteX0" fmla="*/ 0 w 1641796"/>
                <a:gd name="connsiteY0" fmla="*/ 0 h 656718"/>
                <a:gd name="connsiteX1" fmla="*/ 1641796 w 1641796"/>
                <a:gd name="connsiteY1" fmla="*/ 0 h 656718"/>
                <a:gd name="connsiteX2" fmla="*/ 1641796 w 1641796"/>
                <a:gd name="connsiteY2" fmla="*/ 656718 h 656718"/>
                <a:gd name="connsiteX3" fmla="*/ 0 w 1641796"/>
                <a:gd name="connsiteY3" fmla="*/ 656718 h 656718"/>
                <a:gd name="connsiteX4" fmla="*/ 0 w 1641796"/>
                <a:gd name="connsiteY4" fmla="*/ 0 h 65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1796" h="656718">
                  <a:moveTo>
                    <a:pt x="0" y="0"/>
                  </a:moveTo>
                  <a:lnTo>
                    <a:pt x="1641796" y="0"/>
                  </a:lnTo>
                  <a:lnTo>
                    <a:pt x="1641796" y="656718"/>
                  </a:lnTo>
                  <a:lnTo>
                    <a:pt x="0" y="6567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1400" kern="1200" dirty="0"/>
                <a:t>Target 2025–2032: 1,000 clinics, €4–6M revenue.</a:t>
              </a:r>
            </a:p>
          </p:txBody>
        </p:sp>
      </p:grpSp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8FA485B6-D4F0-FD34-9171-CED103D0101C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1918" y="5582125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7. Strategic Recommendation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4EC393-9316-1CD7-4A18-48A6E2072E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199531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E8207980-16AD-3F74-FC65-E11E48DE3B0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1918" y="5582125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8. To be done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5ADC69-3419-D4BD-28E2-5CE3010EB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74433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D517B07C-44B5-22D0-8884-D88B2171923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1918" y="5582125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CC3BB-00B0-C6FE-CBE5-7EE9A3FF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BE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C1C0A7-9ED9-09A7-2CBA-039D4870B8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965042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with text overlay&#10;&#10;AI-generated content may be incorrect.">
            <a:extLst>
              <a:ext uri="{FF2B5EF4-FFF2-40B4-BE49-F238E27FC236}">
                <a16:creationId xmlns:a16="http://schemas.microsoft.com/office/drawing/2014/main" id="{518CD9C1-5C11-C914-E653-CE3957078CE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3960" y="4977938"/>
            <a:ext cx="1940446" cy="58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16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453</Words>
  <Application>Microsoft Macintosh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Market Potential Analysis</vt:lpstr>
      <vt:lpstr>1. Executive Summary</vt:lpstr>
      <vt:lpstr>2. Market Overview</vt:lpstr>
      <vt:lpstr>3. Market Potential Calculation</vt:lpstr>
      <vt:lpstr>4. Competitive Landscape</vt:lpstr>
      <vt:lpstr>5. SWOT Analysis</vt:lpstr>
      <vt:lpstr>6. Go-to-Market Strategy</vt:lpstr>
      <vt:lpstr>7. Strategic Recommendation</vt:lpstr>
      <vt:lpstr>8. To be done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Jean-Claude Havaux - Brevo</cp:lastModifiedBy>
  <cp:revision>4</cp:revision>
  <dcterms:created xsi:type="dcterms:W3CDTF">2013-01-27T09:14:16Z</dcterms:created>
  <dcterms:modified xsi:type="dcterms:W3CDTF">2025-11-13T09:42:24Z</dcterms:modified>
  <cp:category/>
</cp:coreProperties>
</file>