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sldIdLst>
    <p:sldId id="261" r:id="rId5"/>
    <p:sldId id="263" r:id="rId6"/>
    <p:sldId id="260" r:id="rId7"/>
    <p:sldId id="259" r:id="rId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C11"/>
    <a:srgbClr val="C9E4FF"/>
    <a:srgbClr val="99CCFF"/>
    <a:srgbClr val="337EC1"/>
    <a:srgbClr val="5DB1AB"/>
    <a:srgbClr val="6BBE9F"/>
    <a:srgbClr val="FFFF99"/>
    <a:srgbClr val="FFFF66"/>
    <a:srgbClr val="FFFFCC"/>
    <a:srgbClr val="40E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72FF5C-8520-4935-84DD-F07881D7FB17}" v="3" dt="2023-11-06T12:18:27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et Antoine" userId="S::antoine_earlytracks.com#ext#@chrliege.onmicrosoft.com::5f4a1fb7-ec91-432f-bd22-5bd3534a75b3" providerId="AD" clId="Web-{F15D2A39-66C8-134B-55FC-9A37187C851C}"/>
    <pc:docChg chg="modSld">
      <pc:chgData name="Praet Antoine" userId="S::antoine_earlytracks.com#ext#@chrliege.onmicrosoft.com::5f4a1fb7-ec91-432f-bd22-5bd3534a75b3" providerId="AD" clId="Web-{F15D2A39-66C8-134B-55FC-9A37187C851C}" dt="2023-10-26T15:23:18.884" v="316" actId="1076"/>
      <pc:docMkLst>
        <pc:docMk/>
      </pc:docMkLst>
      <pc:sldChg chg="modSp">
        <pc:chgData name="Praet Antoine" userId="S::antoine_earlytracks.com#ext#@chrliege.onmicrosoft.com::5f4a1fb7-ec91-432f-bd22-5bd3534a75b3" providerId="AD" clId="Web-{F15D2A39-66C8-134B-55FC-9A37187C851C}" dt="2023-10-26T15:23:18.884" v="316" actId="1076"/>
        <pc:sldMkLst>
          <pc:docMk/>
          <pc:sldMk cId="4139197612" sldId="259"/>
        </pc:sldMkLst>
        <pc:spChg chg="mod">
          <ac:chgData name="Praet Antoine" userId="S::antoine_earlytracks.com#ext#@chrliege.onmicrosoft.com::5f4a1fb7-ec91-432f-bd22-5bd3534a75b3" providerId="AD" clId="Web-{F15D2A39-66C8-134B-55FC-9A37187C851C}" dt="2023-10-26T15:23:18.884" v="316" actId="1076"/>
          <ac:spMkLst>
            <pc:docMk/>
            <pc:sldMk cId="4139197612" sldId="259"/>
            <ac:spMk id="2" creationId="{BFB5794C-45C2-C732-D9B2-75295137D601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19:20.582" v="298" actId="20577"/>
          <ac:spMkLst>
            <pc:docMk/>
            <pc:sldMk cId="4139197612" sldId="259"/>
            <ac:spMk id="3" creationId="{A25B96C3-840D-3B80-2D2E-C21783369C12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22:26.133" v="309" actId="20577"/>
          <ac:spMkLst>
            <pc:docMk/>
            <pc:sldMk cId="4139197612" sldId="259"/>
            <ac:spMk id="7" creationId="{DA68CE60-B646-5831-42E4-1D772B4868D0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22:22.305" v="308" actId="20577"/>
          <ac:spMkLst>
            <pc:docMk/>
            <pc:sldMk cId="4139197612" sldId="259"/>
            <ac:spMk id="8" creationId="{E07A80D1-CE62-7D05-3AFA-5670A0534610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17:55.127" v="248" actId="20577"/>
          <ac:spMkLst>
            <pc:docMk/>
            <pc:sldMk cId="4139197612" sldId="259"/>
            <ac:spMk id="9" creationId="{E883FBAF-6107-B80C-9F5F-E33D543E3CC2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22:14.648" v="305" actId="20577"/>
          <ac:spMkLst>
            <pc:docMk/>
            <pc:sldMk cId="4139197612" sldId="259"/>
            <ac:spMk id="10" creationId="{42FFB89C-8A6F-1F03-C6B5-0520A902EB19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18:23.924" v="284" actId="20577"/>
          <ac:spMkLst>
            <pc:docMk/>
            <pc:sldMk cId="4139197612" sldId="259"/>
            <ac:spMk id="11" creationId="{0AD7BF9F-0EBD-2698-7C20-AB1E14F0AF67}"/>
          </ac:spMkLst>
        </pc:spChg>
      </pc:sldChg>
      <pc:sldChg chg="modSp">
        <pc:chgData name="Praet Antoine" userId="S::antoine_earlytracks.com#ext#@chrliege.onmicrosoft.com::5f4a1fb7-ec91-432f-bd22-5bd3534a75b3" providerId="AD" clId="Web-{F15D2A39-66C8-134B-55FC-9A37187C851C}" dt="2023-10-26T15:22:56.305" v="315" actId="20577"/>
        <pc:sldMkLst>
          <pc:docMk/>
          <pc:sldMk cId="0" sldId="260"/>
        </pc:sldMkLst>
        <pc:spChg chg="mod">
          <ac:chgData name="Praet Antoine" userId="S::antoine_earlytracks.com#ext#@chrliege.onmicrosoft.com::5f4a1fb7-ec91-432f-bd22-5bd3534a75b3" providerId="AD" clId="Web-{F15D2A39-66C8-134B-55FC-9A37187C851C}" dt="2023-10-26T15:12:23.713" v="3" actId="20577"/>
          <ac:spMkLst>
            <pc:docMk/>
            <pc:sldMk cId="0" sldId="260"/>
            <ac:spMk id="4" creationId="{14DD2F5A-9041-3F8F-DA2E-52D9C76AF2FE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14:00.934" v="35" actId="20577"/>
          <ac:spMkLst>
            <pc:docMk/>
            <pc:sldMk cId="0" sldId="260"/>
            <ac:spMk id="5" creationId="{F0745D89-86E6-D156-3AEC-AA3DD4530F3F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21:37.991" v="304" actId="20577"/>
          <ac:spMkLst>
            <pc:docMk/>
            <pc:sldMk cId="0" sldId="260"/>
            <ac:spMk id="7" creationId="{92BFFB28-4935-1BFE-D228-7D7D0546F047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22:56.305" v="315" actId="20577"/>
          <ac:spMkLst>
            <pc:docMk/>
            <pc:sldMk cId="0" sldId="260"/>
            <ac:spMk id="8" creationId="{147CBC36-C78D-AC04-5FB0-F399DB88AA3C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22:42.930" v="313" actId="20577"/>
          <ac:spMkLst>
            <pc:docMk/>
            <pc:sldMk cId="0" sldId="260"/>
            <ac:spMk id="229" creationId="{00000000-0000-0000-0000-000000000000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22:32.242" v="310" actId="20577"/>
          <ac:spMkLst>
            <pc:docMk/>
            <pc:sldMk cId="0" sldId="260"/>
            <ac:spMk id="253" creationId="{00000000-0000-0000-0000-000000000000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16:01.624" v="178" actId="20577"/>
          <ac:spMkLst>
            <pc:docMk/>
            <pc:sldMk cId="0" sldId="260"/>
            <ac:spMk id="255" creationId="{00000000-0000-0000-0000-000000000000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22:49.446" v="314" actId="20577"/>
          <ac:spMkLst>
            <pc:docMk/>
            <pc:sldMk cId="0" sldId="260"/>
            <ac:spMk id="257" creationId="{00000000-0000-0000-0000-000000000000}"/>
          </ac:spMkLst>
        </pc:spChg>
        <pc:spChg chg="mod">
          <ac:chgData name="Praet Antoine" userId="S::antoine_earlytracks.com#ext#@chrliege.onmicrosoft.com::5f4a1fb7-ec91-432f-bd22-5bd3534a75b3" providerId="AD" clId="Web-{F15D2A39-66C8-134B-55FC-9A37187C851C}" dt="2023-10-26T15:14:22.013" v="63" actId="20577"/>
          <ac:spMkLst>
            <pc:docMk/>
            <pc:sldMk cId="0" sldId="260"/>
            <ac:spMk id="264" creationId="{00000000-0000-0000-0000-000000000000}"/>
          </ac:spMkLst>
        </pc:spChg>
      </pc:sldChg>
      <pc:sldChg chg="modSp">
        <pc:chgData name="Praet Antoine" userId="S::antoine_earlytracks.com#ext#@chrliege.onmicrosoft.com::5f4a1fb7-ec91-432f-bd22-5bd3534a75b3" providerId="AD" clId="Web-{F15D2A39-66C8-134B-55FC-9A37187C851C}" dt="2023-10-26T15:21:21.696" v="299" actId="20577"/>
        <pc:sldMkLst>
          <pc:docMk/>
          <pc:sldMk cId="2794741326" sldId="263"/>
        </pc:sldMkLst>
        <pc:spChg chg="mod">
          <ac:chgData name="Praet Antoine" userId="S::antoine_earlytracks.com#ext#@chrliege.onmicrosoft.com::5f4a1fb7-ec91-432f-bd22-5bd3534a75b3" providerId="AD" clId="Web-{F15D2A39-66C8-134B-55FC-9A37187C851C}" dt="2023-10-26T15:21:21.696" v="299" actId="20577"/>
          <ac:spMkLst>
            <pc:docMk/>
            <pc:sldMk cId="2794741326" sldId="263"/>
            <ac:spMk id="52" creationId="{9C388344-17DB-FC8A-3F27-A3C399A59380}"/>
          </ac:spMkLst>
        </pc:spChg>
      </pc:sldChg>
    </pc:docChg>
  </pc:docChgLst>
  <pc:docChgLst>
    <pc:chgData name="Pirotte Benjamin" userId="bbd55502-0684-4e28-a14e-3a3490f701d5" providerId="ADAL" clId="{5E72FF5C-8520-4935-84DD-F07881D7FB17}"/>
    <pc:docChg chg="modSld">
      <pc:chgData name="Pirotte Benjamin" userId="bbd55502-0684-4e28-a14e-3a3490f701d5" providerId="ADAL" clId="{5E72FF5C-8520-4935-84DD-F07881D7FB17}" dt="2023-11-06T12:20:39.957" v="12" actId="113"/>
      <pc:docMkLst>
        <pc:docMk/>
      </pc:docMkLst>
      <pc:sldChg chg="modSp modNotesTx">
        <pc:chgData name="Pirotte Benjamin" userId="bbd55502-0684-4e28-a14e-3a3490f701d5" providerId="ADAL" clId="{5E72FF5C-8520-4935-84DD-F07881D7FB17}" dt="2023-11-06T12:20:39.957" v="12" actId="113"/>
        <pc:sldMkLst>
          <pc:docMk/>
          <pc:sldMk cId="0" sldId="260"/>
        </pc:sldMkLst>
        <pc:spChg chg="mod">
          <ac:chgData name="Pirotte Benjamin" userId="bbd55502-0684-4e28-a14e-3a3490f701d5" providerId="ADAL" clId="{5E72FF5C-8520-4935-84DD-F07881D7FB17}" dt="2023-11-06T12:18:27.704" v="2" actId="20577"/>
          <ac:spMkLst>
            <pc:docMk/>
            <pc:sldMk cId="0" sldId="260"/>
            <ac:spMk id="8" creationId="{147CBC36-C78D-AC04-5FB0-F399DB88AA3C}"/>
          </ac:spMkLst>
        </pc:spChg>
      </pc:sldChg>
      <pc:sldChg chg="modSp">
        <pc:chgData name="Pirotte Benjamin" userId="bbd55502-0684-4e28-a14e-3a3490f701d5" providerId="ADAL" clId="{5E72FF5C-8520-4935-84DD-F07881D7FB17}" dt="2023-11-06T12:13:45.541" v="0" actId="20577"/>
        <pc:sldMkLst>
          <pc:docMk/>
          <pc:sldMk cId="2794741326" sldId="263"/>
        </pc:sldMkLst>
        <pc:spChg chg="mod">
          <ac:chgData name="Pirotte Benjamin" userId="bbd55502-0684-4e28-a14e-3a3490f701d5" providerId="ADAL" clId="{5E72FF5C-8520-4935-84DD-F07881D7FB17}" dt="2023-11-06T12:13:45.541" v="0" actId="20577"/>
          <ac:spMkLst>
            <pc:docMk/>
            <pc:sldMk cId="2794741326" sldId="263"/>
            <ac:spMk id="49" creationId="{8A273424-D52D-FFCE-CFA0-AD150A80BE08}"/>
          </ac:spMkLst>
        </pc:spChg>
      </pc:sldChg>
    </pc:docChg>
  </pc:docChgLst>
  <pc:docChgLst>
    <pc:chgData name="Pirotte Benjamin" userId="S::bepirotte@citadelle.be::bbd55502-0684-4e28-a14e-3a3490f701d5" providerId="AD" clId="Web-{6C09A336-B01D-0B45-8F8C-B8969369DFF7}"/>
    <pc:docChg chg="modSld">
      <pc:chgData name="Pirotte Benjamin" userId="S::bepirotte@citadelle.be::bbd55502-0684-4e28-a14e-3a3490f701d5" providerId="AD" clId="Web-{6C09A336-B01D-0B45-8F8C-B8969369DFF7}" dt="2023-10-26T15:37:14.297" v="29" actId="20577"/>
      <pc:docMkLst>
        <pc:docMk/>
      </pc:docMkLst>
      <pc:sldChg chg="modSp">
        <pc:chgData name="Pirotte Benjamin" userId="S::bepirotte@citadelle.be::bbd55502-0684-4e28-a14e-3a3490f701d5" providerId="AD" clId="Web-{6C09A336-B01D-0B45-8F8C-B8969369DFF7}" dt="2023-10-26T15:37:14.297" v="29" actId="20577"/>
        <pc:sldMkLst>
          <pc:docMk/>
          <pc:sldMk cId="4139197612" sldId="259"/>
        </pc:sldMkLst>
        <pc:spChg chg="mod">
          <ac:chgData name="Pirotte Benjamin" userId="S::bepirotte@citadelle.be::bbd55502-0684-4e28-a14e-3a3490f701d5" providerId="AD" clId="Web-{6C09A336-B01D-0B45-8F8C-B8969369DFF7}" dt="2023-10-26T15:35:29.778" v="20" actId="20577"/>
          <ac:spMkLst>
            <pc:docMk/>
            <pc:sldMk cId="4139197612" sldId="259"/>
            <ac:spMk id="2" creationId="{BFB5794C-45C2-C732-D9B2-75295137D601}"/>
          </ac:spMkLst>
        </pc:spChg>
        <pc:spChg chg="mod">
          <ac:chgData name="Pirotte Benjamin" userId="S::bepirotte@citadelle.be::bbd55502-0684-4e28-a14e-3a3490f701d5" providerId="AD" clId="Web-{6C09A336-B01D-0B45-8F8C-B8969369DFF7}" dt="2023-10-26T15:37:14.297" v="29" actId="20577"/>
          <ac:spMkLst>
            <pc:docMk/>
            <pc:sldMk cId="4139197612" sldId="259"/>
            <ac:spMk id="3" creationId="{A25B96C3-840D-3B80-2D2E-C21783369C12}"/>
          </ac:spMkLst>
        </pc:spChg>
        <pc:spChg chg="mod">
          <ac:chgData name="Pirotte Benjamin" userId="S::bepirotte@citadelle.be::bbd55502-0684-4e28-a14e-3a3490f701d5" providerId="AD" clId="Web-{6C09A336-B01D-0B45-8F8C-B8969369DFF7}" dt="2023-10-26T15:35:42.373" v="21" actId="1076"/>
          <ac:spMkLst>
            <pc:docMk/>
            <pc:sldMk cId="4139197612" sldId="259"/>
            <ac:spMk id="7" creationId="{DA68CE60-B646-5831-42E4-1D772B4868D0}"/>
          </ac:spMkLst>
        </pc:spChg>
        <pc:spChg chg="mod">
          <ac:chgData name="Pirotte Benjamin" userId="S::bepirotte@citadelle.be::bbd55502-0684-4e28-a14e-3a3490f701d5" providerId="AD" clId="Web-{6C09A336-B01D-0B45-8F8C-B8969369DFF7}" dt="2023-10-26T15:35:42.388" v="22" actId="1076"/>
          <ac:spMkLst>
            <pc:docMk/>
            <pc:sldMk cId="4139197612" sldId="259"/>
            <ac:spMk id="8" creationId="{E07A80D1-CE62-7D05-3AFA-5670A0534610}"/>
          </ac:spMkLst>
        </pc:spChg>
        <pc:spChg chg="mod">
          <ac:chgData name="Pirotte Benjamin" userId="S::bepirotte@citadelle.be::bbd55502-0684-4e28-a14e-3a3490f701d5" providerId="AD" clId="Web-{6C09A336-B01D-0B45-8F8C-B8969369DFF7}" dt="2023-10-26T15:35:42.404" v="23" actId="1076"/>
          <ac:spMkLst>
            <pc:docMk/>
            <pc:sldMk cId="4139197612" sldId="259"/>
            <ac:spMk id="9" creationId="{E883FBAF-6107-B80C-9F5F-E33D543E3CC2}"/>
          </ac:spMkLst>
        </pc:spChg>
        <pc:spChg chg="mod">
          <ac:chgData name="Pirotte Benjamin" userId="S::bepirotte@citadelle.be::bbd55502-0684-4e28-a14e-3a3490f701d5" providerId="AD" clId="Web-{6C09A336-B01D-0B45-8F8C-B8969369DFF7}" dt="2023-10-26T15:35:42.404" v="24" actId="1076"/>
          <ac:spMkLst>
            <pc:docMk/>
            <pc:sldMk cId="4139197612" sldId="259"/>
            <ac:spMk id="10" creationId="{42FFB89C-8A6F-1F03-C6B5-0520A902EB19}"/>
          </ac:spMkLst>
        </pc:spChg>
        <pc:spChg chg="mod">
          <ac:chgData name="Pirotte Benjamin" userId="S::bepirotte@citadelle.be::bbd55502-0684-4e28-a14e-3a3490f701d5" providerId="AD" clId="Web-{6C09A336-B01D-0B45-8F8C-B8969369DFF7}" dt="2023-10-26T15:35:42.419" v="25" actId="1076"/>
          <ac:spMkLst>
            <pc:docMk/>
            <pc:sldMk cId="4139197612" sldId="259"/>
            <ac:spMk id="11" creationId="{0AD7BF9F-0EBD-2698-7C20-AB1E14F0AF67}"/>
          </ac:spMkLst>
        </pc:spChg>
        <pc:spChg chg="mod">
          <ac:chgData name="Pirotte Benjamin" userId="S::bepirotte@citadelle.be::bbd55502-0684-4e28-a14e-3a3490f701d5" providerId="AD" clId="Web-{6C09A336-B01D-0B45-8F8C-B8969369DFF7}" dt="2023-10-26T15:35:16.606" v="14" actId="1076"/>
          <ac:spMkLst>
            <pc:docMk/>
            <pc:sldMk cId="4139197612" sldId="259"/>
            <ac:spMk id="12" creationId="{3FD3BADA-1D0A-F6C3-5EC1-40636BE403F9}"/>
          </ac:spMkLst>
        </pc:spChg>
      </pc:sldChg>
    </pc:docChg>
  </pc:docChgLst>
  <pc:docChgLst>
    <pc:chgData name="Praet Antoine" userId="S::antoine_earlytracks.com#ext#@chrliege.onmicrosoft.com::5f4a1fb7-ec91-432f-bd22-5bd3534a75b3" providerId="AD" clId="Web-{5DA23BD1-E6DF-CF22-D90C-978741A0CC24}"/>
    <pc:docChg chg="modSld">
      <pc:chgData name="Praet Antoine" userId="S::antoine_earlytracks.com#ext#@chrliege.onmicrosoft.com::5f4a1fb7-ec91-432f-bd22-5bd3534a75b3" providerId="AD" clId="Web-{5DA23BD1-E6DF-CF22-D90C-978741A0CC24}" dt="2023-10-26T15:10:02.664" v="262" actId="20577"/>
      <pc:docMkLst>
        <pc:docMk/>
      </pc:docMkLst>
      <pc:sldChg chg="modSp">
        <pc:chgData name="Praet Antoine" userId="S::antoine_earlytracks.com#ext#@chrliege.onmicrosoft.com::5f4a1fb7-ec91-432f-bd22-5bd3534a75b3" providerId="AD" clId="Web-{5DA23BD1-E6DF-CF22-D90C-978741A0CC24}" dt="2023-10-26T15:10:02.664" v="262" actId="20577"/>
        <pc:sldMkLst>
          <pc:docMk/>
          <pc:sldMk cId="0" sldId="260"/>
        </pc:sldMkLst>
        <pc:spChg chg="mod">
          <ac:chgData name="Praet Antoine" userId="S::antoine_earlytracks.com#ext#@chrliege.onmicrosoft.com::5f4a1fb7-ec91-432f-bd22-5bd3534a75b3" providerId="AD" clId="Web-{5DA23BD1-E6DF-CF22-D90C-978741A0CC24}" dt="2023-10-26T15:08:45.770" v="248" actId="20577"/>
          <ac:spMkLst>
            <pc:docMk/>
            <pc:sldMk cId="0" sldId="260"/>
            <ac:spMk id="229" creationId="{00000000-0000-0000-0000-000000000000}"/>
          </ac:spMkLst>
        </pc:spChg>
        <pc:spChg chg="mod">
          <ac:chgData name="Praet Antoine" userId="S::antoine_earlytracks.com#ext#@chrliege.onmicrosoft.com::5f4a1fb7-ec91-432f-bd22-5bd3534a75b3" providerId="AD" clId="Web-{5DA23BD1-E6DF-CF22-D90C-978741A0CC24}" dt="2023-10-26T15:09:17.928" v="256"/>
          <ac:spMkLst>
            <pc:docMk/>
            <pc:sldMk cId="0" sldId="260"/>
            <ac:spMk id="251" creationId="{00000000-0000-0000-0000-000000000000}"/>
          </ac:spMkLst>
        </pc:spChg>
        <pc:spChg chg="mod">
          <ac:chgData name="Praet Antoine" userId="S::antoine_earlytracks.com#ext#@chrliege.onmicrosoft.com::5f4a1fb7-ec91-432f-bd22-5bd3534a75b3" providerId="AD" clId="Web-{5DA23BD1-E6DF-CF22-D90C-978741A0CC24}" dt="2023-10-26T15:10:02.664" v="262" actId="20577"/>
          <ac:spMkLst>
            <pc:docMk/>
            <pc:sldMk cId="0" sldId="260"/>
            <ac:spMk id="253" creationId="{00000000-0000-0000-0000-000000000000}"/>
          </ac:spMkLst>
        </pc:spChg>
      </pc:sldChg>
      <pc:sldChg chg="modSp">
        <pc:chgData name="Praet Antoine" userId="S::antoine_earlytracks.com#ext#@chrliege.onmicrosoft.com::5f4a1fb7-ec91-432f-bd22-5bd3534a75b3" providerId="AD" clId="Web-{5DA23BD1-E6DF-CF22-D90C-978741A0CC24}" dt="2023-10-26T14:59:38.314" v="2" actId="20577"/>
        <pc:sldMkLst>
          <pc:docMk/>
          <pc:sldMk cId="973943994" sldId="261"/>
        </pc:sldMkLst>
        <pc:spChg chg="mod">
          <ac:chgData name="Praet Antoine" userId="S::antoine_earlytracks.com#ext#@chrliege.onmicrosoft.com::5f4a1fb7-ec91-432f-bd22-5bd3534a75b3" providerId="AD" clId="Web-{5DA23BD1-E6DF-CF22-D90C-978741A0CC24}" dt="2023-10-26T14:59:38.314" v="2" actId="20577"/>
          <ac:spMkLst>
            <pc:docMk/>
            <pc:sldMk cId="973943994" sldId="261"/>
            <ac:spMk id="3" creationId="{42F236A5-F5EA-C998-004A-4684FBC62B69}"/>
          </ac:spMkLst>
        </pc:spChg>
      </pc:sldChg>
      <pc:sldChg chg="modSp">
        <pc:chgData name="Praet Antoine" userId="S::antoine_earlytracks.com#ext#@chrliege.onmicrosoft.com::5f4a1fb7-ec91-432f-bd22-5bd3534a75b3" providerId="AD" clId="Web-{5DA23BD1-E6DF-CF22-D90C-978741A0CC24}" dt="2023-10-26T15:07:53.612" v="244" actId="20577"/>
        <pc:sldMkLst>
          <pc:docMk/>
          <pc:sldMk cId="2794741326" sldId="263"/>
        </pc:sldMkLst>
        <pc:spChg chg="mod">
          <ac:chgData name="Praet Antoine" userId="S::antoine_earlytracks.com#ext#@chrliege.onmicrosoft.com::5f4a1fb7-ec91-432f-bd22-5bd3534a75b3" providerId="AD" clId="Web-{5DA23BD1-E6DF-CF22-D90C-978741A0CC24}" dt="2023-10-26T15:07:47.690" v="243" actId="20577"/>
          <ac:spMkLst>
            <pc:docMk/>
            <pc:sldMk cId="2794741326" sldId="263"/>
            <ac:spMk id="49" creationId="{8A273424-D52D-FFCE-CFA0-AD150A80BE08}"/>
          </ac:spMkLst>
        </pc:spChg>
        <pc:spChg chg="mod">
          <ac:chgData name="Praet Antoine" userId="S::antoine_earlytracks.com#ext#@chrliege.onmicrosoft.com::5f4a1fb7-ec91-432f-bd22-5bd3534a75b3" providerId="AD" clId="Web-{5DA23BD1-E6DF-CF22-D90C-978741A0CC24}" dt="2023-10-26T15:07:43.424" v="242" actId="20577"/>
          <ac:spMkLst>
            <pc:docMk/>
            <pc:sldMk cId="2794741326" sldId="263"/>
            <ac:spMk id="50" creationId="{42E8517C-82AB-7CAB-DD51-7E300C76CFAF}"/>
          </ac:spMkLst>
        </pc:spChg>
        <pc:spChg chg="mod">
          <ac:chgData name="Praet Antoine" userId="S::antoine_earlytracks.com#ext#@chrliege.onmicrosoft.com::5f4a1fb7-ec91-432f-bd22-5bd3534a75b3" providerId="AD" clId="Web-{5DA23BD1-E6DF-CF22-D90C-978741A0CC24}" dt="2023-10-26T15:07:53.612" v="244" actId="20577"/>
          <ac:spMkLst>
            <pc:docMk/>
            <pc:sldMk cId="2794741326" sldId="263"/>
            <ac:spMk id="51" creationId="{AE053F40-E267-FBB8-FA7E-F0F82123DD5C}"/>
          </ac:spMkLst>
        </pc:spChg>
        <pc:spChg chg="mod">
          <ac:chgData name="Praet Antoine" userId="S::antoine_earlytracks.com#ext#@chrliege.onmicrosoft.com::5f4a1fb7-ec91-432f-bd22-5bd3534a75b3" providerId="AD" clId="Web-{5DA23BD1-E6DF-CF22-D90C-978741A0CC24}" dt="2023-10-26T15:07:22.595" v="241" actId="1076"/>
          <ac:spMkLst>
            <pc:docMk/>
            <pc:sldMk cId="2794741326" sldId="263"/>
            <ac:spMk id="52" creationId="{9C388344-17DB-FC8A-3F27-A3C399A593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6/11/2023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Indiquez clairement ici le but ou le problème que vous abordez. Expliquez pourquoi votre projet est pertinent et quel est son objectif.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Transmettre clairement la valeur ou les avantages du projet. Expliquez ce qu'il contient pour la réutilisation des données.</a:t>
            </a:r>
            <a:endParaRPr lang="nl-B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/>
          </a:p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9DD7-5F44-400E-95B9-DFA6740CEEC0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05279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92a641f36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292a641f36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lang="nl-BE" b="1" dirty="0"/>
              <a:t>Solution</a:t>
            </a:r>
            <a:r>
              <a:rPr lang="nl-BE" dirty="0"/>
              <a:t>: </a:t>
            </a:r>
            <a:r>
              <a:rPr lang="fr-FR" dirty="0"/>
              <a:t>Décrivez votre solution. Expliquez comment votre projet résout le problème que vous avez mentionné. Mettez en valeur ce qui le distingue ou le rend unique.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lang="nl-BE" sz="1200" b="1" dirty="0" err="1">
                <a:effectLst/>
                <a:latin typeface="Calibri" panose="020F0502020204030204" pitchFamily="34" charset="0"/>
              </a:rPr>
              <a:t>Challenges</a:t>
            </a:r>
            <a:r>
              <a:rPr lang="fr-FR" sz="1200" b="1" dirty="0">
                <a:effectLst/>
                <a:latin typeface="Calibri" panose="020F0502020204030204" pitchFamily="34" charset="0"/>
              </a:rPr>
              <a:t>: </a:t>
            </a:r>
            <a:r>
              <a:rPr lang="fr-FR" dirty="0"/>
              <a:t>Décrit les défis qui doivent être résolus;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nl-BE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Concluez votre argumentaire en résumant les principaux points et en réitérant le message clé. Laissez une impression finale mémorable.</a:t>
            </a:r>
          </a:p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9DD7-5F44-400E-95B9-DFA6740CEEC0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62320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03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  <p:sldLayoutId id="214748365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ePSUM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36A5-F5EA-C998-004A-4684FBC6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BE" b="1" err="1">
                <a:latin typeface="Open Sans"/>
                <a:ea typeface="Open Sans"/>
                <a:cs typeface="Open Sans"/>
              </a:rPr>
              <a:t>e</a:t>
            </a:r>
            <a:r>
              <a:rPr lang="nl-BE" err="1">
                <a:latin typeface="Open Sans"/>
                <a:ea typeface="Open Sans"/>
                <a:cs typeface="Open Sans"/>
              </a:rPr>
              <a:t>lipse</a:t>
            </a:r>
            <a:r>
              <a:rPr lang="nl-BE">
                <a:latin typeface="Open Sans"/>
                <a:ea typeface="Open Sans"/>
                <a:cs typeface="Open Sans"/>
              </a:rPr>
              <a:t> </a:t>
            </a:r>
            <a:r>
              <a:rPr lang="nl-BE" b="1" err="1">
                <a:latin typeface="Open Sans"/>
                <a:ea typeface="Open Sans"/>
                <a:cs typeface="Open Sans"/>
              </a:rPr>
              <a:t>P</a:t>
            </a:r>
            <a:r>
              <a:rPr lang="nl-BE" err="1">
                <a:latin typeface="Open Sans"/>
                <a:ea typeface="Open Sans"/>
                <a:cs typeface="Open Sans"/>
              </a:rPr>
              <a:t>atient</a:t>
            </a:r>
            <a:r>
              <a:rPr lang="nl-BE">
                <a:latin typeface="Open Sans"/>
                <a:ea typeface="Open Sans"/>
                <a:cs typeface="Open Sans"/>
              </a:rPr>
              <a:t> </a:t>
            </a:r>
            <a:r>
              <a:rPr lang="nl-BE" b="1" err="1">
                <a:latin typeface="Open Sans"/>
                <a:ea typeface="Open Sans"/>
                <a:cs typeface="Open Sans"/>
              </a:rPr>
              <a:t>SUM</a:t>
            </a:r>
            <a:r>
              <a:rPr lang="nl-BE" err="1">
                <a:latin typeface="Open Sans"/>
                <a:ea typeface="Open Sans"/>
                <a:cs typeface="Open Sans"/>
              </a:rPr>
              <a:t>mary</a:t>
            </a:r>
            <a:endParaRPr lang="nl-BE">
              <a:latin typeface="Open Sans"/>
              <a:ea typeface="Open Sans"/>
              <a:cs typeface="Open Sans"/>
            </a:endParaRPr>
          </a:p>
          <a:p>
            <a:endParaRPr lang="nl-BE"/>
          </a:p>
          <a:p>
            <a:r>
              <a:rPr lang="nl-BE"/>
              <a:t>DATA CAPABILITIES</a:t>
            </a:r>
          </a:p>
        </p:txBody>
      </p:sp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92" y="14528"/>
            <a:ext cx="2257779" cy="1102548"/>
          </a:xfrm>
        </p:spPr>
        <p:txBody>
          <a:bodyPr/>
          <a:lstStyle/>
          <a:p>
            <a:r>
              <a:rPr lang="nl-BE" err="1"/>
              <a:t>ePSUM</a:t>
            </a:r>
            <a:r>
              <a:rPr lang="nl-BE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2</a:t>
            </a:fld>
            <a:endParaRPr lang="nl-BE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252CB77-B5DB-C1E2-E784-2FA792AE8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42" y="3537170"/>
            <a:ext cx="1143160" cy="100979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F91E249-5D30-4A18-D65F-46836FA16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393" y="2341039"/>
            <a:ext cx="1362265" cy="80973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81A9010-B36A-F677-66B4-34E85E90E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823" y="1851116"/>
            <a:ext cx="1438476" cy="74305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BDC161B-F487-BF09-45CE-815A5283D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329" y="2289151"/>
            <a:ext cx="1105054" cy="125747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71CDC2B-5C5B-22AA-686C-5F9662606F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5389" y="3676914"/>
            <a:ext cx="1476581" cy="125747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0AE1FE6-BBFB-B37C-CCFA-8AD2B55D94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319" y="5016714"/>
            <a:ext cx="1705213" cy="93358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75680AF6-18C9-EDE7-DAB1-9EB7CE1623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868" y="5454945"/>
            <a:ext cx="1257475" cy="1086002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7202A2AE-ED7C-9A51-EB7D-593A1ACE3E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0467" y="5388241"/>
            <a:ext cx="1209844" cy="562053"/>
          </a:xfrm>
          <a:prstGeom prst="rect">
            <a:avLst/>
          </a:prstGeom>
        </p:spPr>
      </p:pic>
      <p:pic>
        <p:nvPicPr>
          <p:cNvPr id="24" name="Google Shape;211;p30">
            <a:extLst>
              <a:ext uri="{FF2B5EF4-FFF2-40B4-BE49-F238E27FC236}">
                <a16:creationId xmlns:a16="http://schemas.microsoft.com/office/drawing/2014/main" id="{FCABFA7C-4A70-FD99-6CDF-BFD53E5E61E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860928" y="3886619"/>
            <a:ext cx="400623" cy="40062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12;p30">
            <a:extLst>
              <a:ext uri="{FF2B5EF4-FFF2-40B4-BE49-F238E27FC236}">
                <a16:creationId xmlns:a16="http://schemas.microsoft.com/office/drawing/2014/main" id="{6DA932F4-B0F7-8C11-CA0F-21DDB49BF87B}"/>
              </a:ext>
            </a:extLst>
          </p:cNvPr>
          <p:cNvSpPr txBox="1"/>
          <p:nvPr/>
        </p:nvSpPr>
        <p:spPr>
          <a:xfrm>
            <a:off x="3261551" y="3850537"/>
            <a:ext cx="1595700" cy="65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BE" sz="1300" err="1">
                <a:latin typeface="Montserrat"/>
                <a:ea typeface="Montserrat"/>
                <a:cs typeface="Montserrat"/>
                <a:sym typeface="Montserrat"/>
              </a:rPr>
              <a:t>ePSUM</a:t>
            </a:r>
            <a:endParaRPr lang="fr-BE" sz="13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BE" sz="1300" err="1">
                <a:latin typeface="Montserrat"/>
                <a:ea typeface="Montserrat"/>
                <a:cs typeface="Montserrat"/>
                <a:sym typeface="Montserrat"/>
              </a:rPr>
              <a:t>ePSUM</a:t>
            </a:r>
            <a:r>
              <a:rPr lang="fr-BE" sz="13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BE" sz="1300" err="1">
                <a:latin typeface="Montserrat"/>
                <a:ea typeface="Montserrat"/>
                <a:cs typeface="Montserrat"/>
                <a:sym typeface="Montserrat"/>
              </a:rPr>
              <a:t>Onco</a:t>
            </a:r>
            <a:endParaRPr sz="1300" b="0" i="0" u="none" strike="noStrike" cap="none" baseline="30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46B0F196-577C-2BBE-2C25-00BB51740D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0" y="1269094"/>
            <a:ext cx="1562318" cy="1000265"/>
          </a:xfrm>
          <a:prstGeom prst="rect">
            <a:avLst/>
          </a:prstGeom>
        </p:spPr>
      </p:pic>
      <p:sp>
        <p:nvSpPr>
          <p:cNvPr id="32" name="Ellipse 31">
            <a:extLst>
              <a:ext uri="{FF2B5EF4-FFF2-40B4-BE49-F238E27FC236}">
                <a16:creationId xmlns:a16="http://schemas.microsoft.com/office/drawing/2014/main" id="{BAEB3599-D567-198B-6C9F-8D3634629AD2}"/>
              </a:ext>
            </a:extLst>
          </p:cNvPr>
          <p:cNvSpPr/>
          <p:nvPr/>
        </p:nvSpPr>
        <p:spPr>
          <a:xfrm>
            <a:off x="482077" y="1518048"/>
            <a:ext cx="6463862" cy="52433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FD036E13-B951-2257-C4CE-FFFE3F22D721}"/>
              </a:ext>
            </a:extLst>
          </p:cNvPr>
          <p:cNvCxnSpPr>
            <a:cxnSpLocks/>
          </p:cNvCxnSpPr>
          <p:nvPr/>
        </p:nvCxnSpPr>
        <p:spPr>
          <a:xfrm>
            <a:off x="2580573" y="3050332"/>
            <a:ext cx="713931" cy="6211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8A273424-D52D-FFCE-CFA0-AD150A80B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4228" y="897350"/>
            <a:ext cx="5177579" cy="569427"/>
          </a:xfrm>
        </p:spPr>
        <p:txBody>
          <a:bodyPr>
            <a:normAutofit/>
          </a:bodyPr>
          <a:lstStyle/>
          <a:p>
            <a:r>
              <a:rPr lang="en-AU" dirty="0">
                <a:latin typeface="Montserrat"/>
                <a:ea typeface="Open Sans"/>
                <a:cs typeface="Open Sans"/>
              </a:rPr>
              <a:t>Objective</a:t>
            </a:r>
            <a:endParaRPr lang="en-AU" dirty="0">
              <a:latin typeface="Montserrat"/>
            </a:endParaRPr>
          </a:p>
        </p:txBody>
      </p:sp>
      <p:sp>
        <p:nvSpPr>
          <p:cNvPr id="50" name="Content Placeholder 3">
            <a:extLst>
              <a:ext uri="{FF2B5EF4-FFF2-40B4-BE49-F238E27FC236}">
                <a16:creationId xmlns:a16="http://schemas.microsoft.com/office/drawing/2014/main" id="{42E8517C-82AB-7CAB-DD51-7E300C76C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4228" y="1581846"/>
            <a:ext cx="4598335" cy="10097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AU" sz="1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To create and share structured patient summaries (SNOMED CT, FHIR) between the network institutions for primary and secondary use </a:t>
            </a:r>
            <a:endParaRPr lang="en-AU">
              <a:solidFill>
                <a:schemeClr val="dk1"/>
              </a:solidFill>
            </a:endParaRP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AE053F40-E267-FBB8-FA7E-F0F82123D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44228" y="2765618"/>
            <a:ext cx="5202980" cy="569427"/>
          </a:xfrm>
        </p:spPr>
        <p:txBody>
          <a:bodyPr>
            <a:normAutofit/>
          </a:bodyPr>
          <a:lstStyle/>
          <a:p>
            <a:r>
              <a:rPr lang="en-AU">
                <a:latin typeface="Montserrat"/>
                <a:ea typeface="Open Sans"/>
                <a:cs typeface="Open Sans"/>
              </a:rPr>
              <a:t>Value Proposition</a:t>
            </a:r>
          </a:p>
        </p:txBody>
      </p:sp>
      <p:sp>
        <p:nvSpPr>
          <p:cNvPr id="52" name="Content Placeholder 5">
            <a:extLst>
              <a:ext uri="{FF2B5EF4-FFF2-40B4-BE49-F238E27FC236}">
                <a16:creationId xmlns:a16="http://schemas.microsoft.com/office/drawing/2014/main" id="{9C388344-17DB-FC8A-3F27-A3C399A59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44228" y="3453014"/>
            <a:ext cx="5066499" cy="322518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ZW" sz="14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Primary Use</a:t>
            </a:r>
            <a:endParaRPr lang="en-ZW" sz="1400" b="1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ZW" sz="1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To facilitate patient care at the network level</a:t>
            </a:r>
            <a:endParaRPr lang="en-ZW">
              <a:solidFill>
                <a:schemeClr val="dk1"/>
              </a:solidFill>
            </a:endParaRPr>
          </a:p>
          <a:p>
            <a:pPr lvl="1"/>
            <a:r>
              <a:rPr lang="en-ZW" sz="1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Semantic and System Interoperability</a:t>
            </a:r>
          </a:p>
          <a:p>
            <a:pPr lvl="1"/>
            <a:r>
              <a:rPr lang="en-ZW" sz="1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Scalable to a higher level and to the first-line</a:t>
            </a:r>
          </a:p>
          <a:p>
            <a:pPr lvl="1"/>
            <a:r>
              <a:rPr lang="en-ZW" sz="1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Integrates international and Belgian standards.</a:t>
            </a:r>
          </a:p>
          <a:p>
            <a:pPr marL="0" indent="0">
              <a:buNone/>
            </a:pPr>
            <a:r>
              <a:rPr lang="en-ZW" sz="14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Secondary Use</a:t>
            </a:r>
          </a:p>
          <a:p>
            <a:pPr marL="0" indent="0">
              <a:buNone/>
            </a:pPr>
            <a:r>
              <a:rPr lang="en-ZW" sz="1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Production of reusable data (fit-for-use and structured) to feed a Clinical Datawarehouse (CDW/FHIR) and an OMOP database (for research).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1EA370A6-4D9C-411B-B084-85D6062E5B15}"/>
              </a:ext>
            </a:extLst>
          </p:cNvPr>
          <p:cNvCxnSpPr>
            <a:cxnSpLocks/>
          </p:cNvCxnSpPr>
          <p:nvPr/>
        </p:nvCxnSpPr>
        <p:spPr>
          <a:xfrm>
            <a:off x="1858925" y="4042065"/>
            <a:ext cx="89671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D1EE87DC-1ABE-195F-2DB0-1592FC4056E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747061" y="2594170"/>
            <a:ext cx="35211" cy="10627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330403AA-9F59-A88B-A62C-69FC37258A40}"/>
              </a:ext>
            </a:extLst>
          </p:cNvPr>
          <p:cNvCxnSpPr>
            <a:cxnSpLocks/>
          </p:cNvCxnSpPr>
          <p:nvPr/>
        </p:nvCxnSpPr>
        <p:spPr>
          <a:xfrm flipH="1">
            <a:off x="4302483" y="3246057"/>
            <a:ext cx="577984" cy="5304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38EE1C27-3A46-E75E-AB68-E0AB3870C75D}"/>
              </a:ext>
            </a:extLst>
          </p:cNvPr>
          <p:cNvCxnSpPr>
            <a:cxnSpLocks/>
          </p:cNvCxnSpPr>
          <p:nvPr/>
        </p:nvCxnSpPr>
        <p:spPr>
          <a:xfrm flipH="1">
            <a:off x="4715838" y="4347438"/>
            <a:ext cx="6473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879151C5-8DFA-4EED-697C-A4A320C44997}"/>
              </a:ext>
            </a:extLst>
          </p:cNvPr>
          <p:cNvCxnSpPr>
            <a:cxnSpLocks/>
          </p:cNvCxnSpPr>
          <p:nvPr/>
        </p:nvCxnSpPr>
        <p:spPr>
          <a:xfrm flipH="1" flipV="1">
            <a:off x="4471898" y="4574072"/>
            <a:ext cx="538423" cy="7258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04A1F139-1E57-BB72-D3C4-874B920760FD}"/>
              </a:ext>
            </a:extLst>
          </p:cNvPr>
          <p:cNvCxnSpPr>
            <a:cxnSpLocks/>
          </p:cNvCxnSpPr>
          <p:nvPr/>
        </p:nvCxnSpPr>
        <p:spPr>
          <a:xfrm flipV="1">
            <a:off x="3768727" y="4587981"/>
            <a:ext cx="17352" cy="8105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67C9000D-F9E6-6401-FBCC-F019960DAA9A}"/>
              </a:ext>
            </a:extLst>
          </p:cNvPr>
          <p:cNvCxnSpPr>
            <a:cxnSpLocks/>
          </p:cNvCxnSpPr>
          <p:nvPr/>
        </p:nvCxnSpPr>
        <p:spPr>
          <a:xfrm flipV="1">
            <a:off x="2597682" y="4613894"/>
            <a:ext cx="663869" cy="6976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74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 animBg="1"/>
      <p:bldP spid="49" grpId="0" build="p"/>
      <p:bldP spid="50" grpId="0" build="p"/>
      <p:bldP spid="51" grpId="0" build="p"/>
      <p:bldP spid="5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/>
          <p:nvPr/>
        </p:nvSpPr>
        <p:spPr>
          <a:xfrm>
            <a:off x="7894100" y="2786803"/>
            <a:ext cx="4043400" cy="1320600"/>
          </a:xfrm>
          <a:prstGeom prst="roundRect">
            <a:avLst>
              <a:gd name="adj" fmla="val 3746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0"/>
          <p:cNvSpPr/>
          <p:nvPr/>
        </p:nvSpPr>
        <p:spPr>
          <a:xfrm>
            <a:off x="635000" y="2755178"/>
            <a:ext cx="4478700" cy="731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0"/>
          <p:cNvSpPr/>
          <p:nvPr/>
        </p:nvSpPr>
        <p:spPr>
          <a:xfrm>
            <a:off x="635000" y="3567978"/>
            <a:ext cx="4478700" cy="731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635000" y="4387128"/>
            <a:ext cx="4478700" cy="731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635000" y="5225328"/>
            <a:ext cx="4478700" cy="731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BE"/>
              <a:t>3</a:t>
            </a:fld>
            <a:endParaRPr/>
          </a:p>
        </p:txBody>
      </p:sp>
      <p:pic>
        <p:nvPicPr>
          <p:cNvPr id="206" name="Google Shape;2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667" y="2849826"/>
            <a:ext cx="472867" cy="472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667" y="3607728"/>
            <a:ext cx="472867" cy="472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667" y="4375928"/>
            <a:ext cx="472867" cy="472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667" y="5241561"/>
            <a:ext cx="472867" cy="47286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0"/>
          <p:cNvSpPr/>
          <p:nvPr/>
        </p:nvSpPr>
        <p:spPr>
          <a:xfrm>
            <a:off x="1577897" y="3043376"/>
            <a:ext cx="472800" cy="162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2198" y="2913963"/>
            <a:ext cx="400623" cy="40062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 txBox="1"/>
          <p:nvPr/>
        </p:nvSpPr>
        <p:spPr>
          <a:xfrm>
            <a:off x="2672821" y="2888180"/>
            <a:ext cx="12729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BE" sz="1300">
                <a:latin typeface="Montserrat"/>
                <a:ea typeface="Montserrat"/>
                <a:cs typeface="Montserrat"/>
                <a:sym typeface="Montserrat"/>
              </a:rPr>
              <a:t>ePSUM</a:t>
            </a:r>
            <a:r>
              <a:rPr lang="fr-BE" sz="1300" b="0" i="0" u="none" strike="noStrike" cap="none" baseline="30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H.A</a:t>
            </a:r>
            <a:endParaRPr sz="1300" b="0" i="0" u="none" strike="noStrike" cap="none" baseline="30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476300" y="3195528"/>
            <a:ext cx="1121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BE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Hospital 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476300" y="3965528"/>
            <a:ext cx="1121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BE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Hospital 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532000" y="4775628"/>
            <a:ext cx="1121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BE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Hospital C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476300" y="5618795"/>
            <a:ext cx="1121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BE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Hospital 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1577897" y="3868878"/>
            <a:ext cx="472800" cy="162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2199" y="3749764"/>
            <a:ext cx="400623" cy="40062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/>
          <p:cNvSpPr txBox="1"/>
          <p:nvPr/>
        </p:nvSpPr>
        <p:spPr>
          <a:xfrm>
            <a:off x="2672822" y="3713682"/>
            <a:ext cx="12729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BE" sz="130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ePSUM</a:t>
            </a:r>
            <a:r>
              <a:rPr lang="fr-BE" sz="1300" b="0" i="0" u="none" strike="noStrike" cap="none" baseline="300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H.B</a:t>
            </a:r>
            <a:endParaRPr sz="1300" b="0" i="0" u="none" strike="noStrike" cap="none" baseline="30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1577898" y="4704682"/>
            <a:ext cx="472800" cy="162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2200" y="4585568"/>
            <a:ext cx="400623" cy="40062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2672823" y="4549486"/>
            <a:ext cx="12729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BE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ePSUM</a:t>
            </a:r>
            <a:r>
              <a:rPr lang="fr-BE" sz="1300" b="0" i="0" u="none" strike="noStrike" cap="none" baseline="30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H.C</a:t>
            </a:r>
            <a:endParaRPr sz="1300" b="0" i="0" u="none" strike="noStrike" cap="none" baseline="30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1577898" y="5540482"/>
            <a:ext cx="472800" cy="162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2201" y="5421368"/>
            <a:ext cx="400623" cy="40062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0"/>
          <p:cNvSpPr txBox="1"/>
          <p:nvPr/>
        </p:nvSpPr>
        <p:spPr>
          <a:xfrm>
            <a:off x="2672824" y="5385287"/>
            <a:ext cx="12729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BE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ePSUM</a:t>
            </a:r>
            <a:r>
              <a:rPr lang="fr-BE" sz="1300" b="0" i="0" u="none" strike="noStrike" cap="none" baseline="30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H.D</a:t>
            </a:r>
            <a:endParaRPr sz="1300" b="0" i="0" u="none" strike="noStrike" cap="none" baseline="30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6" name="Google Shape;226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9772" y="3035330"/>
            <a:ext cx="351386" cy="252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2728" y="2845874"/>
            <a:ext cx="364051" cy="349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0"/>
          <p:cNvSpPr txBox="1"/>
          <p:nvPr/>
        </p:nvSpPr>
        <p:spPr>
          <a:xfrm>
            <a:off x="4325393" y="3181899"/>
            <a:ext cx="53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BE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FHIR Repository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627567" y="2035973"/>
            <a:ext cx="3288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100"/>
              <a:buFont typeface="Arial"/>
            </a:pPr>
            <a:r>
              <a:rPr lang="en-ZA" sz="1100" b="1">
                <a:solidFill>
                  <a:srgbClr val="42A6F4"/>
                </a:solidFill>
                <a:latin typeface="Montserrat"/>
                <a:ea typeface="Montserrat"/>
                <a:cs typeface="Montserrat"/>
                <a:sym typeface="Montserrat"/>
              </a:rPr>
              <a:t>SMART II</a:t>
            </a:r>
            <a:r>
              <a:rPr lang="en-ZA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-ZA" sz="1100">
                <a:solidFill>
                  <a:schemeClr val="dk1"/>
                </a:solidFill>
                <a:latin typeface="Montserrat"/>
                <a:ea typeface="+mn-lt"/>
                <a:cs typeface="+mn-lt"/>
                <a:sym typeface="Montserrat"/>
              </a:rPr>
              <a:t>Production of general '</a:t>
            </a:r>
            <a:r>
              <a:rPr lang="en-ZA" sz="1100" err="1">
                <a:solidFill>
                  <a:schemeClr val="dk1"/>
                </a:solidFill>
                <a:latin typeface="Montserrat"/>
                <a:ea typeface="+mn-lt"/>
                <a:cs typeface="+mn-lt"/>
                <a:sym typeface="Montserrat"/>
              </a:rPr>
              <a:t>ePSUM</a:t>
            </a:r>
            <a:r>
              <a:rPr lang="en-ZA" sz="1100">
                <a:solidFill>
                  <a:schemeClr val="dk1"/>
                </a:solidFill>
                <a:latin typeface="Montserrat"/>
                <a:ea typeface="+mn-lt"/>
                <a:cs typeface="+mn-lt"/>
                <a:sym typeface="Montserrat"/>
              </a:rPr>
              <a:t> standard' summaries</a:t>
            </a:r>
            <a:endParaRPr lang="en-ZA" sz="1100" b="0" i="0" u="none" strike="noStrike" cap="none">
              <a:solidFill>
                <a:schemeClr val="dk1"/>
              </a:solidFill>
              <a:latin typeface="Montserrat"/>
              <a:ea typeface="Arial"/>
              <a:cs typeface="Arial"/>
            </a:endParaRPr>
          </a:p>
        </p:txBody>
      </p:sp>
      <p:pic>
        <p:nvPicPr>
          <p:cNvPr id="230" name="Google Shape;230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9772" y="3854696"/>
            <a:ext cx="351386" cy="252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2728" y="3665240"/>
            <a:ext cx="364051" cy="34989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0"/>
          <p:cNvSpPr txBox="1"/>
          <p:nvPr/>
        </p:nvSpPr>
        <p:spPr>
          <a:xfrm>
            <a:off x="4325393" y="4001265"/>
            <a:ext cx="53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BE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FHIR Repository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9772" y="4676237"/>
            <a:ext cx="351386" cy="252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2728" y="4486781"/>
            <a:ext cx="364051" cy="34989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0"/>
          <p:cNvSpPr txBox="1"/>
          <p:nvPr/>
        </p:nvSpPr>
        <p:spPr>
          <a:xfrm>
            <a:off x="4325393" y="4822806"/>
            <a:ext cx="53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BE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FHIR Repository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9772" y="5509862"/>
            <a:ext cx="351386" cy="252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2728" y="5320406"/>
            <a:ext cx="364051" cy="34989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/>
          <p:nvPr/>
        </p:nvSpPr>
        <p:spPr>
          <a:xfrm>
            <a:off x="4325393" y="5656431"/>
            <a:ext cx="53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BE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FHIR Repository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3693529" y="3043426"/>
            <a:ext cx="532500" cy="162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0"/>
          <p:cNvSpPr/>
          <p:nvPr/>
        </p:nvSpPr>
        <p:spPr>
          <a:xfrm>
            <a:off x="3693529" y="3868942"/>
            <a:ext cx="532500" cy="162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3693529" y="4686373"/>
            <a:ext cx="532500" cy="162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3687372" y="5503803"/>
            <a:ext cx="532500" cy="162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52925" y="2978810"/>
            <a:ext cx="1121700" cy="93659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0"/>
          <p:cNvSpPr/>
          <p:nvPr/>
        </p:nvSpPr>
        <p:spPr>
          <a:xfrm>
            <a:off x="5710354" y="2786803"/>
            <a:ext cx="1670700" cy="3161100"/>
          </a:xfrm>
          <a:prstGeom prst="roundRect">
            <a:avLst>
              <a:gd name="adj" fmla="val 3746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5243725" y="3035328"/>
            <a:ext cx="351300" cy="2621100"/>
          </a:xfrm>
          <a:prstGeom prst="rightBrace">
            <a:avLst>
              <a:gd name="adj1" fmla="val 24673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30"/>
          <p:cNvCxnSpPr/>
          <p:nvPr/>
        </p:nvCxnSpPr>
        <p:spPr>
          <a:xfrm>
            <a:off x="725875" y="2634203"/>
            <a:ext cx="2892600" cy="0"/>
          </a:xfrm>
          <a:prstGeom prst="straightConnector1">
            <a:avLst/>
          </a:prstGeom>
          <a:noFill/>
          <a:ln w="9525" cap="flat" cmpd="sng">
            <a:solidFill>
              <a:srgbClr val="42A6F4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48" name="Google Shape;248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5102" y="4229869"/>
            <a:ext cx="583263" cy="419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1633" y="3915397"/>
            <a:ext cx="604287" cy="58078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0"/>
          <p:cNvSpPr txBox="1"/>
          <p:nvPr/>
        </p:nvSpPr>
        <p:spPr>
          <a:xfrm>
            <a:off x="6086667" y="4549355"/>
            <a:ext cx="894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BE"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FHIR Repository Central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0"/>
          <p:cNvSpPr txBox="1"/>
          <p:nvPr/>
        </p:nvSpPr>
        <p:spPr>
          <a:xfrm>
            <a:off x="4147050" y="2044333"/>
            <a:ext cx="3288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GB" sz="1100" b="1">
                <a:solidFill>
                  <a:srgbClr val="FFAB40"/>
                </a:solidFill>
                <a:latin typeface="Montserrat"/>
                <a:ea typeface="Montserrat"/>
                <a:cs typeface="Montserrat"/>
                <a:sym typeface="Montserrat"/>
              </a:rPr>
              <a:t>SMART I</a:t>
            </a:r>
            <a:r>
              <a:rPr lang="en-GB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-GB" sz="1100">
                <a:solidFill>
                  <a:schemeClr val="dk1"/>
                </a:solidFill>
                <a:latin typeface="Montserrat"/>
                <a:ea typeface="+mn-lt"/>
                <a:cs typeface="+mn-lt"/>
                <a:sym typeface="Montserrat"/>
              </a:rPr>
              <a:t>FHIR Architecture and Network Level Data Governance </a:t>
            </a:r>
            <a:endParaRPr lang="en-GB" sz="1100">
              <a:solidFill>
                <a:schemeClr val="dk1"/>
              </a:solidFill>
              <a:latin typeface="Montserrat"/>
              <a:ea typeface="+mn-lt"/>
              <a:cs typeface="+mn-lt"/>
            </a:endParaRPr>
          </a:p>
        </p:txBody>
      </p:sp>
      <p:cxnSp>
        <p:nvCxnSpPr>
          <p:cNvPr id="252" name="Google Shape;252;p30"/>
          <p:cNvCxnSpPr/>
          <p:nvPr/>
        </p:nvCxnSpPr>
        <p:spPr>
          <a:xfrm>
            <a:off x="4259841" y="2642563"/>
            <a:ext cx="33186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53" name="Google Shape;253;p30"/>
          <p:cNvSpPr txBox="1"/>
          <p:nvPr/>
        </p:nvSpPr>
        <p:spPr>
          <a:xfrm>
            <a:off x="7894100" y="2040881"/>
            <a:ext cx="3288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ZA" sz="1100" b="1">
                <a:solidFill>
                  <a:srgbClr val="42A6F4"/>
                </a:solidFill>
                <a:latin typeface="Montserrat"/>
                <a:ea typeface="Montserrat"/>
                <a:cs typeface="Montserrat"/>
                <a:sym typeface="Montserrat"/>
              </a:rPr>
              <a:t>SMART II.4</a:t>
            </a:r>
            <a:r>
              <a:rPr lang="en-ZA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</a:t>
            </a:r>
            <a:r>
              <a:rPr lang="en-ZA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ZA" sz="1100">
                <a:solidFill>
                  <a:schemeClr val="dk1"/>
                </a:solidFill>
                <a:latin typeface="Montserrat"/>
                <a:ea typeface="+mn-lt"/>
                <a:cs typeface="+mn-lt"/>
                <a:sym typeface="Montserrat"/>
              </a:rPr>
              <a:t>Use of data for primary and secondary use</a:t>
            </a:r>
            <a:endParaRPr lang="en-ZA" sz="1100">
              <a:solidFill>
                <a:schemeClr val="dk1"/>
              </a:solidFill>
              <a:latin typeface="Montserrat"/>
              <a:ea typeface="+mn-lt"/>
              <a:cs typeface="+mn-lt"/>
            </a:endParaRPr>
          </a:p>
        </p:txBody>
      </p:sp>
      <p:cxnSp>
        <p:nvCxnSpPr>
          <p:cNvPr id="254" name="Google Shape;254;p30"/>
          <p:cNvCxnSpPr/>
          <p:nvPr/>
        </p:nvCxnSpPr>
        <p:spPr>
          <a:xfrm rot="10800000" flipH="1">
            <a:off x="8006891" y="2634311"/>
            <a:ext cx="3672300" cy="4800"/>
          </a:xfrm>
          <a:prstGeom prst="straightConnector1">
            <a:avLst/>
          </a:prstGeom>
          <a:noFill/>
          <a:ln w="9525" cap="flat" cmpd="sng">
            <a:solidFill>
              <a:srgbClr val="42A6F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55" name="Google Shape;255;p30"/>
          <p:cNvSpPr txBox="1"/>
          <p:nvPr/>
        </p:nvSpPr>
        <p:spPr>
          <a:xfrm>
            <a:off x="9240750" y="2876003"/>
            <a:ext cx="2622600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SG" sz="1100" b="1">
                <a:solidFill>
                  <a:srgbClr val="42A6F4"/>
                </a:solidFill>
                <a:latin typeface="Montserrat"/>
                <a:sym typeface="Montserrat"/>
              </a:rPr>
              <a:t>Primary Use</a:t>
            </a:r>
            <a:endParaRPr lang="en-SG">
              <a:cs typeface="Calibri"/>
            </a:endParaRPr>
          </a:p>
          <a:p>
            <a:pPr>
              <a:buClr>
                <a:srgbClr val="000000"/>
              </a:buClr>
              <a:buSzPts val="1100"/>
            </a:pPr>
            <a:r>
              <a:rPr lang="en-SG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Patient Summary Viewer</a:t>
            </a:r>
            <a:r>
              <a:rPr lang="en-SG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SG" sz="1100">
                <a:latin typeface="Montserrat"/>
                <a:ea typeface="Montserrat"/>
                <a:cs typeface="Montserrat"/>
              </a:rPr>
            </a:br>
            <a:r>
              <a:rPr lang="en-SG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Viewer / Editor of patient summaries (both local and shared) with a UX designed to practitioners.</a:t>
            </a:r>
            <a:endParaRPr lang="en-SG" sz="1100" b="0" i="0" u="none" strike="noStrike" cap="none">
              <a:solidFill>
                <a:schemeClr val="dk1"/>
              </a:solidFill>
              <a:latin typeface="Montserrat"/>
              <a:ea typeface="Arial"/>
              <a:cs typeface="Arial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7917376" y="4621578"/>
            <a:ext cx="4043400" cy="1320600"/>
          </a:xfrm>
          <a:prstGeom prst="roundRect">
            <a:avLst>
              <a:gd name="adj" fmla="val 3746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9167125" y="4755678"/>
            <a:ext cx="2850861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SG" sz="1100" b="1">
                <a:solidFill>
                  <a:srgbClr val="42A6F4"/>
                </a:solidFill>
                <a:latin typeface="Montserrat"/>
                <a:sym typeface="Montserrat"/>
              </a:rPr>
              <a:t>Secondary Use</a:t>
            </a:r>
            <a:endParaRPr lang="en-SG" sz="1100" b="1">
              <a:solidFill>
                <a:srgbClr val="42A6F4"/>
              </a:solidFill>
              <a:latin typeface="Montserrat"/>
            </a:endParaRPr>
          </a:p>
          <a:p>
            <a:endParaRPr lang="en-SG" sz="1100" b="1">
              <a:solidFill>
                <a:srgbClr val="42A6F4"/>
              </a:solidFill>
              <a:latin typeface="Montserrat"/>
              <a:ea typeface="Montserrat"/>
              <a:cs typeface="Montserrat"/>
            </a:endParaRPr>
          </a:p>
          <a:p>
            <a:pPr>
              <a:buClr>
                <a:srgbClr val="000000"/>
              </a:buClr>
              <a:buSzPts val="1100"/>
              <a:buFont typeface="Arial"/>
            </a:pPr>
            <a:r>
              <a:rPr lang="en-SG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CDW</a:t>
            </a:r>
            <a:r>
              <a:rPr lang="en-SG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Clinical </a:t>
            </a:r>
            <a:r>
              <a:rPr lang="en-SG" sz="110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DataWarehouse</a:t>
            </a:r>
            <a:endParaRPr lang="en-SG" sz="1100" err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>
              <a:buClr>
                <a:srgbClr val="000000"/>
              </a:buClr>
              <a:buSzPts val="1100"/>
              <a:buFont typeface="Arial"/>
            </a:pPr>
            <a:r>
              <a:rPr lang="en-SG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OMOP-CDM – </a:t>
            </a:r>
            <a:r>
              <a:rPr lang="en-SG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database (anonymised data)</a:t>
            </a:r>
            <a:endParaRPr lang="en-SG" sz="11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58" name="Google Shape;258;p30"/>
          <p:cNvPicPr preferRelativeResize="0"/>
          <p:nvPr/>
        </p:nvPicPr>
        <p:blipFill rotWithShape="1">
          <a:blip r:embed="rId8">
            <a:alphaModFix/>
          </a:blip>
          <a:srcRect l="4237" t="13178" r="74698" b="5014"/>
          <a:stretch/>
        </p:blipFill>
        <p:spPr>
          <a:xfrm>
            <a:off x="8462451" y="5062253"/>
            <a:ext cx="532500" cy="524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52919" y="5100010"/>
            <a:ext cx="364051" cy="44908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0"/>
          <p:cNvSpPr/>
          <p:nvPr/>
        </p:nvSpPr>
        <p:spPr>
          <a:xfrm rot="10800000">
            <a:off x="7482588" y="3056803"/>
            <a:ext cx="351300" cy="2621100"/>
          </a:xfrm>
          <a:prstGeom prst="rightBrace">
            <a:avLst>
              <a:gd name="adj1" fmla="val 24673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5792042" y="5405328"/>
            <a:ext cx="14742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fr-BE" sz="900" b="1" err="1">
                <a:solidFill>
                  <a:srgbClr val="FFAB40"/>
                </a:solidFill>
                <a:latin typeface="Montserrat"/>
                <a:sym typeface="Montserrat"/>
              </a:rPr>
              <a:t>ePSUM</a:t>
            </a:r>
            <a:r>
              <a:rPr lang="fr-BE" sz="900" b="1">
                <a:solidFill>
                  <a:srgbClr val="FFAB40"/>
                </a:solidFill>
                <a:latin typeface="Montserrat"/>
                <a:sym typeface="Montserrat"/>
              </a:rPr>
              <a:t> data sharing architecture</a:t>
            </a:r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A484F67-B058-F239-DEBA-72D4D7C5A14C}"/>
              </a:ext>
            </a:extLst>
          </p:cNvPr>
          <p:cNvSpPr txBox="1">
            <a:spLocks/>
          </p:cNvSpPr>
          <p:nvPr/>
        </p:nvSpPr>
        <p:spPr>
          <a:xfrm rot="-5400000">
            <a:off x="-646670" y="1361167"/>
            <a:ext cx="2011427" cy="44157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A81D7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BE" sz="1400" b="1">
                <a:solidFill>
                  <a:srgbClr val="40E4AD"/>
                </a:solidFill>
                <a:latin typeface="Montserrat"/>
                <a:ea typeface="Open Sans"/>
                <a:cs typeface="Open Sans"/>
              </a:rPr>
              <a:t>CHALLENGES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4DD2F5A-9041-3F8F-DA2E-52D9C76AF2FE}"/>
              </a:ext>
            </a:extLst>
          </p:cNvPr>
          <p:cNvSpPr txBox="1">
            <a:spLocks/>
          </p:cNvSpPr>
          <p:nvPr/>
        </p:nvSpPr>
        <p:spPr>
          <a:xfrm>
            <a:off x="681417" y="1048148"/>
            <a:ext cx="2396755" cy="350674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A81D7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AutoNum type="arabicPeriod"/>
            </a:pPr>
            <a:r>
              <a:rPr lang="en-ZW" sz="1200" b="1">
                <a:solidFill>
                  <a:srgbClr val="3A81D7"/>
                </a:solidFill>
                <a:latin typeface="Montserrat"/>
                <a:ea typeface="Open Sans"/>
                <a:cs typeface="Open Sans"/>
              </a:rPr>
              <a:t>Heterogeneous and unstructured sources</a:t>
            </a:r>
            <a:endParaRPr lang="en-ZW" sz="1200" b="1">
              <a:solidFill>
                <a:srgbClr val="3A81D7"/>
              </a:solidFill>
              <a:latin typeface="Montserrat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0745D89-86E6-D156-3AEC-AA3DD4530F3F}"/>
              </a:ext>
            </a:extLst>
          </p:cNvPr>
          <p:cNvSpPr txBox="1">
            <a:spLocks/>
          </p:cNvSpPr>
          <p:nvPr/>
        </p:nvSpPr>
        <p:spPr>
          <a:xfrm>
            <a:off x="7827668" y="1048148"/>
            <a:ext cx="3940290" cy="42172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A81D7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1100" b="1">
                <a:solidFill>
                  <a:srgbClr val="3A81D7"/>
                </a:solidFill>
                <a:latin typeface="Montserrat"/>
                <a:ea typeface="Open Sans"/>
                <a:cs typeface="Open Sans"/>
              </a:rPr>
              <a:t>3. Adoption by data users (care providers, researchers, managers). 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6B5D644-7C68-36D2-7FC6-497B879FFED8}"/>
              </a:ext>
            </a:extLst>
          </p:cNvPr>
          <p:cNvSpPr txBox="1">
            <a:spLocks/>
          </p:cNvSpPr>
          <p:nvPr/>
        </p:nvSpPr>
        <p:spPr>
          <a:xfrm rot="-5400000">
            <a:off x="-646670" y="4084280"/>
            <a:ext cx="2011427" cy="44157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A81D7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BE" sz="1400" b="1">
                <a:solidFill>
                  <a:srgbClr val="40E4AD"/>
                </a:solidFill>
                <a:latin typeface="Montserrat"/>
                <a:ea typeface="Open Sans"/>
                <a:cs typeface="Open Sans"/>
              </a:rPr>
              <a:t>SOLUTIONS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FFB28-4935-1BFE-D228-7D7D0546F047}"/>
              </a:ext>
            </a:extLst>
          </p:cNvPr>
          <p:cNvSpPr txBox="1"/>
          <p:nvPr/>
        </p:nvSpPr>
        <p:spPr>
          <a:xfrm>
            <a:off x="4085968" y="1048148"/>
            <a:ext cx="3618470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ZW" sz="1100" b="1">
                <a:solidFill>
                  <a:srgbClr val="3A81D7"/>
                </a:solidFill>
                <a:latin typeface="Montserrat"/>
                <a:ea typeface="Open Sans"/>
                <a:cs typeface="Open Sans"/>
              </a:rPr>
              <a:t>2. GDPR: A data sharing solution respecting the patient privacy (hosting, consent, governance, therapeutic link)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7CBC36-C78D-AC04-5FB0-F399DB88AA3C}"/>
              </a:ext>
            </a:extLst>
          </p:cNvPr>
          <p:cNvSpPr/>
          <p:nvPr/>
        </p:nvSpPr>
        <p:spPr>
          <a:xfrm>
            <a:off x="9236674" y="5817972"/>
            <a:ext cx="2533135" cy="339811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SG" sz="1100" dirty="0">
                <a:cs typeface="Calibri"/>
              </a:rPr>
              <a:t>Extension </a:t>
            </a:r>
            <a:r>
              <a:rPr lang="en-SG" sz="1100" b="1" dirty="0">
                <a:cs typeface="Calibri"/>
              </a:rPr>
              <a:t>oncology </a:t>
            </a:r>
            <a:r>
              <a:rPr lang="en-SG" sz="1100" dirty="0">
                <a:cs typeface="Calibri"/>
              </a:rPr>
              <a:t>– Breast Cancer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C6520B14-E837-FB93-EB6E-6EB85448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92" y="14528"/>
            <a:ext cx="2257779" cy="1102548"/>
          </a:xfrm>
        </p:spPr>
        <p:txBody>
          <a:bodyPr/>
          <a:lstStyle/>
          <a:p>
            <a:r>
              <a:rPr lang="nl-BE" err="1"/>
              <a:t>ePSUM</a:t>
            </a:r>
            <a:r>
              <a:rPr lang="nl-BE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/>
      <p:bldP spid="201" grpId="0" animBg="1"/>
      <p:bldP spid="202" grpId="0" animBg="1"/>
      <p:bldP spid="203" grpId="0" animBg="1"/>
      <p:bldP spid="204" grpId="0" animBg="1"/>
      <p:bldP spid="210" grpId="0" animBg="1"/>
      <p:bldP spid="212" grpId="0"/>
      <p:bldP spid="213" grpId="0"/>
      <p:bldP spid="214" grpId="0"/>
      <p:bldP spid="215" grpId="0"/>
      <p:bldP spid="216" grpId="0"/>
      <p:bldP spid="217" grpId="0" animBg="1"/>
      <p:bldP spid="219" grpId="0"/>
      <p:bldP spid="220" grpId="0" animBg="1"/>
      <p:bldP spid="222" grpId="0"/>
      <p:bldP spid="223" grpId="0" animBg="1"/>
      <p:bldP spid="225" grpId="0"/>
      <p:bldP spid="228" grpId="0"/>
      <p:bldP spid="229" grpId="0"/>
      <p:bldP spid="232" grpId="0"/>
      <p:bldP spid="235" grpId="0"/>
      <p:bldP spid="238" grpId="0"/>
      <p:bldP spid="239" grpId="0" animBg="1"/>
      <p:bldP spid="240" grpId="0" animBg="1"/>
      <p:bldP spid="241" grpId="0" animBg="1"/>
      <p:bldP spid="242" grpId="0" animBg="1"/>
      <p:bldP spid="245" grpId="0" animBg="1"/>
      <p:bldP spid="246" grpId="0" animBg="1"/>
      <p:bldP spid="250" grpId="0"/>
      <p:bldP spid="251" grpId="0"/>
      <p:bldP spid="253" grpId="0"/>
      <p:bldP spid="255" grpId="0"/>
      <p:bldP spid="256" grpId="0" animBg="1"/>
      <p:bldP spid="257" grpId="0"/>
      <p:bldP spid="260" grpId="0" animBg="1"/>
      <p:bldP spid="264" grpId="0"/>
      <p:bldP spid="4" grpId="0"/>
      <p:bldP spid="5" grpId="0"/>
      <p:bldP spid="7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948" y="397471"/>
            <a:ext cx="6084961" cy="1315667"/>
          </a:xfrm>
        </p:spPr>
        <p:txBody>
          <a:bodyPr/>
          <a:lstStyle/>
          <a:p>
            <a:r>
              <a:rPr lang="nl-BE" dirty="0" err="1">
                <a:latin typeface="Open Sans"/>
                <a:ea typeface="Open Sans"/>
                <a:cs typeface="Open Sans"/>
              </a:rPr>
              <a:t>Closing</a:t>
            </a:r>
            <a:r>
              <a:rPr lang="nl-BE" dirty="0">
                <a:latin typeface="Open Sans"/>
                <a:ea typeface="Open Sans"/>
                <a:cs typeface="Open Sans"/>
              </a:rPr>
              <a:t> Statement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7" name="Google Shape;200;p30">
            <a:extLst>
              <a:ext uri="{FF2B5EF4-FFF2-40B4-BE49-F238E27FC236}">
                <a16:creationId xmlns:a16="http://schemas.microsoft.com/office/drawing/2014/main" id="{DA68CE60-B646-5831-42E4-1D772B4868D0}"/>
              </a:ext>
            </a:extLst>
          </p:cNvPr>
          <p:cNvSpPr/>
          <p:nvPr/>
        </p:nvSpPr>
        <p:spPr>
          <a:xfrm>
            <a:off x="354991" y="1445435"/>
            <a:ext cx="2160000" cy="1080000"/>
          </a:xfrm>
          <a:prstGeom prst="roundRect">
            <a:avLst>
              <a:gd name="adj" fmla="val 3746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TT" sz="1400">
                <a:latin typeface="Open Sans"/>
                <a:ea typeface="Open Sans"/>
                <a:cs typeface="Open Sans"/>
                <a:sym typeface="Arial"/>
              </a:rPr>
              <a:t>Health Data Sharing</a:t>
            </a:r>
            <a:endParaRPr lang="en-TT">
              <a:cs typeface="Calibri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-TT" sz="1400">
                <a:latin typeface="Open Sans"/>
                <a:ea typeface="Open Sans"/>
                <a:cs typeface="Open Sans"/>
                <a:sym typeface="Arial"/>
              </a:rPr>
              <a:t>(IPS – Patient Summaries)</a:t>
            </a:r>
            <a:endParaRPr lang="en-TT" sz="1400">
              <a:latin typeface="Open Sans"/>
              <a:ea typeface="Open Sans"/>
              <a:cs typeface="Open Sans"/>
            </a:endParaRPr>
          </a:p>
        </p:txBody>
      </p:sp>
      <p:sp>
        <p:nvSpPr>
          <p:cNvPr id="8" name="Google Shape;200;p30">
            <a:extLst>
              <a:ext uri="{FF2B5EF4-FFF2-40B4-BE49-F238E27FC236}">
                <a16:creationId xmlns:a16="http://schemas.microsoft.com/office/drawing/2014/main" id="{E07A80D1-CE62-7D05-3AFA-5670A0534610}"/>
              </a:ext>
            </a:extLst>
          </p:cNvPr>
          <p:cNvSpPr/>
          <p:nvPr/>
        </p:nvSpPr>
        <p:spPr>
          <a:xfrm>
            <a:off x="2645239" y="1755598"/>
            <a:ext cx="2160000" cy="1080000"/>
          </a:xfrm>
          <a:prstGeom prst="roundRect">
            <a:avLst>
              <a:gd name="adj" fmla="val 3746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SG" sz="1400">
                <a:latin typeface="Open Sans"/>
                <a:ea typeface="Open Sans"/>
                <a:cs typeface="Open Sans"/>
                <a:sym typeface="Arial"/>
              </a:rPr>
              <a:t>Standardization and structuration of information (FHIR / SNOMED CT)</a:t>
            </a:r>
            <a:endParaRPr lang="en-SG" sz="1400">
              <a:latin typeface="Open Sans"/>
              <a:ea typeface="Open Sans"/>
              <a:cs typeface="Open Sans"/>
            </a:endParaRPr>
          </a:p>
        </p:txBody>
      </p:sp>
      <p:sp>
        <p:nvSpPr>
          <p:cNvPr id="9" name="Google Shape;200;p30">
            <a:extLst>
              <a:ext uri="{FF2B5EF4-FFF2-40B4-BE49-F238E27FC236}">
                <a16:creationId xmlns:a16="http://schemas.microsoft.com/office/drawing/2014/main" id="{E883FBAF-6107-B80C-9F5F-E33D543E3CC2}"/>
              </a:ext>
            </a:extLst>
          </p:cNvPr>
          <p:cNvSpPr/>
          <p:nvPr/>
        </p:nvSpPr>
        <p:spPr>
          <a:xfrm>
            <a:off x="4935487" y="2122061"/>
            <a:ext cx="2160000" cy="1080000"/>
          </a:xfrm>
          <a:prstGeom prst="roundRect">
            <a:avLst>
              <a:gd name="adj" fmla="val 3746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fr-BE" sz="1400">
                <a:latin typeface="Open Sans"/>
                <a:ea typeface="Open Sans"/>
                <a:cs typeface="Open Sans"/>
                <a:sym typeface="Arial"/>
              </a:rPr>
              <a:t>GDPR Compliant</a:t>
            </a:r>
            <a:endParaRPr lang="en-US"/>
          </a:p>
        </p:txBody>
      </p:sp>
      <p:sp>
        <p:nvSpPr>
          <p:cNvPr id="10" name="Google Shape;200;p30">
            <a:extLst>
              <a:ext uri="{FF2B5EF4-FFF2-40B4-BE49-F238E27FC236}">
                <a16:creationId xmlns:a16="http://schemas.microsoft.com/office/drawing/2014/main" id="{42FFB89C-8A6F-1F03-C6B5-0520A902EB19}"/>
              </a:ext>
            </a:extLst>
          </p:cNvPr>
          <p:cNvSpPr/>
          <p:nvPr/>
        </p:nvSpPr>
        <p:spPr>
          <a:xfrm>
            <a:off x="7225735" y="2484736"/>
            <a:ext cx="2160000" cy="1080000"/>
          </a:xfrm>
          <a:prstGeom prst="roundRect">
            <a:avLst>
              <a:gd name="adj" fmla="val 3746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SG" sz="1400">
                <a:latin typeface="Open Sans"/>
                <a:ea typeface="Open Sans"/>
                <a:cs typeface="Open Sans"/>
                <a:sym typeface="Arial"/>
              </a:rPr>
              <a:t>Health Data Quality Control</a:t>
            </a:r>
            <a:endParaRPr lang="en-SG">
              <a:cs typeface="Calibri"/>
            </a:endParaRPr>
          </a:p>
        </p:txBody>
      </p:sp>
      <p:sp>
        <p:nvSpPr>
          <p:cNvPr id="11" name="Google Shape;200;p30">
            <a:extLst>
              <a:ext uri="{FF2B5EF4-FFF2-40B4-BE49-F238E27FC236}">
                <a16:creationId xmlns:a16="http://schemas.microsoft.com/office/drawing/2014/main" id="{0AD7BF9F-0EBD-2698-7C20-AB1E14F0AF67}"/>
              </a:ext>
            </a:extLst>
          </p:cNvPr>
          <p:cNvSpPr/>
          <p:nvPr/>
        </p:nvSpPr>
        <p:spPr>
          <a:xfrm>
            <a:off x="9515983" y="2990697"/>
            <a:ext cx="2160000" cy="1080000"/>
          </a:xfrm>
          <a:prstGeom prst="roundRect">
            <a:avLst>
              <a:gd name="adj" fmla="val 3746"/>
            </a:avLst>
          </a:prstGeom>
          <a:solidFill>
            <a:srgbClr val="FFFF99"/>
          </a:solidFill>
          <a:ln>
            <a:solidFill>
              <a:srgbClr val="F7DC11"/>
            </a:solidFill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fr-BE" sz="1400">
                <a:latin typeface="Open Sans"/>
                <a:ea typeface="Open Sans"/>
                <a:cs typeface="Open Sans"/>
                <a:sym typeface="Arial"/>
              </a:rPr>
              <a:t>User Adoption / Change Management</a:t>
            </a:r>
            <a:endParaRPr lang="fr-BE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B96C3-840D-3B80-2D2E-C21783369C12}"/>
              </a:ext>
            </a:extLst>
          </p:cNvPr>
          <p:cNvSpPr txBox="1"/>
          <p:nvPr/>
        </p:nvSpPr>
        <p:spPr>
          <a:xfrm>
            <a:off x="749406" y="4199204"/>
            <a:ext cx="10685193" cy="2145268"/>
          </a:xfrm>
          <a:prstGeom prst="roundRect">
            <a:avLst/>
          </a:prstGeom>
          <a:solidFill>
            <a:srgbClr val="C9E4FF"/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400" b="1" err="1">
                <a:latin typeface="Open Sans"/>
                <a:ea typeface="Open Sans"/>
                <a:cs typeface="Open Sans"/>
              </a:rPr>
              <a:t>ePSUM</a:t>
            </a:r>
            <a:r>
              <a:rPr lang="en-SG" sz="2400" b="1" dirty="0">
                <a:latin typeface="Open Sans"/>
                <a:ea typeface="Open Sans"/>
                <a:cs typeface="Open Sans"/>
              </a:rPr>
              <a:t> </a:t>
            </a:r>
            <a:r>
              <a:rPr lang="en-SG" sz="2400" dirty="0">
                <a:latin typeface="Open Sans"/>
                <a:ea typeface="Open Sans"/>
                <a:cs typeface="Open Sans"/>
              </a:rPr>
              <a:t>will make it possible to </a:t>
            </a:r>
            <a:endParaRPr lang="en-SG" dirty="0">
              <a:latin typeface="Calibri" panose="020F0502020204030204"/>
              <a:ea typeface="Open Sans"/>
              <a:cs typeface="Calibri"/>
            </a:endParaRPr>
          </a:p>
          <a:p>
            <a:pPr algn="ctr"/>
            <a:r>
              <a:rPr lang="en-SG" sz="2400" dirty="0">
                <a:latin typeface="Open Sans"/>
                <a:ea typeface="Open Sans"/>
                <a:cs typeface="Open Sans"/>
              </a:rPr>
              <a:t>create and share patient summaries </a:t>
            </a:r>
            <a:endParaRPr lang="en-SG" dirty="0">
              <a:latin typeface="Calibri" panose="020F0502020204030204"/>
              <a:ea typeface="Open Sans"/>
              <a:cs typeface="Calibri"/>
            </a:endParaRPr>
          </a:p>
          <a:p>
            <a:pPr algn="ctr"/>
            <a:r>
              <a:rPr lang="en-SG" sz="2400" dirty="0">
                <a:latin typeface="Open Sans"/>
                <a:ea typeface="Open Sans"/>
                <a:cs typeface="Open Sans"/>
              </a:rPr>
              <a:t>respecting international and Belgian standards </a:t>
            </a:r>
            <a:endParaRPr lang="en-SG" dirty="0">
              <a:latin typeface="Calibri" panose="020F0502020204030204"/>
              <a:ea typeface="Open Sans"/>
              <a:cs typeface="Calibri"/>
            </a:endParaRPr>
          </a:p>
          <a:p>
            <a:pPr algn="ctr"/>
            <a:r>
              <a:rPr lang="en-SG" sz="2400" dirty="0">
                <a:latin typeface="Open Sans"/>
                <a:ea typeface="Open Sans"/>
                <a:cs typeface="Open Sans"/>
              </a:rPr>
              <a:t>for the benefit of the patients and all healthcare stakeholders </a:t>
            </a:r>
            <a:endParaRPr lang="en-SG">
              <a:latin typeface="Calibri" panose="020F0502020204030204"/>
              <a:ea typeface="Open Sans"/>
              <a:cs typeface="Calibri"/>
            </a:endParaRPr>
          </a:p>
          <a:p>
            <a:pPr algn="ctr"/>
            <a:r>
              <a:rPr lang="en-SG" sz="2400" dirty="0">
                <a:latin typeface="Open Sans"/>
                <a:ea typeface="Open Sans"/>
                <a:cs typeface="Open Sans"/>
              </a:rPr>
              <a:t>within the </a:t>
            </a:r>
            <a:r>
              <a:rPr lang="en-SG" sz="2400" b="1" dirty="0" err="1">
                <a:latin typeface="Open Sans"/>
                <a:ea typeface="Open Sans"/>
                <a:cs typeface="Open Sans"/>
              </a:rPr>
              <a:t>Elipse</a:t>
            </a:r>
            <a:r>
              <a:rPr lang="en-SG" sz="2400" b="1" dirty="0">
                <a:latin typeface="Open Sans"/>
                <a:ea typeface="Open Sans"/>
                <a:cs typeface="Open Sans"/>
              </a:rPr>
              <a:t> </a:t>
            </a:r>
            <a:r>
              <a:rPr lang="en-SG" sz="2400" dirty="0">
                <a:latin typeface="Open Sans"/>
                <a:ea typeface="Open Sans"/>
                <a:cs typeface="Open Sans"/>
              </a:rPr>
              <a:t>network. </a:t>
            </a:r>
            <a:endParaRPr lang="en-SG">
              <a:cs typeface="Calibri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FD3BADA-1D0A-F6C3-5EC1-40636BE403F9}"/>
              </a:ext>
            </a:extLst>
          </p:cNvPr>
          <p:cNvSpPr txBox="1">
            <a:spLocks/>
          </p:cNvSpPr>
          <p:nvPr/>
        </p:nvSpPr>
        <p:spPr>
          <a:xfrm>
            <a:off x="354992" y="14528"/>
            <a:ext cx="2257779" cy="1102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A81D7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nl-BE"/>
              <a:t>ePSUM </a:t>
            </a:r>
          </a:p>
        </p:txBody>
      </p:sp>
    </p:spTree>
    <p:extLst>
      <p:ext uri="{BB962C8B-B14F-4D97-AF65-F5344CB8AC3E}">
        <p14:creationId xmlns:p14="http://schemas.microsoft.com/office/powerpoint/2010/main" val="4139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310A9952852B4EA46A44111EFCD597" ma:contentTypeVersion="5" ma:contentTypeDescription="Crée un document." ma:contentTypeScope="" ma:versionID="9d3c54314e179957eef536e863b04e3e">
  <xsd:schema xmlns:xsd="http://www.w3.org/2001/XMLSchema" xmlns:xs="http://www.w3.org/2001/XMLSchema" xmlns:p="http://schemas.microsoft.com/office/2006/metadata/properties" xmlns:ns2="25d2d7fe-4136-46f2-a9f9-4658144a8d82" xmlns:ns3="b3e57997-26a3-4050-a430-ddb1738b8d23" targetNamespace="http://schemas.microsoft.com/office/2006/metadata/properties" ma:root="true" ma:fieldsID="a4312c6a47f6b17c8750ec7b0f3e8467" ns2:_="" ns3:_="">
    <xsd:import namespace="25d2d7fe-4136-46f2-a9f9-4658144a8d82"/>
    <xsd:import namespace="b3e57997-26a3-4050-a430-ddb1738b8d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d2d7fe-4136-46f2-a9f9-4658144a8d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e57997-26a3-4050-a430-ddb1738b8d2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5A0C91-D235-4887-9CBA-2A1A25FC7E81}">
  <ds:schemaRefs>
    <ds:schemaRef ds:uri="8247bf9c-2a0b-40c0-b0f6-d32f34df39e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E228767-3C1C-4919-85FC-935758CA125C}">
  <ds:schemaRefs>
    <ds:schemaRef ds:uri="25d2d7fe-4136-46f2-a9f9-4658144a8d82"/>
    <ds:schemaRef ds:uri="b3e57997-26a3-4050-a430-ddb1738b8d2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0</TotalTime>
  <Words>422</Words>
  <Application>Microsoft Office PowerPoint</Application>
  <PresentationFormat>Grand écran</PresentationFormat>
  <Paragraphs>72</Paragraphs>
  <Slides>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Montserrat</vt:lpstr>
      <vt:lpstr>Open Sans</vt:lpstr>
      <vt:lpstr>Kantoorthema</vt:lpstr>
      <vt:lpstr>ePSUM</vt:lpstr>
      <vt:lpstr>ePSUM </vt:lpstr>
      <vt:lpstr>ePSUM </vt:lpstr>
      <vt:lpstr>Closing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Pirotte Benjamin</cp:lastModifiedBy>
  <cp:revision>16</cp:revision>
  <dcterms:created xsi:type="dcterms:W3CDTF">2023-10-20T07:50:02Z</dcterms:created>
  <dcterms:modified xsi:type="dcterms:W3CDTF">2023-11-06T12:20:47Z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0x010100B0310A9952852B4EA46A44111EFCD597</vt:lpwstr>
  </property>
  <property fmtid="{D5CDD505-2E9C-101B-9397-08002B2CF9AE}" pid="3" name="_dlc_DocIdItemGuid">
    <vt:lpwstr>94d7dbae-45f8-44f4-adea-da255fbf1e87</vt:lpwstr>
  </property>
</Properties>
</file>