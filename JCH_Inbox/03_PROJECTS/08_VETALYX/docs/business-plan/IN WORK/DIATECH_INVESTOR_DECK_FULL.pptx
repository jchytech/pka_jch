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DIATECH Investor Summary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DIATECH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€40–50M opportunity</a:t>
            </a:r>
          </a:p>
          <a:p>
            <a:r>
              <a:t>• France-first launch</a:t>
            </a:r>
          </a:p>
          <a:p>
            <a:r>
              <a:t>• Strong margins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Rapid tests underpenetrated</a:t>
            </a:r>
          </a:p>
          <a:p>
            <a:r>
              <a:t>• Increasing dermatology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DIATECH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</a:t>
            </a:r>
          </a:p>
          <a:p>
            <a:r>
              <a:t>• Accurate</a:t>
            </a:r>
          </a:p>
          <a:p>
            <a:r>
              <a:t>• Affordable</a:t>
            </a:r>
          </a:p>
          <a:p>
            <a:r>
              <a:t>• Scalable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FR→IT/ES→DE/BG</a:t>
            </a:r>
          </a:p>
          <a:p>
            <a:r>
              <a:t>• Distributors + direct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Kits + arrays + reader</a:t>
            </a:r>
          </a:p>
          <a:p>
            <a:r>
              <a:t>• High recurring revenue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5-Year 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Growth by country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Funding for scale-up</a:t>
            </a:r>
          </a:p>
          <a:p>
            <a:r>
              <a:t>• ROI expected 2030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