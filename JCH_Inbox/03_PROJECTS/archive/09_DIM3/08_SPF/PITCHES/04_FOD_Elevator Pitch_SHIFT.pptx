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theme/theme2.xml" ContentType="application/vnd.openxmlformats-officedocument.them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48" r:id="rId4"/>
  </p:sldMasterIdLst>
  <p:notesMasterIdLst>
    <p:notesMasterId r:id="rId11"/>
  </p:notesMasterIdLst>
  <p:sldIdLst>
    <p:sldId id="261" r:id="rId5"/>
    <p:sldId id="266" r:id="rId6"/>
    <p:sldId id="263" r:id="rId7"/>
    <p:sldId id="265" r:id="rId8"/>
    <p:sldId id="264" r:id="rId9"/>
    <p:sldId id="259" r:id="rId10"/>
  </p:sldIdLst>
  <p:sldSz cx="12192000" cy="6858000"/>
  <p:notesSz cx="6858000" cy="9144000"/>
  <p:defaultTextStyle>
    <a:defPPr>
      <a:defRPr lang="nl-B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40E4AD"/>
    <a:srgbClr val="3A81D7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1A64C961-4990-869C-8E7E-E60C84E0B141}" v="650" dt="2023-10-27T08:29:04.517"/>
    <p1510:client id="{F07EFC87-B5DA-1EBB-9DD6-8A05C0A1F798}" v="45" dt="2023-11-03T09:49:53.302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030" autoAdjust="0"/>
    <p:restoredTop sz="94660"/>
  </p:normalViewPr>
  <p:slideViewPr>
    <p:cSldViewPr snapToGrid="0">
      <p:cViewPr varScale="1">
        <p:scale>
          <a:sx n="114" d="100"/>
          <a:sy n="114" d="100"/>
        </p:scale>
        <p:origin x="468" y="1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viewProps" Target="viewProps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presProps" Target="presProps.xml"/><Relationship Id="rId17" Type="http://schemas.microsoft.com/office/2015/10/relationships/revisionInfo" Target="revisionInfo.xml"/><Relationship Id="rId2" Type="http://schemas.openxmlformats.org/officeDocument/2006/relationships/customXml" Target="../customXml/item2.xml"/><Relationship Id="rId16" Type="http://schemas.microsoft.com/office/2016/11/relationships/changesInfo" Target="changesInfos/changesInfo1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1.xml"/><Relationship Id="rId15" Type="http://schemas.openxmlformats.org/officeDocument/2006/relationships/tableStyles" Target="tableStyles.xml"/><Relationship Id="rId10" Type="http://schemas.openxmlformats.org/officeDocument/2006/relationships/slide" Target="slides/slide6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theme" Target="theme/theme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De Koker Elien" userId="S::elien.dekoker@uzgent.be::1d6f6eab-f922-46c3-9702-568d60a04866" providerId="AD" clId="Web-{F07EFC87-B5DA-1EBB-9DD6-8A05C0A1F798}"/>
    <pc:docChg chg="addSld modSld">
      <pc:chgData name="De Koker Elien" userId="S::elien.dekoker@uzgent.be::1d6f6eab-f922-46c3-9702-568d60a04866" providerId="AD" clId="Web-{F07EFC87-B5DA-1EBB-9DD6-8A05C0A1F798}" dt="2023-11-03T09:50:06.584" v="46"/>
      <pc:docMkLst>
        <pc:docMk/>
      </pc:docMkLst>
      <pc:sldChg chg="addSp delSp modSp mod modClrScheme chgLayout">
        <pc:chgData name="De Koker Elien" userId="S::elien.dekoker@uzgent.be::1d6f6eab-f922-46c3-9702-568d60a04866" providerId="AD" clId="Web-{F07EFC87-B5DA-1EBB-9DD6-8A05C0A1F798}" dt="2023-11-03T09:49:52.099" v="44" actId="20577"/>
        <pc:sldMkLst>
          <pc:docMk/>
          <pc:sldMk cId="1698435662" sldId="265"/>
        </pc:sldMkLst>
        <pc:spChg chg="mod">
          <ac:chgData name="De Koker Elien" userId="S::elien.dekoker@uzgent.be::1d6f6eab-f922-46c3-9702-568d60a04866" providerId="AD" clId="Web-{F07EFC87-B5DA-1EBB-9DD6-8A05C0A1F798}" dt="2023-11-03T09:49:52.099" v="44" actId="20577"/>
          <ac:spMkLst>
            <pc:docMk/>
            <pc:sldMk cId="1698435662" sldId="265"/>
            <ac:spMk id="2" creationId="{BF090FCA-6ACC-7869-9C22-FD3DDDEE332F}"/>
          </ac:spMkLst>
        </pc:spChg>
        <pc:spChg chg="del">
          <ac:chgData name="De Koker Elien" userId="S::elien.dekoker@uzgent.be::1d6f6eab-f922-46c3-9702-568d60a04866" providerId="AD" clId="Web-{F07EFC87-B5DA-1EBB-9DD6-8A05C0A1F798}" dt="2023-11-03T09:43:29.290" v="6"/>
          <ac:spMkLst>
            <pc:docMk/>
            <pc:sldMk cId="1698435662" sldId="265"/>
            <ac:spMk id="4" creationId="{C94B9D7B-3953-095A-4331-4367211ED250}"/>
          </ac:spMkLst>
        </pc:spChg>
        <pc:spChg chg="add del mod">
          <ac:chgData name="De Koker Elien" userId="S::elien.dekoker@uzgent.be::1d6f6eab-f922-46c3-9702-568d60a04866" providerId="AD" clId="Web-{F07EFC87-B5DA-1EBB-9DD6-8A05C0A1F798}" dt="2023-11-03T09:43:35.024" v="8"/>
          <ac:spMkLst>
            <pc:docMk/>
            <pc:sldMk cId="1698435662" sldId="265"/>
            <ac:spMk id="6" creationId="{69913B8F-8B0C-D9DE-977D-348BAA5151ED}"/>
          </ac:spMkLst>
        </pc:spChg>
        <pc:spChg chg="mod ord">
          <ac:chgData name="De Koker Elien" userId="S::elien.dekoker@uzgent.be::1d6f6eab-f922-46c3-9702-568d60a04866" providerId="AD" clId="Web-{F07EFC87-B5DA-1EBB-9DD6-8A05C0A1F798}" dt="2023-11-03T09:49:33.098" v="43"/>
          <ac:spMkLst>
            <pc:docMk/>
            <pc:sldMk cId="1698435662" sldId="265"/>
            <ac:spMk id="7" creationId="{1A53FD5C-33EC-C3AB-2EA4-78C1A4E9B9F0}"/>
          </ac:spMkLst>
        </pc:spChg>
        <pc:picChg chg="add mod">
          <ac:chgData name="De Koker Elien" userId="S::elien.dekoker@uzgent.be::1d6f6eab-f922-46c3-9702-568d60a04866" providerId="AD" clId="Web-{F07EFC87-B5DA-1EBB-9DD6-8A05C0A1F798}" dt="2023-11-03T09:49:33.098" v="43"/>
          <ac:picMkLst>
            <pc:docMk/>
            <pc:sldMk cId="1698435662" sldId="265"/>
            <ac:picMk id="3" creationId="{4E1CBE4F-C3CE-63DF-16DE-E7F009F6AFDC}"/>
          </ac:picMkLst>
        </pc:picChg>
      </pc:sldChg>
      <pc:sldChg chg="addSp delSp modSp new">
        <pc:chgData name="De Koker Elien" userId="S::elien.dekoker@uzgent.be::1d6f6eab-f922-46c3-9702-568d60a04866" providerId="AD" clId="Web-{F07EFC87-B5DA-1EBB-9DD6-8A05C0A1F798}" dt="2023-11-03T09:50:06.584" v="46"/>
        <pc:sldMkLst>
          <pc:docMk/>
          <pc:sldMk cId="2534021347" sldId="266"/>
        </pc:sldMkLst>
        <pc:spChg chg="del">
          <ac:chgData name="De Koker Elien" userId="S::elien.dekoker@uzgent.be::1d6f6eab-f922-46c3-9702-568d60a04866" providerId="AD" clId="Web-{F07EFC87-B5DA-1EBB-9DD6-8A05C0A1F798}" dt="2023-11-03T09:45:09.324" v="38"/>
          <ac:spMkLst>
            <pc:docMk/>
            <pc:sldMk cId="2534021347" sldId="266"/>
            <ac:spMk id="2" creationId="{4DBEC9A9-3A46-0AC9-3A20-D750FE28FDF5}"/>
          </ac:spMkLst>
        </pc:spChg>
        <pc:spChg chg="del">
          <ac:chgData name="De Koker Elien" userId="S::elien.dekoker@uzgent.be::1d6f6eab-f922-46c3-9702-568d60a04866" providerId="AD" clId="Web-{F07EFC87-B5DA-1EBB-9DD6-8A05C0A1F798}" dt="2023-11-03T09:44:18.166" v="11"/>
          <ac:spMkLst>
            <pc:docMk/>
            <pc:sldMk cId="2534021347" sldId="266"/>
            <ac:spMk id="3" creationId="{9A03C466-320C-79B9-46FC-564784B09056}"/>
          </ac:spMkLst>
        </pc:spChg>
        <pc:spChg chg="mod ord modVis">
          <ac:chgData name="De Koker Elien" userId="S::elien.dekoker@uzgent.be::1d6f6eab-f922-46c3-9702-568d60a04866" providerId="AD" clId="Web-{F07EFC87-B5DA-1EBB-9DD6-8A05C0A1F798}" dt="2023-11-03T09:45:13.746" v="41"/>
          <ac:spMkLst>
            <pc:docMk/>
            <pc:sldMk cId="2534021347" sldId="266"/>
            <ac:spMk id="4" creationId="{DCFA3DCA-104B-9DF6-AA45-F0B759C64347}"/>
          </ac:spMkLst>
        </pc:spChg>
        <pc:spChg chg="add del">
          <ac:chgData name="De Koker Elien" userId="S::elien.dekoker@uzgent.be::1d6f6eab-f922-46c3-9702-568d60a04866" providerId="AD" clId="Web-{F07EFC87-B5DA-1EBB-9DD6-8A05C0A1F798}" dt="2023-11-03T09:50:06.584" v="46"/>
          <ac:spMkLst>
            <pc:docMk/>
            <pc:sldMk cId="2534021347" sldId="266"/>
            <ac:spMk id="16" creationId="{8E025B1C-5F71-674B-06D4-76CF2A53E1F3}"/>
          </ac:spMkLst>
        </pc:spChg>
        <pc:spChg chg="add del">
          <ac:chgData name="De Koker Elien" userId="S::elien.dekoker@uzgent.be::1d6f6eab-f922-46c3-9702-568d60a04866" providerId="AD" clId="Web-{F07EFC87-B5DA-1EBB-9DD6-8A05C0A1F798}" dt="2023-11-03T09:50:06.584" v="46"/>
          <ac:spMkLst>
            <pc:docMk/>
            <pc:sldMk cId="2534021347" sldId="266"/>
            <ac:spMk id="18" creationId="{92DB2F47-843A-3A15-8D0D-B67FF9B0B210}"/>
          </ac:spMkLst>
        </pc:spChg>
        <pc:picChg chg="add del mod">
          <ac:chgData name="De Koker Elien" userId="S::elien.dekoker@uzgent.be::1d6f6eab-f922-46c3-9702-568d60a04866" providerId="AD" clId="Web-{F07EFC87-B5DA-1EBB-9DD6-8A05C0A1F798}" dt="2023-11-03T09:44:36.448" v="37"/>
          <ac:picMkLst>
            <pc:docMk/>
            <pc:sldMk cId="2534021347" sldId="266"/>
            <ac:picMk id="5" creationId="{8884838C-E6B1-7F5B-FC41-7720FE21F1FB}"/>
          </ac:picMkLst>
        </pc:picChg>
        <pc:picChg chg="add del mod">
          <ac:chgData name="De Koker Elien" userId="S::elien.dekoker@uzgent.be::1d6f6eab-f922-46c3-9702-568d60a04866" providerId="AD" clId="Web-{F07EFC87-B5DA-1EBB-9DD6-8A05C0A1F798}" dt="2023-11-03T09:44:35.464" v="36"/>
          <ac:picMkLst>
            <pc:docMk/>
            <pc:sldMk cId="2534021347" sldId="266"/>
            <ac:picMk id="6" creationId="{D33C46C7-CD66-B900-AFDB-AD1253E68912}"/>
          </ac:picMkLst>
        </pc:picChg>
        <pc:picChg chg="add del mod">
          <ac:chgData name="De Koker Elien" userId="S::elien.dekoker@uzgent.be::1d6f6eab-f922-46c3-9702-568d60a04866" providerId="AD" clId="Web-{F07EFC87-B5DA-1EBB-9DD6-8A05C0A1F798}" dt="2023-11-03T09:44:35.464" v="35"/>
          <ac:picMkLst>
            <pc:docMk/>
            <pc:sldMk cId="2534021347" sldId="266"/>
            <ac:picMk id="7" creationId="{18692A09-2CD4-E2C3-6CBA-46BEB236232C}"/>
          </ac:picMkLst>
        </pc:picChg>
        <pc:picChg chg="add del mod">
          <ac:chgData name="De Koker Elien" userId="S::elien.dekoker@uzgent.be::1d6f6eab-f922-46c3-9702-568d60a04866" providerId="AD" clId="Web-{F07EFC87-B5DA-1EBB-9DD6-8A05C0A1F798}" dt="2023-11-03T09:44:35.464" v="34"/>
          <ac:picMkLst>
            <pc:docMk/>
            <pc:sldMk cId="2534021347" sldId="266"/>
            <ac:picMk id="8" creationId="{B5976F91-6C85-1A1B-F2A3-4538FD7C6373}"/>
          </ac:picMkLst>
        </pc:picChg>
        <pc:picChg chg="add del mod">
          <ac:chgData name="De Koker Elien" userId="S::elien.dekoker@uzgent.be::1d6f6eab-f922-46c3-9702-568d60a04866" providerId="AD" clId="Web-{F07EFC87-B5DA-1EBB-9DD6-8A05C0A1F798}" dt="2023-11-03T09:44:35.464" v="33"/>
          <ac:picMkLst>
            <pc:docMk/>
            <pc:sldMk cId="2534021347" sldId="266"/>
            <ac:picMk id="9" creationId="{6C988E08-054C-36D5-F237-C3ACF54AFFE0}"/>
          </ac:picMkLst>
        </pc:picChg>
        <pc:picChg chg="add del mod">
          <ac:chgData name="De Koker Elien" userId="S::elien.dekoker@uzgent.be::1d6f6eab-f922-46c3-9702-568d60a04866" providerId="AD" clId="Web-{F07EFC87-B5DA-1EBB-9DD6-8A05C0A1F798}" dt="2023-11-03T09:44:35.464" v="32"/>
          <ac:picMkLst>
            <pc:docMk/>
            <pc:sldMk cId="2534021347" sldId="266"/>
            <ac:picMk id="10" creationId="{48895A6A-9E56-C806-B39C-C41B5C26BAA6}"/>
          </ac:picMkLst>
        </pc:picChg>
        <pc:picChg chg="add mod">
          <ac:chgData name="De Koker Elien" userId="S::elien.dekoker@uzgent.be::1d6f6eab-f922-46c3-9702-568d60a04866" providerId="AD" clId="Web-{F07EFC87-B5DA-1EBB-9DD6-8A05C0A1F798}" dt="2023-11-03T09:50:06.584" v="46"/>
          <ac:picMkLst>
            <pc:docMk/>
            <pc:sldMk cId="2534021347" sldId="266"/>
            <ac:picMk id="11" creationId="{7C22B153-81E4-5CE3-AB68-B6F0377F3D50}"/>
          </ac:picMkLst>
        </pc:picChg>
      </pc:sldChg>
    </pc:docChg>
  </pc:docChgLst>
  <pc:docChgLst>
    <pc:chgData name="De Koker Elien" userId="S::elien.dekoker@uzgent.be::1d6f6eab-f922-46c3-9702-568d60a04866" providerId="AD" clId="Web-{1A64C961-4990-869C-8E7E-E60C84E0B141}"/>
    <pc:docChg chg="addSld modSld sldOrd">
      <pc:chgData name="De Koker Elien" userId="S::elien.dekoker@uzgent.be::1d6f6eab-f922-46c3-9702-568d60a04866" providerId="AD" clId="Web-{1A64C961-4990-869C-8E7E-E60C84E0B141}" dt="2023-10-27T08:29:04.517" v="643" actId="1076"/>
      <pc:docMkLst>
        <pc:docMk/>
      </pc:docMkLst>
      <pc:sldChg chg="modSp">
        <pc:chgData name="De Koker Elien" userId="S::elien.dekoker@uzgent.be::1d6f6eab-f922-46c3-9702-568d60a04866" providerId="AD" clId="Web-{1A64C961-4990-869C-8E7E-E60C84E0B141}" dt="2023-10-27T08:25:52.230" v="616" actId="20577"/>
        <pc:sldMkLst>
          <pc:docMk/>
          <pc:sldMk cId="4139197612" sldId="259"/>
        </pc:sldMkLst>
        <pc:spChg chg="mod">
          <ac:chgData name="De Koker Elien" userId="S::elien.dekoker@uzgent.be::1d6f6eab-f922-46c3-9702-568d60a04866" providerId="AD" clId="Web-{1A64C961-4990-869C-8E7E-E60C84E0B141}" dt="2023-10-27T08:25:52.230" v="616" actId="20577"/>
          <ac:spMkLst>
            <pc:docMk/>
            <pc:sldMk cId="4139197612" sldId="259"/>
            <ac:spMk id="3" creationId="{0B6FB1DB-33E4-C795-E899-F09C2F74FC16}"/>
          </ac:spMkLst>
        </pc:spChg>
      </pc:sldChg>
      <pc:sldChg chg="addSp delSp modSp">
        <pc:chgData name="De Koker Elien" userId="S::elien.dekoker@uzgent.be::1d6f6eab-f922-46c3-9702-568d60a04866" providerId="AD" clId="Web-{1A64C961-4990-869C-8E7E-E60C84E0B141}" dt="2023-10-27T08:28:39.798" v="633"/>
        <pc:sldMkLst>
          <pc:docMk/>
          <pc:sldMk cId="2794741326" sldId="263"/>
        </pc:sldMkLst>
        <pc:spChg chg="mod">
          <ac:chgData name="De Koker Elien" userId="S::elien.dekoker@uzgent.be::1d6f6eab-f922-46c3-9702-568d60a04866" providerId="AD" clId="Web-{1A64C961-4990-869C-8E7E-E60C84E0B141}" dt="2023-10-27T08:09:16.843" v="310" actId="20577"/>
          <ac:spMkLst>
            <pc:docMk/>
            <pc:sldMk cId="2794741326" sldId="263"/>
            <ac:spMk id="4" creationId="{4E3C64BA-1867-E0A1-16DA-A49FEC257B17}"/>
          </ac:spMkLst>
        </pc:spChg>
        <pc:spChg chg="mod">
          <ac:chgData name="De Koker Elien" userId="S::elien.dekoker@uzgent.be::1d6f6eab-f922-46c3-9702-568d60a04866" providerId="AD" clId="Web-{1A64C961-4990-869C-8E7E-E60C84E0B141}" dt="2023-10-27T08:10:29.564" v="356" actId="20577"/>
          <ac:spMkLst>
            <pc:docMk/>
            <pc:sldMk cId="2794741326" sldId="263"/>
            <ac:spMk id="6" creationId="{3619A8D7-13B1-2FD9-85F2-87DD36378C94}"/>
          </ac:spMkLst>
        </pc:spChg>
        <pc:spChg chg="add del mod">
          <ac:chgData name="De Koker Elien" userId="S::elien.dekoker@uzgent.be::1d6f6eab-f922-46c3-9702-568d60a04866" providerId="AD" clId="Web-{1A64C961-4990-869C-8E7E-E60C84E0B141}" dt="2023-10-27T08:28:39.798" v="633"/>
          <ac:spMkLst>
            <pc:docMk/>
            <pc:sldMk cId="2794741326" sldId="263"/>
            <ac:spMk id="8" creationId="{2BF8D99A-4447-9A87-BAE5-63BAF4083136}"/>
          </ac:spMkLst>
        </pc:spChg>
      </pc:sldChg>
      <pc:sldChg chg="addSp delSp modSp">
        <pc:chgData name="De Koker Elien" userId="S::elien.dekoker@uzgent.be::1d6f6eab-f922-46c3-9702-568d60a04866" providerId="AD" clId="Web-{1A64C961-4990-869C-8E7E-E60C84E0B141}" dt="2023-10-27T08:17:10.028" v="521" actId="20577"/>
        <pc:sldMkLst>
          <pc:docMk/>
          <pc:sldMk cId="786363153" sldId="264"/>
        </pc:sldMkLst>
        <pc:spChg chg="mod">
          <ac:chgData name="De Koker Elien" userId="S::elien.dekoker@uzgent.be::1d6f6eab-f922-46c3-9702-568d60a04866" providerId="AD" clId="Web-{1A64C961-4990-869C-8E7E-E60C84E0B141}" dt="2023-10-27T08:15:31.619" v="512" actId="20577"/>
          <ac:spMkLst>
            <pc:docMk/>
            <pc:sldMk cId="786363153" sldId="264"/>
            <ac:spMk id="4" creationId="{4E3C64BA-1867-E0A1-16DA-A49FEC257B17}"/>
          </ac:spMkLst>
        </pc:spChg>
        <pc:spChg chg="mod">
          <ac:chgData name="De Koker Elien" userId="S::elien.dekoker@uzgent.be::1d6f6eab-f922-46c3-9702-568d60a04866" providerId="AD" clId="Web-{1A64C961-4990-869C-8E7E-E60C84E0B141}" dt="2023-10-27T08:17:10.028" v="521" actId="20577"/>
          <ac:spMkLst>
            <pc:docMk/>
            <pc:sldMk cId="786363153" sldId="264"/>
            <ac:spMk id="6" creationId="{3619A8D7-13B1-2FD9-85F2-87DD36378C94}"/>
          </ac:spMkLst>
        </pc:spChg>
        <pc:graphicFrameChg chg="add del mod">
          <ac:chgData name="De Koker Elien" userId="S::elien.dekoker@uzgent.be::1d6f6eab-f922-46c3-9702-568d60a04866" providerId="AD" clId="Web-{1A64C961-4990-869C-8E7E-E60C84E0B141}" dt="2023-10-27T07:51:54.251" v="186"/>
          <ac:graphicFrameMkLst>
            <pc:docMk/>
            <pc:sldMk cId="786363153" sldId="264"/>
            <ac:graphicFrameMk id="9" creationId="{E804847A-2E04-D151-4CC2-2F830832D569}"/>
          </ac:graphicFrameMkLst>
        </pc:graphicFrameChg>
      </pc:sldChg>
      <pc:sldChg chg="delSp modSp new ord">
        <pc:chgData name="De Koker Elien" userId="S::elien.dekoker@uzgent.be::1d6f6eab-f922-46c3-9702-568d60a04866" providerId="AD" clId="Web-{1A64C961-4990-869C-8E7E-E60C84E0B141}" dt="2023-10-27T08:29:04.517" v="643" actId="1076"/>
        <pc:sldMkLst>
          <pc:docMk/>
          <pc:sldMk cId="1698435662" sldId="265"/>
        </pc:sldMkLst>
        <pc:spChg chg="mod">
          <ac:chgData name="De Koker Elien" userId="S::elien.dekoker@uzgent.be::1d6f6eab-f922-46c3-9702-568d60a04866" providerId="AD" clId="Web-{1A64C961-4990-869C-8E7E-E60C84E0B141}" dt="2023-10-27T08:19:58.345" v="530" actId="20577"/>
          <ac:spMkLst>
            <pc:docMk/>
            <pc:sldMk cId="1698435662" sldId="265"/>
            <ac:spMk id="2" creationId="{BF090FCA-6ACC-7869-9C22-FD3DDDEE332F}"/>
          </ac:spMkLst>
        </pc:spChg>
        <pc:spChg chg="del">
          <ac:chgData name="De Koker Elien" userId="S::elien.dekoker@uzgent.be::1d6f6eab-f922-46c3-9702-568d60a04866" providerId="AD" clId="Web-{1A64C961-4990-869C-8E7E-E60C84E0B141}" dt="2023-10-27T08:28:44.845" v="634"/>
          <ac:spMkLst>
            <pc:docMk/>
            <pc:sldMk cId="1698435662" sldId="265"/>
            <ac:spMk id="3" creationId="{B78E7212-C064-F7EE-A264-CA7CC93D2A2A}"/>
          </ac:spMkLst>
        </pc:spChg>
        <pc:spChg chg="mod">
          <ac:chgData name="De Koker Elien" userId="S::elien.dekoker@uzgent.be::1d6f6eab-f922-46c3-9702-568d60a04866" providerId="AD" clId="Web-{1A64C961-4990-869C-8E7E-E60C84E0B141}" dt="2023-10-27T08:29:04.517" v="643" actId="1076"/>
          <ac:spMkLst>
            <pc:docMk/>
            <pc:sldMk cId="1698435662" sldId="265"/>
            <ac:spMk id="4" creationId="{C94B9D7B-3953-095A-4331-4367211ED250}"/>
          </ac:spMkLst>
        </pc:spChg>
        <pc:spChg chg="del">
          <ac:chgData name="De Koker Elien" userId="S::elien.dekoker@uzgent.be::1d6f6eab-f922-46c3-9702-568d60a04866" providerId="AD" clId="Web-{1A64C961-4990-869C-8E7E-E60C84E0B141}" dt="2023-10-27T08:27:47.921" v="631"/>
          <ac:spMkLst>
            <pc:docMk/>
            <pc:sldMk cId="1698435662" sldId="265"/>
            <ac:spMk id="5" creationId="{848BE1E2-0ADD-C013-1631-2E95652F8A93}"/>
          </ac:spMkLst>
        </pc:spChg>
        <pc:spChg chg="del">
          <ac:chgData name="De Koker Elien" userId="S::elien.dekoker@uzgent.be::1d6f6eab-f922-46c3-9702-568d60a04866" providerId="AD" clId="Web-{1A64C961-4990-869C-8E7E-E60C84E0B141}" dt="2023-10-27T08:27:49.171" v="632"/>
          <ac:spMkLst>
            <pc:docMk/>
            <pc:sldMk cId="1698435662" sldId="265"/>
            <ac:spMk id="6" creationId="{9FDF06DC-5442-E8B5-97D8-CD9740C72AD9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nl-BE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E4DB481-70A1-4771-855B-D7E60E876D84}" type="datetimeFigureOut">
              <a:rPr lang="nl-BE" smtClean="0"/>
              <a:t>3/11/2023</a:t>
            </a:fld>
            <a:endParaRPr lang="nl-BE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nl-BE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nl-BE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nl-BE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A819DD7-5F44-400E-95B9-DFA6740CEEC0}" type="slidenum">
              <a:rPr lang="nl-BE" smtClean="0"/>
              <a:t>‹#›</a:t>
            </a:fld>
            <a:endParaRPr lang="nl-BE"/>
          </a:p>
        </p:txBody>
      </p:sp>
    </p:spTree>
    <p:extLst>
      <p:ext uri="{BB962C8B-B14F-4D97-AF65-F5344CB8AC3E}">
        <p14:creationId xmlns:p14="http://schemas.microsoft.com/office/powerpoint/2010/main" val="237291565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.png"/><Relationship Id="rId3" Type="http://schemas.openxmlformats.org/officeDocument/2006/relationships/image" Target="../media/image6.png"/><Relationship Id="rId7" Type="http://schemas.openxmlformats.org/officeDocument/2006/relationships/image" Target="../media/image10.png"/><Relationship Id="rId2" Type="http://schemas.openxmlformats.org/officeDocument/2006/relationships/image" Target="../media/image5.jp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9.png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2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eldia">
    <p:bg>
      <p:bgPr>
        <a:blipFill dpi="0" rotWithShape="1">
          <a:blip r:embed="rId2">
            <a:lum/>
          </a:blip>
          <a:srcRect/>
          <a:stretch>
            <a:fillRect t="-9000" b="-9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4" name="object 2">
            <a:extLst>
              <a:ext uri="{FF2B5EF4-FFF2-40B4-BE49-F238E27FC236}">
                <a16:creationId xmlns:a16="http://schemas.microsoft.com/office/drawing/2014/main" id="{87F104F1-7F82-BAB2-C43D-3402B666763B}"/>
              </a:ext>
            </a:extLst>
          </p:cNvPr>
          <p:cNvGrpSpPr/>
          <p:nvPr userDrawn="1"/>
        </p:nvGrpSpPr>
        <p:grpSpPr>
          <a:xfrm>
            <a:off x="0" y="457199"/>
            <a:ext cx="9000490" cy="3966210"/>
            <a:chOff x="0" y="457199"/>
            <a:chExt cx="9000490" cy="3966210"/>
          </a:xfrm>
        </p:grpSpPr>
        <p:pic>
          <p:nvPicPr>
            <p:cNvPr id="35" name="object 3">
              <a:extLst>
                <a:ext uri="{FF2B5EF4-FFF2-40B4-BE49-F238E27FC236}">
                  <a16:creationId xmlns:a16="http://schemas.microsoft.com/office/drawing/2014/main" id="{BC13BD00-B479-9F6F-DD88-4F55436306DC}"/>
                </a:ext>
              </a:extLst>
            </p:cNvPr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0" y="457199"/>
              <a:ext cx="9000008" cy="2741866"/>
            </a:xfrm>
            <a:prstGeom prst="rect">
              <a:avLst/>
            </a:prstGeom>
          </p:spPr>
        </p:pic>
        <p:sp>
          <p:nvSpPr>
            <p:cNvPr id="36" name="object 4">
              <a:extLst>
                <a:ext uri="{FF2B5EF4-FFF2-40B4-BE49-F238E27FC236}">
                  <a16:creationId xmlns:a16="http://schemas.microsoft.com/office/drawing/2014/main" id="{B574C4C1-F522-2ABE-B94C-0DFCC0A30E71}"/>
                </a:ext>
              </a:extLst>
            </p:cNvPr>
            <p:cNvSpPr/>
            <p:nvPr/>
          </p:nvSpPr>
          <p:spPr>
            <a:xfrm>
              <a:off x="0" y="3199061"/>
              <a:ext cx="9000490" cy="1224280"/>
            </a:xfrm>
            <a:custGeom>
              <a:avLst/>
              <a:gdLst/>
              <a:ahLst/>
              <a:cxnLst/>
              <a:rect l="l" t="t" r="r" b="b"/>
              <a:pathLst>
                <a:path w="9000490" h="1224279">
                  <a:moveTo>
                    <a:pt x="8999994" y="0"/>
                  </a:moveTo>
                  <a:lnTo>
                    <a:pt x="0" y="0"/>
                  </a:lnTo>
                  <a:lnTo>
                    <a:pt x="0" y="1224000"/>
                  </a:lnTo>
                  <a:lnTo>
                    <a:pt x="8748001" y="1224000"/>
                  </a:lnTo>
                  <a:lnTo>
                    <a:pt x="8793299" y="1219940"/>
                  </a:lnTo>
                  <a:lnTo>
                    <a:pt x="8835932" y="1208234"/>
                  </a:lnTo>
                  <a:lnTo>
                    <a:pt x="8875190" y="1189594"/>
                  </a:lnTo>
                  <a:lnTo>
                    <a:pt x="8910360" y="1164731"/>
                  </a:lnTo>
                  <a:lnTo>
                    <a:pt x="8940731" y="1134358"/>
                  </a:lnTo>
                  <a:lnTo>
                    <a:pt x="8965591" y="1099186"/>
                  </a:lnTo>
                  <a:lnTo>
                    <a:pt x="8984230" y="1059927"/>
                  </a:lnTo>
                  <a:lnTo>
                    <a:pt x="8995934" y="1017292"/>
                  </a:lnTo>
                  <a:lnTo>
                    <a:pt x="8999994" y="971994"/>
                  </a:lnTo>
                  <a:lnTo>
                    <a:pt x="8999994" y="0"/>
                  </a:lnTo>
                  <a:close/>
                </a:path>
              </a:pathLst>
            </a:custGeom>
            <a:solidFill>
              <a:srgbClr val="F5F7F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7" name="object 5">
              <a:extLst>
                <a:ext uri="{FF2B5EF4-FFF2-40B4-BE49-F238E27FC236}">
                  <a16:creationId xmlns:a16="http://schemas.microsoft.com/office/drawing/2014/main" id="{634F2AE3-EEE5-D751-FDB0-2BB0F45913CE}"/>
                </a:ext>
              </a:extLst>
            </p:cNvPr>
            <p:cNvSpPr/>
            <p:nvPr/>
          </p:nvSpPr>
          <p:spPr>
            <a:xfrm>
              <a:off x="826787" y="3661838"/>
              <a:ext cx="284480" cy="284480"/>
            </a:xfrm>
            <a:custGeom>
              <a:avLst/>
              <a:gdLst/>
              <a:ahLst/>
              <a:cxnLst/>
              <a:rect l="l" t="t" r="r" b="b"/>
              <a:pathLst>
                <a:path w="284480" h="284479">
                  <a:moveTo>
                    <a:pt x="153822" y="0"/>
                  </a:moveTo>
                  <a:lnTo>
                    <a:pt x="110254" y="3161"/>
                  </a:lnTo>
                  <a:lnTo>
                    <a:pt x="69308" y="19541"/>
                  </a:lnTo>
                  <a:lnTo>
                    <a:pt x="34297" y="48895"/>
                  </a:lnTo>
                  <a:lnTo>
                    <a:pt x="10298" y="87764"/>
                  </a:lnTo>
                  <a:lnTo>
                    <a:pt x="0" y="130640"/>
                  </a:lnTo>
                  <a:lnTo>
                    <a:pt x="3159" y="174208"/>
                  </a:lnTo>
                  <a:lnTo>
                    <a:pt x="19537" y="215155"/>
                  </a:lnTo>
                  <a:lnTo>
                    <a:pt x="48890" y="250165"/>
                  </a:lnTo>
                  <a:lnTo>
                    <a:pt x="87760" y="274170"/>
                  </a:lnTo>
                  <a:lnTo>
                    <a:pt x="130638" y="284472"/>
                  </a:lnTo>
                  <a:lnTo>
                    <a:pt x="174208" y="281312"/>
                  </a:lnTo>
                  <a:lnTo>
                    <a:pt x="215154" y="264932"/>
                  </a:lnTo>
                  <a:lnTo>
                    <a:pt x="250159" y="235573"/>
                  </a:lnTo>
                  <a:lnTo>
                    <a:pt x="274166" y="196702"/>
                  </a:lnTo>
                  <a:lnTo>
                    <a:pt x="284470" y="153824"/>
                  </a:lnTo>
                  <a:lnTo>
                    <a:pt x="281312" y="110254"/>
                  </a:lnTo>
                  <a:lnTo>
                    <a:pt x="264931" y="69308"/>
                  </a:lnTo>
                  <a:lnTo>
                    <a:pt x="235567" y="34303"/>
                  </a:lnTo>
                  <a:lnTo>
                    <a:pt x="196698" y="10299"/>
                  </a:lnTo>
                  <a:lnTo>
                    <a:pt x="153822" y="0"/>
                  </a:lnTo>
                  <a:close/>
                </a:path>
              </a:pathLst>
            </a:custGeom>
            <a:solidFill>
              <a:srgbClr val="317EC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8" name="object 6">
              <a:extLst>
                <a:ext uri="{FF2B5EF4-FFF2-40B4-BE49-F238E27FC236}">
                  <a16:creationId xmlns:a16="http://schemas.microsoft.com/office/drawing/2014/main" id="{1906CBC1-A5CA-0738-5200-72B6F76D75A9}"/>
                </a:ext>
              </a:extLst>
            </p:cNvPr>
            <p:cNvSpPr/>
            <p:nvPr/>
          </p:nvSpPr>
          <p:spPr>
            <a:xfrm>
              <a:off x="504647" y="3353942"/>
              <a:ext cx="929005" cy="899160"/>
            </a:xfrm>
            <a:custGeom>
              <a:avLst/>
              <a:gdLst/>
              <a:ahLst/>
              <a:cxnLst/>
              <a:rect l="l" t="t" r="r" b="b"/>
              <a:pathLst>
                <a:path w="929005" h="899160">
                  <a:moveTo>
                    <a:pt x="423837" y="846721"/>
                  </a:moveTo>
                  <a:lnTo>
                    <a:pt x="411518" y="777455"/>
                  </a:lnTo>
                  <a:lnTo>
                    <a:pt x="394741" y="738657"/>
                  </a:lnTo>
                  <a:lnTo>
                    <a:pt x="372351" y="699820"/>
                  </a:lnTo>
                  <a:lnTo>
                    <a:pt x="345440" y="663003"/>
                  </a:lnTo>
                  <a:lnTo>
                    <a:pt x="344284" y="661593"/>
                  </a:lnTo>
                  <a:lnTo>
                    <a:pt x="343230" y="660107"/>
                  </a:lnTo>
                  <a:lnTo>
                    <a:pt x="342061" y="658672"/>
                  </a:lnTo>
                  <a:lnTo>
                    <a:pt x="183959" y="468769"/>
                  </a:lnTo>
                  <a:lnTo>
                    <a:pt x="158026" y="430923"/>
                  </a:lnTo>
                  <a:lnTo>
                    <a:pt x="137388" y="387870"/>
                  </a:lnTo>
                  <a:lnTo>
                    <a:pt x="122542" y="341274"/>
                  </a:lnTo>
                  <a:lnTo>
                    <a:pt x="113957" y="292836"/>
                  </a:lnTo>
                  <a:lnTo>
                    <a:pt x="112141" y="244246"/>
                  </a:lnTo>
                  <a:lnTo>
                    <a:pt x="117576" y="197192"/>
                  </a:lnTo>
                  <a:lnTo>
                    <a:pt x="130746" y="153365"/>
                  </a:lnTo>
                  <a:lnTo>
                    <a:pt x="152158" y="114465"/>
                  </a:lnTo>
                  <a:lnTo>
                    <a:pt x="182283" y="82169"/>
                  </a:lnTo>
                  <a:lnTo>
                    <a:pt x="191211" y="75222"/>
                  </a:lnTo>
                  <a:lnTo>
                    <a:pt x="190855" y="74790"/>
                  </a:lnTo>
                  <a:lnTo>
                    <a:pt x="149186" y="108915"/>
                  </a:lnTo>
                  <a:lnTo>
                    <a:pt x="113055" y="146304"/>
                  </a:lnTo>
                  <a:lnTo>
                    <a:pt x="83794" y="183794"/>
                  </a:lnTo>
                  <a:lnTo>
                    <a:pt x="58953" y="223278"/>
                  </a:lnTo>
                  <a:lnTo>
                    <a:pt x="38481" y="264426"/>
                  </a:lnTo>
                  <a:lnTo>
                    <a:pt x="22377" y="306920"/>
                  </a:lnTo>
                  <a:lnTo>
                    <a:pt x="10617" y="350431"/>
                  </a:lnTo>
                  <a:lnTo>
                    <a:pt x="3162" y="394614"/>
                  </a:lnTo>
                  <a:lnTo>
                    <a:pt x="0" y="439153"/>
                  </a:lnTo>
                  <a:lnTo>
                    <a:pt x="1092" y="483704"/>
                  </a:lnTo>
                  <a:lnTo>
                    <a:pt x="6426" y="527964"/>
                  </a:lnTo>
                  <a:lnTo>
                    <a:pt x="15989" y="571576"/>
                  </a:lnTo>
                  <a:lnTo>
                    <a:pt x="29730" y="614222"/>
                  </a:lnTo>
                  <a:lnTo>
                    <a:pt x="46304" y="652475"/>
                  </a:lnTo>
                  <a:lnTo>
                    <a:pt x="65963" y="688568"/>
                  </a:lnTo>
                  <a:lnTo>
                    <a:pt x="88988" y="723125"/>
                  </a:lnTo>
                  <a:lnTo>
                    <a:pt x="94030" y="729830"/>
                  </a:lnTo>
                  <a:lnTo>
                    <a:pt x="94856" y="730961"/>
                  </a:lnTo>
                  <a:lnTo>
                    <a:pt x="134696" y="776732"/>
                  </a:lnTo>
                  <a:lnTo>
                    <a:pt x="164693" y="804710"/>
                  </a:lnTo>
                  <a:lnTo>
                    <a:pt x="198018" y="830719"/>
                  </a:lnTo>
                  <a:lnTo>
                    <a:pt x="237502" y="855560"/>
                  </a:lnTo>
                  <a:lnTo>
                    <a:pt x="278663" y="876033"/>
                  </a:lnTo>
                  <a:lnTo>
                    <a:pt x="333006" y="894626"/>
                  </a:lnTo>
                  <a:lnTo>
                    <a:pt x="372872" y="899109"/>
                  </a:lnTo>
                  <a:lnTo>
                    <a:pt x="400570" y="891247"/>
                  </a:lnTo>
                  <a:lnTo>
                    <a:pt x="417195" y="873099"/>
                  </a:lnTo>
                  <a:lnTo>
                    <a:pt x="423837" y="846721"/>
                  </a:lnTo>
                  <a:close/>
                </a:path>
                <a:path w="929005" h="899160">
                  <a:moveTo>
                    <a:pt x="928674" y="458558"/>
                  </a:moveTo>
                  <a:lnTo>
                    <a:pt x="927658" y="417423"/>
                  </a:lnTo>
                  <a:lnTo>
                    <a:pt x="922439" y="373468"/>
                  </a:lnTo>
                  <a:lnTo>
                    <a:pt x="912812" y="329044"/>
                  </a:lnTo>
                  <a:lnTo>
                    <a:pt x="899566" y="287820"/>
                  </a:lnTo>
                  <a:lnTo>
                    <a:pt x="882370" y="247662"/>
                  </a:lnTo>
                  <a:lnTo>
                    <a:pt x="861225" y="208915"/>
                  </a:lnTo>
                  <a:lnTo>
                    <a:pt x="835723" y="171335"/>
                  </a:lnTo>
                  <a:lnTo>
                    <a:pt x="834136" y="169265"/>
                  </a:lnTo>
                  <a:lnTo>
                    <a:pt x="833310" y="168135"/>
                  </a:lnTo>
                  <a:lnTo>
                    <a:pt x="797534" y="126873"/>
                  </a:lnTo>
                  <a:lnTo>
                    <a:pt x="768210" y="98818"/>
                  </a:lnTo>
                  <a:lnTo>
                    <a:pt x="729386" y="68630"/>
                  </a:lnTo>
                  <a:lnTo>
                    <a:pt x="688428" y="43154"/>
                  </a:lnTo>
                  <a:lnTo>
                    <a:pt x="645718" y="22377"/>
                  </a:lnTo>
                  <a:lnTo>
                    <a:pt x="605878" y="7823"/>
                  </a:lnTo>
                  <a:lnTo>
                    <a:pt x="555294" y="0"/>
                  </a:lnTo>
                  <a:lnTo>
                    <a:pt x="527608" y="7848"/>
                  </a:lnTo>
                  <a:lnTo>
                    <a:pt x="510984" y="25996"/>
                  </a:lnTo>
                  <a:lnTo>
                    <a:pt x="504355" y="52374"/>
                  </a:lnTo>
                  <a:lnTo>
                    <a:pt x="506603" y="84950"/>
                  </a:lnTo>
                  <a:lnTo>
                    <a:pt x="533438" y="160439"/>
                  </a:lnTo>
                  <a:lnTo>
                    <a:pt x="555828" y="199275"/>
                  </a:lnTo>
                  <a:lnTo>
                    <a:pt x="582739" y="236093"/>
                  </a:lnTo>
                  <a:lnTo>
                    <a:pt x="583882" y="237502"/>
                  </a:lnTo>
                  <a:lnTo>
                    <a:pt x="584936" y="238988"/>
                  </a:lnTo>
                  <a:lnTo>
                    <a:pt x="586105" y="240423"/>
                  </a:lnTo>
                  <a:lnTo>
                    <a:pt x="744207" y="430326"/>
                  </a:lnTo>
                  <a:lnTo>
                    <a:pt x="770153" y="468172"/>
                  </a:lnTo>
                  <a:lnTo>
                    <a:pt x="790790" y="511238"/>
                  </a:lnTo>
                  <a:lnTo>
                    <a:pt x="805649" y="557822"/>
                  </a:lnTo>
                  <a:lnTo>
                    <a:pt x="814222" y="606259"/>
                  </a:lnTo>
                  <a:lnTo>
                    <a:pt x="816038" y="654862"/>
                  </a:lnTo>
                  <a:lnTo>
                    <a:pt x="810602" y="701916"/>
                  </a:lnTo>
                  <a:lnTo>
                    <a:pt x="797433" y="745731"/>
                  </a:lnTo>
                  <a:lnTo>
                    <a:pt x="776020" y="784644"/>
                  </a:lnTo>
                  <a:lnTo>
                    <a:pt x="745883" y="816927"/>
                  </a:lnTo>
                  <a:lnTo>
                    <a:pt x="736955" y="823874"/>
                  </a:lnTo>
                  <a:lnTo>
                    <a:pt x="737958" y="825093"/>
                  </a:lnTo>
                  <a:lnTo>
                    <a:pt x="792467" y="778243"/>
                  </a:lnTo>
                  <a:lnTo>
                    <a:pt x="826262" y="740435"/>
                  </a:lnTo>
                  <a:lnTo>
                    <a:pt x="857377" y="696722"/>
                  </a:lnTo>
                  <a:lnTo>
                    <a:pt x="887806" y="640765"/>
                  </a:lnTo>
                  <a:lnTo>
                    <a:pt x="907402" y="589445"/>
                  </a:lnTo>
                  <a:lnTo>
                    <a:pt x="917397" y="552500"/>
                  </a:lnTo>
                  <a:lnTo>
                    <a:pt x="917397" y="552145"/>
                  </a:lnTo>
                  <a:lnTo>
                    <a:pt x="918222" y="548551"/>
                  </a:lnTo>
                  <a:lnTo>
                    <a:pt x="918781" y="545922"/>
                  </a:lnTo>
                  <a:lnTo>
                    <a:pt x="924826" y="510019"/>
                  </a:lnTo>
                  <a:lnTo>
                    <a:pt x="925842" y="501802"/>
                  </a:lnTo>
                  <a:lnTo>
                    <a:pt x="928585" y="463143"/>
                  </a:lnTo>
                  <a:lnTo>
                    <a:pt x="928674" y="458558"/>
                  </a:lnTo>
                  <a:close/>
                </a:path>
              </a:pathLst>
            </a:custGeom>
            <a:solidFill>
              <a:srgbClr val="6BBE9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9" name="object 7">
              <a:extLst>
                <a:ext uri="{FF2B5EF4-FFF2-40B4-BE49-F238E27FC236}">
                  <a16:creationId xmlns:a16="http://schemas.microsoft.com/office/drawing/2014/main" id="{A0DF0131-FFA5-16FD-C978-D100F1B0A6F1}"/>
                </a:ext>
              </a:extLst>
            </p:cNvPr>
            <p:cNvSpPr/>
            <p:nvPr/>
          </p:nvSpPr>
          <p:spPr>
            <a:xfrm>
              <a:off x="504647" y="3353358"/>
              <a:ext cx="929005" cy="900430"/>
            </a:xfrm>
            <a:custGeom>
              <a:avLst/>
              <a:gdLst/>
              <a:ahLst/>
              <a:cxnLst/>
              <a:rect l="l" t="t" r="r" b="b"/>
              <a:pathLst>
                <a:path w="929005" h="900429">
                  <a:moveTo>
                    <a:pt x="426364" y="52705"/>
                  </a:moveTo>
                  <a:lnTo>
                    <a:pt x="419900" y="26289"/>
                  </a:lnTo>
                  <a:lnTo>
                    <a:pt x="403390" y="8039"/>
                  </a:lnTo>
                  <a:lnTo>
                    <a:pt x="375742" y="0"/>
                  </a:lnTo>
                  <a:lnTo>
                    <a:pt x="340017" y="3784"/>
                  </a:lnTo>
                  <a:lnTo>
                    <a:pt x="274421" y="26733"/>
                  </a:lnTo>
                  <a:lnTo>
                    <a:pt x="230301" y="49377"/>
                  </a:lnTo>
                  <a:lnTo>
                    <a:pt x="188417" y="76974"/>
                  </a:lnTo>
                  <a:lnTo>
                    <a:pt x="149186" y="109499"/>
                  </a:lnTo>
                  <a:lnTo>
                    <a:pt x="113017" y="146926"/>
                  </a:lnTo>
                  <a:lnTo>
                    <a:pt x="83794" y="184378"/>
                  </a:lnTo>
                  <a:lnTo>
                    <a:pt x="58953" y="223862"/>
                  </a:lnTo>
                  <a:lnTo>
                    <a:pt x="38481" y="265010"/>
                  </a:lnTo>
                  <a:lnTo>
                    <a:pt x="22377" y="307505"/>
                  </a:lnTo>
                  <a:lnTo>
                    <a:pt x="10617" y="351015"/>
                  </a:lnTo>
                  <a:lnTo>
                    <a:pt x="3162" y="395198"/>
                  </a:lnTo>
                  <a:lnTo>
                    <a:pt x="0" y="439737"/>
                  </a:lnTo>
                  <a:lnTo>
                    <a:pt x="1092" y="484289"/>
                  </a:lnTo>
                  <a:lnTo>
                    <a:pt x="6426" y="528548"/>
                  </a:lnTo>
                  <a:lnTo>
                    <a:pt x="15989" y="572160"/>
                  </a:lnTo>
                  <a:lnTo>
                    <a:pt x="32067" y="620179"/>
                  </a:lnTo>
                  <a:lnTo>
                    <a:pt x="51701" y="663448"/>
                  </a:lnTo>
                  <a:lnTo>
                    <a:pt x="74777" y="703199"/>
                  </a:lnTo>
                  <a:lnTo>
                    <a:pt x="126174" y="769162"/>
                  </a:lnTo>
                  <a:lnTo>
                    <a:pt x="154762" y="796518"/>
                  </a:lnTo>
                  <a:lnTo>
                    <a:pt x="188099" y="823569"/>
                  </a:lnTo>
                  <a:lnTo>
                    <a:pt x="188823" y="822706"/>
                  </a:lnTo>
                  <a:lnTo>
                    <a:pt x="185826" y="820445"/>
                  </a:lnTo>
                  <a:lnTo>
                    <a:pt x="182854" y="818121"/>
                  </a:lnTo>
                  <a:lnTo>
                    <a:pt x="150037" y="783234"/>
                  </a:lnTo>
                  <a:lnTo>
                    <a:pt x="128866" y="744194"/>
                  </a:lnTo>
                  <a:lnTo>
                    <a:pt x="115976" y="700278"/>
                  </a:lnTo>
                  <a:lnTo>
                    <a:pt x="110832" y="653186"/>
                  </a:lnTo>
                  <a:lnTo>
                    <a:pt x="112966" y="604608"/>
                  </a:lnTo>
                  <a:lnTo>
                    <a:pt x="121856" y="556221"/>
                  </a:lnTo>
                  <a:lnTo>
                    <a:pt x="137007" y="509727"/>
                  </a:lnTo>
                  <a:lnTo>
                    <a:pt x="157911" y="466801"/>
                  </a:lnTo>
                  <a:lnTo>
                    <a:pt x="184086" y="429120"/>
                  </a:lnTo>
                  <a:lnTo>
                    <a:pt x="344576" y="238823"/>
                  </a:lnTo>
                  <a:lnTo>
                    <a:pt x="345630" y="237324"/>
                  </a:lnTo>
                  <a:lnTo>
                    <a:pt x="373951" y="199275"/>
                  </a:lnTo>
                  <a:lnTo>
                    <a:pt x="396582" y="160591"/>
                  </a:lnTo>
                  <a:lnTo>
                    <a:pt x="413600" y="121907"/>
                  </a:lnTo>
                  <a:lnTo>
                    <a:pt x="423900" y="85267"/>
                  </a:lnTo>
                  <a:lnTo>
                    <a:pt x="426364" y="52705"/>
                  </a:lnTo>
                  <a:close/>
                </a:path>
                <a:path w="929005" h="900429">
                  <a:moveTo>
                    <a:pt x="928649" y="458292"/>
                  </a:moveTo>
                  <a:lnTo>
                    <a:pt x="927658" y="417931"/>
                  </a:lnTo>
                  <a:lnTo>
                    <a:pt x="922299" y="372897"/>
                  </a:lnTo>
                  <a:lnTo>
                    <a:pt x="912749" y="329272"/>
                  </a:lnTo>
                  <a:lnTo>
                    <a:pt x="895794" y="279234"/>
                  </a:lnTo>
                  <a:lnTo>
                    <a:pt x="877341" y="238544"/>
                  </a:lnTo>
                  <a:lnTo>
                    <a:pt x="858253" y="204431"/>
                  </a:lnTo>
                  <a:lnTo>
                    <a:pt x="832840" y="167767"/>
                  </a:lnTo>
                  <a:lnTo>
                    <a:pt x="802563" y="132270"/>
                  </a:lnTo>
                  <a:lnTo>
                    <a:pt x="768223" y="99390"/>
                  </a:lnTo>
                  <a:lnTo>
                    <a:pt x="739660" y="77190"/>
                  </a:lnTo>
                  <a:lnTo>
                    <a:pt x="739343" y="77558"/>
                  </a:lnTo>
                  <a:lnTo>
                    <a:pt x="742340" y="79819"/>
                  </a:lnTo>
                  <a:lnTo>
                    <a:pt x="745312" y="82143"/>
                  </a:lnTo>
                  <a:lnTo>
                    <a:pt x="778141" y="117030"/>
                  </a:lnTo>
                  <a:lnTo>
                    <a:pt x="799299" y="156083"/>
                  </a:lnTo>
                  <a:lnTo>
                    <a:pt x="812203" y="199986"/>
                  </a:lnTo>
                  <a:lnTo>
                    <a:pt x="817333" y="247078"/>
                  </a:lnTo>
                  <a:lnTo>
                    <a:pt x="815213" y="295656"/>
                  </a:lnTo>
                  <a:lnTo>
                    <a:pt x="806323" y="344043"/>
                  </a:lnTo>
                  <a:lnTo>
                    <a:pt x="791171" y="390550"/>
                  </a:lnTo>
                  <a:lnTo>
                    <a:pt x="770255" y="433476"/>
                  </a:lnTo>
                  <a:lnTo>
                    <a:pt x="744080" y="471144"/>
                  </a:lnTo>
                  <a:lnTo>
                    <a:pt x="583590" y="661441"/>
                  </a:lnTo>
                  <a:lnTo>
                    <a:pt x="582536" y="662940"/>
                  </a:lnTo>
                  <a:lnTo>
                    <a:pt x="554228" y="700989"/>
                  </a:lnTo>
                  <a:lnTo>
                    <a:pt x="531583" y="739673"/>
                  </a:lnTo>
                  <a:lnTo>
                    <a:pt x="514578" y="778357"/>
                  </a:lnTo>
                  <a:lnTo>
                    <a:pt x="501815" y="847559"/>
                  </a:lnTo>
                  <a:lnTo>
                    <a:pt x="508279" y="873975"/>
                  </a:lnTo>
                  <a:lnTo>
                    <a:pt x="524776" y="892225"/>
                  </a:lnTo>
                  <a:lnTo>
                    <a:pt x="552424" y="900264"/>
                  </a:lnTo>
                  <a:lnTo>
                    <a:pt x="592315" y="896035"/>
                  </a:lnTo>
                  <a:lnTo>
                    <a:pt x="631088" y="884224"/>
                  </a:lnTo>
                  <a:lnTo>
                    <a:pt x="669810" y="867435"/>
                  </a:lnTo>
                  <a:lnTo>
                    <a:pt x="709536" y="845375"/>
                  </a:lnTo>
                  <a:lnTo>
                    <a:pt x="751992" y="815213"/>
                  </a:lnTo>
                  <a:lnTo>
                    <a:pt x="789114" y="781900"/>
                  </a:lnTo>
                  <a:lnTo>
                    <a:pt x="821524" y="746340"/>
                  </a:lnTo>
                  <a:lnTo>
                    <a:pt x="833196" y="731647"/>
                  </a:lnTo>
                  <a:lnTo>
                    <a:pt x="835418" y="728776"/>
                  </a:lnTo>
                  <a:lnTo>
                    <a:pt x="858774" y="694766"/>
                  </a:lnTo>
                  <a:lnTo>
                    <a:pt x="866444" y="681977"/>
                  </a:lnTo>
                  <a:lnTo>
                    <a:pt x="867054" y="680974"/>
                  </a:lnTo>
                  <a:lnTo>
                    <a:pt x="869975" y="675843"/>
                  </a:lnTo>
                  <a:lnTo>
                    <a:pt x="872248" y="671741"/>
                  </a:lnTo>
                  <a:lnTo>
                    <a:pt x="874826" y="666940"/>
                  </a:lnTo>
                  <a:lnTo>
                    <a:pt x="875157" y="666267"/>
                  </a:lnTo>
                  <a:lnTo>
                    <a:pt x="877366" y="662063"/>
                  </a:lnTo>
                  <a:lnTo>
                    <a:pt x="879170" y="658520"/>
                  </a:lnTo>
                  <a:lnTo>
                    <a:pt x="880922" y="654964"/>
                  </a:lnTo>
                  <a:lnTo>
                    <a:pt x="881532" y="653770"/>
                  </a:lnTo>
                  <a:lnTo>
                    <a:pt x="882091" y="652576"/>
                  </a:lnTo>
                  <a:lnTo>
                    <a:pt x="884326" y="647979"/>
                  </a:lnTo>
                  <a:lnTo>
                    <a:pt x="885939" y="644550"/>
                  </a:lnTo>
                  <a:lnTo>
                    <a:pt x="902030" y="605142"/>
                  </a:lnTo>
                  <a:lnTo>
                    <a:pt x="904671" y="597420"/>
                  </a:lnTo>
                  <a:lnTo>
                    <a:pt x="905065" y="596328"/>
                  </a:lnTo>
                  <a:lnTo>
                    <a:pt x="915644" y="559587"/>
                  </a:lnTo>
                  <a:lnTo>
                    <a:pt x="924471" y="512737"/>
                  </a:lnTo>
                  <a:lnTo>
                    <a:pt x="928471" y="465416"/>
                  </a:lnTo>
                  <a:lnTo>
                    <a:pt x="928585" y="462102"/>
                  </a:lnTo>
                  <a:lnTo>
                    <a:pt x="928649" y="458292"/>
                  </a:lnTo>
                  <a:close/>
                </a:path>
              </a:pathLst>
            </a:custGeom>
            <a:solidFill>
              <a:srgbClr val="317EC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40" name="object 8">
              <a:extLst>
                <a:ext uri="{FF2B5EF4-FFF2-40B4-BE49-F238E27FC236}">
                  <a16:creationId xmlns:a16="http://schemas.microsoft.com/office/drawing/2014/main" id="{67E3F0D2-DB0C-A01D-8211-5FE486758774}"/>
                </a:ext>
              </a:extLst>
            </p:cNvPr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1728025" y="3537534"/>
              <a:ext cx="108724" cy="126225"/>
            </a:xfrm>
            <a:prstGeom prst="rect">
              <a:avLst/>
            </a:prstGeom>
          </p:spPr>
        </p:pic>
        <p:pic>
          <p:nvPicPr>
            <p:cNvPr id="41" name="object 9">
              <a:extLst>
                <a:ext uri="{FF2B5EF4-FFF2-40B4-BE49-F238E27FC236}">
                  <a16:creationId xmlns:a16="http://schemas.microsoft.com/office/drawing/2014/main" id="{ECA66947-B15C-3AE3-7688-3BFDF874B580}"/>
                </a:ext>
              </a:extLst>
            </p:cNvPr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1856755" y="3570711"/>
              <a:ext cx="205736" cy="94678"/>
            </a:xfrm>
            <a:prstGeom prst="rect">
              <a:avLst/>
            </a:prstGeom>
          </p:spPr>
        </p:pic>
        <p:pic>
          <p:nvPicPr>
            <p:cNvPr id="42" name="object 10">
              <a:extLst>
                <a:ext uri="{FF2B5EF4-FFF2-40B4-BE49-F238E27FC236}">
                  <a16:creationId xmlns:a16="http://schemas.microsoft.com/office/drawing/2014/main" id="{75080E52-40FE-AFB4-7593-B9380DE1BFE7}"/>
                </a:ext>
              </a:extLst>
            </p:cNvPr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2081621" y="3534835"/>
              <a:ext cx="219811" cy="129823"/>
            </a:xfrm>
            <a:prstGeom prst="rect">
              <a:avLst/>
            </a:prstGeom>
          </p:spPr>
        </p:pic>
        <p:pic>
          <p:nvPicPr>
            <p:cNvPr id="43" name="object 11">
              <a:extLst>
                <a:ext uri="{FF2B5EF4-FFF2-40B4-BE49-F238E27FC236}">
                  <a16:creationId xmlns:a16="http://schemas.microsoft.com/office/drawing/2014/main" id="{A06F61BF-3B04-4300-64C8-7A8D7F967FCC}"/>
                </a:ext>
              </a:extLst>
            </p:cNvPr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1728025" y="3753999"/>
              <a:ext cx="1613839" cy="355833"/>
            </a:xfrm>
            <a:prstGeom prst="rect">
              <a:avLst/>
            </a:prstGeom>
          </p:spPr>
        </p:pic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F874641E-B71B-64FE-A1EF-A3E0D26A5B2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4228" y="768350"/>
            <a:ext cx="8656092" cy="743340"/>
          </a:xfrm>
        </p:spPr>
        <p:txBody>
          <a:bodyPr anchor="b"/>
          <a:lstStyle>
            <a:lvl1pPr>
              <a:defRPr sz="3600" b="1">
                <a:solidFill>
                  <a:schemeClr val="bg1"/>
                </a:solidFill>
              </a:defRPr>
            </a:lvl1pPr>
          </a:lstStyle>
          <a:p>
            <a:r>
              <a:rPr lang="nl-NL"/>
              <a:t>Klik om stijl te bewerken</a:t>
            </a:r>
            <a:endParaRPr lang="nl-BE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4EEA6DA-7E90-62DB-D597-376CD233078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250250" y="1755311"/>
            <a:ext cx="8660070" cy="1223294"/>
          </a:xfrm>
        </p:spPr>
        <p:txBody>
          <a:bodyPr/>
          <a:lstStyle>
            <a:lvl1pPr marL="0" indent="0">
              <a:buNone/>
              <a:defRPr sz="2000" b="0">
                <a:solidFill>
                  <a:schemeClr val="bg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nl-NL"/>
              <a:t>Klikken om de tekststijl van het model te bewerken</a:t>
            </a:r>
          </a:p>
        </p:txBody>
      </p:sp>
      <p:pic>
        <p:nvPicPr>
          <p:cNvPr id="16" name="object 11">
            <a:extLst>
              <a:ext uri="{FF2B5EF4-FFF2-40B4-BE49-F238E27FC236}">
                <a16:creationId xmlns:a16="http://schemas.microsoft.com/office/drawing/2014/main" id="{06A92530-9E02-4793-53B0-47528CD65A90}"/>
              </a:ext>
            </a:extLst>
          </p:cNvPr>
          <p:cNvPicPr/>
          <p:nvPr userDrawn="1"/>
        </p:nvPicPr>
        <p:blipFill>
          <a:blip r:embed="rId8" cstate="print"/>
          <a:stretch>
            <a:fillRect/>
          </a:stretch>
        </p:blipFill>
        <p:spPr>
          <a:xfrm>
            <a:off x="11187825" y="5999869"/>
            <a:ext cx="824293" cy="6092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8926998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el en objec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3AE3556-DC65-8464-439E-11FCF2B1534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/>
              <a:t>Klik om stijl te bewerken</a:t>
            </a:r>
            <a:endParaRPr lang="nl-BE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6AE9DC1-8370-22D6-21BC-66A9E3F75EC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690688"/>
            <a:ext cx="10515600" cy="4351338"/>
          </a:xfrm>
        </p:spPr>
        <p:txBody>
          <a:bodyPr/>
          <a:lstStyle/>
          <a:p>
            <a:pPr lvl="0"/>
            <a:r>
              <a:rPr lang="nl-NL"/>
              <a:t>Klikken om de tekststijl van het model te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  <a:endParaRPr lang="nl-BE"/>
          </a:p>
        </p:txBody>
      </p:sp>
      <p:grpSp>
        <p:nvGrpSpPr>
          <p:cNvPr id="8" name="object 2">
            <a:extLst>
              <a:ext uri="{FF2B5EF4-FFF2-40B4-BE49-F238E27FC236}">
                <a16:creationId xmlns:a16="http://schemas.microsoft.com/office/drawing/2014/main" id="{5C575522-FEA4-FEBE-C213-4CA6F5E6CA48}"/>
              </a:ext>
            </a:extLst>
          </p:cNvPr>
          <p:cNvGrpSpPr/>
          <p:nvPr userDrawn="1"/>
        </p:nvGrpSpPr>
        <p:grpSpPr>
          <a:xfrm>
            <a:off x="235008" y="6311872"/>
            <a:ext cx="367030" cy="353060"/>
            <a:chOff x="235008" y="6311872"/>
            <a:chExt cx="367030" cy="353060"/>
          </a:xfrm>
        </p:grpSpPr>
        <p:pic>
          <p:nvPicPr>
            <p:cNvPr id="9" name="object 3">
              <a:extLst>
                <a:ext uri="{FF2B5EF4-FFF2-40B4-BE49-F238E27FC236}">
                  <a16:creationId xmlns:a16="http://schemas.microsoft.com/office/drawing/2014/main" id="{CC6E584C-21D8-CE2C-F34F-B64FB464876E}"/>
                </a:ext>
              </a:extLst>
            </p:cNvPr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362136" y="6432114"/>
              <a:ext cx="112745" cy="112741"/>
            </a:xfrm>
            <a:prstGeom prst="rect">
              <a:avLst/>
            </a:prstGeom>
          </p:spPr>
        </p:pic>
        <p:sp>
          <p:nvSpPr>
            <p:cNvPr id="10" name="object 4">
              <a:extLst>
                <a:ext uri="{FF2B5EF4-FFF2-40B4-BE49-F238E27FC236}">
                  <a16:creationId xmlns:a16="http://schemas.microsoft.com/office/drawing/2014/main" id="{24720FD1-2745-51F3-9226-B9E1B446B8C7}"/>
                </a:ext>
              </a:extLst>
            </p:cNvPr>
            <p:cNvSpPr/>
            <p:nvPr/>
          </p:nvSpPr>
          <p:spPr>
            <a:xfrm>
              <a:off x="235000" y="6312128"/>
              <a:ext cx="367030" cy="352425"/>
            </a:xfrm>
            <a:custGeom>
              <a:avLst/>
              <a:gdLst/>
              <a:ahLst/>
              <a:cxnLst/>
              <a:rect l="l" t="t" r="r" b="b"/>
              <a:pathLst>
                <a:path w="367030" h="352425">
                  <a:moveTo>
                    <a:pt x="167411" y="327253"/>
                  </a:moveTo>
                  <a:lnTo>
                    <a:pt x="157810" y="294513"/>
                  </a:lnTo>
                  <a:lnTo>
                    <a:pt x="136398" y="260680"/>
                  </a:lnTo>
                  <a:lnTo>
                    <a:pt x="135940" y="260121"/>
                  </a:lnTo>
                  <a:lnTo>
                    <a:pt x="135521" y="259537"/>
                  </a:lnTo>
                  <a:lnTo>
                    <a:pt x="135064" y="258965"/>
                  </a:lnTo>
                  <a:lnTo>
                    <a:pt x="72440" y="183743"/>
                  </a:lnTo>
                  <a:lnTo>
                    <a:pt x="52298" y="147193"/>
                  </a:lnTo>
                  <a:lnTo>
                    <a:pt x="43992" y="104394"/>
                  </a:lnTo>
                  <a:lnTo>
                    <a:pt x="49758" y="62992"/>
                  </a:lnTo>
                  <a:lnTo>
                    <a:pt x="71767" y="30619"/>
                  </a:lnTo>
                  <a:lnTo>
                    <a:pt x="72936" y="29667"/>
                  </a:lnTo>
                  <a:lnTo>
                    <a:pt x="74117" y="28752"/>
                  </a:lnTo>
                  <a:lnTo>
                    <a:pt x="75311" y="27863"/>
                  </a:lnTo>
                  <a:lnTo>
                    <a:pt x="75209" y="27736"/>
                  </a:lnTo>
                  <a:lnTo>
                    <a:pt x="44348" y="56032"/>
                  </a:lnTo>
                  <a:lnTo>
                    <a:pt x="17322" y="97307"/>
                  </a:lnTo>
                  <a:lnTo>
                    <a:pt x="2603" y="142684"/>
                  </a:lnTo>
                  <a:lnTo>
                    <a:pt x="0" y="189661"/>
                  </a:lnTo>
                  <a:lnTo>
                    <a:pt x="9347" y="235775"/>
                  </a:lnTo>
                  <a:lnTo>
                    <a:pt x="29959" y="277533"/>
                  </a:lnTo>
                  <a:lnTo>
                    <a:pt x="62420" y="314680"/>
                  </a:lnTo>
                  <a:lnTo>
                    <a:pt x="104444" y="342531"/>
                  </a:lnTo>
                  <a:lnTo>
                    <a:pt x="134112" y="352171"/>
                  </a:lnTo>
                  <a:lnTo>
                    <a:pt x="160274" y="349631"/>
                  </a:lnTo>
                  <a:lnTo>
                    <a:pt x="167411" y="327253"/>
                  </a:lnTo>
                  <a:close/>
                </a:path>
                <a:path w="367030" h="352425">
                  <a:moveTo>
                    <a:pt x="366991" y="163195"/>
                  </a:moveTo>
                  <a:lnTo>
                    <a:pt x="357695" y="117119"/>
                  </a:lnTo>
                  <a:lnTo>
                    <a:pt x="336804" y="74688"/>
                  </a:lnTo>
                  <a:lnTo>
                    <a:pt x="303847" y="37198"/>
                  </a:lnTo>
                  <a:lnTo>
                    <a:pt x="248678" y="4457"/>
                  </a:lnTo>
                  <a:lnTo>
                    <a:pt x="233591" y="0"/>
                  </a:lnTo>
                  <a:lnTo>
                    <a:pt x="206514" y="2616"/>
                  </a:lnTo>
                  <a:lnTo>
                    <a:pt x="199377" y="25006"/>
                  </a:lnTo>
                  <a:lnTo>
                    <a:pt x="208978" y="57734"/>
                  </a:lnTo>
                  <a:lnTo>
                    <a:pt x="230390" y="91579"/>
                  </a:lnTo>
                  <a:lnTo>
                    <a:pt x="230835" y="92138"/>
                  </a:lnTo>
                  <a:lnTo>
                    <a:pt x="231254" y="92722"/>
                  </a:lnTo>
                  <a:lnTo>
                    <a:pt x="231711" y="93294"/>
                  </a:lnTo>
                  <a:lnTo>
                    <a:pt x="294335" y="168516"/>
                  </a:lnTo>
                  <a:lnTo>
                    <a:pt x="314490" y="205066"/>
                  </a:lnTo>
                  <a:lnTo>
                    <a:pt x="322783" y="247853"/>
                  </a:lnTo>
                  <a:lnTo>
                    <a:pt x="317030" y="289255"/>
                  </a:lnTo>
                  <a:lnTo>
                    <a:pt x="295821" y="320459"/>
                  </a:lnTo>
                  <a:lnTo>
                    <a:pt x="321665" y="297599"/>
                  </a:lnTo>
                  <a:lnTo>
                    <a:pt x="349465" y="255765"/>
                  </a:lnTo>
                  <a:lnTo>
                    <a:pt x="364299" y="210362"/>
                  </a:lnTo>
                  <a:lnTo>
                    <a:pt x="364413" y="209804"/>
                  </a:lnTo>
                  <a:lnTo>
                    <a:pt x="366991" y="163195"/>
                  </a:lnTo>
                  <a:close/>
                </a:path>
              </a:pathLst>
            </a:custGeom>
            <a:solidFill>
              <a:srgbClr val="6BBE9F"/>
            </a:solidFill>
          </p:spPr>
          <p:txBody>
            <a:bodyPr wrap="square" lIns="0" tIns="0" rIns="0" bIns="0" rtlCol="0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sp>
          <p:nvSpPr>
            <p:cNvPr id="11" name="object 5">
              <a:extLst>
                <a:ext uri="{FF2B5EF4-FFF2-40B4-BE49-F238E27FC236}">
                  <a16:creationId xmlns:a16="http://schemas.microsoft.com/office/drawing/2014/main" id="{41983FAF-7BF9-F790-6911-4F079BD4D37E}"/>
                </a:ext>
              </a:extLst>
            </p:cNvPr>
            <p:cNvSpPr/>
            <p:nvPr/>
          </p:nvSpPr>
          <p:spPr>
            <a:xfrm>
              <a:off x="235000" y="6311874"/>
              <a:ext cx="367030" cy="353060"/>
            </a:xfrm>
            <a:custGeom>
              <a:avLst/>
              <a:gdLst/>
              <a:ahLst/>
              <a:cxnLst/>
              <a:rect l="l" t="t" r="r" b="b"/>
              <a:pathLst>
                <a:path w="367030" h="353059">
                  <a:moveTo>
                    <a:pt x="168376" y="25158"/>
                  </a:moveTo>
                  <a:lnTo>
                    <a:pt x="161378" y="2730"/>
                  </a:lnTo>
                  <a:lnTo>
                    <a:pt x="134899" y="0"/>
                  </a:lnTo>
                  <a:lnTo>
                    <a:pt x="108267" y="8674"/>
                  </a:lnTo>
                  <a:lnTo>
                    <a:pt x="74193" y="28587"/>
                  </a:lnTo>
                  <a:lnTo>
                    <a:pt x="45364" y="55333"/>
                  </a:lnTo>
                  <a:lnTo>
                    <a:pt x="17322" y="97561"/>
                  </a:lnTo>
                  <a:lnTo>
                    <a:pt x="2603" y="142938"/>
                  </a:lnTo>
                  <a:lnTo>
                    <a:pt x="0" y="189915"/>
                  </a:lnTo>
                  <a:lnTo>
                    <a:pt x="9169" y="235165"/>
                  </a:lnTo>
                  <a:lnTo>
                    <a:pt x="30454" y="278803"/>
                  </a:lnTo>
                  <a:lnTo>
                    <a:pt x="62445" y="314960"/>
                  </a:lnTo>
                  <a:lnTo>
                    <a:pt x="70396" y="320509"/>
                  </a:lnTo>
                  <a:lnTo>
                    <a:pt x="49034" y="288658"/>
                  </a:lnTo>
                  <a:lnTo>
                    <a:pt x="43548" y="247218"/>
                  </a:lnTo>
                  <a:lnTo>
                    <a:pt x="52108" y="204482"/>
                  </a:lnTo>
                  <a:lnTo>
                    <a:pt x="72478" y="168059"/>
                  </a:lnTo>
                  <a:lnTo>
                    <a:pt x="136055" y="92684"/>
                  </a:lnTo>
                  <a:lnTo>
                    <a:pt x="136474" y="92100"/>
                  </a:lnTo>
                  <a:lnTo>
                    <a:pt x="136931" y="91541"/>
                  </a:lnTo>
                  <a:lnTo>
                    <a:pt x="158559" y="57835"/>
                  </a:lnTo>
                  <a:lnTo>
                    <a:pt x="168376" y="25158"/>
                  </a:lnTo>
                  <a:close/>
                </a:path>
                <a:path w="367030" h="353059">
                  <a:moveTo>
                    <a:pt x="367004" y="163309"/>
                  </a:moveTo>
                  <a:lnTo>
                    <a:pt x="357873" y="118300"/>
                  </a:lnTo>
                  <a:lnTo>
                    <a:pt x="336550" y="74422"/>
                  </a:lnTo>
                  <a:lnTo>
                    <a:pt x="303860" y="37465"/>
                  </a:lnTo>
                  <a:lnTo>
                    <a:pt x="296189" y="31965"/>
                  </a:lnTo>
                  <a:lnTo>
                    <a:pt x="317741" y="64109"/>
                  </a:lnTo>
                  <a:lnTo>
                    <a:pt x="323240" y="105549"/>
                  </a:lnTo>
                  <a:lnTo>
                    <a:pt x="314667" y="148285"/>
                  </a:lnTo>
                  <a:lnTo>
                    <a:pt x="294297" y="184708"/>
                  </a:lnTo>
                  <a:lnTo>
                    <a:pt x="230720" y="260083"/>
                  </a:lnTo>
                  <a:lnTo>
                    <a:pt x="230301" y="260667"/>
                  </a:lnTo>
                  <a:lnTo>
                    <a:pt x="229844" y="261226"/>
                  </a:lnTo>
                  <a:lnTo>
                    <a:pt x="208216" y="294932"/>
                  </a:lnTo>
                  <a:lnTo>
                    <a:pt x="198412" y="327596"/>
                  </a:lnTo>
                  <a:lnTo>
                    <a:pt x="205397" y="350024"/>
                  </a:lnTo>
                  <a:lnTo>
                    <a:pt x="232676" y="352844"/>
                  </a:lnTo>
                  <a:lnTo>
                    <a:pt x="237553" y="351853"/>
                  </a:lnTo>
                  <a:lnTo>
                    <a:pt x="285318" y="329844"/>
                  </a:lnTo>
                  <a:lnTo>
                    <a:pt x="317474" y="301548"/>
                  </a:lnTo>
                  <a:lnTo>
                    <a:pt x="348576" y="257378"/>
                  </a:lnTo>
                  <a:lnTo>
                    <a:pt x="364083" y="211277"/>
                  </a:lnTo>
                  <a:lnTo>
                    <a:pt x="364464" y="209245"/>
                  </a:lnTo>
                  <a:lnTo>
                    <a:pt x="367004" y="163309"/>
                  </a:lnTo>
                  <a:close/>
                </a:path>
              </a:pathLst>
            </a:custGeom>
            <a:solidFill>
              <a:srgbClr val="317EC1"/>
            </a:solidFill>
          </p:spPr>
          <p:txBody>
            <a:bodyPr wrap="square" lIns="0" tIns="0" rIns="0" bIns="0" rtlCol="0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</p:grpSp>
      <p:pic>
        <p:nvPicPr>
          <p:cNvPr id="13" name="object 7">
            <a:extLst>
              <a:ext uri="{FF2B5EF4-FFF2-40B4-BE49-F238E27FC236}">
                <a16:creationId xmlns:a16="http://schemas.microsoft.com/office/drawing/2014/main" id="{F40AE3D1-B212-E689-82CE-55A61CF8D855}"/>
              </a:ext>
            </a:extLst>
          </p:cNvPr>
          <p:cNvPicPr/>
          <p:nvPr userDrawn="1"/>
        </p:nvPicPr>
        <p:blipFill>
          <a:blip r:embed="rId3" cstate="print"/>
          <a:stretch>
            <a:fillRect/>
          </a:stretch>
        </p:blipFill>
        <p:spPr>
          <a:xfrm>
            <a:off x="11602948" y="6338934"/>
            <a:ext cx="412140" cy="304625"/>
          </a:xfrm>
          <a:prstGeom prst="rect">
            <a:avLst/>
          </a:prstGeom>
        </p:spPr>
      </p:pic>
      <p:sp>
        <p:nvSpPr>
          <p:cNvPr id="14" name="Slide Number Placeholder 5">
            <a:extLst>
              <a:ext uri="{FF2B5EF4-FFF2-40B4-BE49-F238E27FC236}">
                <a16:creationId xmlns:a16="http://schemas.microsoft.com/office/drawing/2014/main" id="{2A41BA1E-EB5C-EFF9-008D-06DAE83F886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602948" y="-14857"/>
            <a:ext cx="523349" cy="365125"/>
          </a:xfrm>
          <a:prstGeom prst="rect">
            <a:avLst/>
          </a:prstGeom>
        </p:spPr>
        <p:txBody>
          <a:bodyPr/>
          <a:lstStyle>
            <a:lvl1pPr>
              <a:defRPr b="1">
                <a:solidFill>
                  <a:schemeClr val="bg1"/>
                </a:solidFill>
                <a:latin typeface="Open Sans" pitchFamily="2" charset="0"/>
                <a:ea typeface="Open Sans" pitchFamily="2" charset="0"/>
                <a:cs typeface="Open Sans" pitchFamily="2" charset="0"/>
              </a:defRPr>
            </a:lvl1pPr>
          </a:lstStyle>
          <a:p>
            <a:fld id="{B7B886DB-A2D9-4379-A7BE-E36474F7753C}" type="slidenum">
              <a:rPr lang="nl-BE" smtClean="0"/>
              <a:pPr/>
              <a:t>‹#›</a:t>
            </a:fld>
            <a:endParaRPr lang="nl-BE" dirty="0"/>
          </a:p>
        </p:txBody>
      </p:sp>
    </p:spTree>
    <p:extLst>
      <p:ext uri="{BB962C8B-B14F-4D97-AF65-F5344CB8AC3E}">
        <p14:creationId xmlns:p14="http://schemas.microsoft.com/office/powerpoint/2010/main" val="226692114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object 2">
            <a:extLst>
              <a:ext uri="{FF2B5EF4-FFF2-40B4-BE49-F238E27FC236}">
                <a16:creationId xmlns:a16="http://schemas.microsoft.com/office/drawing/2014/main" id="{FDC1CD14-E509-81A6-3D9B-7A0F03C8ABFE}"/>
              </a:ext>
            </a:extLst>
          </p:cNvPr>
          <p:cNvPicPr/>
          <p:nvPr userDrawn="1"/>
        </p:nvPicPr>
        <p:blipFill>
          <a:blip r:embed="rId2" cstate="print"/>
          <a:stretch>
            <a:fillRect/>
          </a:stretch>
        </p:blipFill>
        <p:spPr>
          <a:xfrm>
            <a:off x="0" y="-18853"/>
            <a:ext cx="12192113" cy="6164999"/>
          </a:xfrm>
          <a:prstGeom prst="rect">
            <a:avLst/>
          </a:prstGeom>
        </p:spPr>
      </p:pic>
      <p:sp>
        <p:nvSpPr>
          <p:cNvPr id="3" name="Subtitle 2">
            <a:extLst>
              <a:ext uri="{FF2B5EF4-FFF2-40B4-BE49-F238E27FC236}">
                <a16:creationId xmlns:a16="http://schemas.microsoft.com/office/drawing/2014/main" id="{85897A47-F02A-A83F-50C1-60381F008C6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209166" y="1886547"/>
            <a:ext cx="9144000" cy="1655762"/>
          </a:xfrm>
        </p:spPr>
        <p:txBody>
          <a:bodyPr/>
          <a:lstStyle>
            <a:lvl1pPr marL="0" indent="0" algn="l">
              <a:buNone/>
              <a:defRPr sz="4000" b="1">
                <a:solidFill>
                  <a:schemeClr val="bg1"/>
                </a:solidFill>
                <a:latin typeface="Open Sans" pitchFamily="2" charset="0"/>
                <a:ea typeface="Open Sans" pitchFamily="2" charset="0"/>
                <a:cs typeface="Open Sans" pitchFamily="2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nl-NL"/>
              <a:t>Klikken om de ondertitelstijl van het model te bewerken</a:t>
            </a:r>
            <a:endParaRPr lang="nl-BE" dirty="0"/>
          </a:p>
        </p:txBody>
      </p:sp>
      <p:sp>
        <p:nvSpPr>
          <p:cNvPr id="7" name="Title 6">
            <a:extLst>
              <a:ext uri="{FF2B5EF4-FFF2-40B4-BE49-F238E27FC236}">
                <a16:creationId xmlns:a16="http://schemas.microsoft.com/office/drawing/2014/main" id="{023BA5CD-072F-50AF-D911-8D244D5E334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09166" y="668852"/>
            <a:ext cx="10515600" cy="1129468"/>
          </a:xfrm>
        </p:spPr>
        <p:txBody>
          <a:bodyPr>
            <a:normAutofit/>
          </a:bodyPr>
          <a:lstStyle>
            <a:lvl1pPr>
              <a:defRPr sz="2800" b="0">
                <a:solidFill>
                  <a:schemeClr val="bg1"/>
                </a:solidFill>
              </a:defRPr>
            </a:lvl1pPr>
          </a:lstStyle>
          <a:p>
            <a:r>
              <a:rPr lang="nl-NL"/>
              <a:t>Klik om stijl te bewerken</a:t>
            </a:r>
            <a:endParaRPr lang="nl-BE" dirty="0"/>
          </a:p>
        </p:txBody>
      </p:sp>
      <p:grpSp>
        <p:nvGrpSpPr>
          <p:cNvPr id="9" name="object 3">
            <a:extLst>
              <a:ext uri="{FF2B5EF4-FFF2-40B4-BE49-F238E27FC236}">
                <a16:creationId xmlns:a16="http://schemas.microsoft.com/office/drawing/2014/main" id="{5ADBAF25-17B5-35B6-8825-CC1F39EBE85B}"/>
              </a:ext>
            </a:extLst>
          </p:cNvPr>
          <p:cNvGrpSpPr/>
          <p:nvPr userDrawn="1"/>
        </p:nvGrpSpPr>
        <p:grpSpPr>
          <a:xfrm>
            <a:off x="232043" y="6311872"/>
            <a:ext cx="367030" cy="353060"/>
            <a:chOff x="232043" y="6311872"/>
            <a:chExt cx="367030" cy="353060"/>
          </a:xfrm>
        </p:grpSpPr>
        <p:pic>
          <p:nvPicPr>
            <p:cNvPr id="10" name="object 4">
              <a:extLst>
                <a:ext uri="{FF2B5EF4-FFF2-40B4-BE49-F238E27FC236}">
                  <a16:creationId xmlns:a16="http://schemas.microsoft.com/office/drawing/2014/main" id="{23E84108-543B-7FF8-907A-AD845A71D48F}"/>
                </a:ext>
              </a:extLst>
            </p:cNvPr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359165" y="6432114"/>
              <a:ext cx="112745" cy="112741"/>
            </a:xfrm>
            <a:prstGeom prst="rect">
              <a:avLst/>
            </a:prstGeom>
          </p:spPr>
        </p:pic>
        <p:sp>
          <p:nvSpPr>
            <p:cNvPr id="11" name="object 5">
              <a:extLst>
                <a:ext uri="{FF2B5EF4-FFF2-40B4-BE49-F238E27FC236}">
                  <a16:creationId xmlns:a16="http://schemas.microsoft.com/office/drawing/2014/main" id="{B4383AD5-3B75-8A4E-2E8D-17BE28E65DCF}"/>
                </a:ext>
              </a:extLst>
            </p:cNvPr>
            <p:cNvSpPr/>
            <p:nvPr/>
          </p:nvSpPr>
          <p:spPr>
            <a:xfrm>
              <a:off x="232041" y="6312128"/>
              <a:ext cx="367030" cy="352425"/>
            </a:xfrm>
            <a:custGeom>
              <a:avLst/>
              <a:gdLst/>
              <a:ahLst/>
              <a:cxnLst/>
              <a:rect l="l" t="t" r="r" b="b"/>
              <a:pathLst>
                <a:path w="367030" h="352425">
                  <a:moveTo>
                    <a:pt x="167398" y="327253"/>
                  </a:moveTo>
                  <a:lnTo>
                    <a:pt x="157797" y="294513"/>
                  </a:lnTo>
                  <a:lnTo>
                    <a:pt x="136385" y="260680"/>
                  </a:lnTo>
                  <a:lnTo>
                    <a:pt x="135928" y="260121"/>
                  </a:lnTo>
                  <a:lnTo>
                    <a:pt x="135509" y="259537"/>
                  </a:lnTo>
                  <a:lnTo>
                    <a:pt x="135051" y="258965"/>
                  </a:lnTo>
                  <a:lnTo>
                    <a:pt x="72428" y="183743"/>
                  </a:lnTo>
                  <a:lnTo>
                    <a:pt x="52285" y="147193"/>
                  </a:lnTo>
                  <a:lnTo>
                    <a:pt x="43992" y="104394"/>
                  </a:lnTo>
                  <a:lnTo>
                    <a:pt x="49745" y="62992"/>
                  </a:lnTo>
                  <a:lnTo>
                    <a:pt x="71755" y="30619"/>
                  </a:lnTo>
                  <a:lnTo>
                    <a:pt x="72923" y="29667"/>
                  </a:lnTo>
                  <a:lnTo>
                    <a:pt x="74104" y="28752"/>
                  </a:lnTo>
                  <a:lnTo>
                    <a:pt x="75298" y="27863"/>
                  </a:lnTo>
                  <a:lnTo>
                    <a:pt x="75196" y="27736"/>
                  </a:lnTo>
                  <a:lnTo>
                    <a:pt x="44335" y="56032"/>
                  </a:lnTo>
                  <a:lnTo>
                    <a:pt x="17322" y="97307"/>
                  </a:lnTo>
                  <a:lnTo>
                    <a:pt x="2590" y="142684"/>
                  </a:lnTo>
                  <a:lnTo>
                    <a:pt x="0" y="189661"/>
                  </a:lnTo>
                  <a:lnTo>
                    <a:pt x="9334" y="235775"/>
                  </a:lnTo>
                  <a:lnTo>
                    <a:pt x="29946" y="277533"/>
                  </a:lnTo>
                  <a:lnTo>
                    <a:pt x="62407" y="314680"/>
                  </a:lnTo>
                  <a:lnTo>
                    <a:pt x="104432" y="342531"/>
                  </a:lnTo>
                  <a:lnTo>
                    <a:pt x="134112" y="352171"/>
                  </a:lnTo>
                  <a:lnTo>
                    <a:pt x="160261" y="349631"/>
                  </a:lnTo>
                  <a:lnTo>
                    <a:pt x="167398" y="327253"/>
                  </a:lnTo>
                  <a:close/>
                </a:path>
                <a:path w="367030" h="352425">
                  <a:moveTo>
                    <a:pt x="366979" y="163182"/>
                  </a:moveTo>
                  <a:lnTo>
                    <a:pt x="357682" y="117106"/>
                  </a:lnTo>
                  <a:lnTo>
                    <a:pt x="336791" y="74676"/>
                  </a:lnTo>
                  <a:lnTo>
                    <a:pt x="303847" y="37198"/>
                  </a:lnTo>
                  <a:lnTo>
                    <a:pt x="248678" y="4457"/>
                  </a:lnTo>
                  <a:lnTo>
                    <a:pt x="233578" y="0"/>
                  </a:lnTo>
                  <a:lnTo>
                    <a:pt x="206502" y="2628"/>
                  </a:lnTo>
                  <a:lnTo>
                    <a:pt x="199364" y="25006"/>
                  </a:lnTo>
                  <a:lnTo>
                    <a:pt x="208965" y="57734"/>
                  </a:lnTo>
                  <a:lnTo>
                    <a:pt x="230390" y="91579"/>
                  </a:lnTo>
                  <a:lnTo>
                    <a:pt x="230835" y="92138"/>
                  </a:lnTo>
                  <a:lnTo>
                    <a:pt x="231254" y="92722"/>
                  </a:lnTo>
                  <a:lnTo>
                    <a:pt x="231711" y="93294"/>
                  </a:lnTo>
                  <a:lnTo>
                    <a:pt x="294335" y="168516"/>
                  </a:lnTo>
                  <a:lnTo>
                    <a:pt x="314477" y="205066"/>
                  </a:lnTo>
                  <a:lnTo>
                    <a:pt x="322770" y="247853"/>
                  </a:lnTo>
                  <a:lnTo>
                    <a:pt x="317017" y="289255"/>
                  </a:lnTo>
                  <a:lnTo>
                    <a:pt x="295808" y="320459"/>
                  </a:lnTo>
                  <a:lnTo>
                    <a:pt x="321652" y="297599"/>
                  </a:lnTo>
                  <a:lnTo>
                    <a:pt x="349453" y="255752"/>
                  </a:lnTo>
                  <a:lnTo>
                    <a:pt x="364286" y="210362"/>
                  </a:lnTo>
                  <a:lnTo>
                    <a:pt x="364401" y="209804"/>
                  </a:lnTo>
                  <a:lnTo>
                    <a:pt x="366979" y="163182"/>
                  </a:lnTo>
                  <a:close/>
                </a:path>
              </a:pathLst>
            </a:custGeom>
            <a:solidFill>
              <a:srgbClr val="6BBE9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" name="object 6">
              <a:extLst>
                <a:ext uri="{FF2B5EF4-FFF2-40B4-BE49-F238E27FC236}">
                  <a16:creationId xmlns:a16="http://schemas.microsoft.com/office/drawing/2014/main" id="{D5795769-0F1E-C75E-9D76-EE334BF60B8B}"/>
                </a:ext>
              </a:extLst>
            </p:cNvPr>
            <p:cNvSpPr/>
            <p:nvPr/>
          </p:nvSpPr>
          <p:spPr>
            <a:xfrm>
              <a:off x="232041" y="6311874"/>
              <a:ext cx="367030" cy="353060"/>
            </a:xfrm>
            <a:custGeom>
              <a:avLst/>
              <a:gdLst/>
              <a:ahLst/>
              <a:cxnLst/>
              <a:rect l="l" t="t" r="r" b="b"/>
              <a:pathLst>
                <a:path w="367030" h="353059">
                  <a:moveTo>
                    <a:pt x="168363" y="25158"/>
                  </a:moveTo>
                  <a:lnTo>
                    <a:pt x="161378" y="2730"/>
                  </a:lnTo>
                  <a:lnTo>
                    <a:pt x="134886" y="0"/>
                  </a:lnTo>
                  <a:lnTo>
                    <a:pt x="108254" y="8674"/>
                  </a:lnTo>
                  <a:lnTo>
                    <a:pt x="74193" y="28587"/>
                  </a:lnTo>
                  <a:lnTo>
                    <a:pt x="45262" y="55422"/>
                  </a:lnTo>
                  <a:lnTo>
                    <a:pt x="17322" y="97561"/>
                  </a:lnTo>
                  <a:lnTo>
                    <a:pt x="2590" y="142938"/>
                  </a:lnTo>
                  <a:lnTo>
                    <a:pt x="0" y="189915"/>
                  </a:lnTo>
                  <a:lnTo>
                    <a:pt x="9169" y="235178"/>
                  </a:lnTo>
                  <a:lnTo>
                    <a:pt x="30441" y="278803"/>
                  </a:lnTo>
                  <a:lnTo>
                    <a:pt x="62420" y="314960"/>
                  </a:lnTo>
                  <a:lnTo>
                    <a:pt x="70383" y="320509"/>
                  </a:lnTo>
                  <a:lnTo>
                    <a:pt x="49034" y="288658"/>
                  </a:lnTo>
                  <a:lnTo>
                    <a:pt x="43535" y="247218"/>
                  </a:lnTo>
                  <a:lnTo>
                    <a:pt x="52095" y="204482"/>
                  </a:lnTo>
                  <a:lnTo>
                    <a:pt x="72466" y="168059"/>
                  </a:lnTo>
                  <a:lnTo>
                    <a:pt x="136042" y="92684"/>
                  </a:lnTo>
                  <a:lnTo>
                    <a:pt x="136461" y="92100"/>
                  </a:lnTo>
                  <a:lnTo>
                    <a:pt x="136918" y="91541"/>
                  </a:lnTo>
                  <a:lnTo>
                    <a:pt x="158559" y="57835"/>
                  </a:lnTo>
                  <a:lnTo>
                    <a:pt x="168363" y="25158"/>
                  </a:lnTo>
                  <a:close/>
                </a:path>
                <a:path w="367030" h="353059">
                  <a:moveTo>
                    <a:pt x="366991" y="163309"/>
                  </a:moveTo>
                  <a:lnTo>
                    <a:pt x="357860" y="118287"/>
                  </a:lnTo>
                  <a:lnTo>
                    <a:pt x="336537" y="74422"/>
                  </a:lnTo>
                  <a:lnTo>
                    <a:pt x="303834" y="37465"/>
                  </a:lnTo>
                  <a:lnTo>
                    <a:pt x="296176" y="31965"/>
                  </a:lnTo>
                  <a:lnTo>
                    <a:pt x="317728" y="64109"/>
                  </a:lnTo>
                  <a:lnTo>
                    <a:pt x="323227" y="105549"/>
                  </a:lnTo>
                  <a:lnTo>
                    <a:pt x="314655" y="148285"/>
                  </a:lnTo>
                  <a:lnTo>
                    <a:pt x="294297" y="184708"/>
                  </a:lnTo>
                  <a:lnTo>
                    <a:pt x="230720" y="260083"/>
                  </a:lnTo>
                  <a:lnTo>
                    <a:pt x="230301" y="260667"/>
                  </a:lnTo>
                  <a:lnTo>
                    <a:pt x="229844" y="261226"/>
                  </a:lnTo>
                  <a:lnTo>
                    <a:pt x="208203" y="294932"/>
                  </a:lnTo>
                  <a:lnTo>
                    <a:pt x="198399" y="327596"/>
                  </a:lnTo>
                  <a:lnTo>
                    <a:pt x="205384" y="350024"/>
                  </a:lnTo>
                  <a:lnTo>
                    <a:pt x="232676" y="352844"/>
                  </a:lnTo>
                  <a:lnTo>
                    <a:pt x="237540" y="351853"/>
                  </a:lnTo>
                  <a:lnTo>
                    <a:pt x="285305" y="329844"/>
                  </a:lnTo>
                  <a:lnTo>
                    <a:pt x="317474" y="301548"/>
                  </a:lnTo>
                  <a:lnTo>
                    <a:pt x="348564" y="257365"/>
                  </a:lnTo>
                  <a:lnTo>
                    <a:pt x="364083" y="211264"/>
                  </a:lnTo>
                  <a:lnTo>
                    <a:pt x="364451" y="209257"/>
                  </a:lnTo>
                  <a:lnTo>
                    <a:pt x="366991" y="163309"/>
                  </a:lnTo>
                  <a:close/>
                </a:path>
              </a:pathLst>
            </a:custGeom>
            <a:solidFill>
              <a:srgbClr val="317EC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pic>
        <p:nvPicPr>
          <p:cNvPr id="14" name="object 8">
            <a:extLst>
              <a:ext uri="{FF2B5EF4-FFF2-40B4-BE49-F238E27FC236}">
                <a16:creationId xmlns:a16="http://schemas.microsoft.com/office/drawing/2014/main" id="{56382CFE-B1E4-425D-79A9-5EABF2C4F499}"/>
              </a:ext>
            </a:extLst>
          </p:cNvPr>
          <p:cNvPicPr/>
          <p:nvPr userDrawn="1"/>
        </p:nvPicPr>
        <p:blipFill>
          <a:blip r:embed="rId4" cstate="print"/>
          <a:stretch>
            <a:fillRect/>
          </a:stretch>
        </p:blipFill>
        <p:spPr>
          <a:xfrm>
            <a:off x="11599976" y="6338934"/>
            <a:ext cx="412140" cy="304625"/>
          </a:xfrm>
          <a:prstGeom prst="rect">
            <a:avLst/>
          </a:prstGeom>
        </p:spPr>
      </p:pic>
      <p:sp>
        <p:nvSpPr>
          <p:cNvPr id="15" name="object 9">
            <a:extLst>
              <a:ext uri="{FF2B5EF4-FFF2-40B4-BE49-F238E27FC236}">
                <a16:creationId xmlns:a16="http://schemas.microsoft.com/office/drawing/2014/main" id="{E82A36C7-79D3-B2D9-C72D-C13BC7981F71}"/>
              </a:ext>
            </a:extLst>
          </p:cNvPr>
          <p:cNvSpPr/>
          <p:nvPr userDrawn="1"/>
        </p:nvSpPr>
        <p:spPr>
          <a:xfrm>
            <a:off x="1300245" y="1584960"/>
            <a:ext cx="5184140" cy="0"/>
          </a:xfrm>
          <a:custGeom>
            <a:avLst/>
            <a:gdLst/>
            <a:ahLst/>
            <a:cxnLst/>
            <a:rect l="l" t="t" r="r" b="b"/>
            <a:pathLst>
              <a:path w="5184140">
                <a:moveTo>
                  <a:pt x="0" y="0"/>
                </a:moveTo>
                <a:lnTo>
                  <a:pt x="5184000" y="0"/>
                </a:lnTo>
              </a:path>
            </a:pathLst>
          </a:custGeom>
          <a:ln w="25400">
            <a:solidFill>
              <a:srgbClr val="FFFFF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19" name="object 6">
            <a:extLst>
              <a:ext uri="{FF2B5EF4-FFF2-40B4-BE49-F238E27FC236}">
                <a16:creationId xmlns:a16="http://schemas.microsoft.com/office/drawing/2014/main" id="{0A34DBDC-06F7-7C7E-423F-86060EDD624E}"/>
              </a:ext>
            </a:extLst>
          </p:cNvPr>
          <p:cNvPicPr/>
          <p:nvPr userDrawn="1"/>
        </p:nvPicPr>
        <p:blipFill>
          <a:blip r:embed="rId5" cstate="print"/>
          <a:stretch>
            <a:fillRect/>
          </a:stretch>
        </p:blipFill>
        <p:spPr>
          <a:xfrm>
            <a:off x="664819" y="6381838"/>
            <a:ext cx="639229" cy="2277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1916317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Inhoud van twe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1181B5E-E302-B988-DD5F-F0CB7E261BC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/>
              <a:t>Klik om stijl te bewerken</a:t>
            </a:r>
            <a:endParaRPr lang="nl-BE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3A29465-4E1D-4DFF-9E13-9F5732C382A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nl-NL"/>
              <a:t>Klikken om de tekststijl van het model te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  <a:endParaRPr lang="nl-BE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A4EB563-A831-8A84-973C-88C6987BC5E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nl-NL"/>
              <a:t>Klikken om de tekststijl van het model te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  <a:endParaRPr lang="nl-BE"/>
          </a:p>
        </p:txBody>
      </p:sp>
      <p:sp>
        <p:nvSpPr>
          <p:cNvPr id="8" name="Slide Number Placeholder 5">
            <a:extLst>
              <a:ext uri="{FF2B5EF4-FFF2-40B4-BE49-F238E27FC236}">
                <a16:creationId xmlns:a16="http://schemas.microsoft.com/office/drawing/2014/main" id="{9529BCFE-BD02-1B55-D59C-46DB4E6DF3C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602948" y="-14857"/>
            <a:ext cx="523349" cy="365125"/>
          </a:xfrm>
          <a:prstGeom prst="rect">
            <a:avLst/>
          </a:prstGeom>
        </p:spPr>
        <p:txBody>
          <a:bodyPr/>
          <a:lstStyle>
            <a:lvl1pPr>
              <a:defRPr b="1">
                <a:solidFill>
                  <a:schemeClr val="bg1"/>
                </a:solidFill>
                <a:latin typeface="Open Sans" pitchFamily="2" charset="0"/>
                <a:ea typeface="Open Sans" pitchFamily="2" charset="0"/>
                <a:cs typeface="Open Sans" pitchFamily="2" charset="0"/>
              </a:defRPr>
            </a:lvl1pPr>
          </a:lstStyle>
          <a:p>
            <a:fld id="{B7B886DB-A2D9-4379-A7BE-E36474F7753C}" type="slidenum">
              <a:rPr lang="nl-BE" smtClean="0"/>
              <a:pPr/>
              <a:t>‹#›</a:t>
            </a:fld>
            <a:endParaRPr lang="nl-BE" dirty="0"/>
          </a:p>
        </p:txBody>
      </p:sp>
    </p:spTree>
    <p:extLst>
      <p:ext uri="{BB962C8B-B14F-4D97-AF65-F5344CB8AC3E}">
        <p14:creationId xmlns:p14="http://schemas.microsoft.com/office/powerpoint/2010/main" val="58520785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Vergelijkin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2FBB2B6-DF7C-FF03-59FC-EAF799D7021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nl-NL"/>
              <a:t>Klik om stijl te bewerken</a:t>
            </a:r>
            <a:endParaRPr lang="nl-BE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4234D9E-B2CC-42A0-0F44-A1943C5BAAA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>
                <a:solidFill>
                  <a:srgbClr val="40E4AD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nl-NL"/>
              <a:t>Klikken om de tekststijl van het model te bewerken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25B8615-B898-10A7-9DBE-F3ADF8F8922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nl-NL"/>
              <a:t>Klikken om de tekststijl van het model te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  <a:endParaRPr lang="nl-BE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7C1FEAFC-A829-E94F-0E85-69C3BAEC8EF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>
                <a:solidFill>
                  <a:srgbClr val="40E4AD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nl-NL"/>
              <a:t>Klikken om de tekststijl van het model te bewerken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1EBDA103-6D8C-E774-6EA6-F46F9DC1365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nl-NL"/>
              <a:t>Klikken om de tekststijl van het model te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  <a:endParaRPr lang="nl-BE" dirty="0"/>
          </a:p>
        </p:txBody>
      </p:sp>
      <p:sp>
        <p:nvSpPr>
          <p:cNvPr id="10" name="Slide Number Placeholder 5">
            <a:extLst>
              <a:ext uri="{FF2B5EF4-FFF2-40B4-BE49-F238E27FC236}">
                <a16:creationId xmlns:a16="http://schemas.microsoft.com/office/drawing/2014/main" id="{0637D8A5-A365-ECB6-7F19-4621C5076C7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602948" y="-14857"/>
            <a:ext cx="523349" cy="365125"/>
          </a:xfrm>
          <a:prstGeom prst="rect">
            <a:avLst/>
          </a:prstGeom>
        </p:spPr>
        <p:txBody>
          <a:bodyPr/>
          <a:lstStyle>
            <a:lvl1pPr>
              <a:defRPr b="1">
                <a:solidFill>
                  <a:schemeClr val="bg1"/>
                </a:solidFill>
                <a:latin typeface="Open Sans" pitchFamily="2" charset="0"/>
                <a:ea typeface="Open Sans" pitchFamily="2" charset="0"/>
                <a:cs typeface="Open Sans" pitchFamily="2" charset="0"/>
              </a:defRPr>
            </a:lvl1pPr>
          </a:lstStyle>
          <a:p>
            <a:fld id="{B7B886DB-A2D9-4379-A7BE-E36474F7753C}" type="slidenum">
              <a:rPr lang="nl-BE" smtClean="0"/>
              <a:pPr/>
              <a:t>‹#›</a:t>
            </a:fld>
            <a:endParaRPr lang="nl-BE" dirty="0"/>
          </a:p>
        </p:txBody>
      </p:sp>
    </p:spTree>
    <p:extLst>
      <p:ext uri="{BB962C8B-B14F-4D97-AF65-F5344CB8AC3E}">
        <p14:creationId xmlns:p14="http://schemas.microsoft.com/office/powerpoint/2010/main" val="386019672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Inhoud met bij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E58EFD4-1AE3-B955-B08F-F93DB45408D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nl-NL"/>
              <a:t>Klik om stijl te bewerken</a:t>
            </a:r>
            <a:endParaRPr lang="nl-BE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8F9A2EC-B401-ACF5-252B-FA6A967B42F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nl-NL"/>
              <a:t>Klikken om de tekststijl van het model te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  <a:endParaRPr lang="nl-BE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15E4D99-07E4-454B-E466-29D834677DC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nl-NL"/>
              <a:t>Klikken om de tekststijl van het model te bewerken</a:t>
            </a:r>
          </a:p>
        </p:txBody>
      </p:sp>
      <p:sp>
        <p:nvSpPr>
          <p:cNvPr id="8" name="Slide Number Placeholder 5">
            <a:extLst>
              <a:ext uri="{FF2B5EF4-FFF2-40B4-BE49-F238E27FC236}">
                <a16:creationId xmlns:a16="http://schemas.microsoft.com/office/drawing/2014/main" id="{86E4A79B-16D6-66DD-C126-66E5E8B3653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602948" y="-14857"/>
            <a:ext cx="523349" cy="365125"/>
          </a:xfrm>
          <a:prstGeom prst="rect">
            <a:avLst/>
          </a:prstGeom>
        </p:spPr>
        <p:txBody>
          <a:bodyPr/>
          <a:lstStyle>
            <a:lvl1pPr>
              <a:defRPr b="1">
                <a:solidFill>
                  <a:schemeClr val="bg1"/>
                </a:solidFill>
                <a:latin typeface="Open Sans" pitchFamily="2" charset="0"/>
                <a:ea typeface="Open Sans" pitchFamily="2" charset="0"/>
                <a:cs typeface="Open Sans" pitchFamily="2" charset="0"/>
              </a:defRPr>
            </a:lvl1pPr>
          </a:lstStyle>
          <a:p>
            <a:fld id="{B7B886DB-A2D9-4379-A7BE-E36474F7753C}" type="slidenum">
              <a:rPr lang="nl-BE" smtClean="0"/>
              <a:pPr/>
              <a:t>‹#›</a:t>
            </a:fld>
            <a:endParaRPr lang="nl-BE" dirty="0"/>
          </a:p>
        </p:txBody>
      </p:sp>
    </p:spTree>
    <p:extLst>
      <p:ext uri="{BB962C8B-B14F-4D97-AF65-F5344CB8AC3E}">
        <p14:creationId xmlns:p14="http://schemas.microsoft.com/office/powerpoint/2010/main" val="207885155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Afbeelding met bij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6DC0CB3-0DD7-73D8-A250-25FAB28D224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nl-NL"/>
              <a:t>Klik om stijl te bewerken</a:t>
            </a:r>
            <a:endParaRPr lang="nl-BE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0EF721B4-5505-B2B9-B1A5-6178F7EE8BF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nl-NL"/>
              <a:t>Klik op het pictogram als u een afbeelding wilt toevoegen</a:t>
            </a:r>
            <a:endParaRPr lang="nl-BE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3BD7333-DFD3-4560-AEC4-7D217C6FB4B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nl-NL"/>
              <a:t>Klikken om de tekststijl van het model te bewerken</a:t>
            </a:r>
          </a:p>
        </p:txBody>
      </p:sp>
      <p:sp>
        <p:nvSpPr>
          <p:cNvPr id="8" name="Slide Number Placeholder 5">
            <a:extLst>
              <a:ext uri="{FF2B5EF4-FFF2-40B4-BE49-F238E27FC236}">
                <a16:creationId xmlns:a16="http://schemas.microsoft.com/office/drawing/2014/main" id="{F77E74F8-3E91-BE44-D969-25C21F4D899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602948" y="-14857"/>
            <a:ext cx="523349" cy="365125"/>
          </a:xfrm>
          <a:prstGeom prst="rect">
            <a:avLst/>
          </a:prstGeom>
        </p:spPr>
        <p:txBody>
          <a:bodyPr/>
          <a:lstStyle>
            <a:lvl1pPr>
              <a:defRPr b="1">
                <a:solidFill>
                  <a:schemeClr val="bg1"/>
                </a:solidFill>
                <a:latin typeface="Open Sans" pitchFamily="2" charset="0"/>
                <a:ea typeface="Open Sans" pitchFamily="2" charset="0"/>
                <a:cs typeface="Open Sans" pitchFamily="2" charset="0"/>
              </a:defRPr>
            </a:lvl1pPr>
          </a:lstStyle>
          <a:p>
            <a:fld id="{B7B886DB-A2D9-4379-A7BE-E36474F7753C}" type="slidenum">
              <a:rPr lang="nl-BE" smtClean="0"/>
              <a:pPr/>
              <a:t>‹#›</a:t>
            </a:fld>
            <a:endParaRPr lang="nl-BE" dirty="0"/>
          </a:p>
        </p:txBody>
      </p:sp>
    </p:spTree>
    <p:extLst>
      <p:ext uri="{BB962C8B-B14F-4D97-AF65-F5344CB8AC3E}">
        <p14:creationId xmlns:p14="http://schemas.microsoft.com/office/powerpoint/2010/main" val="165398653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image" Target="../media/image4.png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image" Target="../media/image3.png"/><Relationship Id="rId5" Type="http://schemas.openxmlformats.org/officeDocument/2006/relationships/slideLayout" Target="../slideLayouts/slideLayout5.xml"/><Relationship Id="rId10" Type="http://schemas.openxmlformats.org/officeDocument/2006/relationships/image" Target="../media/image2.png"/><Relationship Id="rId4" Type="http://schemas.openxmlformats.org/officeDocument/2006/relationships/slideLayout" Target="../slideLayouts/slideLayout4.xml"/><Relationship Id="rId9" Type="http://schemas.openxmlformats.org/officeDocument/2006/relationships/image" Target="../media/image1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3CE08DEB-8C9E-2CE0-5336-A9EE6F81BA3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nl-NL"/>
              <a:t>Klik om stijl te bewerken</a:t>
            </a:r>
            <a:endParaRPr lang="nl-BE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D0B43F1-F4E9-15BE-95C2-08C1F0A758C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nl-NL"/>
              <a:t>Klikken om de tekststijl van het model te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  <a:endParaRPr lang="nl-BE" dirty="0"/>
          </a:p>
        </p:txBody>
      </p:sp>
      <p:pic>
        <p:nvPicPr>
          <p:cNvPr id="7" name="object 8">
            <a:extLst>
              <a:ext uri="{FF2B5EF4-FFF2-40B4-BE49-F238E27FC236}">
                <a16:creationId xmlns:a16="http://schemas.microsoft.com/office/drawing/2014/main" id="{4B14FE71-589E-9289-D19E-20A004D6B7A2}"/>
              </a:ext>
            </a:extLst>
          </p:cNvPr>
          <p:cNvPicPr/>
          <p:nvPr userDrawn="1"/>
        </p:nvPicPr>
        <p:blipFill>
          <a:blip r:embed="rId9" cstate="print"/>
          <a:stretch>
            <a:fillRect/>
          </a:stretch>
        </p:blipFill>
        <p:spPr>
          <a:xfrm>
            <a:off x="2801951" y="0"/>
            <a:ext cx="9390049" cy="297002"/>
          </a:xfrm>
          <a:prstGeom prst="rect">
            <a:avLst/>
          </a:prstGeom>
        </p:spPr>
      </p:pic>
      <p:grpSp>
        <p:nvGrpSpPr>
          <p:cNvPr id="9" name="object 2">
            <a:extLst>
              <a:ext uri="{FF2B5EF4-FFF2-40B4-BE49-F238E27FC236}">
                <a16:creationId xmlns:a16="http://schemas.microsoft.com/office/drawing/2014/main" id="{75DA99F9-BB91-38A3-177F-46B9C276E87B}"/>
              </a:ext>
            </a:extLst>
          </p:cNvPr>
          <p:cNvGrpSpPr/>
          <p:nvPr userDrawn="1"/>
        </p:nvGrpSpPr>
        <p:grpSpPr>
          <a:xfrm>
            <a:off x="235008" y="6311872"/>
            <a:ext cx="367030" cy="353060"/>
            <a:chOff x="235008" y="6311872"/>
            <a:chExt cx="367030" cy="353060"/>
          </a:xfrm>
        </p:grpSpPr>
        <p:pic>
          <p:nvPicPr>
            <p:cNvPr id="10" name="object 3">
              <a:extLst>
                <a:ext uri="{FF2B5EF4-FFF2-40B4-BE49-F238E27FC236}">
                  <a16:creationId xmlns:a16="http://schemas.microsoft.com/office/drawing/2014/main" id="{30771BAE-A610-6814-E11A-A8525C2EAD46}"/>
                </a:ext>
              </a:extLst>
            </p:cNvPr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362136" y="6432114"/>
              <a:ext cx="112745" cy="112741"/>
            </a:xfrm>
            <a:prstGeom prst="rect">
              <a:avLst/>
            </a:prstGeom>
          </p:spPr>
        </p:pic>
        <p:sp>
          <p:nvSpPr>
            <p:cNvPr id="11" name="object 4">
              <a:extLst>
                <a:ext uri="{FF2B5EF4-FFF2-40B4-BE49-F238E27FC236}">
                  <a16:creationId xmlns:a16="http://schemas.microsoft.com/office/drawing/2014/main" id="{3A9F2DA8-CDC2-E8B5-CFD2-69494A3753C4}"/>
                </a:ext>
              </a:extLst>
            </p:cNvPr>
            <p:cNvSpPr/>
            <p:nvPr/>
          </p:nvSpPr>
          <p:spPr>
            <a:xfrm>
              <a:off x="235000" y="6312128"/>
              <a:ext cx="367030" cy="352425"/>
            </a:xfrm>
            <a:custGeom>
              <a:avLst/>
              <a:gdLst/>
              <a:ahLst/>
              <a:cxnLst/>
              <a:rect l="l" t="t" r="r" b="b"/>
              <a:pathLst>
                <a:path w="367030" h="352425">
                  <a:moveTo>
                    <a:pt x="167411" y="327253"/>
                  </a:moveTo>
                  <a:lnTo>
                    <a:pt x="157810" y="294513"/>
                  </a:lnTo>
                  <a:lnTo>
                    <a:pt x="136398" y="260680"/>
                  </a:lnTo>
                  <a:lnTo>
                    <a:pt x="135940" y="260121"/>
                  </a:lnTo>
                  <a:lnTo>
                    <a:pt x="135521" y="259537"/>
                  </a:lnTo>
                  <a:lnTo>
                    <a:pt x="135064" y="258965"/>
                  </a:lnTo>
                  <a:lnTo>
                    <a:pt x="72440" y="183743"/>
                  </a:lnTo>
                  <a:lnTo>
                    <a:pt x="52298" y="147193"/>
                  </a:lnTo>
                  <a:lnTo>
                    <a:pt x="43992" y="104394"/>
                  </a:lnTo>
                  <a:lnTo>
                    <a:pt x="49758" y="62992"/>
                  </a:lnTo>
                  <a:lnTo>
                    <a:pt x="71767" y="30619"/>
                  </a:lnTo>
                  <a:lnTo>
                    <a:pt x="72936" y="29667"/>
                  </a:lnTo>
                  <a:lnTo>
                    <a:pt x="74117" y="28752"/>
                  </a:lnTo>
                  <a:lnTo>
                    <a:pt x="75311" y="27863"/>
                  </a:lnTo>
                  <a:lnTo>
                    <a:pt x="75209" y="27736"/>
                  </a:lnTo>
                  <a:lnTo>
                    <a:pt x="44348" y="56032"/>
                  </a:lnTo>
                  <a:lnTo>
                    <a:pt x="17322" y="97307"/>
                  </a:lnTo>
                  <a:lnTo>
                    <a:pt x="2603" y="142684"/>
                  </a:lnTo>
                  <a:lnTo>
                    <a:pt x="0" y="189661"/>
                  </a:lnTo>
                  <a:lnTo>
                    <a:pt x="9347" y="235775"/>
                  </a:lnTo>
                  <a:lnTo>
                    <a:pt x="29959" y="277533"/>
                  </a:lnTo>
                  <a:lnTo>
                    <a:pt x="62420" y="314680"/>
                  </a:lnTo>
                  <a:lnTo>
                    <a:pt x="104444" y="342531"/>
                  </a:lnTo>
                  <a:lnTo>
                    <a:pt x="134112" y="352171"/>
                  </a:lnTo>
                  <a:lnTo>
                    <a:pt x="160274" y="349631"/>
                  </a:lnTo>
                  <a:lnTo>
                    <a:pt x="167411" y="327253"/>
                  </a:lnTo>
                  <a:close/>
                </a:path>
                <a:path w="367030" h="352425">
                  <a:moveTo>
                    <a:pt x="366991" y="163195"/>
                  </a:moveTo>
                  <a:lnTo>
                    <a:pt x="357695" y="117119"/>
                  </a:lnTo>
                  <a:lnTo>
                    <a:pt x="336804" y="74688"/>
                  </a:lnTo>
                  <a:lnTo>
                    <a:pt x="303847" y="37198"/>
                  </a:lnTo>
                  <a:lnTo>
                    <a:pt x="248678" y="4457"/>
                  </a:lnTo>
                  <a:lnTo>
                    <a:pt x="233591" y="0"/>
                  </a:lnTo>
                  <a:lnTo>
                    <a:pt x="206514" y="2616"/>
                  </a:lnTo>
                  <a:lnTo>
                    <a:pt x="199377" y="25006"/>
                  </a:lnTo>
                  <a:lnTo>
                    <a:pt x="208978" y="57734"/>
                  </a:lnTo>
                  <a:lnTo>
                    <a:pt x="230390" y="91579"/>
                  </a:lnTo>
                  <a:lnTo>
                    <a:pt x="230835" y="92138"/>
                  </a:lnTo>
                  <a:lnTo>
                    <a:pt x="231254" y="92722"/>
                  </a:lnTo>
                  <a:lnTo>
                    <a:pt x="231711" y="93294"/>
                  </a:lnTo>
                  <a:lnTo>
                    <a:pt x="294335" y="168516"/>
                  </a:lnTo>
                  <a:lnTo>
                    <a:pt x="314490" y="205066"/>
                  </a:lnTo>
                  <a:lnTo>
                    <a:pt x="322783" y="247853"/>
                  </a:lnTo>
                  <a:lnTo>
                    <a:pt x="317030" y="289255"/>
                  </a:lnTo>
                  <a:lnTo>
                    <a:pt x="295821" y="320459"/>
                  </a:lnTo>
                  <a:lnTo>
                    <a:pt x="321665" y="297599"/>
                  </a:lnTo>
                  <a:lnTo>
                    <a:pt x="349465" y="255765"/>
                  </a:lnTo>
                  <a:lnTo>
                    <a:pt x="364299" y="210362"/>
                  </a:lnTo>
                  <a:lnTo>
                    <a:pt x="364413" y="209804"/>
                  </a:lnTo>
                  <a:lnTo>
                    <a:pt x="366991" y="163195"/>
                  </a:lnTo>
                  <a:close/>
                </a:path>
              </a:pathLst>
            </a:custGeom>
            <a:solidFill>
              <a:srgbClr val="6BBE9F"/>
            </a:solidFill>
          </p:spPr>
          <p:txBody>
            <a:bodyPr wrap="square" lIns="0" tIns="0" rIns="0" bIns="0" rtlCol="0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sp>
          <p:nvSpPr>
            <p:cNvPr id="12" name="object 5">
              <a:extLst>
                <a:ext uri="{FF2B5EF4-FFF2-40B4-BE49-F238E27FC236}">
                  <a16:creationId xmlns:a16="http://schemas.microsoft.com/office/drawing/2014/main" id="{E113C700-90D6-EED2-9753-EDA01ECEB940}"/>
                </a:ext>
              </a:extLst>
            </p:cNvPr>
            <p:cNvSpPr/>
            <p:nvPr/>
          </p:nvSpPr>
          <p:spPr>
            <a:xfrm>
              <a:off x="235000" y="6311874"/>
              <a:ext cx="367030" cy="353060"/>
            </a:xfrm>
            <a:custGeom>
              <a:avLst/>
              <a:gdLst/>
              <a:ahLst/>
              <a:cxnLst/>
              <a:rect l="l" t="t" r="r" b="b"/>
              <a:pathLst>
                <a:path w="367030" h="353059">
                  <a:moveTo>
                    <a:pt x="168376" y="25158"/>
                  </a:moveTo>
                  <a:lnTo>
                    <a:pt x="161378" y="2730"/>
                  </a:lnTo>
                  <a:lnTo>
                    <a:pt x="134899" y="0"/>
                  </a:lnTo>
                  <a:lnTo>
                    <a:pt x="108267" y="8674"/>
                  </a:lnTo>
                  <a:lnTo>
                    <a:pt x="74193" y="28587"/>
                  </a:lnTo>
                  <a:lnTo>
                    <a:pt x="45364" y="55333"/>
                  </a:lnTo>
                  <a:lnTo>
                    <a:pt x="17322" y="97561"/>
                  </a:lnTo>
                  <a:lnTo>
                    <a:pt x="2603" y="142938"/>
                  </a:lnTo>
                  <a:lnTo>
                    <a:pt x="0" y="189915"/>
                  </a:lnTo>
                  <a:lnTo>
                    <a:pt x="9169" y="235165"/>
                  </a:lnTo>
                  <a:lnTo>
                    <a:pt x="30454" y="278803"/>
                  </a:lnTo>
                  <a:lnTo>
                    <a:pt x="62445" y="314960"/>
                  </a:lnTo>
                  <a:lnTo>
                    <a:pt x="70396" y="320509"/>
                  </a:lnTo>
                  <a:lnTo>
                    <a:pt x="49034" y="288658"/>
                  </a:lnTo>
                  <a:lnTo>
                    <a:pt x="43548" y="247218"/>
                  </a:lnTo>
                  <a:lnTo>
                    <a:pt x="52108" y="204482"/>
                  </a:lnTo>
                  <a:lnTo>
                    <a:pt x="72478" y="168059"/>
                  </a:lnTo>
                  <a:lnTo>
                    <a:pt x="136055" y="92684"/>
                  </a:lnTo>
                  <a:lnTo>
                    <a:pt x="136474" y="92100"/>
                  </a:lnTo>
                  <a:lnTo>
                    <a:pt x="136931" y="91541"/>
                  </a:lnTo>
                  <a:lnTo>
                    <a:pt x="158559" y="57835"/>
                  </a:lnTo>
                  <a:lnTo>
                    <a:pt x="168376" y="25158"/>
                  </a:lnTo>
                  <a:close/>
                </a:path>
                <a:path w="367030" h="353059">
                  <a:moveTo>
                    <a:pt x="367004" y="163309"/>
                  </a:moveTo>
                  <a:lnTo>
                    <a:pt x="357873" y="118300"/>
                  </a:lnTo>
                  <a:lnTo>
                    <a:pt x="336550" y="74422"/>
                  </a:lnTo>
                  <a:lnTo>
                    <a:pt x="303860" y="37465"/>
                  </a:lnTo>
                  <a:lnTo>
                    <a:pt x="296189" y="31965"/>
                  </a:lnTo>
                  <a:lnTo>
                    <a:pt x="317741" y="64109"/>
                  </a:lnTo>
                  <a:lnTo>
                    <a:pt x="323240" y="105549"/>
                  </a:lnTo>
                  <a:lnTo>
                    <a:pt x="314667" y="148285"/>
                  </a:lnTo>
                  <a:lnTo>
                    <a:pt x="294297" y="184708"/>
                  </a:lnTo>
                  <a:lnTo>
                    <a:pt x="230720" y="260083"/>
                  </a:lnTo>
                  <a:lnTo>
                    <a:pt x="230301" y="260667"/>
                  </a:lnTo>
                  <a:lnTo>
                    <a:pt x="229844" y="261226"/>
                  </a:lnTo>
                  <a:lnTo>
                    <a:pt x="208216" y="294932"/>
                  </a:lnTo>
                  <a:lnTo>
                    <a:pt x="198412" y="327596"/>
                  </a:lnTo>
                  <a:lnTo>
                    <a:pt x="205397" y="350024"/>
                  </a:lnTo>
                  <a:lnTo>
                    <a:pt x="232676" y="352844"/>
                  </a:lnTo>
                  <a:lnTo>
                    <a:pt x="237553" y="351853"/>
                  </a:lnTo>
                  <a:lnTo>
                    <a:pt x="285318" y="329844"/>
                  </a:lnTo>
                  <a:lnTo>
                    <a:pt x="317474" y="301548"/>
                  </a:lnTo>
                  <a:lnTo>
                    <a:pt x="348576" y="257378"/>
                  </a:lnTo>
                  <a:lnTo>
                    <a:pt x="364083" y="211277"/>
                  </a:lnTo>
                  <a:lnTo>
                    <a:pt x="364464" y="209245"/>
                  </a:lnTo>
                  <a:lnTo>
                    <a:pt x="367004" y="163309"/>
                  </a:lnTo>
                  <a:close/>
                </a:path>
              </a:pathLst>
            </a:custGeom>
            <a:solidFill>
              <a:srgbClr val="317EC1"/>
            </a:solidFill>
          </p:spPr>
          <p:txBody>
            <a:bodyPr wrap="square" lIns="0" tIns="0" rIns="0" bIns="0" rtlCol="0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</p:grpSp>
      <p:pic>
        <p:nvPicPr>
          <p:cNvPr id="14" name="object 7">
            <a:extLst>
              <a:ext uri="{FF2B5EF4-FFF2-40B4-BE49-F238E27FC236}">
                <a16:creationId xmlns:a16="http://schemas.microsoft.com/office/drawing/2014/main" id="{DBF5BB71-E57B-C2A9-545C-9232166B9ED9}"/>
              </a:ext>
            </a:extLst>
          </p:cNvPr>
          <p:cNvPicPr/>
          <p:nvPr userDrawn="1"/>
        </p:nvPicPr>
        <p:blipFill>
          <a:blip r:embed="rId11" cstate="print"/>
          <a:stretch>
            <a:fillRect/>
          </a:stretch>
        </p:blipFill>
        <p:spPr>
          <a:xfrm>
            <a:off x="11602948" y="6338934"/>
            <a:ext cx="412140" cy="304625"/>
          </a:xfrm>
          <a:prstGeom prst="rect">
            <a:avLst/>
          </a:prstGeom>
        </p:spPr>
      </p:pic>
      <p:sp>
        <p:nvSpPr>
          <p:cNvPr id="15" name="Slide Number Placeholder 5">
            <a:extLst>
              <a:ext uri="{FF2B5EF4-FFF2-40B4-BE49-F238E27FC236}">
                <a16:creationId xmlns:a16="http://schemas.microsoft.com/office/drawing/2014/main" id="{19F1CD4F-12BE-A8EA-6F96-020FF0B8EAA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602948" y="-14857"/>
            <a:ext cx="523349" cy="365125"/>
          </a:xfrm>
          <a:prstGeom prst="rect">
            <a:avLst/>
          </a:prstGeom>
        </p:spPr>
        <p:txBody>
          <a:bodyPr/>
          <a:lstStyle>
            <a:lvl1pPr>
              <a:defRPr b="1">
                <a:solidFill>
                  <a:schemeClr val="bg1"/>
                </a:solidFill>
                <a:latin typeface="Open Sans" pitchFamily="2" charset="0"/>
                <a:ea typeface="Open Sans" pitchFamily="2" charset="0"/>
                <a:cs typeface="Open Sans" pitchFamily="2" charset="0"/>
              </a:defRPr>
            </a:lvl1pPr>
          </a:lstStyle>
          <a:p>
            <a:fld id="{B7B886DB-A2D9-4379-A7BE-E36474F7753C}" type="slidenum">
              <a:rPr lang="nl-BE" smtClean="0"/>
              <a:pPr/>
              <a:t>‹#›</a:t>
            </a:fld>
            <a:endParaRPr lang="nl-BE" dirty="0"/>
          </a:p>
        </p:txBody>
      </p:sp>
      <p:pic>
        <p:nvPicPr>
          <p:cNvPr id="18" name="object 6">
            <a:extLst>
              <a:ext uri="{FF2B5EF4-FFF2-40B4-BE49-F238E27FC236}">
                <a16:creationId xmlns:a16="http://schemas.microsoft.com/office/drawing/2014/main" id="{2B456AD3-D7C6-53C4-4DFD-4B74D6D2990C}"/>
              </a:ext>
            </a:extLst>
          </p:cNvPr>
          <p:cNvPicPr/>
          <p:nvPr userDrawn="1"/>
        </p:nvPicPr>
        <p:blipFill>
          <a:blip r:embed="rId12" cstate="print"/>
          <a:stretch>
            <a:fillRect/>
          </a:stretch>
        </p:blipFill>
        <p:spPr>
          <a:xfrm>
            <a:off x="664819" y="6381838"/>
            <a:ext cx="639229" cy="2277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3676489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51" r:id="rId1"/>
    <p:sldLayoutId id="2147483650" r:id="rId2"/>
    <p:sldLayoutId id="2147483649" r:id="rId3"/>
    <p:sldLayoutId id="2147483652" r:id="rId4"/>
    <p:sldLayoutId id="2147483653" r:id="rId5"/>
    <p:sldLayoutId id="2147483656" r:id="rId6"/>
    <p:sldLayoutId id="2147483657" r:id="rId7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rgbClr val="3A81D7"/>
          </a:solidFill>
          <a:latin typeface="Open Sans" pitchFamily="2" charset="0"/>
          <a:ea typeface="Open Sans" pitchFamily="2" charset="0"/>
          <a:cs typeface="Open Sans" pitchFamily="2" charset="0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Open Sans" pitchFamily="2" charset="0"/>
          <a:ea typeface="Open Sans" pitchFamily="2" charset="0"/>
          <a:cs typeface="Open Sans" pitchFamily="2" charset="0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rgbClr val="3A81D7"/>
          </a:solidFill>
          <a:latin typeface="Open Sans" pitchFamily="2" charset="0"/>
          <a:ea typeface="Open Sans" pitchFamily="2" charset="0"/>
          <a:cs typeface="Open Sans" pitchFamily="2" charset="0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Open Sans" pitchFamily="2" charset="0"/>
          <a:ea typeface="Open Sans" pitchFamily="2" charset="0"/>
          <a:cs typeface="Open Sans" pitchFamily="2" charset="0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Open Sans" pitchFamily="2" charset="0"/>
          <a:ea typeface="Open Sans" pitchFamily="2" charset="0"/>
          <a:cs typeface="Open Sans" pitchFamily="2" charset="0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Open Sans" pitchFamily="2" charset="0"/>
          <a:ea typeface="Open Sans" pitchFamily="2" charset="0"/>
          <a:cs typeface="Open Sans" pitchFamily="2" charset="0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nl-B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D4F3D2D-90AE-5CED-85AC-9A588D3A526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BE" dirty="0"/>
              <a:t>SHIFT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2F236A5-F5EA-C998-004A-4684FBC62B6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nl-BE" dirty="0" err="1"/>
              <a:t>Structured</a:t>
            </a:r>
            <a:r>
              <a:rPr lang="nl-BE" dirty="0"/>
              <a:t> Healthcare </a:t>
            </a:r>
            <a:r>
              <a:rPr lang="nl-BE" dirty="0" err="1"/>
              <a:t>InFormation</a:t>
            </a:r>
            <a:r>
              <a:rPr lang="nl-BE" dirty="0"/>
              <a:t> </a:t>
            </a:r>
            <a:r>
              <a:rPr lang="nl-BE" dirty="0" err="1"/>
              <a:t>Transmural</a:t>
            </a:r>
            <a:r>
              <a:rPr lang="nl-BE" dirty="0"/>
              <a:t>, met als (eerste) doel “gestandaardiseerde deling van antecedenten tussen ziekenhuizen, ziekenhuisnetwerken, transmuraal”</a:t>
            </a:r>
          </a:p>
        </p:txBody>
      </p:sp>
    </p:spTree>
    <p:extLst>
      <p:ext uri="{BB962C8B-B14F-4D97-AF65-F5344CB8AC3E}">
        <p14:creationId xmlns:p14="http://schemas.microsoft.com/office/powerpoint/2010/main" val="97394399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>
            <a:extLst>
              <a:ext uri="{FF2B5EF4-FFF2-40B4-BE49-F238E27FC236}">
                <a16:creationId xmlns:a16="http://schemas.microsoft.com/office/drawing/2014/main" id="{7C22B153-81E4-5CE3-AB68-B6F0377F3D50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/>
          <a:stretch/>
        </p:blipFill>
        <p:spPr>
          <a:xfrm>
            <a:off x="20" y="10"/>
            <a:ext cx="12191980" cy="6857990"/>
          </a:xfrm>
          <a:prstGeom prst="rect">
            <a:avLst/>
          </a:prstGeom>
          <a:noFill/>
        </p:spPr>
      </p:pic>
      <p:sp>
        <p:nvSpPr>
          <p:cNvPr id="4" name="Slide Number Placeholder 3" hidden="1">
            <a:extLst>
              <a:ext uri="{FF2B5EF4-FFF2-40B4-BE49-F238E27FC236}">
                <a16:creationId xmlns:a16="http://schemas.microsoft.com/office/drawing/2014/main" id="{DCFA3DCA-104B-9DF6-AA45-F0B759C6434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pPr>
              <a:spcAft>
                <a:spcPts val="600"/>
              </a:spcAft>
            </a:pPr>
            <a:fld id="{B7B886DB-A2D9-4379-A7BE-E36474F7753C}" type="slidenum">
              <a:rPr lang="nl-BE" smtClean="0"/>
              <a:pPr>
                <a:spcAft>
                  <a:spcPts val="600"/>
                </a:spcAft>
              </a:pPr>
              <a:t>2</a:t>
            </a:fld>
            <a:endParaRPr lang="nl-BE"/>
          </a:p>
        </p:txBody>
      </p:sp>
    </p:spTree>
    <p:extLst>
      <p:ext uri="{BB962C8B-B14F-4D97-AF65-F5344CB8AC3E}">
        <p14:creationId xmlns:p14="http://schemas.microsoft.com/office/powerpoint/2010/main" val="253402134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F4D7A7E-BD39-D4AF-44D5-5300600737D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BE" dirty="0"/>
              <a:t>SHIFT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4A85373-FFB9-88C0-3528-4BC718B2E5F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nl-BE" dirty="0"/>
              <a:t>Doel / </a:t>
            </a:r>
            <a:r>
              <a:rPr lang="nl-BE" dirty="0" err="1"/>
              <a:t>Objectif</a:t>
            </a:r>
            <a:endParaRPr lang="nl-BE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E3C64BA-1867-E0A1-16DA-A49FEC257B17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 vert="horz" lIns="91440" tIns="45720" rIns="91440" bIns="45720" rtlCol="0" anchor="t">
            <a:normAutofit fontScale="77500" lnSpcReduction="20000"/>
          </a:bodyPr>
          <a:lstStyle/>
          <a:p>
            <a:r>
              <a:rPr lang="nl-BE" dirty="0">
                <a:latin typeface="Open Sans"/>
                <a:ea typeface="Open Sans"/>
                <a:cs typeface="Open Sans"/>
              </a:rPr>
              <a:t>Gekende allergieën/antecedenten bij opname/consultatie structureren en coderen </a:t>
            </a:r>
            <a:endParaRPr lang="en-US" dirty="0"/>
          </a:p>
          <a:p>
            <a:endParaRPr lang="nl-BE" dirty="0">
              <a:latin typeface="Open Sans"/>
              <a:ea typeface="Open Sans"/>
              <a:cs typeface="Open Sans"/>
            </a:endParaRPr>
          </a:p>
          <a:p>
            <a:r>
              <a:rPr lang="nl-BE" err="1">
                <a:latin typeface="Open Sans"/>
                <a:ea typeface="Open Sans"/>
                <a:cs typeface="Open Sans"/>
              </a:rPr>
              <a:t>Externaliseren</a:t>
            </a:r>
            <a:r>
              <a:rPr lang="nl-BE" dirty="0">
                <a:latin typeface="Open Sans"/>
                <a:ea typeface="Open Sans"/>
                <a:cs typeface="Open Sans"/>
              </a:rPr>
              <a:t> uit ziekenhuis EPD via FHIR </a:t>
            </a:r>
            <a:r>
              <a:rPr lang="nl-BE" err="1">
                <a:latin typeface="Open Sans"/>
                <a:ea typeface="Open Sans"/>
                <a:cs typeface="Open Sans"/>
              </a:rPr>
              <a:t>caresets</a:t>
            </a:r>
            <a:endParaRPr lang="nl-BE">
              <a:latin typeface="Open Sans"/>
              <a:ea typeface="Open Sans"/>
              <a:cs typeface="Open Sans"/>
            </a:endParaRPr>
          </a:p>
          <a:p>
            <a:endParaRPr lang="nl-BE" dirty="0"/>
          </a:p>
          <a:p>
            <a:r>
              <a:rPr lang="nl-BE" dirty="0">
                <a:latin typeface="Open Sans"/>
                <a:ea typeface="Open Sans"/>
                <a:cs typeface="Open Sans"/>
              </a:rPr>
              <a:t>Opvragen van deze informatie via FHIR </a:t>
            </a:r>
            <a:r>
              <a:rPr lang="nl-BE" err="1">
                <a:latin typeface="Open Sans"/>
                <a:ea typeface="Open Sans"/>
                <a:cs typeface="Open Sans"/>
              </a:rPr>
              <a:t>caresets</a:t>
            </a:r>
            <a:r>
              <a:rPr lang="nl-BE" dirty="0">
                <a:latin typeface="Open Sans"/>
                <a:ea typeface="Open Sans"/>
                <a:cs typeface="Open Sans"/>
              </a:rPr>
              <a:t> faciliteren via CoZo</a:t>
            </a:r>
          </a:p>
          <a:p>
            <a:endParaRPr lang="nl-BE" dirty="0"/>
          </a:p>
          <a:p>
            <a:r>
              <a:rPr lang="nl-BE" sz="2700" dirty="0">
                <a:latin typeface="Open Sans"/>
                <a:ea typeface="Open Sans"/>
                <a:cs typeface="Open Sans"/>
              </a:rPr>
              <a:t>Visualiseren en integreren in bestaande </a:t>
            </a:r>
            <a:r>
              <a:rPr lang="nl-BE" sz="2700" dirty="0" err="1">
                <a:latin typeface="Open Sans"/>
                <a:ea typeface="Open Sans"/>
                <a:cs typeface="Open Sans"/>
              </a:rPr>
              <a:t>CoZo</a:t>
            </a:r>
            <a:r>
              <a:rPr lang="nl-BE" sz="2700" dirty="0">
                <a:latin typeface="Open Sans"/>
                <a:ea typeface="Open Sans"/>
                <a:cs typeface="Open Sans"/>
              </a:rPr>
              <a:t> HUB </a:t>
            </a:r>
          </a:p>
          <a:p>
            <a:endParaRPr lang="nl-BE" dirty="0"/>
          </a:p>
          <a:p>
            <a:pPr marL="0" indent="0">
              <a:buNone/>
            </a:pPr>
            <a:endParaRPr lang="nl-BE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6E05F79B-5520-21FF-D840-F73503A756F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nl-BE" sz="2400" b="1" dirty="0">
                <a:effectLst/>
                <a:latin typeface="Calibri" panose="020F0502020204030204" pitchFamily="34" charset="0"/>
              </a:rPr>
              <a:t>Value </a:t>
            </a:r>
            <a:r>
              <a:rPr lang="nl-BE" sz="2400" b="1" dirty="0" err="1">
                <a:effectLst/>
                <a:latin typeface="Calibri" panose="020F0502020204030204" pitchFamily="34" charset="0"/>
              </a:rPr>
              <a:t>Proposition</a:t>
            </a:r>
            <a:endParaRPr lang="nl-BE" dirty="0"/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619A8D7-13B1-2FD9-85F2-87DD36378C94}"/>
              </a:ext>
            </a:extLst>
          </p:cNvPr>
          <p:cNvSpPr>
            <a:spLocks noGrp="1"/>
          </p:cNvSpPr>
          <p:nvPr>
            <p:ph sz="quarter" idx="4"/>
          </p:nvPr>
        </p:nvSpPr>
        <p:spPr/>
        <p:txBody>
          <a:bodyPr vert="horz" lIns="91440" tIns="45720" rIns="91440" bIns="45720" rtlCol="0" anchor="t">
            <a:normAutofit fontScale="77500" lnSpcReduction="20000"/>
          </a:bodyPr>
          <a:lstStyle/>
          <a:p>
            <a:r>
              <a:rPr lang="nl-BE" dirty="0">
                <a:latin typeface="Open Sans"/>
                <a:ea typeface="Open Sans"/>
                <a:cs typeface="Open Sans"/>
              </a:rPr>
              <a:t>De SNOMED gestructureerde data kan </a:t>
            </a:r>
            <a:r>
              <a:rPr lang="nl-BE" dirty="0" err="1">
                <a:latin typeface="Open Sans"/>
                <a:ea typeface="Open Sans"/>
                <a:cs typeface="Open Sans"/>
              </a:rPr>
              <a:t>herbruikt</a:t>
            </a:r>
            <a:r>
              <a:rPr lang="nl-BE" dirty="0">
                <a:latin typeface="Open Sans"/>
                <a:ea typeface="Open Sans"/>
                <a:cs typeface="Open Sans"/>
              </a:rPr>
              <a:t> worden in alle aangesloten doelsystemen die dit via FHIR bevragen</a:t>
            </a:r>
            <a:endParaRPr lang="en-US"/>
          </a:p>
          <a:p>
            <a:endParaRPr lang="nl-BE" dirty="0"/>
          </a:p>
          <a:p>
            <a:r>
              <a:rPr lang="nl-BE" dirty="0">
                <a:latin typeface="Open Sans"/>
                <a:ea typeface="Open Sans"/>
                <a:cs typeface="Open Sans"/>
              </a:rPr>
              <a:t>Ook een directe meerwaarde voor alle non-FHIR ready actoren door de visualisatie via </a:t>
            </a:r>
            <a:r>
              <a:rPr lang="nl-BE" err="1">
                <a:latin typeface="Open Sans"/>
                <a:ea typeface="Open Sans"/>
                <a:cs typeface="Open Sans"/>
              </a:rPr>
              <a:t>CoZo</a:t>
            </a:r>
            <a:r>
              <a:rPr lang="nl-BE" dirty="0">
                <a:latin typeface="Open Sans"/>
                <a:ea typeface="Open Sans"/>
                <a:cs typeface="Open Sans"/>
              </a:rPr>
              <a:t> samen met de rest van de beschikbare informatie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82C4266-F4BC-24D1-A2FB-B2B88F4FE2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B886DB-A2D9-4379-A7BE-E36474F7753C}" type="slidenum">
              <a:rPr lang="nl-BE" smtClean="0"/>
              <a:pPr/>
              <a:t>3</a:t>
            </a:fld>
            <a:endParaRPr lang="nl-BE" dirty="0"/>
          </a:p>
        </p:txBody>
      </p:sp>
    </p:spTree>
    <p:extLst>
      <p:ext uri="{BB962C8B-B14F-4D97-AF65-F5344CB8AC3E}">
        <p14:creationId xmlns:p14="http://schemas.microsoft.com/office/powerpoint/2010/main" val="279474132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F090FCA-6ACC-7869-9C22-FD3DDDEE332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 anchor="ctr">
            <a:normAutofit/>
          </a:bodyPr>
          <a:lstStyle/>
          <a:p>
            <a:r>
              <a:rPr lang="en-US" dirty="0">
                <a:latin typeface="Open Sans"/>
                <a:ea typeface="Open Sans"/>
                <a:cs typeface="Open Sans"/>
              </a:rPr>
              <a:t>SHIFT</a:t>
            </a:r>
            <a:endParaRPr lang="en-US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4E1CBE4F-C3CE-63DF-16DE-E7F009F6AFD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48732" y="1690688"/>
            <a:ext cx="6494535" cy="4351338"/>
          </a:xfrm>
          <a:prstGeom prst="rect">
            <a:avLst/>
          </a:prstGeom>
          <a:noFill/>
        </p:spPr>
      </p:pic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A53FD5C-33EC-C3AB-2EA4-78C1A4E9B9F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602948" y="-14857"/>
            <a:ext cx="523349" cy="365125"/>
          </a:xfrm>
        </p:spPr>
        <p:txBody>
          <a:bodyPr>
            <a:normAutofit/>
          </a:bodyPr>
          <a:lstStyle/>
          <a:p>
            <a:pPr>
              <a:lnSpc>
                <a:spcPct val="90000"/>
              </a:lnSpc>
              <a:spcAft>
                <a:spcPts val="600"/>
              </a:spcAft>
            </a:pPr>
            <a:fld id="{B7B886DB-A2D9-4379-A7BE-E36474F7753C}" type="slidenum">
              <a:rPr lang="nl-BE" smtClean="0"/>
              <a:pPr>
                <a:lnSpc>
                  <a:spcPct val="90000"/>
                </a:lnSpc>
                <a:spcAft>
                  <a:spcPts val="600"/>
                </a:spcAft>
              </a:pPr>
              <a:t>4</a:t>
            </a:fld>
            <a:endParaRPr lang="nl-BE"/>
          </a:p>
        </p:txBody>
      </p:sp>
    </p:spTree>
    <p:extLst>
      <p:ext uri="{BB962C8B-B14F-4D97-AF65-F5344CB8AC3E}">
        <p14:creationId xmlns:p14="http://schemas.microsoft.com/office/powerpoint/2010/main" val="169843566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F4D7A7E-BD39-D4AF-44D5-5300600737D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BE" dirty="0"/>
              <a:t>SHIFT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4A85373-FFB9-88C0-3528-4BC718B2E5F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nl-BE" dirty="0"/>
              <a:t>Solution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E3C64BA-1867-E0A1-16DA-A49FEC257B17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 vert="horz" lIns="91440" tIns="45720" rIns="91440" bIns="45720" rtlCol="0" anchor="t">
            <a:normAutofit fontScale="70000" lnSpcReduction="20000"/>
          </a:bodyPr>
          <a:lstStyle/>
          <a:p>
            <a:r>
              <a:rPr lang="fr-FR" dirty="0">
                <a:latin typeface="Open Sans"/>
                <a:ea typeface="Open Sans"/>
                <a:cs typeface="Open Sans"/>
              </a:rPr>
              <a:t>Via </a:t>
            </a:r>
            <a:r>
              <a:rPr lang="fr-FR" err="1">
                <a:latin typeface="Open Sans"/>
                <a:ea typeface="Open Sans"/>
                <a:cs typeface="Open Sans"/>
              </a:rPr>
              <a:t>verschillende</a:t>
            </a:r>
            <a:r>
              <a:rPr lang="fr-FR" dirty="0">
                <a:latin typeface="Open Sans"/>
                <a:ea typeface="Open Sans"/>
                <a:cs typeface="Open Sans"/>
              </a:rPr>
              <a:t> </a:t>
            </a:r>
            <a:r>
              <a:rPr lang="fr-FR" err="1">
                <a:latin typeface="Open Sans"/>
                <a:ea typeface="Open Sans"/>
                <a:cs typeface="Open Sans"/>
              </a:rPr>
              <a:t>werkgroepen</a:t>
            </a:r>
            <a:r>
              <a:rPr lang="fr-FR" dirty="0">
                <a:latin typeface="Open Sans"/>
                <a:ea typeface="Open Sans"/>
                <a:cs typeface="Open Sans"/>
              </a:rPr>
              <a:t> (</a:t>
            </a:r>
            <a:r>
              <a:rPr lang="nl-BE" dirty="0">
                <a:latin typeface="Open Sans"/>
                <a:ea typeface="Open Sans"/>
                <a:cs typeface="Open Sans"/>
              </a:rPr>
              <a:t>structurering, codering en centrale componenten)</a:t>
            </a:r>
            <a:br>
              <a:rPr lang="fr-FR" dirty="0">
                <a:latin typeface="Open Sans"/>
                <a:ea typeface="Open Sans"/>
                <a:cs typeface="Open Sans"/>
              </a:rPr>
            </a:br>
            <a:endParaRPr lang="fr-FR" dirty="0">
              <a:latin typeface="Open Sans"/>
              <a:ea typeface="Open Sans"/>
              <a:cs typeface="Open Sans"/>
            </a:endParaRPr>
          </a:p>
          <a:p>
            <a:r>
              <a:rPr lang="fr-FR" err="1">
                <a:latin typeface="Open Sans"/>
                <a:ea typeface="Open Sans"/>
                <a:cs typeface="Open Sans"/>
              </a:rPr>
              <a:t>Zoveel</a:t>
            </a:r>
            <a:r>
              <a:rPr lang="fr-FR" dirty="0">
                <a:latin typeface="Open Sans"/>
                <a:ea typeface="Open Sans"/>
                <a:cs typeface="Open Sans"/>
              </a:rPr>
              <a:t> </a:t>
            </a:r>
            <a:r>
              <a:rPr lang="fr-FR" err="1">
                <a:latin typeface="Open Sans"/>
                <a:ea typeface="Open Sans"/>
                <a:cs typeface="Open Sans"/>
              </a:rPr>
              <a:t>mogelijk</a:t>
            </a:r>
            <a:r>
              <a:rPr lang="fr-FR" dirty="0">
                <a:latin typeface="Open Sans"/>
                <a:ea typeface="Open Sans"/>
                <a:cs typeface="Open Sans"/>
              </a:rPr>
              <a:t> </a:t>
            </a:r>
            <a:r>
              <a:rPr lang="fr-FR" err="1">
                <a:latin typeface="Open Sans"/>
                <a:ea typeface="Open Sans"/>
                <a:cs typeface="Open Sans"/>
              </a:rPr>
              <a:t>steunen</a:t>
            </a:r>
            <a:r>
              <a:rPr lang="fr-FR" dirty="0">
                <a:latin typeface="Open Sans"/>
                <a:ea typeface="Open Sans"/>
                <a:cs typeface="Open Sans"/>
              </a:rPr>
              <a:t> en </a:t>
            </a:r>
            <a:r>
              <a:rPr lang="fr-FR" err="1">
                <a:latin typeface="Open Sans"/>
                <a:ea typeface="Open Sans"/>
                <a:cs typeface="Open Sans"/>
              </a:rPr>
              <a:t>herbruiken</a:t>
            </a:r>
            <a:r>
              <a:rPr lang="fr-FR" dirty="0">
                <a:latin typeface="Open Sans"/>
                <a:ea typeface="Open Sans"/>
                <a:cs typeface="Open Sans"/>
              </a:rPr>
              <a:t> van </a:t>
            </a:r>
            <a:r>
              <a:rPr lang="fr-FR" err="1">
                <a:latin typeface="Open Sans"/>
                <a:ea typeface="Open Sans"/>
                <a:cs typeface="Open Sans"/>
              </a:rPr>
              <a:t>reeds</a:t>
            </a:r>
            <a:r>
              <a:rPr lang="fr-FR" dirty="0">
                <a:latin typeface="Open Sans"/>
                <a:ea typeface="Open Sans"/>
                <a:cs typeface="Open Sans"/>
              </a:rPr>
              <a:t> </a:t>
            </a:r>
            <a:r>
              <a:rPr lang="fr-FR" err="1">
                <a:latin typeface="Open Sans"/>
                <a:ea typeface="Open Sans"/>
                <a:cs typeface="Open Sans"/>
              </a:rPr>
              <a:t>opgedane</a:t>
            </a:r>
            <a:r>
              <a:rPr lang="fr-FR" dirty="0">
                <a:latin typeface="Open Sans"/>
                <a:ea typeface="Open Sans"/>
                <a:cs typeface="Open Sans"/>
              </a:rPr>
              <a:t> </a:t>
            </a:r>
            <a:r>
              <a:rPr lang="fr-FR" err="1">
                <a:latin typeface="Open Sans"/>
                <a:ea typeface="Open Sans"/>
                <a:cs typeface="Open Sans"/>
              </a:rPr>
              <a:t>kennis</a:t>
            </a:r>
            <a:r>
              <a:rPr lang="fr-FR" dirty="0">
                <a:latin typeface="Open Sans"/>
                <a:ea typeface="Open Sans"/>
                <a:cs typeface="Open Sans"/>
              </a:rPr>
              <a:t> in het </a:t>
            </a:r>
            <a:r>
              <a:rPr lang="fr-FR" err="1">
                <a:latin typeface="Open Sans"/>
                <a:ea typeface="Open Sans"/>
                <a:cs typeface="Open Sans"/>
              </a:rPr>
              <a:t>terrein</a:t>
            </a:r>
            <a:r>
              <a:rPr lang="fr-FR" dirty="0">
                <a:latin typeface="Open Sans"/>
                <a:ea typeface="Open Sans"/>
                <a:cs typeface="Open Sans"/>
              </a:rPr>
              <a:t> (SNOMED, FHIR, </a:t>
            </a:r>
            <a:r>
              <a:rPr lang="fr-FR" err="1">
                <a:latin typeface="Open Sans"/>
                <a:ea typeface="Open Sans"/>
                <a:cs typeface="Open Sans"/>
              </a:rPr>
              <a:t>architectuur</a:t>
            </a:r>
            <a:r>
              <a:rPr lang="fr-FR" dirty="0">
                <a:latin typeface="Open Sans"/>
                <a:ea typeface="Open Sans"/>
                <a:cs typeface="Open Sans"/>
              </a:rPr>
              <a:t>)</a:t>
            </a:r>
            <a:br>
              <a:rPr lang="fr-FR" dirty="0">
                <a:latin typeface="Open Sans"/>
                <a:ea typeface="Open Sans"/>
                <a:cs typeface="Open Sans"/>
              </a:rPr>
            </a:br>
            <a:endParaRPr lang="fr-FR" dirty="0">
              <a:latin typeface="Open Sans"/>
              <a:ea typeface="Open Sans"/>
              <a:cs typeface="Open Sans"/>
            </a:endParaRPr>
          </a:p>
          <a:p>
            <a:r>
              <a:rPr lang="fr-FR" dirty="0" err="1">
                <a:latin typeface="Open Sans"/>
                <a:ea typeface="Open Sans"/>
                <a:cs typeface="Open Sans"/>
              </a:rPr>
              <a:t>Eerste</a:t>
            </a:r>
            <a:r>
              <a:rPr lang="fr-FR" dirty="0">
                <a:latin typeface="Open Sans"/>
                <a:ea typeface="Open Sans"/>
                <a:cs typeface="Open Sans"/>
              </a:rPr>
              <a:t> </a:t>
            </a:r>
            <a:r>
              <a:rPr lang="fr-FR" dirty="0" err="1">
                <a:latin typeface="Open Sans"/>
                <a:ea typeface="Open Sans"/>
                <a:cs typeface="Open Sans"/>
              </a:rPr>
              <a:t>concrete</a:t>
            </a:r>
            <a:r>
              <a:rPr lang="fr-FR" dirty="0">
                <a:latin typeface="Open Sans"/>
                <a:ea typeface="Open Sans"/>
                <a:cs typeface="Open Sans"/>
              </a:rPr>
              <a:t> </a:t>
            </a:r>
            <a:r>
              <a:rPr lang="fr-FR" dirty="0" err="1">
                <a:latin typeface="Open Sans"/>
                <a:ea typeface="Open Sans"/>
                <a:cs typeface="Open Sans"/>
              </a:rPr>
              <a:t>stap</a:t>
            </a:r>
            <a:r>
              <a:rPr lang="fr-FR" dirty="0">
                <a:latin typeface="Open Sans"/>
                <a:ea typeface="Open Sans"/>
                <a:cs typeface="Open Sans"/>
              </a:rPr>
              <a:t> </a:t>
            </a:r>
            <a:r>
              <a:rPr lang="fr-FR" dirty="0" err="1">
                <a:latin typeface="Open Sans"/>
                <a:ea typeface="Open Sans"/>
                <a:cs typeface="Open Sans"/>
              </a:rPr>
              <a:t>is</a:t>
            </a:r>
            <a:r>
              <a:rPr lang="fr-FR" dirty="0">
                <a:latin typeface="Open Sans"/>
                <a:ea typeface="Open Sans"/>
                <a:cs typeface="Open Sans"/>
              </a:rPr>
              <a:t> </a:t>
            </a:r>
            <a:r>
              <a:rPr lang="fr-FR" dirty="0" err="1">
                <a:latin typeface="Open Sans"/>
                <a:ea typeface="Open Sans"/>
                <a:cs typeface="Open Sans"/>
              </a:rPr>
              <a:t>een</a:t>
            </a:r>
            <a:r>
              <a:rPr lang="fr-FR" dirty="0">
                <a:latin typeface="Open Sans"/>
                <a:ea typeface="Open Sans"/>
                <a:cs typeface="Open Sans"/>
              </a:rPr>
              <a:t> FHIR </a:t>
            </a:r>
            <a:r>
              <a:rPr lang="fr-FR" dirty="0" err="1">
                <a:latin typeface="Open Sans"/>
                <a:ea typeface="Open Sans"/>
                <a:cs typeface="Open Sans"/>
              </a:rPr>
              <a:t>Cookbook</a:t>
            </a:r>
            <a:r>
              <a:rPr lang="fr-FR" dirty="0">
                <a:latin typeface="Open Sans"/>
                <a:ea typeface="Open Sans"/>
                <a:cs typeface="Open Sans"/>
              </a:rPr>
              <a:t> </a:t>
            </a:r>
            <a:r>
              <a:rPr lang="fr-FR" dirty="0" err="1">
                <a:latin typeface="Open Sans"/>
                <a:ea typeface="Open Sans"/>
                <a:cs typeface="Open Sans"/>
              </a:rPr>
              <a:t>voor</a:t>
            </a:r>
            <a:r>
              <a:rPr lang="fr-FR" dirty="0">
                <a:latin typeface="Open Sans"/>
                <a:ea typeface="Open Sans"/>
                <a:cs typeface="Open Sans"/>
              </a:rPr>
              <a:t> de SHIFT </a:t>
            </a:r>
            <a:r>
              <a:rPr lang="fr-FR" dirty="0" err="1">
                <a:latin typeface="Open Sans"/>
                <a:ea typeface="Open Sans"/>
                <a:cs typeface="Open Sans"/>
              </a:rPr>
              <a:t>partners</a:t>
            </a:r>
            <a:r>
              <a:rPr lang="fr-FR" dirty="0">
                <a:latin typeface="Open Sans"/>
                <a:ea typeface="Open Sans"/>
                <a:cs typeface="Open Sans"/>
              </a:rPr>
              <a:t> om uniforme </a:t>
            </a:r>
            <a:r>
              <a:rPr lang="fr-FR" dirty="0" err="1">
                <a:latin typeface="Open Sans"/>
                <a:ea typeface="Open Sans"/>
                <a:cs typeface="Open Sans"/>
              </a:rPr>
              <a:t>implementatie</a:t>
            </a:r>
            <a:r>
              <a:rPr lang="fr-FR" dirty="0">
                <a:latin typeface="Open Sans"/>
                <a:ea typeface="Open Sans"/>
                <a:cs typeface="Open Sans"/>
              </a:rPr>
              <a:t> te </a:t>
            </a:r>
            <a:r>
              <a:rPr lang="fr-FR" dirty="0" err="1">
                <a:latin typeface="Open Sans"/>
                <a:ea typeface="Open Sans"/>
                <a:cs typeface="Open Sans"/>
              </a:rPr>
              <a:t>garanderen</a:t>
            </a:r>
            <a:br>
              <a:rPr lang="fr-FR" dirty="0">
                <a:latin typeface="Open Sans"/>
                <a:ea typeface="Open Sans"/>
                <a:cs typeface="Open Sans"/>
              </a:rPr>
            </a:br>
            <a:r>
              <a:rPr lang="fr-FR" dirty="0">
                <a:latin typeface="Open Sans"/>
                <a:ea typeface="Open Sans"/>
                <a:cs typeface="Open Sans"/>
              </a:rPr>
              <a:t> </a:t>
            </a:r>
          </a:p>
          <a:p>
            <a:r>
              <a:rPr lang="fr-FR" dirty="0" err="1">
                <a:latin typeface="Open Sans"/>
                <a:ea typeface="Open Sans"/>
                <a:cs typeface="Open Sans"/>
              </a:rPr>
              <a:t>Volledige</a:t>
            </a:r>
            <a:r>
              <a:rPr lang="fr-FR" dirty="0">
                <a:latin typeface="Open Sans"/>
                <a:ea typeface="Open Sans"/>
                <a:cs typeface="Open Sans"/>
              </a:rPr>
              <a:t> </a:t>
            </a:r>
            <a:r>
              <a:rPr lang="fr-FR" dirty="0" err="1">
                <a:latin typeface="Open Sans"/>
                <a:ea typeface="Open Sans"/>
                <a:cs typeface="Open Sans"/>
              </a:rPr>
              <a:t>allignatie</a:t>
            </a:r>
            <a:r>
              <a:rPr lang="fr-FR" dirty="0">
                <a:latin typeface="Open Sans"/>
                <a:ea typeface="Open Sans"/>
                <a:cs typeface="Open Sans"/>
              </a:rPr>
              <a:t> met de </a:t>
            </a:r>
            <a:r>
              <a:rPr lang="fr-FR" dirty="0" err="1">
                <a:latin typeface="Open Sans"/>
                <a:ea typeface="Open Sans"/>
                <a:cs typeface="Open Sans"/>
              </a:rPr>
              <a:t>evoluties</a:t>
            </a:r>
            <a:r>
              <a:rPr lang="fr-FR" dirty="0">
                <a:latin typeface="Open Sans"/>
                <a:ea typeface="Open Sans"/>
                <a:cs typeface="Open Sans"/>
              </a:rPr>
              <a:t> van de </a:t>
            </a:r>
            <a:r>
              <a:rPr lang="fr-FR" dirty="0" err="1">
                <a:latin typeface="Open Sans"/>
                <a:ea typeface="Open Sans"/>
                <a:cs typeface="Open Sans"/>
              </a:rPr>
              <a:t>caresets</a:t>
            </a:r>
            <a:r>
              <a:rPr lang="fr-FR" dirty="0">
                <a:latin typeface="Open Sans"/>
                <a:ea typeface="Open Sans"/>
                <a:cs typeface="Open Sans"/>
              </a:rPr>
              <a:t> en nationale </a:t>
            </a:r>
            <a:r>
              <a:rPr lang="fr-FR" dirty="0" err="1">
                <a:latin typeface="Open Sans"/>
                <a:ea typeface="Open Sans"/>
                <a:cs typeface="Open Sans"/>
              </a:rPr>
              <a:t>profielen</a:t>
            </a:r>
            <a:endParaRPr lang="fr-FR" dirty="0" err="1"/>
          </a:p>
          <a:p>
            <a:endParaRPr lang="fr-FR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6E05F79B-5520-21FF-D840-F73503A756F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nl-BE" sz="2400" b="1" dirty="0" err="1">
                <a:effectLst/>
                <a:latin typeface="Calibri" panose="020F0502020204030204" pitchFamily="34" charset="0"/>
              </a:rPr>
              <a:t>Challenges</a:t>
            </a:r>
            <a:endParaRPr lang="nl-BE" dirty="0"/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619A8D7-13B1-2FD9-85F2-87DD36378C94}"/>
              </a:ext>
            </a:extLst>
          </p:cNvPr>
          <p:cNvSpPr>
            <a:spLocks noGrp="1"/>
          </p:cNvSpPr>
          <p:nvPr>
            <p:ph sz="quarter" idx="4"/>
          </p:nvPr>
        </p:nvSpPr>
        <p:spPr/>
        <p:txBody>
          <a:bodyPr vert="horz" lIns="91440" tIns="45720" rIns="91440" bIns="45720" rtlCol="0" anchor="t">
            <a:normAutofit fontScale="70000" lnSpcReduction="20000"/>
          </a:bodyPr>
          <a:lstStyle/>
          <a:p>
            <a:r>
              <a:rPr lang="nl-BE" dirty="0">
                <a:latin typeface="Open Sans"/>
                <a:ea typeface="Open Sans"/>
                <a:cs typeface="Open Sans"/>
              </a:rPr>
              <a:t>Versturing van gestructureerde informatie tussen EPD systemen momenteel zeer zwak</a:t>
            </a:r>
            <a:br>
              <a:rPr lang="nl-BE" dirty="0">
                <a:latin typeface="Open Sans"/>
                <a:ea typeface="Open Sans"/>
                <a:cs typeface="Open Sans"/>
              </a:rPr>
            </a:br>
            <a:endParaRPr lang="en-US"/>
          </a:p>
          <a:p>
            <a:r>
              <a:rPr lang="nl-BE" dirty="0">
                <a:latin typeface="Open Sans"/>
                <a:ea typeface="Open Sans"/>
                <a:cs typeface="Open Sans"/>
              </a:rPr>
              <a:t>Gestructureerde incorporatie en hergebruik in opvragende </a:t>
            </a:r>
            <a:r>
              <a:rPr lang="nl-BE" dirty="0" err="1">
                <a:latin typeface="Open Sans"/>
                <a:ea typeface="Open Sans"/>
                <a:cs typeface="Open Sans"/>
              </a:rPr>
              <a:t>EPD’s</a:t>
            </a:r>
            <a:r>
              <a:rPr lang="nl-BE" dirty="0">
                <a:latin typeface="Open Sans"/>
                <a:ea typeface="Open Sans"/>
                <a:cs typeface="Open Sans"/>
              </a:rPr>
              <a:t> momenteel quasi onmogelijk</a:t>
            </a:r>
          </a:p>
          <a:p>
            <a:pPr marL="0" indent="0">
              <a:buNone/>
            </a:pPr>
            <a:endParaRPr lang="nl-BE" dirty="0">
              <a:latin typeface="Open Sans"/>
              <a:ea typeface="Open Sans"/>
              <a:cs typeface="Open Sans"/>
            </a:endParaRPr>
          </a:p>
          <a:p>
            <a:r>
              <a:rPr lang="nl-BE" dirty="0">
                <a:latin typeface="Open Sans"/>
                <a:ea typeface="Open Sans"/>
                <a:cs typeface="Open Sans"/>
              </a:rPr>
              <a:t>Lange doorlooptijd voor alle bronnen  ooit volledig FHIR </a:t>
            </a:r>
            <a:r>
              <a:rPr lang="nl-BE" dirty="0" err="1">
                <a:latin typeface="Open Sans"/>
                <a:ea typeface="Open Sans"/>
                <a:cs typeface="Open Sans"/>
              </a:rPr>
              <a:t>capable</a:t>
            </a:r>
            <a:r>
              <a:rPr lang="nl-BE" dirty="0">
                <a:latin typeface="Open Sans"/>
                <a:ea typeface="Open Sans"/>
                <a:cs typeface="Open Sans"/>
              </a:rPr>
              <a:t> gaan zijn</a:t>
            </a:r>
          </a:p>
          <a:p>
            <a:pPr marL="457200" lvl="1" indent="0">
              <a:buNone/>
            </a:pPr>
            <a:endParaRPr lang="nl-BE" dirty="0">
              <a:solidFill>
                <a:srgbClr val="000000"/>
              </a:solidFill>
              <a:latin typeface="Open Sans"/>
              <a:ea typeface="Open Sans"/>
              <a:cs typeface="Open Sans"/>
            </a:endParaRP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82C4266-F4BC-24D1-A2FB-B2B88F4FE2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B886DB-A2D9-4379-A7BE-E36474F7753C}" type="slidenum">
              <a:rPr lang="nl-BE" smtClean="0"/>
              <a:pPr/>
              <a:t>5</a:t>
            </a:fld>
            <a:endParaRPr lang="nl-BE" dirty="0"/>
          </a:p>
        </p:txBody>
      </p:sp>
    </p:spTree>
    <p:extLst>
      <p:ext uri="{BB962C8B-B14F-4D97-AF65-F5344CB8AC3E}">
        <p14:creationId xmlns:p14="http://schemas.microsoft.com/office/powerpoint/2010/main" val="78636315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FB5794C-45C2-C732-D9B2-75295137D60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BE" dirty="0" err="1"/>
              <a:t>Closing</a:t>
            </a:r>
            <a:r>
              <a:rPr lang="nl-BE" dirty="0"/>
              <a:t> statement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B6FB1DB-33E4-C795-E899-F09C2F74FC1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pPr>
              <a:spcBef>
                <a:spcPts val="0"/>
              </a:spcBef>
            </a:pPr>
            <a:r>
              <a:rPr lang="fr-FR" dirty="0" err="1">
                <a:latin typeface="Open Sans"/>
                <a:ea typeface="Open Sans"/>
                <a:cs typeface="Open Sans"/>
              </a:rPr>
              <a:t>Versnelling</a:t>
            </a:r>
            <a:r>
              <a:rPr lang="fr-FR" dirty="0">
                <a:latin typeface="Open Sans"/>
                <a:ea typeface="Open Sans"/>
                <a:cs typeface="Open Sans"/>
              </a:rPr>
              <a:t> </a:t>
            </a:r>
            <a:r>
              <a:rPr lang="fr-FR" dirty="0" err="1">
                <a:latin typeface="Open Sans"/>
                <a:ea typeface="Open Sans"/>
                <a:cs typeface="Open Sans"/>
              </a:rPr>
              <a:t>brengen</a:t>
            </a:r>
            <a:r>
              <a:rPr lang="fr-FR" dirty="0">
                <a:latin typeface="Open Sans"/>
                <a:ea typeface="Open Sans"/>
                <a:cs typeface="Open Sans"/>
              </a:rPr>
              <a:t> in de </a:t>
            </a:r>
            <a:r>
              <a:rPr lang="fr-FR" dirty="0" err="1">
                <a:latin typeface="Open Sans"/>
                <a:ea typeface="Open Sans"/>
                <a:cs typeface="Open Sans"/>
              </a:rPr>
              <a:t>evolutie</a:t>
            </a:r>
            <a:r>
              <a:rPr lang="fr-FR" dirty="0">
                <a:latin typeface="Open Sans"/>
                <a:ea typeface="Open Sans"/>
                <a:cs typeface="Open Sans"/>
              </a:rPr>
              <a:t> van KMEHR </a:t>
            </a:r>
            <a:r>
              <a:rPr lang="fr-FR" dirty="0" err="1">
                <a:latin typeface="Open Sans"/>
                <a:ea typeface="Open Sans"/>
                <a:cs typeface="Open Sans"/>
              </a:rPr>
              <a:t>naar</a:t>
            </a:r>
            <a:r>
              <a:rPr lang="fr-FR" dirty="0">
                <a:latin typeface="Open Sans"/>
                <a:ea typeface="Open Sans"/>
                <a:cs typeface="Open Sans"/>
              </a:rPr>
              <a:t> </a:t>
            </a:r>
            <a:r>
              <a:rPr lang="fr-FR" dirty="0" err="1">
                <a:latin typeface="Open Sans"/>
                <a:ea typeface="Open Sans"/>
                <a:cs typeface="Open Sans"/>
              </a:rPr>
              <a:t>een</a:t>
            </a:r>
            <a:r>
              <a:rPr lang="fr-FR" dirty="0">
                <a:latin typeface="Open Sans"/>
                <a:ea typeface="Open Sans"/>
                <a:cs typeface="Open Sans"/>
              </a:rPr>
              <a:t> </a:t>
            </a:r>
            <a:r>
              <a:rPr lang="fr-FR" dirty="0" err="1">
                <a:latin typeface="Open Sans"/>
                <a:ea typeface="Open Sans"/>
                <a:cs typeface="Open Sans"/>
              </a:rPr>
              <a:t>toekomstgerichte</a:t>
            </a:r>
            <a:r>
              <a:rPr lang="fr-FR" dirty="0">
                <a:latin typeface="Open Sans"/>
                <a:ea typeface="Open Sans"/>
                <a:cs typeface="Open Sans"/>
              </a:rPr>
              <a:t> </a:t>
            </a:r>
            <a:r>
              <a:rPr lang="fr-FR" dirty="0" err="1">
                <a:latin typeface="Open Sans"/>
                <a:ea typeface="Open Sans"/>
                <a:cs typeface="Open Sans"/>
              </a:rPr>
              <a:t>schaalbare</a:t>
            </a:r>
            <a:r>
              <a:rPr lang="fr-FR" dirty="0">
                <a:latin typeface="Open Sans"/>
                <a:ea typeface="Open Sans"/>
                <a:cs typeface="Open Sans"/>
              </a:rPr>
              <a:t> FHIR </a:t>
            </a:r>
            <a:r>
              <a:rPr lang="fr-FR" dirty="0" err="1">
                <a:latin typeface="Open Sans"/>
                <a:ea typeface="Open Sans"/>
                <a:cs typeface="Open Sans"/>
              </a:rPr>
              <a:t>architectuur</a:t>
            </a:r>
            <a:r>
              <a:rPr lang="fr-FR" dirty="0">
                <a:latin typeface="Open Sans"/>
                <a:ea typeface="Open Sans"/>
                <a:cs typeface="Open Sans"/>
              </a:rPr>
              <a:t> </a:t>
            </a:r>
            <a:r>
              <a:rPr lang="fr-FR" dirty="0" err="1">
                <a:latin typeface="Open Sans"/>
                <a:ea typeface="Open Sans"/>
                <a:cs typeface="Open Sans"/>
              </a:rPr>
              <a:t>gebaseerd</a:t>
            </a:r>
            <a:r>
              <a:rPr lang="fr-FR" dirty="0">
                <a:latin typeface="Open Sans"/>
                <a:ea typeface="Open Sans"/>
                <a:cs typeface="Open Sans"/>
              </a:rPr>
              <a:t> op </a:t>
            </a:r>
            <a:r>
              <a:rPr lang="fr-FR" dirty="0" err="1">
                <a:latin typeface="Open Sans"/>
                <a:ea typeface="Open Sans"/>
                <a:cs typeface="Open Sans"/>
              </a:rPr>
              <a:t>internationele</a:t>
            </a:r>
            <a:r>
              <a:rPr lang="fr-FR" dirty="0">
                <a:latin typeface="Open Sans"/>
                <a:ea typeface="Open Sans"/>
                <a:cs typeface="Open Sans"/>
              </a:rPr>
              <a:t> </a:t>
            </a:r>
            <a:r>
              <a:rPr lang="fr-FR" dirty="0" err="1">
                <a:latin typeface="Open Sans"/>
                <a:ea typeface="Open Sans"/>
                <a:cs typeface="Open Sans"/>
              </a:rPr>
              <a:t>standaarden</a:t>
            </a:r>
            <a:r>
              <a:rPr lang="fr-FR" dirty="0">
                <a:latin typeface="Open Sans"/>
                <a:ea typeface="Open Sans"/>
                <a:cs typeface="Open Sans"/>
              </a:rPr>
              <a:t> (LOINC, SNOMED-CT, UCUM) en </a:t>
            </a:r>
            <a:r>
              <a:rPr lang="fr-FR" dirty="0" err="1">
                <a:latin typeface="Open Sans"/>
                <a:ea typeface="Open Sans"/>
                <a:cs typeface="Open Sans"/>
              </a:rPr>
              <a:t>volledig</a:t>
            </a:r>
            <a:r>
              <a:rPr lang="fr-FR" dirty="0">
                <a:latin typeface="Open Sans"/>
                <a:ea typeface="Open Sans"/>
                <a:cs typeface="Open Sans"/>
              </a:rPr>
              <a:t> </a:t>
            </a:r>
            <a:r>
              <a:rPr lang="fr-FR" dirty="0" err="1">
                <a:latin typeface="Open Sans"/>
                <a:ea typeface="Open Sans"/>
                <a:cs typeface="Open Sans"/>
              </a:rPr>
              <a:t>gestructureerde</a:t>
            </a:r>
            <a:r>
              <a:rPr lang="fr-FR" dirty="0">
                <a:latin typeface="Open Sans"/>
                <a:ea typeface="Open Sans"/>
                <a:cs typeface="Open Sans"/>
              </a:rPr>
              <a:t> </a:t>
            </a:r>
            <a:r>
              <a:rPr lang="fr-FR" dirty="0" err="1">
                <a:latin typeface="Open Sans"/>
                <a:ea typeface="Open Sans"/>
                <a:cs typeface="Open Sans"/>
              </a:rPr>
              <a:t>inhoud</a:t>
            </a:r>
            <a:endParaRPr lang="fr-FR" dirty="0" err="1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55D8B33-4875-D360-32A0-A84FE80C42C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B7B886DB-A2D9-4379-A7BE-E36474F7753C}" type="slidenum">
              <a:rPr lang="nl-BE" smtClean="0"/>
              <a:pPr/>
              <a:t>6</a:t>
            </a:fld>
            <a:endParaRPr lang="nl-BE" dirty="0"/>
          </a:p>
        </p:txBody>
      </p:sp>
    </p:spTree>
    <p:extLst>
      <p:ext uri="{BB962C8B-B14F-4D97-AF65-F5344CB8AC3E}">
        <p14:creationId xmlns:p14="http://schemas.microsoft.com/office/powerpoint/2010/main" val="4139197612"/>
      </p:ext>
    </p:extLst>
  </p:cSld>
  <p:clrMapOvr>
    <a:masterClrMapping/>
  </p:clrMapOvr>
</p:sld>
</file>

<file path=ppt/theme/theme1.xml><?xml version="1.0" encoding="utf-8"?>
<a:theme xmlns:a="http://schemas.openxmlformats.org/drawingml/2006/main" name="Kantoorthema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PPT_SPF_FOD_NL  -  Compatibility Mode" id="{AC7CE67D-4221-49AB-89BA-FF84E34BEC24}" vid="{3276DD71-921A-4B32-913A-6A69B0D26224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TaxCatchAll xmlns="e9f01767-2399-4fd6-aa70-959e7a645b64" xsi:nil="true"/>
    <lcf76f155ced4ddcb4097134ff3c332f xmlns="f04b3150-33df-4253-a4af-3b8147c7f5f6">
      <Terms xmlns="http://schemas.microsoft.com/office/infopath/2007/PartnerControls"/>
    </lcf76f155ced4ddcb4097134ff3c332f>
  </documentManagement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6E100D39F417474CA918300679D9E3EC" ma:contentTypeVersion="9" ma:contentTypeDescription="Een nieuw document maken." ma:contentTypeScope="" ma:versionID="870cd5533df7fcff8e67b4ab3550bc7f">
  <xsd:schema xmlns:xsd="http://www.w3.org/2001/XMLSchema" xmlns:xs="http://www.w3.org/2001/XMLSchema" xmlns:p="http://schemas.microsoft.com/office/2006/metadata/properties" xmlns:ns2="f04b3150-33df-4253-a4af-3b8147c7f5f6" xmlns:ns3="e9f01767-2399-4fd6-aa70-959e7a645b64" targetNamespace="http://schemas.microsoft.com/office/2006/metadata/properties" ma:root="true" ma:fieldsID="99a2dbd700f8b7067f2aac9ab2998f42" ns2:_="" ns3:_="">
    <xsd:import namespace="f04b3150-33df-4253-a4af-3b8147c7f5f6"/>
    <xsd:import namespace="e9f01767-2399-4fd6-aa70-959e7a645b64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ObjectDetectorVersions" minOccurs="0"/>
                <xsd:element ref="ns2:lcf76f155ced4ddcb4097134ff3c332f" minOccurs="0"/>
                <xsd:element ref="ns3:TaxCatchAll" minOccurs="0"/>
                <xsd:element ref="ns2:MediaServiceOCR" minOccurs="0"/>
                <xsd:element ref="ns2:MediaServiceGenerationTime" minOccurs="0"/>
                <xsd:element ref="ns2:MediaServiceEventHashCode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f04b3150-33df-4253-a4af-3b8147c7f5f6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bjectDetectorVersions" ma:index="10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lcf76f155ced4ddcb4097134ff3c332f" ma:index="12" nillable="true" ma:taxonomy="true" ma:internalName="lcf76f155ced4ddcb4097134ff3c332f" ma:taxonomyFieldName="MediaServiceImageTags" ma:displayName="Afbeeldingtags" ma:readOnly="false" ma:fieldId="{5cf76f15-5ced-4ddc-b409-7134ff3c332f}" ma:taxonomyMulti="true" ma:sspId="e5dcf441-69ba-499b-8c49-957a46b40929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14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5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6" nillable="true" ma:displayName="MediaServiceEventHashCode" ma:hidden="true" ma:internalName="MediaServiceEventHashCode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e9f01767-2399-4fd6-aa70-959e7a645b64" elementFormDefault="qualified">
    <xsd:import namespace="http://schemas.microsoft.com/office/2006/documentManagement/types"/>
    <xsd:import namespace="http://schemas.microsoft.com/office/infopath/2007/PartnerControls"/>
    <xsd:element name="TaxCatchAll" ma:index="13" nillable="true" ma:displayName="Taxonomy Catch All Column" ma:hidden="true" ma:list="{88bd5e93-d8fe-4cb6-875c-52e5895d9257}" ma:internalName="TaxCatchAll" ma:showField="CatchAllData" ma:web="e9f01767-2399-4fd6-aa70-959e7a645b64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Inhoudstype"/>
        <xsd:element ref="dc:title" minOccurs="0" maxOccurs="1" ma:index="4" ma:displayName="Titel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955A0C91-D235-4887-9CBA-2A1A25FC7E81}">
  <ds:schemaRefs>
    <ds:schemaRef ds:uri="http://purl.org/dc/elements/1.1/"/>
    <ds:schemaRef ds:uri="http://schemas.microsoft.com/office/2006/documentManagement/types"/>
    <ds:schemaRef ds:uri="http://schemas.microsoft.com/office/infopath/2007/PartnerControls"/>
    <ds:schemaRef ds:uri="http://www.w3.org/XML/1998/namespace"/>
    <ds:schemaRef ds:uri="http://schemas.openxmlformats.org/package/2006/metadata/core-properties"/>
    <ds:schemaRef ds:uri="e9f01767-2399-4fd6-aa70-959e7a645b64"/>
    <ds:schemaRef ds:uri="f04b3150-33df-4253-a4af-3b8147c7f5f6"/>
    <ds:schemaRef ds:uri="http://schemas.microsoft.com/office/2006/metadata/properties"/>
    <ds:schemaRef ds:uri="http://purl.org/dc/dcmitype/"/>
    <ds:schemaRef ds:uri="http://purl.org/dc/terms/"/>
  </ds:schemaRefs>
</ds:datastoreItem>
</file>

<file path=customXml/itemProps2.xml><?xml version="1.0" encoding="utf-8"?>
<ds:datastoreItem xmlns:ds="http://schemas.openxmlformats.org/officeDocument/2006/customXml" ds:itemID="{B9CACE9A-064E-47AE-AAC7-DCF4187B7341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9F4775BD-E54E-4976-88FF-6BED28DF648C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f04b3150-33df-4253-a4af-3b8147c7f5f6"/>
    <ds:schemaRef ds:uri="e9f01767-2399-4fd6-aa70-959e7a645b64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PPT_SPF_FOD_UK</Template>
  <TotalTime>53</TotalTime>
  <Words>298</Words>
  <Application>Microsoft Office PowerPoint</Application>
  <PresentationFormat>Widescreen</PresentationFormat>
  <Paragraphs>34</Paragraphs>
  <Slides>6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7" baseType="lpstr">
      <vt:lpstr>Kantoorthema</vt:lpstr>
      <vt:lpstr>SHIFT</vt:lpstr>
      <vt:lpstr>PowerPoint Presentation</vt:lpstr>
      <vt:lpstr>SHIFT</vt:lpstr>
      <vt:lpstr>SHIFT</vt:lpstr>
      <vt:lpstr>SHIFT</vt:lpstr>
      <vt:lpstr>Closing statement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PROJECTNAME</dc:title>
  <dc:creator>Andries Nelissen (SPF Santé Publique - FOD Volksgezondheid)</dc:creator>
  <cp:lastModifiedBy>De Koker Elien</cp:lastModifiedBy>
  <cp:revision>189</cp:revision>
  <dcterms:created xsi:type="dcterms:W3CDTF">2023-10-20T07:50:02Z</dcterms:created>
  <dcterms:modified xsi:type="dcterms:W3CDTF">2023-11-03T09:50:07Z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0x0101006E100D39F417474CA918300679D9E3EC</vt:lpwstr>
  </property>
  <property fmtid="{D5CDD505-2E9C-101B-9397-08002B2CF9AE}" pid="3" name="_dlc_DocIdItemGuid">
    <vt:lpwstr>94d7dbae-45f8-44f4-adea-da255fbf1e87</vt:lpwstr>
  </property>
  <property fmtid="{D5CDD505-2E9C-101B-9397-08002B2CF9AE}" pid="4" name="MediaServiceImageTags">
    <vt:lpwstr/>
  </property>
</Properties>
</file>