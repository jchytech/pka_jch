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media/image1.jpeg" ContentType="image/jpeg"/>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7" name="Shape 167"/>
          <p:cNvSpPr/>
          <p:nvPr>
            <p:ph type="sldImg"/>
          </p:nvPr>
        </p:nvSpPr>
        <p:spPr>
          <a:xfrm>
            <a:off x="1143000" y="685800"/>
            <a:ext cx="4572000" cy="3429000"/>
          </a:xfrm>
          <a:prstGeom prst="rect">
            <a:avLst/>
          </a:prstGeom>
        </p:spPr>
        <p:txBody>
          <a:bodyPr/>
          <a:lstStyle/>
          <a:p>
            <a:pPr/>
          </a:p>
        </p:txBody>
      </p:sp>
      <p:sp>
        <p:nvSpPr>
          <p:cNvPr id="168" name="Shape 16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eldia">
    <p:bg>
      <p:bgPr>
        <a:blipFill rotWithShape="1">
          <a:blip r:embed="rId2"/>
          <a:srcRect l="0" t="0" r="0" b="0"/>
          <a:stretch>
            <a:fillRect/>
          </a:stretch>
        </a:blipFill>
      </p:bgPr>
    </p:bg>
    <p:spTree>
      <p:nvGrpSpPr>
        <p:cNvPr id="1" name=""/>
        <p:cNvGrpSpPr/>
        <p:nvPr/>
      </p:nvGrpSpPr>
      <p:grpSpPr>
        <a:xfrm>
          <a:off x="0" y="0"/>
          <a:ext cx="0" cy="0"/>
          <a:chOff x="0" y="0"/>
          <a:chExt cx="0" cy="0"/>
        </a:xfrm>
      </p:grpSpPr>
      <p:grpSp>
        <p:nvGrpSpPr>
          <p:cNvPr id="44" name="object 2"/>
          <p:cNvGrpSpPr/>
          <p:nvPr/>
        </p:nvGrpSpPr>
        <p:grpSpPr>
          <a:xfrm>
            <a:off x="0" y="457199"/>
            <a:ext cx="9000009" cy="3965863"/>
            <a:chOff x="0" y="0"/>
            <a:chExt cx="9000008" cy="3965862"/>
          </a:xfrm>
        </p:grpSpPr>
        <p:pic>
          <p:nvPicPr>
            <p:cNvPr id="31" name="object 3" descr="object 3"/>
            <p:cNvPicPr>
              <a:picLocks noChangeAspect="1"/>
            </p:cNvPicPr>
            <p:nvPr/>
          </p:nvPicPr>
          <p:blipFill>
            <a:blip r:embed="rId3">
              <a:extLst/>
            </a:blip>
            <a:stretch>
              <a:fillRect/>
            </a:stretch>
          </p:blipFill>
          <p:spPr>
            <a:xfrm>
              <a:off x="0" y="0"/>
              <a:ext cx="9000009" cy="2741866"/>
            </a:xfrm>
            <a:prstGeom prst="rect">
              <a:avLst/>
            </a:prstGeom>
            <a:ln w="12700" cap="flat">
              <a:noFill/>
              <a:miter lim="400000"/>
            </a:ln>
            <a:effectLst/>
          </p:spPr>
        </p:pic>
        <p:sp>
          <p:nvSpPr>
            <p:cNvPr id="32" name="object 4"/>
            <p:cNvSpPr/>
            <p:nvPr/>
          </p:nvSpPr>
          <p:spPr>
            <a:xfrm>
              <a:off x="0" y="2741861"/>
              <a:ext cx="8999995" cy="12240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0"/>
                  </a:lnTo>
                  <a:lnTo>
                    <a:pt x="0" y="21600"/>
                  </a:lnTo>
                  <a:lnTo>
                    <a:pt x="20995" y="21600"/>
                  </a:lnTo>
                  <a:lnTo>
                    <a:pt x="21104" y="21528"/>
                  </a:lnTo>
                  <a:lnTo>
                    <a:pt x="21206" y="21322"/>
                  </a:lnTo>
                  <a:lnTo>
                    <a:pt x="21300" y="20993"/>
                  </a:lnTo>
                  <a:lnTo>
                    <a:pt x="21385" y="20554"/>
                  </a:lnTo>
                  <a:lnTo>
                    <a:pt x="21458" y="20018"/>
                  </a:lnTo>
                  <a:lnTo>
                    <a:pt x="21517" y="19397"/>
                  </a:lnTo>
                  <a:lnTo>
                    <a:pt x="21562" y="18705"/>
                  </a:lnTo>
                  <a:lnTo>
                    <a:pt x="21590" y="17952"/>
                  </a:lnTo>
                  <a:lnTo>
                    <a:pt x="21600" y="17153"/>
                  </a:lnTo>
                  <a:lnTo>
                    <a:pt x="21600" y="0"/>
                  </a:lnTo>
                  <a:close/>
                </a:path>
              </a:pathLst>
            </a:custGeom>
            <a:solidFill>
              <a:srgbClr val="F5F7F8"/>
            </a:solidFill>
            <a:ln w="12700" cap="flat">
              <a:noFill/>
              <a:miter lim="400000"/>
            </a:ln>
            <a:effectLst/>
          </p:spPr>
          <p:txBody>
            <a:bodyPr wrap="square" lIns="45719" tIns="45719" rIns="45719" bIns="45719" numCol="1" anchor="t">
              <a:noAutofit/>
            </a:bodyPr>
            <a:lstStyle/>
            <a:p>
              <a:pPr/>
            </a:p>
          </p:txBody>
        </p:sp>
        <p:sp>
          <p:nvSpPr>
            <p:cNvPr id="33" name="object 5"/>
            <p:cNvSpPr/>
            <p:nvPr/>
          </p:nvSpPr>
          <p:spPr>
            <a:xfrm>
              <a:off x="826787" y="3204638"/>
              <a:ext cx="284471" cy="2844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680" y="0"/>
                  </a:moveTo>
                  <a:lnTo>
                    <a:pt x="8372" y="240"/>
                  </a:lnTo>
                  <a:lnTo>
                    <a:pt x="5263" y="1484"/>
                  </a:lnTo>
                  <a:lnTo>
                    <a:pt x="2604" y="3713"/>
                  </a:lnTo>
                  <a:lnTo>
                    <a:pt x="782" y="6664"/>
                  </a:lnTo>
                  <a:lnTo>
                    <a:pt x="0" y="9920"/>
                  </a:lnTo>
                  <a:lnTo>
                    <a:pt x="240" y="13228"/>
                  </a:lnTo>
                  <a:lnTo>
                    <a:pt x="1483" y="16337"/>
                  </a:lnTo>
                  <a:lnTo>
                    <a:pt x="3712" y="18995"/>
                  </a:lnTo>
                  <a:lnTo>
                    <a:pt x="6664" y="20818"/>
                  </a:lnTo>
                  <a:lnTo>
                    <a:pt x="9919" y="21600"/>
                  </a:lnTo>
                  <a:lnTo>
                    <a:pt x="13228" y="21360"/>
                  </a:lnTo>
                  <a:lnTo>
                    <a:pt x="16337" y="20116"/>
                  </a:lnTo>
                  <a:lnTo>
                    <a:pt x="18995" y="17887"/>
                  </a:lnTo>
                  <a:lnTo>
                    <a:pt x="20818" y="14936"/>
                  </a:lnTo>
                  <a:lnTo>
                    <a:pt x="21600" y="11680"/>
                  </a:lnTo>
                  <a:lnTo>
                    <a:pt x="21360" y="8372"/>
                  </a:lnTo>
                  <a:lnTo>
                    <a:pt x="20116" y="5263"/>
                  </a:lnTo>
                  <a:lnTo>
                    <a:pt x="17887" y="2605"/>
                  </a:lnTo>
                  <a:lnTo>
                    <a:pt x="14935" y="782"/>
                  </a:lnTo>
                  <a:lnTo>
                    <a:pt x="11680" y="0"/>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grpSp>
          <p:nvGrpSpPr>
            <p:cNvPr id="36" name="object 6"/>
            <p:cNvGrpSpPr/>
            <p:nvPr/>
          </p:nvGrpSpPr>
          <p:grpSpPr>
            <a:xfrm>
              <a:off x="504647" y="2896742"/>
              <a:ext cx="928675" cy="899110"/>
              <a:chOff x="0" y="0"/>
              <a:chExt cx="928674" cy="899108"/>
            </a:xfrm>
          </p:grpSpPr>
          <p:sp>
            <p:nvSpPr>
              <p:cNvPr id="34" name="Figure"/>
              <p:cNvSpPr/>
              <p:nvPr/>
            </p:nvSpPr>
            <p:spPr>
              <a:xfrm>
                <a:off x="0" y="74789"/>
                <a:ext cx="423838" cy="8243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0227"/>
                    </a:moveTo>
                    <a:lnTo>
                      <a:pt x="20972" y="18412"/>
                    </a:lnTo>
                    <a:lnTo>
                      <a:pt x="20117" y="17396"/>
                    </a:lnTo>
                    <a:lnTo>
                      <a:pt x="18976" y="16378"/>
                    </a:lnTo>
                    <a:lnTo>
                      <a:pt x="17605" y="15413"/>
                    </a:lnTo>
                    <a:lnTo>
                      <a:pt x="17546" y="15376"/>
                    </a:lnTo>
                    <a:lnTo>
                      <a:pt x="17492" y="15337"/>
                    </a:lnTo>
                    <a:lnTo>
                      <a:pt x="17432" y="15300"/>
                    </a:lnTo>
                    <a:lnTo>
                      <a:pt x="9375" y="10324"/>
                    </a:lnTo>
                    <a:lnTo>
                      <a:pt x="8053" y="9332"/>
                    </a:lnTo>
                    <a:lnTo>
                      <a:pt x="7002" y="8204"/>
                    </a:lnTo>
                    <a:lnTo>
                      <a:pt x="6245" y="6983"/>
                    </a:lnTo>
                    <a:lnTo>
                      <a:pt x="5808" y="5714"/>
                    </a:lnTo>
                    <a:lnTo>
                      <a:pt x="5715" y="4440"/>
                    </a:lnTo>
                    <a:lnTo>
                      <a:pt x="5992" y="3207"/>
                    </a:lnTo>
                    <a:lnTo>
                      <a:pt x="6663" y="2059"/>
                    </a:lnTo>
                    <a:lnTo>
                      <a:pt x="7754" y="1040"/>
                    </a:lnTo>
                    <a:lnTo>
                      <a:pt x="9290" y="193"/>
                    </a:lnTo>
                    <a:lnTo>
                      <a:pt x="9745" y="11"/>
                    </a:lnTo>
                    <a:lnTo>
                      <a:pt x="9727" y="0"/>
                    </a:lnTo>
                    <a:lnTo>
                      <a:pt x="7603" y="894"/>
                    </a:lnTo>
                    <a:lnTo>
                      <a:pt x="5762" y="1874"/>
                    </a:lnTo>
                    <a:lnTo>
                      <a:pt x="4270" y="2856"/>
                    </a:lnTo>
                    <a:lnTo>
                      <a:pt x="3004" y="3891"/>
                    </a:lnTo>
                    <a:lnTo>
                      <a:pt x="1961" y="4969"/>
                    </a:lnTo>
                    <a:lnTo>
                      <a:pt x="1140" y="6083"/>
                    </a:lnTo>
                    <a:lnTo>
                      <a:pt x="541" y="7223"/>
                    </a:lnTo>
                    <a:lnTo>
                      <a:pt x="161" y="8380"/>
                    </a:lnTo>
                    <a:lnTo>
                      <a:pt x="0" y="9548"/>
                    </a:lnTo>
                    <a:lnTo>
                      <a:pt x="56" y="10715"/>
                    </a:lnTo>
                    <a:lnTo>
                      <a:pt x="327" y="11875"/>
                    </a:lnTo>
                    <a:lnTo>
                      <a:pt x="815" y="13018"/>
                    </a:lnTo>
                    <a:lnTo>
                      <a:pt x="1515" y="14135"/>
                    </a:lnTo>
                    <a:lnTo>
                      <a:pt x="2360" y="15137"/>
                    </a:lnTo>
                    <a:lnTo>
                      <a:pt x="3362" y="16083"/>
                    </a:lnTo>
                    <a:lnTo>
                      <a:pt x="4535" y="16989"/>
                    </a:lnTo>
                    <a:lnTo>
                      <a:pt x="4792" y="17164"/>
                    </a:lnTo>
                    <a:lnTo>
                      <a:pt x="4834" y="17194"/>
                    </a:lnTo>
                    <a:lnTo>
                      <a:pt x="6865" y="18393"/>
                    </a:lnTo>
                    <a:lnTo>
                      <a:pt x="8393" y="19126"/>
                    </a:lnTo>
                    <a:lnTo>
                      <a:pt x="10092" y="19808"/>
                    </a:lnTo>
                    <a:lnTo>
                      <a:pt x="12104" y="20459"/>
                    </a:lnTo>
                    <a:lnTo>
                      <a:pt x="14201" y="20995"/>
                    </a:lnTo>
                    <a:lnTo>
                      <a:pt x="16971" y="21483"/>
                    </a:lnTo>
                    <a:lnTo>
                      <a:pt x="19003" y="21600"/>
                    </a:lnTo>
                    <a:lnTo>
                      <a:pt x="20414" y="21394"/>
                    </a:lnTo>
                    <a:lnTo>
                      <a:pt x="21262" y="20918"/>
                    </a:lnTo>
                    <a:lnTo>
                      <a:pt x="21600" y="20227"/>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sp>
            <p:nvSpPr>
              <p:cNvPr id="35" name="Figure"/>
              <p:cNvSpPr/>
              <p:nvPr/>
            </p:nvSpPr>
            <p:spPr>
              <a:xfrm>
                <a:off x="504355" y="0"/>
                <a:ext cx="424320" cy="8250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2005"/>
                    </a:moveTo>
                    <a:lnTo>
                      <a:pt x="21548" y="10928"/>
                    </a:lnTo>
                    <a:lnTo>
                      <a:pt x="21283" y="9777"/>
                    </a:lnTo>
                    <a:lnTo>
                      <a:pt x="20793" y="8614"/>
                    </a:lnTo>
                    <a:lnTo>
                      <a:pt x="20118" y="7535"/>
                    </a:lnTo>
                    <a:lnTo>
                      <a:pt x="19243" y="6484"/>
                    </a:lnTo>
                    <a:lnTo>
                      <a:pt x="18167" y="5469"/>
                    </a:lnTo>
                    <a:lnTo>
                      <a:pt x="16868" y="4485"/>
                    </a:lnTo>
                    <a:lnTo>
                      <a:pt x="16788" y="4431"/>
                    </a:lnTo>
                    <a:lnTo>
                      <a:pt x="16745" y="4402"/>
                    </a:lnTo>
                    <a:lnTo>
                      <a:pt x="14924" y="3321"/>
                    </a:lnTo>
                    <a:lnTo>
                      <a:pt x="13432" y="2587"/>
                    </a:lnTo>
                    <a:lnTo>
                      <a:pt x="11455" y="1797"/>
                    </a:lnTo>
                    <a:lnTo>
                      <a:pt x="9370" y="1130"/>
                    </a:lnTo>
                    <a:lnTo>
                      <a:pt x="7196" y="586"/>
                    </a:lnTo>
                    <a:lnTo>
                      <a:pt x="5168" y="205"/>
                    </a:lnTo>
                    <a:lnTo>
                      <a:pt x="2593" y="0"/>
                    </a:lnTo>
                    <a:lnTo>
                      <a:pt x="1184" y="205"/>
                    </a:lnTo>
                    <a:lnTo>
                      <a:pt x="337" y="681"/>
                    </a:lnTo>
                    <a:lnTo>
                      <a:pt x="0" y="1371"/>
                    </a:lnTo>
                    <a:lnTo>
                      <a:pt x="114" y="2224"/>
                    </a:lnTo>
                    <a:lnTo>
                      <a:pt x="1480" y="4200"/>
                    </a:lnTo>
                    <a:lnTo>
                      <a:pt x="2620" y="5217"/>
                    </a:lnTo>
                    <a:lnTo>
                      <a:pt x="3990" y="6181"/>
                    </a:lnTo>
                    <a:lnTo>
                      <a:pt x="4048" y="6218"/>
                    </a:lnTo>
                    <a:lnTo>
                      <a:pt x="4102" y="6256"/>
                    </a:lnTo>
                    <a:lnTo>
                      <a:pt x="4161" y="6294"/>
                    </a:lnTo>
                    <a:lnTo>
                      <a:pt x="12210" y="11265"/>
                    </a:lnTo>
                    <a:lnTo>
                      <a:pt x="13530" y="12256"/>
                    </a:lnTo>
                    <a:lnTo>
                      <a:pt x="14581" y="13384"/>
                    </a:lnTo>
                    <a:lnTo>
                      <a:pt x="15337" y="14603"/>
                    </a:lnTo>
                    <a:lnTo>
                      <a:pt x="15774" y="15871"/>
                    </a:lnTo>
                    <a:lnTo>
                      <a:pt x="15866" y="17144"/>
                    </a:lnTo>
                    <a:lnTo>
                      <a:pt x="15590" y="18375"/>
                    </a:lnTo>
                    <a:lnTo>
                      <a:pt x="14919" y="19522"/>
                    </a:lnTo>
                    <a:lnTo>
                      <a:pt x="13829" y="20541"/>
                    </a:lnTo>
                    <a:lnTo>
                      <a:pt x="12295" y="21386"/>
                    </a:lnTo>
                    <a:lnTo>
                      <a:pt x="11841" y="21568"/>
                    </a:lnTo>
                    <a:lnTo>
                      <a:pt x="11892" y="21600"/>
                    </a:lnTo>
                    <a:lnTo>
                      <a:pt x="14666" y="20374"/>
                    </a:lnTo>
                    <a:lnTo>
                      <a:pt x="16387" y="19384"/>
                    </a:lnTo>
                    <a:lnTo>
                      <a:pt x="17971" y="18239"/>
                    </a:lnTo>
                    <a:lnTo>
                      <a:pt x="19520" y="16775"/>
                    </a:lnTo>
                    <a:lnTo>
                      <a:pt x="20517" y="15431"/>
                    </a:lnTo>
                    <a:lnTo>
                      <a:pt x="21026" y="14464"/>
                    </a:lnTo>
                    <a:lnTo>
                      <a:pt x="21026" y="14455"/>
                    </a:lnTo>
                    <a:lnTo>
                      <a:pt x="21068" y="14360"/>
                    </a:lnTo>
                    <a:lnTo>
                      <a:pt x="21096" y="14292"/>
                    </a:lnTo>
                    <a:lnTo>
                      <a:pt x="21404" y="13352"/>
                    </a:lnTo>
                    <a:lnTo>
                      <a:pt x="21456" y="13137"/>
                    </a:lnTo>
                    <a:lnTo>
                      <a:pt x="21595" y="12125"/>
                    </a:lnTo>
                    <a:lnTo>
                      <a:pt x="21600" y="12005"/>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grpSp>
        <p:grpSp>
          <p:nvGrpSpPr>
            <p:cNvPr id="39" name="object 7"/>
            <p:cNvGrpSpPr/>
            <p:nvPr/>
          </p:nvGrpSpPr>
          <p:grpSpPr>
            <a:xfrm>
              <a:off x="504647" y="2896158"/>
              <a:ext cx="928650" cy="900266"/>
              <a:chOff x="0" y="0"/>
              <a:chExt cx="928649" cy="900264"/>
            </a:xfrm>
          </p:grpSpPr>
          <p:sp>
            <p:nvSpPr>
              <p:cNvPr id="37" name="Figure"/>
              <p:cNvSpPr/>
              <p:nvPr/>
            </p:nvSpPr>
            <p:spPr>
              <a:xfrm>
                <a:off x="0" y="0"/>
                <a:ext cx="426365" cy="8235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382"/>
                    </a:moveTo>
                    <a:lnTo>
                      <a:pt x="21273" y="689"/>
                    </a:lnTo>
                    <a:lnTo>
                      <a:pt x="20436" y="211"/>
                    </a:lnTo>
                    <a:lnTo>
                      <a:pt x="19035" y="0"/>
                    </a:lnTo>
                    <a:lnTo>
                      <a:pt x="17226" y="99"/>
                    </a:lnTo>
                    <a:lnTo>
                      <a:pt x="13902" y="701"/>
                    </a:lnTo>
                    <a:lnTo>
                      <a:pt x="11667" y="1295"/>
                    </a:lnTo>
                    <a:lnTo>
                      <a:pt x="9545" y="2019"/>
                    </a:lnTo>
                    <a:lnTo>
                      <a:pt x="7558" y="2872"/>
                    </a:lnTo>
                    <a:lnTo>
                      <a:pt x="5726" y="3853"/>
                    </a:lnTo>
                    <a:lnTo>
                      <a:pt x="4245" y="4836"/>
                    </a:lnTo>
                    <a:lnTo>
                      <a:pt x="2987" y="5871"/>
                    </a:lnTo>
                    <a:lnTo>
                      <a:pt x="1949" y="6950"/>
                    </a:lnTo>
                    <a:lnTo>
                      <a:pt x="1134" y="8065"/>
                    </a:lnTo>
                    <a:lnTo>
                      <a:pt x="538" y="9206"/>
                    </a:lnTo>
                    <a:lnTo>
                      <a:pt x="160" y="10365"/>
                    </a:lnTo>
                    <a:lnTo>
                      <a:pt x="0" y="11533"/>
                    </a:lnTo>
                    <a:lnTo>
                      <a:pt x="55" y="12702"/>
                    </a:lnTo>
                    <a:lnTo>
                      <a:pt x="326" y="13862"/>
                    </a:lnTo>
                    <a:lnTo>
                      <a:pt x="810" y="15006"/>
                    </a:lnTo>
                    <a:lnTo>
                      <a:pt x="1625" y="16266"/>
                    </a:lnTo>
                    <a:lnTo>
                      <a:pt x="2619" y="17400"/>
                    </a:lnTo>
                    <a:lnTo>
                      <a:pt x="3788" y="18443"/>
                    </a:lnTo>
                    <a:lnTo>
                      <a:pt x="6392" y="20173"/>
                    </a:lnTo>
                    <a:lnTo>
                      <a:pt x="7840" y="20891"/>
                    </a:lnTo>
                    <a:lnTo>
                      <a:pt x="9529" y="21600"/>
                    </a:lnTo>
                    <a:lnTo>
                      <a:pt x="9566" y="21577"/>
                    </a:lnTo>
                    <a:lnTo>
                      <a:pt x="9414" y="21518"/>
                    </a:lnTo>
                    <a:lnTo>
                      <a:pt x="9264" y="21457"/>
                    </a:lnTo>
                    <a:lnTo>
                      <a:pt x="7601" y="20542"/>
                    </a:lnTo>
                    <a:lnTo>
                      <a:pt x="6528" y="19518"/>
                    </a:lnTo>
                    <a:lnTo>
                      <a:pt x="5875" y="18366"/>
                    </a:lnTo>
                    <a:lnTo>
                      <a:pt x="5615" y="17131"/>
                    </a:lnTo>
                    <a:lnTo>
                      <a:pt x="5723" y="15857"/>
                    </a:lnTo>
                    <a:lnTo>
                      <a:pt x="6173" y="14588"/>
                    </a:lnTo>
                    <a:lnTo>
                      <a:pt x="6941" y="13369"/>
                    </a:lnTo>
                    <a:lnTo>
                      <a:pt x="8000" y="12243"/>
                    </a:lnTo>
                    <a:lnTo>
                      <a:pt x="9326" y="11255"/>
                    </a:lnTo>
                    <a:lnTo>
                      <a:pt x="17457" y="6264"/>
                    </a:lnTo>
                    <a:lnTo>
                      <a:pt x="17510" y="6224"/>
                    </a:lnTo>
                    <a:lnTo>
                      <a:pt x="18945" y="5226"/>
                    </a:lnTo>
                    <a:lnTo>
                      <a:pt x="20091" y="4212"/>
                    </a:lnTo>
                    <a:lnTo>
                      <a:pt x="20953" y="3197"/>
                    </a:lnTo>
                    <a:lnTo>
                      <a:pt x="21475" y="2236"/>
                    </a:lnTo>
                    <a:lnTo>
                      <a:pt x="21600" y="1382"/>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sp>
            <p:nvSpPr>
              <p:cNvPr id="38" name="Figure"/>
              <p:cNvSpPr/>
              <p:nvPr/>
            </p:nvSpPr>
            <p:spPr>
              <a:xfrm>
                <a:off x="501814" y="77190"/>
                <a:ext cx="426835" cy="8230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001"/>
                    </a:moveTo>
                    <a:lnTo>
                      <a:pt x="21550" y="8942"/>
                    </a:lnTo>
                    <a:lnTo>
                      <a:pt x="21279" y="7760"/>
                    </a:lnTo>
                    <a:lnTo>
                      <a:pt x="20795" y="6615"/>
                    </a:lnTo>
                    <a:lnTo>
                      <a:pt x="19937" y="5302"/>
                    </a:lnTo>
                    <a:lnTo>
                      <a:pt x="19004" y="4234"/>
                    </a:lnTo>
                    <a:lnTo>
                      <a:pt x="18038" y="3339"/>
                    </a:lnTo>
                    <a:lnTo>
                      <a:pt x="16752" y="2377"/>
                    </a:lnTo>
                    <a:lnTo>
                      <a:pt x="15219" y="1445"/>
                    </a:lnTo>
                    <a:lnTo>
                      <a:pt x="13482" y="583"/>
                    </a:lnTo>
                    <a:lnTo>
                      <a:pt x="12036" y="0"/>
                    </a:lnTo>
                    <a:lnTo>
                      <a:pt x="12020" y="10"/>
                    </a:lnTo>
                    <a:lnTo>
                      <a:pt x="12172" y="69"/>
                    </a:lnTo>
                    <a:lnTo>
                      <a:pt x="12322" y="130"/>
                    </a:lnTo>
                    <a:lnTo>
                      <a:pt x="13984" y="1046"/>
                    </a:lnTo>
                    <a:lnTo>
                      <a:pt x="15054" y="2070"/>
                    </a:lnTo>
                    <a:lnTo>
                      <a:pt x="15707" y="3223"/>
                    </a:lnTo>
                    <a:lnTo>
                      <a:pt x="15967" y="4458"/>
                    </a:lnTo>
                    <a:lnTo>
                      <a:pt x="15860" y="5733"/>
                    </a:lnTo>
                    <a:lnTo>
                      <a:pt x="15410" y="7003"/>
                    </a:lnTo>
                    <a:lnTo>
                      <a:pt x="14643" y="8224"/>
                    </a:lnTo>
                    <a:lnTo>
                      <a:pt x="13584" y="9350"/>
                    </a:lnTo>
                    <a:lnTo>
                      <a:pt x="12260" y="10339"/>
                    </a:lnTo>
                    <a:lnTo>
                      <a:pt x="4138" y="15333"/>
                    </a:lnTo>
                    <a:lnTo>
                      <a:pt x="4085" y="15372"/>
                    </a:lnTo>
                    <a:lnTo>
                      <a:pt x="2652" y="16370"/>
                    </a:lnTo>
                    <a:lnTo>
                      <a:pt x="1506" y="17386"/>
                    </a:lnTo>
                    <a:lnTo>
                      <a:pt x="646" y="18401"/>
                    </a:lnTo>
                    <a:lnTo>
                      <a:pt x="0" y="20217"/>
                    </a:lnTo>
                    <a:lnTo>
                      <a:pt x="327" y="20910"/>
                    </a:lnTo>
                    <a:lnTo>
                      <a:pt x="1162" y="21389"/>
                    </a:lnTo>
                    <a:lnTo>
                      <a:pt x="2561" y="21600"/>
                    </a:lnTo>
                    <a:lnTo>
                      <a:pt x="4580" y="21489"/>
                    </a:lnTo>
                    <a:lnTo>
                      <a:pt x="6542" y="21179"/>
                    </a:lnTo>
                    <a:lnTo>
                      <a:pt x="8501" y="20738"/>
                    </a:lnTo>
                    <a:lnTo>
                      <a:pt x="10512" y="20160"/>
                    </a:lnTo>
                    <a:lnTo>
                      <a:pt x="12660" y="19368"/>
                    </a:lnTo>
                    <a:lnTo>
                      <a:pt x="14539" y="18494"/>
                    </a:lnTo>
                    <a:lnTo>
                      <a:pt x="16179" y="17561"/>
                    </a:lnTo>
                    <a:lnTo>
                      <a:pt x="16770" y="17175"/>
                    </a:lnTo>
                    <a:lnTo>
                      <a:pt x="16882" y="17100"/>
                    </a:lnTo>
                    <a:lnTo>
                      <a:pt x="18064" y="16207"/>
                    </a:lnTo>
                    <a:lnTo>
                      <a:pt x="18452" y="15871"/>
                    </a:lnTo>
                    <a:lnTo>
                      <a:pt x="18483" y="15845"/>
                    </a:lnTo>
                    <a:lnTo>
                      <a:pt x="18631" y="15711"/>
                    </a:lnTo>
                    <a:lnTo>
                      <a:pt x="18746" y="15603"/>
                    </a:lnTo>
                    <a:lnTo>
                      <a:pt x="18876" y="15477"/>
                    </a:lnTo>
                    <a:lnTo>
                      <a:pt x="18893" y="15459"/>
                    </a:lnTo>
                    <a:lnTo>
                      <a:pt x="19005" y="15349"/>
                    </a:lnTo>
                    <a:lnTo>
                      <a:pt x="19096" y="15256"/>
                    </a:lnTo>
                    <a:lnTo>
                      <a:pt x="19185" y="15163"/>
                    </a:lnTo>
                    <a:lnTo>
                      <a:pt x="19216" y="15131"/>
                    </a:lnTo>
                    <a:lnTo>
                      <a:pt x="19244" y="15100"/>
                    </a:lnTo>
                    <a:lnTo>
                      <a:pt x="19357" y="14979"/>
                    </a:lnTo>
                    <a:lnTo>
                      <a:pt x="19439" y="14889"/>
                    </a:lnTo>
                    <a:lnTo>
                      <a:pt x="20253" y="13855"/>
                    </a:lnTo>
                    <a:lnTo>
                      <a:pt x="20387" y="13652"/>
                    </a:lnTo>
                    <a:lnTo>
                      <a:pt x="20407" y="13624"/>
                    </a:lnTo>
                    <a:lnTo>
                      <a:pt x="20942" y="12660"/>
                    </a:lnTo>
                    <a:lnTo>
                      <a:pt x="21389" y="11430"/>
                    </a:lnTo>
                    <a:lnTo>
                      <a:pt x="21591" y="10188"/>
                    </a:lnTo>
                    <a:lnTo>
                      <a:pt x="21597" y="10101"/>
                    </a:lnTo>
                    <a:lnTo>
                      <a:pt x="21600" y="10001"/>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grpSp>
        <p:pic>
          <p:nvPicPr>
            <p:cNvPr id="40" name="object 8" descr="object 8"/>
            <p:cNvPicPr>
              <a:picLocks noChangeAspect="1"/>
            </p:cNvPicPr>
            <p:nvPr/>
          </p:nvPicPr>
          <p:blipFill>
            <a:blip r:embed="rId4">
              <a:extLst/>
            </a:blip>
            <a:stretch>
              <a:fillRect/>
            </a:stretch>
          </p:blipFill>
          <p:spPr>
            <a:xfrm>
              <a:off x="1728025" y="3080334"/>
              <a:ext cx="108725" cy="126226"/>
            </a:xfrm>
            <a:prstGeom prst="rect">
              <a:avLst/>
            </a:prstGeom>
            <a:ln w="12700" cap="flat">
              <a:noFill/>
              <a:miter lim="400000"/>
            </a:ln>
            <a:effectLst/>
          </p:spPr>
        </p:pic>
        <p:pic>
          <p:nvPicPr>
            <p:cNvPr id="41" name="object 9" descr="object 9"/>
            <p:cNvPicPr>
              <a:picLocks noChangeAspect="1"/>
            </p:cNvPicPr>
            <p:nvPr/>
          </p:nvPicPr>
          <p:blipFill>
            <a:blip r:embed="rId5">
              <a:extLst/>
            </a:blip>
            <a:stretch>
              <a:fillRect/>
            </a:stretch>
          </p:blipFill>
          <p:spPr>
            <a:xfrm>
              <a:off x="1856755" y="3113511"/>
              <a:ext cx="205737" cy="94679"/>
            </a:xfrm>
            <a:prstGeom prst="rect">
              <a:avLst/>
            </a:prstGeom>
            <a:ln w="12700" cap="flat">
              <a:noFill/>
              <a:miter lim="400000"/>
            </a:ln>
            <a:effectLst/>
          </p:spPr>
        </p:pic>
        <p:pic>
          <p:nvPicPr>
            <p:cNvPr id="42" name="object 10" descr="object 10"/>
            <p:cNvPicPr>
              <a:picLocks noChangeAspect="1"/>
            </p:cNvPicPr>
            <p:nvPr/>
          </p:nvPicPr>
          <p:blipFill>
            <a:blip r:embed="rId6">
              <a:extLst/>
            </a:blip>
            <a:stretch>
              <a:fillRect/>
            </a:stretch>
          </p:blipFill>
          <p:spPr>
            <a:xfrm>
              <a:off x="2081621" y="3077635"/>
              <a:ext cx="219812" cy="129824"/>
            </a:xfrm>
            <a:prstGeom prst="rect">
              <a:avLst/>
            </a:prstGeom>
            <a:ln w="12700" cap="flat">
              <a:noFill/>
              <a:miter lim="400000"/>
            </a:ln>
            <a:effectLst/>
          </p:spPr>
        </p:pic>
        <p:pic>
          <p:nvPicPr>
            <p:cNvPr id="43" name="object 11" descr="object 11"/>
            <p:cNvPicPr>
              <a:picLocks noChangeAspect="1"/>
            </p:cNvPicPr>
            <p:nvPr/>
          </p:nvPicPr>
          <p:blipFill>
            <a:blip r:embed="rId7">
              <a:extLst/>
            </a:blip>
            <a:stretch>
              <a:fillRect/>
            </a:stretch>
          </p:blipFill>
          <p:spPr>
            <a:xfrm>
              <a:off x="1728025" y="3296799"/>
              <a:ext cx="1613840" cy="355834"/>
            </a:xfrm>
            <a:prstGeom prst="rect">
              <a:avLst/>
            </a:prstGeom>
            <a:ln w="12700" cap="flat">
              <a:noFill/>
              <a:miter lim="400000"/>
            </a:ln>
            <a:effectLst/>
          </p:spPr>
        </p:pic>
      </p:grpSp>
      <p:sp>
        <p:nvSpPr>
          <p:cNvPr id="45" name="Texte du titre"/>
          <p:cNvSpPr txBox="1"/>
          <p:nvPr>
            <p:ph type="title"/>
          </p:nvPr>
        </p:nvSpPr>
        <p:spPr>
          <a:xfrm>
            <a:off x="254227" y="768350"/>
            <a:ext cx="8656093" cy="743340"/>
          </a:xfrm>
          <a:prstGeom prst="rect">
            <a:avLst/>
          </a:prstGeom>
        </p:spPr>
        <p:txBody>
          <a:bodyPr anchor="b"/>
          <a:lstStyle>
            <a:lvl1pPr>
              <a:defRPr b="1" sz="3600">
                <a:solidFill>
                  <a:srgbClr val="FFFFFF"/>
                </a:solidFill>
              </a:defRPr>
            </a:lvl1pPr>
          </a:lstStyle>
          <a:p>
            <a:pPr/>
            <a:r>
              <a:t>Texte du titre</a:t>
            </a:r>
          </a:p>
        </p:txBody>
      </p:sp>
      <p:sp>
        <p:nvSpPr>
          <p:cNvPr id="46" name="Texte niveau 1…"/>
          <p:cNvSpPr txBox="1"/>
          <p:nvPr>
            <p:ph type="body" sz="quarter" idx="1"/>
          </p:nvPr>
        </p:nvSpPr>
        <p:spPr>
          <a:xfrm>
            <a:off x="250250" y="1755311"/>
            <a:ext cx="8660070" cy="1223295"/>
          </a:xfrm>
          <a:prstGeom prst="rect">
            <a:avLst/>
          </a:prstGeom>
        </p:spPr>
        <p:txBody>
          <a:bodyPr/>
          <a:lstStyle>
            <a:lvl1pPr marL="0" indent="0">
              <a:buSzTx/>
              <a:buFontTx/>
              <a:buNone/>
              <a:defRPr sz="2000">
                <a:solidFill>
                  <a:srgbClr val="FFFFFF"/>
                </a:solidFill>
              </a:defRPr>
            </a:lvl1pPr>
            <a:lvl2pPr marL="0" indent="457200">
              <a:buSzTx/>
              <a:buFontTx/>
              <a:buNone/>
              <a:defRPr sz="2000">
                <a:solidFill>
                  <a:srgbClr val="FFFFFF"/>
                </a:solidFill>
              </a:defRPr>
            </a:lvl2pPr>
            <a:lvl3pPr marL="0" indent="914400">
              <a:buSzTx/>
              <a:buFontTx/>
              <a:buNone/>
              <a:defRPr sz="2000">
                <a:solidFill>
                  <a:srgbClr val="FFFFFF"/>
                </a:solidFill>
              </a:defRPr>
            </a:lvl3pPr>
            <a:lvl4pPr marL="0" indent="1371600">
              <a:buSzTx/>
              <a:buFontTx/>
              <a:buNone/>
              <a:defRPr sz="2000">
                <a:solidFill>
                  <a:srgbClr val="FFFFFF"/>
                </a:solidFill>
              </a:defRPr>
            </a:lvl4pPr>
            <a:lvl5pPr marL="0" indent="1828800">
              <a:buSzTx/>
              <a:buFontTx/>
              <a:buNone/>
              <a:defRPr sz="2000">
                <a:solidFill>
                  <a:srgbClr val="FFFFFF"/>
                </a:solidFill>
              </a:defRPr>
            </a:lvl5pPr>
          </a:lstStyle>
          <a:p>
            <a:pPr/>
            <a:r>
              <a:t>Texte niveau 1</a:t>
            </a:r>
          </a:p>
          <a:p>
            <a:pPr lvl="1"/>
            <a:r>
              <a:t>Texte niveau 2</a:t>
            </a:r>
          </a:p>
          <a:p>
            <a:pPr lvl="2"/>
            <a:r>
              <a:t>Texte niveau 3</a:t>
            </a:r>
          </a:p>
          <a:p>
            <a:pPr lvl="3"/>
            <a:r>
              <a:t>Texte niveau 4</a:t>
            </a:r>
          </a:p>
          <a:p>
            <a:pPr lvl="4"/>
            <a:r>
              <a:t>Texte niveau 5</a:t>
            </a:r>
          </a:p>
        </p:txBody>
      </p:sp>
      <p:pic>
        <p:nvPicPr>
          <p:cNvPr id="47" name="object 11" descr="object 11"/>
          <p:cNvPicPr>
            <a:picLocks noChangeAspect="1"/>
          </p:cNvPicPr>
          <p:nvPr/>
        </p:nvPicPr>
        <p:blipFill>
          <a:blip r:embed="rId8">
            <a:extLst/>
          </a:blip>
          <a:stretch>
            <a:fillRect/>
          </a:stretch>
        </p:blipFill>
        <p:spPr>
          <a:xfrm>
            <a:off x="11187824" y="5999869"/>
            <a:ext cx="824294" cy="609261"/>
          </a:xfrm>
          <a:prstGeom prst="rect">
            <a:avLst/>
          </a:prstGeom>
          <a:ln w="12700">
            <a:miter lim="400000"/>
          </a:ln>
        </p:spPr>
      </p:pic>
      <p:sp>
        <p:nvSpPr>
          <p:cNvPr id="48" name="Numéro de diapositive"/>
          <p:cNvSpPr txBox="1"/>
          <p:nvPr>
            <p:ph type="sldNum" sz="quarter" idx="2"/>
          </p:nvPr>
        </p:nvSpPr>
        <p:spPr>
          <a:xfrm>
            <a:off x="8737600" y="6356350"/>
            <a:ext cx="2844800" cy="37084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el en object">
    <p:spTree>
      <p:nvGrpSpPr>
        <p:cNvPr id="1" name=""/>
        <p:cNvGrpSpPr/>
        <p:nvPr/>
      </p:nvGrpSpPr>
      <p:grpSpPr>
        <a:xfrm>
          <a:off x="0" y="0"/>
          <a:ext cx="0" cy="0"/>
          <a:chOff x="0" y="0"/>
          <a:chExt cx="0" cy="0"/>
        </a:xfrm>
      </p:grpSpPr>
      <p:sp>
        <p:nvSpPr>
          <p:cNvPr id="55" name="Texte du titre"/>
          <p:cNvSpPr txBox="1"/>
          <p:nvPr>
            <p:ph type="title"/>
          </p:nvPr>
        </p:nvSpPr>
        <p:spPr>
          <a:prstGeom prst="rect">
            <a:avLst/>
          </a:prstGeom>
        </p:spPr>
        <p:txBody>
          <a:bodyPr/>
          <a:lstStyle/>
          <a:p>
            <a:pPr/>
            <a:r>
              <a:t>Texte du titre</a:t>
            </a:r>
          </a:p>
        </p:txBody>
      </p:sp>
      <p:sp>
        <p:nvSpPr>
          <p:cNvPr id="56" name="Texte niveau 1…"/>
          <p:cNvSpPr txBox="1"/>
          <p:nvPr>
            <p:ph type="body" idx="1"/>
          </p:nvPr>
        </p:nvSpPr>
        <p:spPr>
          <a:prstGeom prst="rect">
            <a:avLst/>
          </a:prstGeom>
        </p:spPr>
        <p:txBody>
          <a:bodyPr/>
          <a:lstStyle/>
          <a:p>
            <a:pPr/>
            <a:r>
              <a:t>Texte niveau 1</a:t>
            </a:r>
          </a:p>
          <a:p>
            <a:pPr lvl="1"/>
            <a:r>
              <a:t>Texte niveau 2</a:t>
            </a:r>
          </a:p>
          <a:p>
            <a:pPr lvl="2"/>
            <a:r>
              <a:t>Texte niveau 3</a:t>
            </a:r>
          </a:p>
          <a:p>
            <a:pPr lvl="3"/>
            <a:r>
              <a:t>Texte niveau 4</a:t>
            </a:r>
          </a:p>
          <a:p>
            <a:pPr lvl="4"/>
            <a:r>
              <a:t>Texte niveau 5</a:t>
            </a:r>
          </a:p>
        </p:txBody>
      </p:sp>
      <p:sp>
        <p:nvSpPr>
          <p:cNvPr id="57"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ection">
    <p:spTree>
      <p:nvGrpSpPr>
        <p:cNvPr id="1" name=""/>
        <p:cNvGrpSpPr/>
        <p:nvPr/>
      </p:nvGrpSpPr>
      <p:grpSpPr>
        <a:xfrm>
          <a:off x="0" y="0"/>
          <a:ext cx="0" cy="0"/>
          <a:chOff x="0" y="0"/>
          <a:chExt cx="0" cy="0"/>
        </a:xfrm>
      </p:grpSpPr>
      <p:pic>
        <p:nvPicPr>
          <p:cNvPr id="64" name="object 2" descr="object 2"/>
          <p:cNvPicPr>
            <a:picLocks noChangeAspect="1"/>
          </p:cNvPicPr>
          <p:nvPr/>
        </p:nvPicPr>
        <p:blipFill>
          <a:blip r:embed="rId2">
            <a:extLst/>
          </a:blip>
          <a:stretch>
            <a:fillRect/>
          </a:stretch>
        </p:blipFill>
        <p:spPr>
          <a:xfrm>
            <a:off x="0" y="-18853"/>
            <a:ext cx="12192114" cy="6164999"/>
          </a:xfrm>
          <a:prstGeom prst="rect">
            <a:avLst/>
          </a:prstGeom>
          <a:ln w="12700">
            <a:miter lim="400000"/>
          </a:ln>
        </p:spPr>
      </p:pic>
      <p:sp>
        <p:nvSpPr>
          <p:cNvPr id="65" name="Texte niveau 1…"/>
          <p:cNvSpPr txBox="1"/>
          <p:nvPr>
            <p:ph type="body" sz="quarter" idx="1"/>
          </p:nvPr>
        </p:nvSpPr>
        <p:spPr>
          <a:xfrm>
            <a:off x="1209166" y="1886547"/>
            <a:ext cx="9144001" cy="1655762"/>
          </a:xfrm>
          <a:prstGeom prst="rect">
            <a:avLst/>
          </a:prstGeom>
        </p:spPr>
        <p:txBody>
          <a:bodyPr/>
          <a:lstStyle>
            <a:lvl1pPr marL="0" indent="0">
              <a:buSzTx/>
              <a:buFontTx/>
              <a:buNone/>
              <a:defRPr b="1" sz="4000">
                <a:solidFill>
                  <a:srgbClr val="FFFFFF"/>
                </a:solidFill>
              </a:defRPr>
            </a:lvl1pPr>
            <a:lvl2pPr marL="0" indent="457200">
              <a:buSzTx/>
              <a:buFontTx/>
              <a:buNone/>
              <a:defRPr b="1" sz="4000">
                <a:solidFill>
                  <a:srgbClr val="FFFFFF"/>
                </a:solidFill>
              </a:defRPr>
            </a:lvl2pPr>
            <a:lvl3pPr marL="0" indent="914400">
              <a:buSzTx/>
              <a:buFontTx/>
              <a:buNone/>
              <a:defRPr b="1" sz="4000">
                <a:solidFill>
                  <a:srgbClr val="FFFFFF"/>
                </a:solidFill>
              </a:defRPr>
            </a:lvl3pPr>
            <a:lvl4pPr marL="0" indent="1371600">
              <a:buSzTx/>
              <a:buFontTx/>
              <a:buNone/>
              <a:defRPr b="1" sz="4000">
                <a:solidFill>
                  <a:srgbClr val="FFFFFF"/>
                </a:solidFill>
              </a:defRPr>
            </a:lvl4pPr>
            <a:lvl5pPr marL="0" indent="1828800">
              <a:buSzTx/>
              <a:buFontTx/>
              <a:buNone/>
              <a:defRPr b="1" sz="4000">
                <a:solidFill>
                  <a:srgbClr val="FFFFFF"/>
                </a:solidFill>
              </a:defRPr>
            </a:lvl5pPr>
          </a:lstStyle>
          <a:p>
            <a:pPr/>
            <a:r>
              <a:t>Texte niveau 1</a:t>
            </a:r>
          </a:p>
          <a:p>
            <a:pPr lvl="1"/>
            <a:r>
              <a:t>Texte niveau 2</a:t>
            </a:r>
          </a:p>
          <a:p>
            <a:pPr lvl="2"/>
            <a:r>
              <a:t>Texte niveau 3</a:t>
            </a:r>
          </a:p>
          <a:p>
            <a:pPr lvl="3"/>
            <a:r>
              <a:t>Texte niveau 4</a:t>
            </a:r>
          </a:p>
          <a:p>
            <a:pPr lvl="4"/>
            <a:r>
              <a:t>Texte niveau 5</a:t>
            </a:r>
          </a:p>
        </p:txBody>
      </p:sp>
      <p:sp>
        <p:nvSpPr>
          <p:cNvPr id="66" name="Texte du titre"/>
          <p:cNvSpPr txBox="1"/>
          <p:nvPr>
            <p:ph type="title"/>
          </p:nvPr>
        </p:nvSpPr>
        <p:spPr>
          <a:xfrm>
            <a:off x="1209166" y="668852"/>
            <a:ext cx="10515601" cy="1129468"/>
          </a:xfrm>
          <a:prstGeom prst="rect">
            <a:avLst/>
          </a:prstGeom>
        </p:spPr>
        <p:txBody>
          <a:bodyPr/>
          <a:lstStyle>
            <a:lvl1pPr>
              <a:defRPr sz="2800">
                <a:solidFill>
                  <a:srgbClr val="FFFFFF"/>
                </a:solidFill>
              </a:defRPr>
            </a:lvl1pPr>
          </a:lstStyle>
          <a:p>
            <a:pPr/>
            <a:r>
              <a:t>Texte du titre</a:t>
            </a:r>
          </a:p>
        </p:txBody>
      </p:sp>
      <p:grpSp>
        <p:nvGrpSpPr>
          <p:cNvPr id="74" name="object 3"/>
          <p:cNvGrpSpPr/>
          <p:nvPr/>
        </p:nvGrpSpPr>
        <p:grpSpPr>
          <a:xfrm>
            <a:off x="232040" y="6311874"/>
            <a:ext cx="366993" cy="352846"/>
            <a:chOff x="0" y="0"/>
            <a:chExt cx="366991" cy="352845"/>
          </a:xfrm>
        </p:grpSpPr>
        <p:pic>
          <p:nvPicPr>
            <p:cNvPr id="67" name="object 4" descr="object 4"/>
            <p:cNvPicPr>
              <a:picLocks noChangeAspect="1"/>
            </p:cNvPicPr>
            <p:nvPr/>
          </p:nvPicPr>
          <p:blipFill>
            <a:blip r:embed="rId3">
              <a:extLst/>
            </a:blip>
            <a:stretch>
              <a:fillRect/>
            </a:stretch>
          </p:blipFill>
          <p:spPr>
            <a:xfrm>
              <a:off x="127123" y="120240"/>
              <a:ext cx="112747" cy="112742"/>
            </a:xfrm>
            <a:prstGeom prst="rect">
              <a:avLst/>
            </a:prstGeom>
            <a:ln w="12700" cap="flat">
              <a:noFill/>
              <a:miter lim="400000"/>
            </a:ln>
            <a:effectLst/>
          </p:spPr>
        </p:pic>
        <p:grpSp>
          <p:nvGrpSpPr>
            <p:cNvPr id="70" name="object 5"/>
            <p:cNvGrpSpPr/>
            <p:nvPr/>
          </p:nvGrpSpPr>
          <p:grpSpPr>
            <a:xfrm>
              <a:off x="0" y="254"/>
              <a:ext cx="366980" cy="352172"/>
              <a:chOff x="0" y="0"/>
              <a:chExt cx="366979" cy="352170"/>
            </a:xfrm>
          </p:grpSpPr>
          <p:sp>
            <p:nvSpPr>
              <p:cNvPr id="68" name="Figure"/>
              <p:cNvSpPr/>
              <p:nvPr/>
            </p:nvSpPr>
            <p:spPr>
              <a:xfrm>
                <a:off x="0" y="27736"/>
                <a:ext cx="167399" cy="3244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9941"/>
                    </a:moveTo>
                    <a:lnTo>
                      <a:pt x="20361" y="17761"/>
                    </a:lnTo>
                    <a:lnTo>
                      <a:pt x="17598" y="15509"/>
                    </a:lnTo>
                    <a:lnTo>
                      <a:pt x="17539" y="15472"/>
                    </a:lnTo>
                    <a:lnTo>
                      <a:pt x="17485" y="15433"/>
                    </a:lnTo>
                    <a:lnTo>
                      <a:pt x="17426" y="15395"/>
                    </a:lnTo>
                    <a:lnTo>
                      <a:pt x="9346" y="10387"/>
                    </a:lnTo>
                    <a:lnTo>
                      <a:pt x="6747" y="7953"/>
                    </a:lnTo>
                    <a:lnTo>
                      <a:pt x="5676" y="5104"/>
                    </a:lnTo>
                    <a:lnTo>
                      <a:pt x="6419" y="2347"/>
                    </a:lnTo>
                    <a:lnTo>
                      <a:pt x="9259" y="192"/>
                    </a:lnTo>
                    <a:lnTo>
                      <a:pt x="9410" y="129"/>
                    </a:lnTo>
                    <a:lnTo>
                      <a:pt x="9562" y="68"/>
                    </a:lnTo>
                    <a:lnTo>
                      <a:pt x="9716" y="8"/>
                    </a:lnTo>
                    <a:lnTo>
                      <a:pt x="9703" y="0"/>
                    </a:lnTo>
                    <a:lnTo>
                      <a:pt x="5721" y="1884"/>
                    </a:lnTo>
                    <a:lnTo>
                      <a:pt x="2235" y="4632"/>
                    </a:lnTo>
                    <a:lnTo>
                      <a:pt x="334" y="7653"/>
                    </a:lnTo>
                    <a:lnTo>
                      <a:pt x="0" y="10781"/>
                    </a:lnTo>
                    <a:lnTo>
                      <a:pt x="1204" y="13851"/>
                    </a:lnTo>
                    <a:lnTo>
                      <a:pt x="3864" y="16631"/>
                    </a:lnTo>
                    <a:lnTo>
                      <a:pt x="8053" y="19104"/>
                    </a:lnTo>
                    <a:lnTo>
                      <a:pt x="13475" y="20958"/>
                    </a:lnTo>
                    <a:lnTo>
                      <a:pt x="17305" y="21600"/>
                    </a:lnTo>
                    <a:lnTo>
                      <a:pt x="20679" y="21431"/>
                    </a:lnTo>
                    <a:lnTo>
                      <a:pt x="21600" y="19941"/>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sp>
            <p:nvSpPr>
              <p:cNvPr id="69" name="Figure"/>
              <p:cNvSpPr/>
              <p:nvPr/>
            </p:nvSpPr>
            <p:spPr>
              <a:xfrm>
                <a:off x="199364" y="0"/>
                <a:ext cx="167616" cy="3204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999"/>
                    </a:moveTo>
                    <a:lnTo>
                      <a:pt x="20402" y="7893"/>
                    </a:lnTo>
                    <a:lnTo>
                      <a:pt x="17710" y="5033"/>
                    </a:lnTo>
                    <a:lnTo>
                      <a:pt x="13464" y="2507"/>
                    </a:lnTo>
                    <a:lnTo>
                      <a:pt x="6355" y="300"/>
                    </a:lnTo>
                    <a:lnTo>
                      <a:pt x="4409" y="0"/>
                    </a:lnTo>
                    <a:lnTo>
                      <a:pt x="920" y="177"/>
                    </a:lnTo>
                    <a:lnTo>
                      <a:pt x="0" y="1685"/>
                    </a:lnTo>
                    <a:lnTo>
                      <a:pt x="1237" y="3891"/>
                    </a:lnTo>
                    <a:lnTo>
                      <a:pt x="3998" y="6173"/>
                    </a:lnTo>
                    <a:lnTo>
                      <a:pt x="4056" y="6210"/>
                    </a:lnTo>
                    <a:lnTo>
                      <a:pt x="4110" y="6250"/>
                    </a:lnTo>
                    <a:lnTo>
                      <a:pt x="4168" y="6288"/>
                    </a:lnTo>
                    <a:lnTo>
                      <a:pt x="12239" y="11359"/>
                    </a:lnTo>
                    <a:lnTo>
                      <a:pt x="14834" y="13822"/>
                    </a:lnTo>
                    <a:lnTo>
                      <a:pt x="15903" y="16706"/>
                    </a:lnTo>
                    <a:lnTo>
                      <a:pt x="15162" y="19497"/>
                    </a:lnTo>
                    <a:lnTo>
                      <a:pt x="12428" y="21600"/>
                    </a:lnTo>
                    <a:lnTo>
                      <a:pt x="15759" y="20059"/>
                    </a:lnTo>
                    <a:lnTo>
                      <a:pt x="19341" y="17239"/>
                    </a:lnTo>
                    <a:lnTo>
                      <a:pt x="21253" y="14179"/>
                    </a:lnTo>
                    <a:lnTo>
                      <a:pt x="21268" y="14141"/>
                    </a:lnTo>
                    <a:lnTo>
                      <a:pt x="21600" y="10999"/>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grpSp>
        <p:grpSp>
          <p:nvGrpSpPr>
            <p:cNvPr id="73" name="object 6"/>
            <p:cNvGrpSpPr/>
            <p:nvPr/>
          </p:nvGrpSpPr>
          <p:grpSpPr>
            <a:xfrm>
              <a:off x="-1" y="-1"/>
              <a:ext cx="366993" cy="352847"/>
              <a:chOff x="0" y="0"/>
              <a:chExt cx="366991" cy="352845"/>
            </a:xfrm>
          </p:grpSpPr>
          <p:sp>
            <p:nvSpPr>
              <p:cNvPr id="71" name="Figure"/>
              <p:cNvSpPr/>
              <p:nvPr/>
            </p:nvSpPr>
            <p:spPr>
              <a:xfrm>
                <a:off x="0" y="0"/>
                <a:ext cx="168364" cy="3205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695"/>
                    </a:moveTo>
                    <a:lnTo>
                      <a:pt x="20704" y="184"/>
                    </a:lnTo>
                    <a:lnTo>
                      <a:pt x="17305" y="0"/>
                    </a:lnTo>
                    <a:lnTo>
                      <a:pt x="13888" y="585"/>
                    </a:lnTo>
                    <a:lnTo>
                      <a:pt x="9519" y="1927"/>
                    </a:lnTo>
                    <a:lnTo>
                      <a:pt x="5807" y="3735"/>
                    </a:lnTo>
                    <a:lnTo>
                      <a:pt x="2222" y="6575"/>
                    </a:lnTo>
                    <a:lnTo>
                      <a:pt x="332" y="9633"/>
                    </a:lnTo>
                    <a:lnTo>
                      <a:pt x="0" y="12799"/>
                    </a:lnTo>
                    <a:lnTo>
                      <a:pt x="1176" y="15849"/>
                    </a:lnTo>
                    <a:lnTo>
                      <a:pt x="3905" y="18789"/>
                    </a:lnTo>
                    <a:lnTo>
                      <a:pt x="8008" y="21226"/>
                    </a:lnTo>
                    <a:lnTo>
                      <a:pt x="9030" y="21600"/>
                    </a:lnTo>
                    <a:lnTo>
                      <a:pt x="6291" y="19453"/>
                    </a:lnTo>
                    <a:lnTo>
                      <a:pt x="5585" y="16661"/>
                    </a:lnTo>
                    <a:lnTo>
                      <a:pt x="6683" y="13781"/>
                    </a:lnTo>
                    <a:lnTo>
                      <a:pt x="9297" y="11326"/>
                    </a:lnTo>
                    <a:lnTo>
                      <a:pt x="17453" y="6246"/>
                    </a:lnTo>
                    <a:lnTo>
                      <a:pt x="17507" y="6207"/>
                    </a:lnTo>
                    <a:lnTo>
                      <a:pt x="17566" y="6169"/>
                    </a:lnTo>
                    <a:lnTo>
                      <a:pt x="20342" y="3898"/>
                    </a:lnTo>
                    <a:lnTo>
                      <a:pt x="21600" y="1695"/>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sp>
            <p:nvSpPr>
              <p:cNvPr id="72" name="Figure"/>
              <p:cNvSpPr/>
              <p:nvPr/>
            </p:nvSpPr>
            <p:spPr>
              <a:xfrm>
                <a:off x="198399" y="31965"/>
                <a:ext cx="168593" cy="3208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8841"/>
                    </a:moveTo>
                    <a:lnTo>
                      <a:pt x="20430" y="5811"/>
                    </a:lnTo>
                    <a:lnTo>
                      <a:pt x="17698" y="2858"/>
                    </a:lnTo>
                    <a:lnTo>
                      <a:pt x="13508" y="370"/>
                    </a:lnTo>
                    <a:lnTo>
                      <a:pt x="12527" y="0"/>
                    </a:lnTo>
                    <a:lnTo>
                      <a:pt x="15288" y="2164"/>
                    </a:lnTo>
                    <a:lnTo>
                      <a:pt x="15993" y="4953"/>
                    </a:lnTo>
                    <a:lnTo>
                      <a:pt x="14895" y="7830"/>
                    </a:lnTo>
                    <a:lnTo>
                      <a:pt x="12286" y="10282"/>
                    </a:lnTo>
                    <a:lnTo>
                      <a:pt x="4141" y="15356"/>
                    </a:lnTo>
                    <a:lnTo>
                      <a:pt x="4087" y="15395"/>
                    </a:lnTo>
                    <a:lnTo>
                      <a:pt x="4029" y="15433"/>
                    </a:lnTo>
                    <a:lnTo>
                      <a:pt x="1256" y="17702"/>
                    </a:lnTo>
                    <a:lnTo>
                      <a:pt x="0" y="19900"/>
                    </a:lnTo>
                    <a:lnTo>
                      <a:pt x="895" y="21410"/>
                    </a:lnTo>
                    <a:lnTo>
                      <a:pt x="4392" y="21600"/>
                    </a:lnTo>
                    <a:lnTo>
                      <a:pt x="5015" y="21533"/>
                    </a:lnTo>
                    <a:lnTo>
                      <a:pt x="11134" y="20052"/>
                    </a:lnTo>
                    <a:lnTo>
                      <a:pt x="15256" y="18147"/>
                    </a:lnTo>
                    <a:lnTo>
                      <a:pt x="19239" y="15173"/>
                    </a:lnTo>
                    <a:lnTo>
                      <a:pt x="21227" y="12070"/>
                    </a:lnTo>
                    <a:lnTo>
                      <a:pt x="21275" y="11934"/>
                    </a:lnTo>
                    <a:lnTo>
                      <a:pt x="21600" y="8841"/>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grpSp>
      </p:grpSp>
      <p:pic>
        <p:nvPicPr>
          <p:cNvPr id="75" name="object 8" descr="object 8"/>
          <p:cNvPicPr>
            <a:picLocks noChangeAspect="1"/>
          </p:cNvPicPr>
          <p:nvPr/>
        </p:nvPicPr>
        <p:blipFill>
          <a:blip r:embed="rId4">
            <a:extLst/>
          </a:blip>
          <a:stretch>
            <a:fillRect/>
          </a:stretch>
        </p:blipFill>
        <p:spPr>
          <a:xfrm>
            <a:off x="11599975" y="6338934"/>
            <a:ext cx="412141" cy="304626"/>
          </a:xfrm>
          <a:prstGeom prst="rect">
            <a:avLst/>
          </a:prstGeom>
          <a:ln w="12700">
            <a:miter lim="400000"/>
          </a:ln>
        </p:spPr>
      </p:pic>
      <p:sp>
        <p:nvSpPr>
          <p:cNvPr id="76" name="object 9"/>
          <p:cNvSpPr/>
          <p:nvPr/>
        </p:nvSpPr>
        <p:spPr>
          <a:xfrm>
            <a:off x="1300244" y="1584960"/>
            <a:ext cx="5184002" cy="1"/>
          </a:xfrm>
          <a:prstGeom prst="line">
            <a:avLst/>
          </a:prstGeom>
          <a:ln w="25400">
            <a:solidFill>
              <a:srgbClr val="FFFFFF"/>
            </a:solidFill>
          </a:ln>
        </p:spPr>
        <p:txBody>
          <a:bodyPr lIns="45719" rIns="45719"/>
          <a:lstStyle/>
          <a:p>
            <a:pPr/>
          </a:p>
        </p:txBody>
      </p:sp>
      <p:pic>
        <p:nvPicPr>
          <p:cNvPr id="77" name="object 6" descr="object 6"/>
          <p:cNvPicPr>
            <a:picLocks noChangeAspect="1"/>
          </p:cNvPicPr>
          <p:nvPr/>
        </p:nvPicPr>
        <p:blipFill>
          <a:blip r:embed="rId5">
            <a:extLst/>
          </a:blip>
          <a:stretch>
            <a:fillRect/>
          </a:stretch>
        </p:blipFill>
        <p:spPr>
          <a:xfrm>
            <a:off x="664819" y="6381837"/>
            <a:ext cx="639230" cy="227757"/>
          </a:xfrm>
          <a:prstGeom prst="rect">
            <a:avLst/>
          </a:prstGeom>
          <a:ln w="12700">
            <a:miter lim="400000"/>
          </a:ln>
        </p:spPr>
      </p:pic>
      <p:sp>
        <p:nvSpPr>
          <p:cNvPr id="78" name="Numéro de diapositive"/>
          <p:cNvSpPr txBox="1"/>
          <p:nvPr>
            <p:ph type="sldNum" sz="quarter" idx="2"/>
          </p:nvPr>
        </p:nvSpPr>
        <p:spPr>
          <a:xfrm>
            <a:off x="8737600" y="6356350"/>
            <a:ext cx="2844800" cy="37084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Inhoud van twee">
    <p:spTree>
      <p:nvGrpSpPr>
        <p:cNvPr id="1" name=""/>
        <p:cNvGrpSpPr/>
        <p:nvPr/>
      </p:nvGrpSpPr>
      <p:grpSpPr>
        <a:xfrm>
          <a:off x="0" y="0"/>
          <a:ext cx="0" cy="0"/>
          <a:chOff x="0" y="0"/>
          <a:chExt cx="0" cy="0"/>
        </a:xfrm>
      </p:grpSpPr>
      <p:pic>
        <p:nvPicPr>
          <p:cNvPr id="85" name="object 8" descr="object 8"/>
          <p:cNvPicPr>
            <a:picLocks noChangeAspect="1"/>
          </p:cNvPicPr>
          <p:nvPr/>
        </p:nvPicPr>
        <p:blipFill>
          <a:blip r:embed="rId2">
            <a:extLst/>
          </a:blip>
          <a:stretch>
            <a:fillRect/>
          </a:stretch>
        </p:blipFill>
        <p:spPr>
          <a:xfrm>
            <a:off x="2801951" y="0"/>
            <a:ext cx="9390050" cy="297003"/>
          </a:xfrm>
          <a:prstGeom prst="rect">
            <a:avLst/>
          </a:prstGeom>
          <a:ln w="12700">
            <a:miter lim="400000"/>
          </a:ln>
        </p:spPr>
      </p:pic>
      <p:grpSp>
        <p:nvGrpSpPr>
          <p:cNvPr id="93" name="object 2"/>
          <p:cNvGrpSpPr/>
          <p:nvPr/>
        </p:nvGrpSpPr>
        <p:grpSpPr>
          <a:xfrm>
            <a:off x="234999" y="6311874"/>
            <a:ext cx="367005" cy="352846"/>
            <a:chOff x="0" y="0"/>
            <a:chExt cx="367004" cy="352845"/>
          </a:xfrm>
        </p:grpSpPr>
        <p:pic>
          <p:nvPicPr>
            <p:cNvPr id="86" name="object 3" descr="object 3"/>
            <p:cNvPicPr>
              <a:picLocks noChangeAspect="1"/>
            </p:cNvPicPr>
            <p:nvPr/>
          </p:nvPicPr>
          <p:blipFill>
            <a:blip r:embed="rId3">
              <a:extLst/>
            </a:blip>
            <a:stretch>
              <a:fillRect/>
            </a:stretch>
          </p:blipFill>
          <p:spPr>
            <a:xfrm>
              <a:off x="127136" y="120240"/>
              <a:ext cx="112746" cy="112742"/>
            </a:xfrm>
            <a:prstGeom prst="rect">
              <a:avLst/>
            </a:prstGeom>
            <a:ln w="12700" cap="flat">
              <a:noFill/>
              <a:miter lim="400000"/>
            </a:ln>
            <a:effectLst/>
          </p:spPr>
        </p:pic>
        <p:grpSp>
          <p:nvGrpSpPr>
            <p:cNvPr id="89" name="object 4"/>
            <p:cNvGrpSpPr/>
            <p:nvPr/>
          </p:nvGrpSpPr>
          <p:grpSpPr>
            <a:xfrm>
              <a:off x="-1" y="254"/>
              <a:ext cx="366993" cy="352172"/>
              <a:chOff x="0" y="0"/>
              <a:chExt cx="366991" cy="352170"/>
            </a:xfrm>
          </p:grpSpPr>
          <p:sp>
            <p:nvSpPr>
              <p:cNvPr id="87" name="Figure"/>
              <p:cNvSpPr/>
              <p:nvPr/>
            </p:nvSpPr>
            <p:spPr>
              <a:xfrm>
                <a:off x="0" y="27736"/>
                <a:ext cx="167412" cy="3244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9941"/>
                    </a:moveTo>
                    <a:lnTo>
                      <a:pt x="20361" y="17761"/>
                    </a:lnTo>
                    <a:lnTo>
                      <a:pt x="17599" y="15509"/>
                    </a:lnTo>
                    <a:lnTo>
                      <a:pt x="17539" y="15472"/>
                    </a:lnTo>
                    <a:lnTo>
                      <a:pt x="17485" y="15433"/>
                    </a:lnTo>
                    <a:lnTo>
                      <a:pt x="17426" y="15395"/>
                    </a:lnTo>
                    <a:lnTo>
                      <a:pt x="9346" y="10387"/>
                    </a:lnTo>
                    <a:lnTo>
                      <a:pt x="6748" y="7953"/>
                    </a:lnTo>
                    <a:lnTo>
                      <a:pt x="5676" y="5104"/>
                    </a:lnTo>
                    <a:lnTo>
                      <a:pt x="6420" y="2347"/>
                    </a:lnTo>
                    <a:lnTo>
                      <a:pt x="9260" y="192"/>
                    </a:lnTo>
                    <a:lnTo>
                      <a:pt x="9410" y="129"/>
                    </a:lnTo>
                    <a:lnTo>
                      <a:pt x="9563" y="68"/>
                    </a:lnTo>
                    <a:lnTo>
                      <a:pt x="9717" y="8"/>
                    </a:lnTo>
                    <a:lnTo>
                      <a:pt x="9704" y="0"/>
                    </a:lnTo>
                    <a:lnTo>
                      <a:pt x="5722" y="1884"/>
                    </a:lnTo>
                    <a:lnTo>
                      <a:pt x="2235" y="4632"/>
                    </a:lnTo>
                    <a:lnTo>
                      <a:pt x="336" y="7653"/>
                    </a:lnTo>
                    <a:lnTo>
                      <a:pt x="0" y="10781"/>
                    </a:lnTo>
                    <a:lnTo>
                      <a:pt x="1206" y="13851"/>
                    </a:lnTo>
                    <a:lnTo>
                      <a:pt x="3865" y="16631"/>
                    </a:lnTo>
                    <a:lnTo>
                      <a:pt x="8054" y="19104"/>
                    </a:lnTo>
                    <a:lnTo>
                      <a:pt x="13476" y="20958"/>
                    </a:lnTo>
                    <a:lnTo>
                      <a:pt x="17304" y="21600"/>
                    </a:lnTo>
                    <a:lnTo>
                      <a:pt x="20679" y="21431"/>
                    </a:lnTo>
                    <a:lnTo>
                      <a:pt x="21600" y="19941"/>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sp>
            <p:nvSpPr>
              <p:cNvPr id="88" name="Figure"/>
              <p:cNvSpPr/>
              <p:nvPr/>
            </p:nvSpPr>
            <p:spPr>
              <a:xfrm>
                <a:off x="199377" y="0"/>
                <a:ext cx="167615" cy="3204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1000"/>
                    </a:moveTo>
                    <a:lnTo>
                      <a:pt x="20402" y="7894"/>
                    </a:lnTo>
                    <a:lnTo>
                      <a:pt x="17710" y="5034"/>
                    </a:lnTo>
                    <a:lnTo>
                      <a:pt x="13463" y="2507"/>
                    </a:lnTo>
                    <a:lnTo>
                      <a:pt x="6353" y="300"/>
                    </a:lnTo>
                    <a:lnTo>
                      <a:pt x="4409" y="0"/>
                    </a:lnTo>
                    <a:lnTo>
                      <a:pt x="920" y="176"/>
                    </a:lnTo>
                    <a:lnTo>
                      <a:pt x="0" y="1685"/>
                    </a:lnTo>
                    <a:lnTo>
                      <a:pt x="1237" y="3891"/>
                    </a:lnTo>
                    <a:lnTo>
                      <a:pt x="3997" y="6173"/>
                    </a:lnTo>
                    <a:lnTo>
                      <a:pt x="4054" y="6210"/>
                    </a:lnTo>
                    <a:lnTo>
                      <a:pt x="4108" y="6250"/>
                    </a:lnTo>
                    <a:lnTo>
                      <a:pt x="4167" y="6288"/>
                    </a:lnTo>
                    <a:lnTo>
                      <a:pt x="12237" y="11359"/>
                    </a:lnTo>
                    <a:lnTo>
                      <a:pt x="14834" y="13822"/>
                    </a:lnTo>
                    <a:lnTo>
                      <a:pt x="15903" y="16706"/>
                    </a:lnTo>
                    <a:lnTo>
                      <a:pt x="15162" y="19497"/>
                    </a:lnTo>
                    <a:lnTo>
                      <a:pt x="12428" y="21600"/>
                    </a:lnTo>
                    <a:lnTo>
                      <a:pt x="15759" y="20059"/>
                    </a:lnTo>
                    <a:lnTo>
                      <a:pt x="19341" y="17239"/>
                    </a:lnTo>
                    <a:lnTo>
                      <a:pt x="21253" y="14179"/>
                    </a:lnTo>
                    <a:lnTo>
                      <a:pt x="21268" y="14141"/>
                    </a:lnTo>
                    <a:lnTo>
                      <a:pt x="21600" y="11000"/>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grpSp>
        <p:grpSp>
          <p:nvGrpSpPr>
            <p:cNvPr id="92" name="object 5"/>
            <p:cNvGrpSpPr/>
            <p:nvPr/>
          </p:nvGrpSpPr>
          <p:grpSpPr>
            <a:xfrm>
              <a:off x="0" y="-1"/>
              <a:ext cx="367005" cy="352847"/>
              <a:chOff x="0" y="0"/>
              <a:chExt cx="367004" cy="352845"/>
            </a:xfrm>
          </p:grpSpPr>
          <p:sp>
            <p:nvSpPr>
              <p:cNvPr id="90" name="Figure"/>
              <p:cNvSpPr/>
              <p:nvPr/>
            </p:nvSpPr>
            <p:spPr>
              <a:xfrm>
                <a:off x="0" y="0"/>
                <a:ext cx="168376" cy="3205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695"/>
                    </a:moveTo>
                    <a:lnTo>
                      <a:pt x="20702" y="184"/>
                    </a:lnTo>
                    <a:lnTo>
                      <a:pt x="17305" y="0"/>
                    </a:lnTo>
                    <a:lnTo>
                      <a:pt x="13889" y="585"/>
                    </a:lnTo>
                    <a:lnTo>
                      <a:pt x="9518" y="1927"/>
                    </a:lnTo>
                    <a:lnTo>
                      <a:pt x="5819" y="3729"/>
                    </a:lnTo>
                    <a:lnTo>
                      <a:pt x="2222" y="6575"/>
                    </a:lnTo>
                    <a:lnTo>
                      <a:pt x="334" y="9633"/>
                    </a:lnTo>
                    <a:lnTo>
                      <a:pt x="0" y="12799"/>
                    </a:lnTo>
                    <a:lnTo>
                      <a:pt x="1176" y="15848"/>
                    </a:lnTo>
                    <a:lnTo>
                      <a:pt x="3907" y="18789"/>
                    </a:lnTo>
                    <a:lnTo>
                      <a:pt x="8011" y="21226"/>
                    </a:lnTo>
                    <a:lnTo>
                      <a:pt x="9031" y="21600"/>
                    </a:lnTo>
                    <a:lnTo>
                      <a:pt x="6290" y="19453"/>
                    </a:lnTo>
                    <a:lnTo>
                      <a:pt x="5587" y="16661"/>
                    </a:lnTo>
                    <a:lnTo>
                      <a:pt x="6685" y="13781"/>
                    </a:lnTo>
                    <a:lnTo>
                      <a:pt x="9298" y="11326"/>
                    </a:lnTo>
                    <a:lnTo>
                      <a:pt x="17454" y="6246"/>
                    </a:lnTo>
                    <a:lnTo>
                      <a:pt x="17507" y="6207"/>
                    </a:lnTo>
                    <a:lnTo>
                      <a:pt x="17566" y="6169"/>
                    </a:lnTo>
                    <a:lnTo>
                      <a:pt x="20341" y="3898"/>
                    </a:lnTo>
                    <a:lnTo>
                      <a:pt x="21600" y="1695"/>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sp>
            <p:nvSpPr>
              <p:cNvPr id="91" name="Figure"/>
              <p:cNvSpPr/>
              <p:nvPr/>
            </p:nvSpPr>
            <p:spPr>
              <a:xfrm>
                <a:off x="198412" y="31965"/>
                <a:ext cx="168593" cy="3208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8841"/>
                    </a:moveTo>
                    <a:lnTo>
                      <a:pt x="20430" y="5812"/>
                    </a:lnTo>
                    <a:lnTo>
                      <a:pt x="17698" y="2858"/>
                    </a:lnTo>
                    <a:lnTo>
                      <a:pt x="13510" y="370"/>
                    </a:lnTo>
                    <a:lnTo>
                      <a:pt x="12527" y="0"/>
                    </a:lnTo>
                    <a:lnTo>
                      <a:pt x="15288" y="2164"/>
                    </a:lnTo>
                    <a:lnTo>
                      <a:pt x="15993" y="4953"/>
                    </a:lnTo>
                    <a:lnTo>
                      <a:pt x="14895" y="7830"/>
                    </a:lnTo>
                    <a:lnTo>
                      <a:pt x="12285" y="10282"/>
                    </a:lnTo>
                    <a:lnTo>
                      <a:pt x="4139" y="15356"/>
                    </a:lnTo>
                    <a:lnTo>
                      <a:pt x="4086" y="15395"/>
                    </a:lnTo>
                    <a:lnTo>
                      <a:pt x="4027" y="15433"/>
                    </a:lnTo>
                    <a:lnTo>
                      <a:pt x="1256" y="17702"/>
                    </a:lnTo>
                    <a:lnTo>
                      <a:pt x="0" y="19900"/>
                    </a:lnTo>
                    <a:lnTo>
                      <a:pt x="895" y="21410"/>
                    </a:lnTo>
                    <a:lnTo>
                      <a:pt x="4390" y="21600"/>
                    </a:lnTo>
                    <a:lnTo>
                      <a:pt x="5015" y="21533"/>
                    </a:lnTo>
                    <a:lnTo>
                      <a:pt x="11134" y="20052"/>
                    </a:lnTo>
                    <a:lnTo>
                      <a:pt x="15254" y="18147"/>
                    </a:lnTo>
                    <a:lnTo>
                      <a:pt x="19239" y="15174"/>
                    </a:lnTo>
                    <a:lnTo>
                      <a:pt x="21226" y="12070"/>
                    </a:lnTo>
                    <a:lnTo>
                      <a:pt x="21275" y="11934"/>
                    </a:lnTo>
                    <a:lnTo>
                      <a:pt x="21600" y="8841"/>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grpSp>
      </p:grpSp>
      <p:pic>
        <p:nvPicPr>
          <p:cNvPr id="94" name="object 7" descr="object 7"/>
          <p:cNvPicPr>
            <a:picLocks noChangeAspect="1"/>
          </p:cNvPicPr>
          <p:nvPr/>
        </p:nvPicPr>
        <p:blipFill>
          <a:blip r:embed="rId4">
            <a:extLst/>
          </a:blip>
          <a:stretch>
            <a:fillRect/>
          </a:stretch>
        </p:blipFill>
        <p:spPr>
          <a:xfrm>
            <a:off x="11602948" y="6338934"/>
            <a:ext cx="412141" cy="304626"/>
          </a:xfrm>
          <a:prstGeom prst="rect">
            <a:avLst/>
          </a:prstGeom>
          <a:ln w="12700">
            <a:miter lim="400000"/>
          </a:ln>
        </p:spPr>
      </p:pic>
      <p:pic>
        <p:nvPicPr>
          <p:cNvPr id="95" name="object 6" descr="object 6"/>
          <p:cNvPicPr>
            <a:picLocks noChangeAspect="1"/>
          </p:cNvPicPr>
          <p:nvPr/>
        </p:nvPicPr>
        <p:blipFill>
          <a:blip r:embed="rId5">
            <a:extLst/>
          </a:blip>
          <a:stretch>
            <a:fillRect/>
          </a:stretch>
        </p:blipFill>
        <p:spPr>
          <a:xfrm>
            <a:off x="664819" y="6381837"/>
            <a:ext cx="639230" cy="227757"/>
          </a:xfrm>
          <a:prstGeom prst="rect">
            <a:avLst/>
          </a:prstGeom>
          <a:ln w="12700">
            <a:miter lim="400000"/>
          </a:ln>
        </p:spPr>
      </p:pic>
      <p:sp>
        <p:nvSpPr>
          <p:cNvPr id="96" name="Texte du titre"/>
          <p:cNvSpPr txBox="1"/>
          <p:nvPr>
            <p:ph type="title"/>
          </p:nvPr>
        </p:nvSpPr>
        <p:spPr>
          <a:prstGeom prst="rect">
            <a:avLst/>
          </a:prstGeom>
        </p:spPr>
        <p:txBody>
          <a:bodyPr/>
          <a:lstStyle/>
          <a:p>
            <a:pPr/>
            <a:r>
              <a:t>Texte du titre</a:t>
            </a:r>
          </a:p>
        </p:txBody>
      </p:sp>
      <p:sp>
        <p:nvSpPr>
          <p:cNvPr id="97" name="Texte niveau 1…"/>
          <p:cNvSpPr txBox="1"/>
          <p:nvPr>
            <p:ph type="body" sz="half" idx="1"/>
          </p:nvPr>
        </p:nvSpPr>
        <p:spPr>
          <a:xfrm>
            <a:off x="838200" y="1825625"/>
            <a:ext cx="5181600" cy="4351338"/>
          </a:xfrm>
          <a:prstGeom prst="rect">
            <a:avLst/>
          </a:prstGeom>
        </p:spPr>
        <p:txBody>
          <a:bodyPr/>
          <a:lstStyle/>
          <a:p>
            <a:pPr/>
            <a:r>
              <a:t>Texte niveau 1</a:t>
            </a:r>
          </a:p>
          <a:p>
            <a:pPr lvl="1"/>
            <a:r>
              <a:t>Texte niveau 2</a:t>
            </a:r>
          </a:p>
          <a:p>
            <a:pPr lvl="2"/>
            <a:r>
              <a:t>Texte niveau 3</a:t>
            </a:r>
          </a:p>
          <a:p>
            <a:pPr lvl="3"/>
            <a:r>
              <a:t>Texte niveau 4</a:t>
            </a:r>
          </a:p>
          <a:p>
            <a:pPr lvl="4"/>
            <a:r>
              <a:t>Texte niveau 5</a:t>
            </a:r>
          </a:p>
        </p:txBody>
      </p:sp>
      <p:sp>
        <p:nvSpPr>
          <p:cNvPr id="98"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gelijking">
    <p:spTree>
      <p:nvGrpSpPr>
        <p:cNvPr id="1" name=""/>
        <p:cNvGrpSpPr/>
        <p:nvPr/>
      </p:nvGrpSpPr>
      <p:grpSpPr>
        <a:xfrm>
          <a:off x="0" y="0"/>
          <a:ext cx="0" cy="0"/>
          <a:chOff x="0" y="0"/>
          <a:chExt cx="0" cy="0"/>
        </a:xfrm>
      </p:grpSpPr>
      <p:pic>
        <p:nvPicPr>
          <p:cNvPr id="105" name="object 8" descr="object 8"/>
          <p:cNvPicPr>
            <a:picLocks noChangeAspect="1"/>
          </p:cNvPicPr>
          <p:nvPr/>
        </p:nvPicPr>
        <p:blipFill>
          <a:blip r:embed="rId2">
            <a:extLst/>
          </a:blip>
          <a:stretch>
            <a:fillRect/>
          </a:stretch>
        </p:blipFill>
        <p:spPr>
          <a:xfrm>
            <a:off x="2801951" y="0"/>
            <a:ext cx="9390050" cy="297003"/>
          </a:xfrm>
          <a:prstGeom prst="rect">
            <a:avLst/>
          </a:prstGeom>
          <a:ln w="12700">
            <a:miter lim="400000"/>
          </a:ln>
        </p:spPr>
      </p:pic>
      <p:grpSp>
        <p:nvGrpSpPr>
          <p:cNvPr id="113" name="object 2"/>
          <p:cNvGrpSpPr/>
          <p:nvPr/>
        </p:nvGrpSpPr>
        <p:grpSpPr>
          <a:xfrm>
            <a:off x="234999" y="6311874"/>
            <a:ext cx="367005" cy="352846"/>
            <a:chOff x="0" y="0"/>
            <a:chExt cx="367004" cy="352845"/>
          </a:xfrm>
        </p:grpSpPr>
        <p:pic>
          <p:nvPicPr>
            <p:cNvPr id="106" name="object 3" descr="object 3"/>
            <p:cNvPicPr>
              <a:picLocks noChangeAspect="1"/>
            </p:cNvPicPr>
            <p:nvPr/>
          </p:nvPicPr>
          <p:blipFill>
            <a:blip r:embed="rId3">
              <a:extLst/>
            </a:blip>
            <a:stretch>
              <a:fillRect/>
            </a:stretch>
          </p:blipFill>
          <p:spPr>
            <a:xfrm>
              <a:off x="127135" y="120240"/>
              <a:ext cx="112747" cy="112742"/>
            </a:xfrm>
            <a:prstGeom prst="rect">
              <a:avLst/>
            </a:prstGeom>
            <a:ln w="12700" cap="flat">
              <a:noFill/>
              <a:miter lim="400000"/>
            </a:ln>
            <a:effectLst/>
          </p:spPr>
        </p:pic>
        <p:grpSp>
          <p:nvGrpSpPr>
            <p:cNvPr id="109" name="object 4"/>
            <p:cNvGrpSpPr/>
            <p:nvPr/>
          </p:nvGrpSpPr>
          <p:grpSpPr>
            <a:xfrm>
              <a:off x="0" y="254"/>
              <a:ext cx="366992" cy="352172"/>
              <a:chOff x="0" y="0"/>
              <a:chExt cx="366991" cy="352171"/>
            </a:xfrm>
          </p:grpSpPr>
          <p:sp>
            <p:nvSpPr>
              <p:cNvPr id="107" name="Figure"/>
              <p:cNvSpPr/>
              <p:nvPr/>
            </p:nvSpPr>
            <p:spPr>
              <a:xfrm>
                <a:off x="0" y="27736"/>
                <a:ext cx="167412" cy="3244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9941"/>
                    </a:moveTo>
                    <a:lnTo>
                      <a:pt x="20361" y="17761"/>
                    </a:lnTo>
                    <a:lnTo>
                      <a:pt x="17599" y="15509"/>
                    </a:lnTo>
                    <a:lnTo>
                      <a:pt x="17539" y="15472"/>
                    </a:lnTo>
                    <a:lnTo>
                      <a:pt x="17485" y="15433"/>
                    </a:lnTo>
                    <a:lnTo>
                      <a:pt x="17426" y="15395"/>
                    </a:lnTo>
                    <a:lnTo>
                      <a:pt x="9346" y="10387"/>
                    </a:lnTo>
                    <a:lnTo>
                      <a:pt x="6748" y="7953"/>
                    </a:lnTo>
                    <a:lnTo>
                      <a:pt x="5676" y="5104"/>
                    </a:lnTo>
                    <a:lnTo>
                      <a:pt x="6420" y="2347"/>
                    </a:lnTo>
                    <a:lnTo>
                      <a:pt x="9260" y="192"/>
                    </a:lnTo>
                    <a:lnTo>
                      <a:pt x="9410" y="129"/>
                    </a:lnTo>
                    <a:lnTo>
                      <a:pt x="9563" y="68"/>
                    </a:lnTo>
                    <a:lnTo>
                      <a:pt x="9717" y="8"/>
                    </a:lnTo>
                    <a:lnTo>
                      <a:pt x="9704" y="0"/>
                    </a:lnTo>
                    <a:lnTo>
                      <a:pt x="5722" y="1884"/>
                    </a:lnTo>
                    <a:lnTo>
                      <a:pt x="2235" y="4632"/>
                    </a:lnTo>
                    <a:lnTo>
                      <a:pt x="336" y="7653"/>
                    </a:lnTo>
                    <a:lnTo>
                      <a:pt x="0" y="10781"/>
                    </a:lnTo>
                    <a:lnTo>
                      <a:pt x="1206" y="13851"/>
                    </a:lnTo>
                    <a:lnTo>
                      <a:pt x="3865" y="16631"/>
                    </a:lnTo>
                    <a:lnTo>
                      <a:pt x="8054" y="19104"/>
                    </a:lnTo>
                    <a:lnTo>
                      <a:pt x="13476" y="20958"/>
                    </a:lnTo>
                    <a:lnTo>
                      <a:pt x="17304" y="21600"/>
                    </a:lnTo>
                    <a:lnTo>
                      <a:pt x="20679" y="21431"/>
                    </a:lnTo>
                    <a:lnTo>
                      <a:pt x="21600" y="19941"/>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sp>
            <p:nvSpPr>
              <p:cNvPr id="108" name="Figure"/>
              <p:cNvSpPr/>
              <p:nvPr/>
            </p:nvSpPr>
            <p:spPr>
              <a:xfrm>
                <a:off x="199377" y="0"/>
                <a:ext cx="167615" cy="3204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1000"/>
                    </a:moveTo>
                    <a:lnTo>
                      <a:pt x="20402" y="7894"/>
                    </a:lnTo>
                    <a:lnTo>
                      <a:pt x="17710" y="5034"/>
                    </a:lnTo>
                    <a:lnTo>
                      <a:pt x="13463" y="2507"/>
                    </a:lnTo>
                    <a:lnTo>
                      <a:pt x="6353" y="300"/>
                    </a:lnTo>
                    <a:lnTo>
                      <a:pt x="4409" y="0"/>
                    </a:lnTo>
                    <a:lnTo>
                      <a:pt x="920" y="176"/>
                    </a:lnTo>
                    <a:lnTo>
                      <a:pt x="0" y="1685"/>
                    </a:lnTo>
                    <a:lnTo>
                      <a:pt x="1237" y="3891"/>
                    </a:lnTo>
                    <a:lnTo>
                      <a:pt x="3997" y="6173"/>
                    </a:lnTo>
                    <a:lnTo>
                      <a:pt x="4054" y="6210"/>
                    </a:lnTo>
                    <a:lnTo>
                      <a:pt x="4108" y="6250"/>
                    </a:lnTo>
                    <a:lnTo>
                      <a:pt x="4167" y="6288"/>
                    </a:lnTo>
                    <a:lnTo>
                      <a:pt x="12237" y="11359"/>
                    </a:lnTo>
                    <a:lnTo>
                      <a:pt x="14834" y="13822"/>
                    </a:lnTo>
                    <a:lnTo>
                      <a:pt x="15903" y="16706"/>
                    </a:lnTo>
                    <a:lnTo>
                      <a:pt x="15162" y="19497"/>
                    </a:lnTo>
                    <a:lnTo>
                      <a:pt x="12428" y="21600"/>
                    </a:lnTo>
                    <a:lnTo>
                      <a:pt x="15759" y="20059"/>
                    </a:lnTo>
                    <a:lnTo>
                      <a:pt x="19341" y="17239"/>
                    </a:lnTo>
                    <a:lnTo>
                      <a:pt x="21253" y="14179"/>
                    </a:lnTo>
                    <a:lnTo>
                      <a:pt x="21268" y="14141"/>
                    </a:lnTo>
                    <a:lnTo>
                      <a:pt x="21600" y="11000"/>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grpSp>
        <p:grpSp>
          <p:nvGrpSpPr>
            <p:cNvPr id="112" name="object 5"/>
            <p:cNvGrpSpPr/>
            <p:nvPr/>
          </p:nvGrpSpPr>
          <p:grpSpPr>
            <a:xfrm>
              <a:off x="0" y="-1"/>
              <a:ext cx="367005" cy="352847"/>
              <a:chOff x="0" y="0"/>
              <a:chExt cx="367004" cy="352845"/>
            </a:xfrm>
          </p:grpSpPr>
          <p:sp>
            <p:nvSpPr>
              <p:cNvPr id="110" name="Figure"/>
              <p:cNvSpPr/>
              <p:nvPr/>
            </p:nvSpPr>
            <p:spPr>
              <a:xfrm>
                <a:off x="0" y="0"/>
                <a:ext cx="168377" cy="3205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695"/>
                    </a:moveTo>
                    <a:lnTo>
                      <a:pt x="20702" y="184"/>
                    </a:lnTo>
                    <a:lnTo>
                      <a:pt x="17305" y="0"/>
                    </a:lnTo>
                    <a:lnTo>
                      <a:pt x="13889" y="585"/>
                    </a:lnTo>
                    <a:lnTo>
                      <a:pt x="9518" y="1927"/>
                    </a:lnTo>
                    <a:lnTo>
                      <a:pt x="5819" y="3729"/>
                    </a:lnTo>
                    <a:lnTo>
                      <a:pt x="2222" y="6575"/>
                    </a:lnTo>
                    <a:lnTo>
                      <a:pt x="334" y="9633"/>
                    </a:lnTo>
                    <a:lnTo>
                      <a:pt x="0" y="12799"/>
                    </a:lnTo>
                    <a:lnTo>
                      <a:pt x="1176" y="15848"/>
                    </a:lnTo>
                    <a:lnTo>
                      <a:pt x="3907" y="18789"/>
                    </a:lnTo>
                    <a:lnTo>
                      <a:pt x="8011" y="21226"/>
                    </a:lnTo>
                    <a:lnTo>
                      <a:pt x="9031" y="21600"/>
                    </a:lnTo>
                    <a:lnTo>
                      <a:pt x="6290" y="19453"/>
                    </a:lnTo>
                    <a:lnTo>
                      <a:pt x="5587" y="16661"/>
                    </a:lnTo>
                    <a:lnTo>
                      <a:pt x="6685" y="13781"/>
                    </a:lnTo>
                    <a:lnTo>
                      <a:pt x="9298" y="11326"/>
                    </a:lnTo>
                    <a:lnTo>
                      <a:pt x="17454" y="6246"/>
                    </a:lnTo>
                    <a:lnTo>
                      <a:pt x="17507" y="6207"/>
                    </a:lnTo>
                    <a:lnTo>
                      <a:pt x="17566" y="6169"/>
                    </a:lnTo>
                    <a:lnTo>
                      <a:pt x="20341" y="3898"/>
                    </a:lnTo>
                    <a:lnTo>
                      <a:pt x="21600" y="1695"/>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sp>
            <p:nvSpPr>
              <p:cNvPr id="111" name="Figure"/>
              <p:cNvSpPr/>
              <p:nvPr/>
            </p:nvSpPr>
            <p:spPr>
              <a:xfrm>
                <a:off x="198412" y="31965"/>
                <a:ext cx="168593" cy="3208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8841"/>
                    </a:moveTo>
                    <a:lnTo>
                      <a:pt x="20430" y="5812"/>
                    </a:lnTo>
                    <a:lnTo>
                      <a:pt x="17698" y="2858"/>
                    </a:lnTo>
                    <a:lnTo>
                      <a:pt x="13510" y="370"/>
                    </a:lnTo>
                    <a:lnTo>
                      <a:pt x="12527" y="0"/>
                    </a:lnTo>
                    <a:lnTo>
                      <a:pt x="15288" y="2164"/>
                    </a:lnTo>
                    <a:lnTo>
                      <a:pt x="15993" y="4953"/>
                    </a:lnTo>
                    <a:lnTo>
                      <a:pt x="14895" y="7830"/>
                    </a:lnTo>
                    <a:lnTo>
                      <a:pt x="12285" y="10282"/>
                    </a:lnTo>
                    <a:lnTo>
                      <a:pt x="4139" y="15356"/>
                    </a:lnTo>
                    <a:lnTo>
                      <a:pt x="4086" y="15395"/>
                    </a:lnTo>
                    <a:lnTo>
                      <a:pt x="4027" y="15433"/>
                    </a:lnTo>
                    <a:lnTo>
                      <a:pt x="1256" y="17702"/>
                    </a:lnTo>
                    <a:lnTo>
                      <a:pt x="0" y="19900"/>
                    </a:lnTo>
                    <a:lnTo>
                      <a:pt x="895" y="21410"/>
                    </a:lnTo>
                    <a:lnTo>
                      <a:pt x="4390" y="21600"/>
                    </a:lnTo>
                    <a:lnTo>
                      <a:pt x="5015" y="21533"/>
                    </a:lnTo>
                    <a:lnTo>
                      <a:pt x="11134" y="20052"/>
                    </a:lnTo>
                    <a:lnTo>
                      <a:pt x="15254" y="18147"/>
                    </a:lnTo>
                    <a:lnTo>
                      <a:pt x="19239" y="15174"/>
                    </a:lnTo>
                    <a:lnTo>
                      <a:pt x="21226" y="12070"/>
                    </a:lnTo>
                    <a:lnTo>
                      <a:pt x="21275" y="11934"/>
                    </a:lnTo>
                    <a:lnTo>
                      <a:pt x="21600" y="8841"/>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grpSp>
      </p:grpSp>
      <p:pic>
        <p:nvPicPr>
          <p:cNvPr id="114" name="object 7" descr="object 7"/>
          <p:cNvPicPr>
            <a:picLocks noChangeAspect="1"/>
          </p:cNvPicPr>
          <p:nvPr/>
        </p:nvPicPr>
        <p:blipFill>
          <a:blip r:embed="rId4">
            <a:extLst/>
          </a:blip>
          <a:stretch>
            <a:fillRect/>
          </a:stretch>
        </p:blipFill>
        <p:spPr>
          <a:xfrm>
            <a:off x="11602948" y="6338934"/>
            <a:ext cx="412141" cy="304626"/>
          </a:xfrm>
          <a:prstGeom prst="rect">
            <a:avLst/>
          </a:prstGeom>
          <a:ln w="12700">
            <a:miter lim="400000"/>
          </a:ln>
        </p:spPr>
      </p:pic>
      <p:pic>
        <p:nvPicPr>
          <p:cNvPr id="115" name="object 6" descr="object 6"/>
          <p:cNvPicPr>
            <a:picLocks noChangeAspect="1"/>
          </p:cNvPicPr>
          <p:nvPr/>
        </p:nvPicPr>
        <p:blipFill>
          <a:blip r:embed="rId5">
            <a:extLst/>
          </a:blip>
          <a:stretch>
            <a:fillRect/>
          </a:stretch>
        </p:blipFill>
        <p:spPr>
          <a:xfrm>
            <a:off x="664819" y="6381837"/>
            <a:ext cx="639230" cy="227757"/>
          </a:xfrm>
          <a:prstGeom prst="rect">
            <a:avLst/>
          </a:prstGeom>
          <a:ln w="12700">
            <a:miter lim="400000"/>
          </a:ln>
        </p:spPr>
      </p:pic>
      <p:sp>
        <p:nvSpPr>
          <p:cNvPr id="116" name="Texte du titre"/>
          <p:cNvSpPr txBox="1"/>
          <p:nvPr>
            <p:ph type="title"/>
          </p:nvPr>
        </p:nvSpPr>
        <p:spPr>
          <a:xfrm>
            <a:off x="839787" y="365125"/>
            <a:ext cx="10515601" cy="1325563"/>
          </a:xfrm>
          <a:prstGeom prst="rect">
            <a:avLst/>
          </a:prstGeom>
        </p:spPr>
        <p:txBody>
          <a:bodyPr/>
          <a:lstStyle/>
          <a:p>
            <a:pPr/>
            <a:r>
              <a:t>Texte du titre</a:t>
            </a:r>
          </a:p>
        </p:txBody>
      </p:sp>
      <p:sp>
        <p:nvSpPr>
          <p:cNvPr id="117" name="Texte niveau 1…"/>
          <p:cNvSpPr txBox="1"/>
          <p:nvPr>
            <p:ph type="body" sz="quarter" idx="1"/>
          </p:nvPr>
        </p:nvSpPr>
        <p:spPr>
          <a:xfrm>
            <a:off x="839787" y="1681163"/>
            <a:ext cx="5157789" cy="823913"/>
          </a:xfrm>
          <a:prstGeom prst="rect">
            <a:avLst/>
          </a:prstGeom>
        </p:spPr>
        <p:txBody>
          <a:bodyPr anchor="b"/>
          <a:lstStyle>
            <a:lvl1pPr marL="0" indent="0">
              <a:buSzTx/>
              <a:buFontTx/>
              <a:buNone/>
              <a:defRPr b="1" sz="2400">
                <a:solidFill>
                  <a:srgbClr val="40E4AD"/>
                </a:solidFill>
              </a:defRPr>
            </a:lvl1pPr>
            <a:lvl2pPr marL="0" indent="457200">
              <a:buSzTx/>
              <a:buFontTx/>
              <a:buNone/>
              <a:defRPr b="1" sz="2400">
                <a:solidFill>
                  <a:srgbClr val="40E4AD"/>
                </a:solidFill>
              </a:defRPr>
            </a:lvl2pPr>
            <a:lvl3pPr marL="0" indent="914400">
              <a:buSzTx/>
              <a:buFontTx/>
              <a:buNone/>
              <a:defRPr b="1" sz="2400">
                <a:solidFill>
                  <a:srgbClr val="40E4AD"/>
                </a:solidFill>
              </a:defRPr>
            </a:lvl3pPr>
            <a:lvl4pPr marL="0" indent="1371600">
              <a:buSzTx/>
              <a:buFontTx/>
              <a:buNone/>
              <a:defRPr b="1" sz="2400">
                <a:solidFill>
                  <a:srgbClr val="40E4AD"/>
                </a:solidFill>
              </a:defRPr>
            </a:lvl4pPr>
            <a:lvl5pPr marL="0" indent="1828800">
              <a:buSzTx/>
              <a:buFontTx/>
              <a:buNone/>
              <a:defRPr b="1" sz="2400">
                <a:solidFill>
                  <a:srgbClr val="40E4AD"/>
                </a:solidFill>
              </a:defRPr>
            </a:lvl5pPr>
          </a:lstStyle>
          <a:p>
            <a:pPr/>
            <a:r>
              <a:t>Texte niveau 1</a:t>
            </a:r>
          </a:p>
          <a:p>
            <a:pPr lvl="1"/>
            <a:r>
              <a:t>Texte niveau 2</a:t>
            </a:r>
          </a:p>
          <a:p>
            <a:pPr lvl="2"/>
            <a:r>
              <a:t>Texte niveau 3</a:t>
            </a:r>
          </a:p>
          <a:p>
            <a:pPr lvl="3"/>
            <a:r>
              <a:t>Texte niveau 4</a:t>
            </a:r>
          </a:p>
          <a:p>
            <a:pPr lvl="4"/>
            <a:r>
              <a:t>Texte niveau 5</a:t>
            </a:r>
          </a:p>
        </p:txBody>
      </p:sp>
      <p:sp>
        <p:nvSpPr>
          <p:cNvPr id="118" name="Text Placeholder 4"/>
          <p:cNvSpPr/>
          <p:nvPr>
            <p:ph type="body" sz="quarter" idx="21"/>
          </p:nvPr>
        </p:nvSpPr>
        <p:spPr>
          <a:xfrm>
            <a:off x="6172200" y="1681163"/>
            <a:ext cx="5183188" cy="823913"/>
          </a:xfrm>
          <a:prstGeom prst="rect">
            <a:avLst/>
          </a:prstGeom>
        </p:spPr>
        <p:txBody>
          <a:bodyPr anchor="b"/>
          <a:lstStyle/>
          <a:p>
            <a:pPr marL="0" indent="0">
              <a:buSzTx/>
              <a:buFontTx/>
              <a:buNone/>
              <a:defRPr b="1" sz="2400">
                <a:solidFill>
                  <a:srgbClr val="40E4AD"/>
                </a:solidFill>
              </a:defRPr>
            </a:pPr>
          </a:p>
        </p:txBody>
      </p:sp>
      <p:sp>
        <p:nvSpPr>
          <p:cNvPr id="119"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Inhoud met bijschrift">
    <p:spTree>
      <p:nvGrpSpPr>
        <p:cNvPr id="1" name=""/>
        <p:cNvGrpSpPr/>
        <p:nvPr/>
      </p:nvGrpSpPr>
      <p:grpSpPr>
        <a:xfrm>
          <a:off x="0" y="0"/>
          <a:ext cx="0" cy="0"/>
          <a:chOff x="0" y="0"/>
          <a:chExt cx="0" cy="0"/>
        </a:xfrm>
      </p:grpSpPr>
      <p:pic>
        <p:nvPicPr>
          <p:cNvPr id="126" name="object 8" descr="object 8"/>
          <p:cNvPicPr>
            <a:picLocks noChangeAspect="1"/>
          </p:cNvPicPr>
          <p:nvPr/>
        </p:nvPicPr>
        <p:blipFill>
          <a:blip r:embed="rId2">
            <a:extLst/>
          </a:blip>
          <a:stretch>
            <a:fillRect/>
          </a:stretch>
        </p:blipFill>
        <p:spPr>
          <a:xfrm>
            <a:off x="2801951" y="0"/>
            <a:ext cx="9390050" cy="297003"/>
          </a:xfrm>
          <a:prstGeom prst="rect">
            <a:avLst/>
          </a:prstGeom>
          <a:ln w="12700">
            <a:miter lim="400000"/>
          </a:ln>
        </p:spPr>
      </p:pic>
      <p:grpSp>
        <p:nvGrpSpPr>
          <p:cNvPr id="134" name="object 2"/>
          <p:cNvGrpSpPr/>
          <p:nvPr/>
        </p:nvGrpSpPr>
        <p:grpSpPr>
          <a:xfrm>
            <a:off x="234999" y="6311874"/>
            <a:ext cx="367005" cy="352846"/>
            <a:chOff x="0" y="0"/>
            <a:chExt cx="367004" cy="352845"/>
          </a:xfrm>
        </p:grpSpPr>
        <p:pic>
          <p:nvPicPr>
            <p:cNvPr id="127" name="object 3" descr="object 3"/>
            <p:cNvPicPr>
              <a:picLocks noChangeAspect="1"/>
            </p:cNvPicPr>
            <p:nvPr/>
          </p:nvPicPr>
          <p:blipFill>
            <a:blip r:embed="rId3">
              <a:extLst/>
            </a:blip>
            <a:stretch>
              <a:fillRect/>
            </a:stretch>
          </p:blipFill>
          <p:spPr>
            <a:xfrm>
              <a:off x="127136" y="120240"/>
              <a:ext cx="112746" cy="112742"/>
            </a:xfrm>
            <a:prstGeom prst="rect">
              <a:avLst/>
            </a:prstGeom>
            <a:ln w="12700" cap="flat">
              <a:noFill/>
              <a:miter lim="400000"/>
            </a:ln>
            <a:effectLst/>
          </p:spPr>
        </p:pic>
        <p:grpSp>
          <p:nvGrpSpPr>
            <p:cNvPr id="130" name="object 4"/>
            <p:cNvGrpSpPr/>
            <p:nvPr/>
          </p:nvGrpSpPr>
          <p:grpSpPr>
            <a:xfrm>
              <a:off x="-1" y="254"/>
              <a:ext cx="366993" cy="352172"/>
              <a:chOff x="0" y="0"/>
              <a:chExt cx="366991" cy="352170"/>
            </a:xfrm>
          </p:grpSpPr>
          <p:sp>
            <p:nvSpPr>
              <p:cNvPr id="128" name="Figure"/>
              <p:cNvSpPr/>
              <p:nvPr/>
            </p:nvSpPr>
            <p:spPr>
              <a:xfrm>
                <a:off x="0" y="27736"/>
                <a:ext cx="167412" cy="3244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9941"/>
                    </a:moveTo>
                    <a:lnTo>
                      <a:pt x="20361" y="17761"/>
                    </a:lnTo>
                    <a:lnTo>
                      <a:pt x="17599" y="15509"/>
                    </a:lnTo>
                    <a:lnTo>
                      <a:pt x="17539" y="15472"/>
                    </a:lnTo>
                    <a:lnTo>
                      <a:pt x="17485" y="15433"/>
                    </a:lnTo>
                    <a:lnTo>
                      <a:pt x="17426" y="15395"/>
                    </a:lnTo>
                    <a:lnTo>
                      <a:pt x="9346" y="10387"/>
                    </a:lnTo>
                    <a:lnTo>
                      <a:pt x="6748" y="7953"/>
                    </a:lnTo>
                    <a:lnTo>
                      <a:pt x="5676" y="5104"/>
                    </a:lnTo>
                    <a:lnTo>
                      <a:pt x="6420" y="2347"/>
                    </a:lnTo>
                    <a:lnTo>
                      <a:pt x="9260" y="192"/>
                    </a:lnTo>
                    <a:lnTo>
                      <a:pt x="9410" y="129"/>
                    </a:lnTo>
                    <a:lnTo>
                      <a:pt x="9563" y="68"/>
                    </a:lnTo>
                    <a:lnTo>
                      <a:pt x="9717" y="8"/>
                    </a:lnTo>
                    <a:lnTo>
                      <a:pt x="9704" y="0"/>
                    </a:lnTo>
                    <a:lnTo>
                      <a:pt x="5722" y="1884"/>
                    </a:lnTo>
                    <a:lnTo>
                      <a:pt x="2235" y="4632"/>
                    </a:lnTo>
                    <a:lnTo>
                      <a:pt x="336" y="7653"/>
                    </a:lnTo>
                    <a:lnTo>
                      <a:pt x="0" y="10781"/>
                    </a:lnTo>
                    <a:lnTo>
                      <a:pt x="1206" y="13851"/>
                    </a:lnTo>
                    <a:lnTo>
                      <a:pt x="3865" y="16631"/>
                    </a:lnTo>
                    <a:lnTo>
                      <a:pt x="8054" y="19104"/>
                    </a:lnTo>
                    <a:lnTo>
                      <a:pt x="13476" y="20958"/>
                    </a:lnTo>
                    <a:lnTo>
                      <a:pt x="17304" y="21600"/>
                    </a:lnTo>
                    <a:lnTo>
                      <a:pt x="20679" y="21431"/>
                    </a:lnTo>
                    <a:lnTo>
                      <a:pt x="21600" y="19941"/>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sp>
            <p:nvSpPr>
              <p:cNvPr id="129" name="Figure"/>
              <p:cNvSpPr/>
              <p:nvPr/>
            </p:nvSpPr>
            <p:spPr>
              <a:xfrm>
                <a:off x="199377" y="0"/>
                <a:ext cx="167615" cy="3204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1000"/>
                    </a:moveTo>
                    <a:lnTo>
                      <a:pt x="20402" y="7894"/>
                    </a:lnTo>
                    <a:lnTo>
                      <a:pt x="17710" y="5034"/>
                    </a:lnTo>
                    <a:lnTo>
                      <a:pt x="13463" y="2507"/>
                    </a:lnTo>
                    <a:lnTo>
                      <a:pt x="6353" y="300"/>
                    </a:lnTo>
                    <a:lnTo>
                      <a:pt x="4409" y="0"/>
                    </a:lnTo>
                    <a:lnTo>
                      <a:pt x="920" y="176"/>
                    </a:lnTo>
                    <a:lnTo>
                      <a:pt x="0" y="1685"/>
                    </a:lnTo>
                    <a:lnTo>
                      <a:pt x="1237" y="3891"/>
                    </a:lnTo>
                    <a:lnTo>
                      <a:pt x="3997" y="6173"/>
                    </a:lnTo>
                    <a:lnTo>
                      <a:pt x="4054" y="6210"/>
                    </a:lnTo>
                    <a:lnTo>
                      <a:pt x="4108" y="6250"/>
                    </a:lnTo>
                    <a:lnTo>
                      <a:pt x="4167" y="6288"/>
                    </a:lnTo>
                    <a:lnTo>
                      <a:pt x="12237" y="11359"/>
                    </a:lnTo>
                    <a:lnTo>
                      <a:pt x="14834" y="13822"/>
                    </a:lnTo>
                    <a:lnTo>
                      <a:pt x="15903" y="16706"/>
                    </a:lnTo>
                    <a:lnTo>
                      <a:pt x="15162" y="19497"/>
                    </a:lnTo>
                    <a:lnTo>
                      <a:pt x="12428" y="21600"/>
                    </a:lnTo>
                    <a:lnTo>
                      <a:pt x="15759" y="20059"/>
                    </a:lnTo>
                    <a:lnTo>
                      <a:pt x="19341" y="17239"/>
                    </a:lnTo>
                    <a:lnTo>
                      <a:pt x="21253" y="14179"/>
                    </a:lnTo>
                    <a:lnTo>
                      <a:pt x="21268" y="14141"/>
                    </a:lnTo>
                    <a:lnTo>
                      <a:pt x="21600" y="11000"/>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grpSp>
        <p:grpSp>
          <p:nvGrpSpPr>
            <p:cNvPr id="133" name="object 5"/>
            <p:cNvGrpSpPr/>
            <p:nvPr/>
          </p:nvGrpSpPr>
          <p:grpSpPr>
            <a:xfrm>
              <a:off x="0" y="-1"/>
              <a:ext cx="367005" cy="352847"/>
              <a:chOff x="0" y="0"/>
              <a:chExt cx="367004" cy="352845"/>
            </a:xfrm>
          </p:grpSpPr>
          <p:sp>
            <p:nvSpPr>
              <p:cNvPr id="131" name="Figure"/>
              <p:cNvSpPr/>
              <p:nvPr/>
            </p:nvSpPr>
            <p:spPr>
              <a:xfrm>
                <a:off x="0" y="0"/>
                <a:ext cx="168376" cy="3205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695"/>
                    </a:moveTo>
                    <a:lnTo>
                      <a:pt x="20702" y="184"/>
                    </a:lnTo>
                    <a:lnTo>
                      <a:pt x="17305" y="0"/>
                    </a:lnTo>
                    <a:lnTo>
                      <a:pt x="13889" y="585"/>
                    </a:lnTo>
                    <a:lnTo>
                      <a:pt x="9518" y="1927"/>
                    </a:lnTo>
                    <a:lnTo>
                      <a:pt x="5819" y="3729"/>
                    </a:lnTo>
                    <a:lnTo>
                      <a:pt x="2222" y="6575"/>
                    </a:lnTo>
                    <a:lnTo>
                      <a:pt x="334" y="9633"/>
                    </a:lnTo>
                    <a:lnTo>
                      <a:pt x="0" y="12799"/>
                    </a:lnTo>
                    <a:lnTo>
                      <a:pt x="1176" y="15848"/>
                    </a:lnTo>
                    <a:lnTo>
                      <a:pt x="3907" y="18789"/>
                    </a:lnTo>
                    <a:lnTo>
                      <a:pt x="8011" y="21226"/>
                    </a:lnTo>
                    <a:lnTo>
                      <a:pt x="9031" y="21600"/>
                    </a:lnTo>
                    <a:lnTo>
                      <a:pt x="6290" y="19453"/>
                    </a:lnTo>
                    <a:lnTo>
                      <a:pt x="5587" y="16661"/>
                    </a:lnTo>
                    <a:lnTo>
                      <a:pt x="6685" y="13781"/>
                    </a:lnTo>
                    <a:lnTo>
                      <a:pt x="9298" y="11326"/>
                    </a:lnTo>
                    <a:lnTo>
                      <a:pt x="17454" y="6246"/>
                    </a:lnTo>
                    <a:lnTo>
                      <a:pt x="17507" y="6207"/>
                    </a:lnTo>
                    <a:lnTo>
                      <a:pt x="17566" y="6169"/>
                    </a:lnTo>
                    <a:lnTo>
                      <a:pt x="20341" y="3898"/>
                    </a:lnTo>
                    <a:lnTo>
                      <a:pt x="21600" y="1695"/>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sp>
            <p:nvSpPr>
              <p:cNvPr id="132" name="Figure"/>
              <p:cNvSpPr/>
              <p:nvPr/>
            </p:nvSpPr>
            <p:spPr>
              <a:xfrm>
                <a:off x="198412" y="31965"/>
                <a:ext cx="168593" cy="3208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8841"/>
                    </a:moveTo>
                    <a:lnTo>
                      <a:pt x="20430" y="5812"/>
                    </a:lnTo>
                    <a:lnTo>
                      <a:pt x="17698" y="2858"/>
                    </a:lnTo>
                    <a:lnTo>
                      <a:pt x="13510" y="370"/>
                    </a:lnTo>
                    <a:lnTo>
                      <a:pt x="12527" y="0"/>
                    </a:lnTo>
                    <a:lnTo>
                      <a:pt x="15288" y="2164"/>
                    </a:lnTo>
                    <a:lnTo>
                      <a:pt x="15993" y="4953"/>
                    </a:lnTo>
                    <a:lnTo>
                      <a:pt x="14895" y="7830"/>
                    </a:lnTo>
                    <a:lnTo>
                      <a:pt x="12285" y="10282"/>
                    </a:lnTo>
                    <a:lnTo>
                      <a:pt x="4139" y="15356"/>
                    </a:lnTo>
                    <a:lnTo>
                      <a:pt x="4086" y="15395"/>
                    </a:lnTo>
                    <a:lnTo>
                      <a:pt x="4027" y="15433"/>
                    </a:lnTo>
                    <a:lnTo>
                      <a:pt x="1256" y="17702"/>
                    </a:lnTo>
                    <a:lnTo>
                      <a:pt x="0" y="19900"/>
                    </a:lnTo>
                    <a:lnTo>
                      <a:pt x="895" y="21410"/>
                    </a:lnTo>
                    <a:lnTo>
                      <a:pt x="4390" y="21600"/>
                    </a:lnTo>
                    <a:lnTo>
                      <a:pt x="5015" y="21533"/>
                    </a:lnTo>
                    <a:lnTo>
                      <a:pt x="11134" y="20052"/>
                    </a:lnTo>
                    <a:lnTo>
                      <a:pt x="15254" y="18147"/>
                    </a:lnTo>
                    <a:lnTo>
                      <a:pt x="19239" y="15174"/>
                    </a:lnTo>
                    <a:lnTo>
                      <a:pt x="21226" y="12070"/>
                    </a:lnTo>
                    <a:lnTo>
                      <a:pt x="21275" y="11934"/>
                    </a:lnTo>
                    <a:lnTo>
                      <a:pt x="21600" y="8841"/>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grpSp>
      </p:grpSp>
      <p:pic>
        <p:nvPicPr>
          <p:cNvPr id="135" name="object 7" descr="object 7"/>
          <p:cNvPicPr>
            <a:picLocks noChangeAspect="1"/>
          </p:cNvPicPr>
          <p:nvPr/>
        </p:nvPicPr>
        <p:blipFill>
          <a:blip r:embed="rId4">
            <a:extLst/>
          </a:blip>
          <a:stretch>
            <a:fillRect/>
          </a:stretch>
        </p:blipFill>
        <p:spPr>
          <a:xfrm>
            <a:off x="11602948" y="6338934"/>
            <a:ext cx="412141" cy="304626"/>
          </a:xfrm>
          <a:prstGeom prst="rect">
            <a:avLst/>
          </a:prstGeom>
          <a:ln w="12700">
            <a:miter lim="400000"/>
          </a:ln>
        </p:spPr>
      </p:pic>
      <p:pic>
        <p:nvPicPr>
          <p:cNvPr id="136" name="object 6" descr="object 6"/>
          <p:cNvPicPr>
            <a:picLocks noChangeAspect="1"/>
          </p:cNvPicPr>
          <p:nvPr/>
        </p:nvPicPr>
        <p:blipFill>
          <a:blip r:embed="rId5">
            <a:extLst/>
          </a:blip>
          <a:stretch>
            <a:fillRect/>
          </a:stretch>
        </p:blipFill>
        <p:spPr>
          <a:xfrm>
            <a:off x="664819" y="6381837"/>
            <a:ext cx="639230" cy="227757"/>
          </a:xfrm>
          <a:prstGeom prst="rect">
            <a:avLst/>
          </a:prstGeom>
          <a:ln w="12700">
            <a:miter lim="400000"/>
          </a:ln>
        </p:spPr>
      </p:pic>
      <p:sp>
        <p:nvSpPr>
          <p:cNvPr id="137" name="Texte du titre"/>
          <p:cNvSpPr txBox="1"/>
          <p:nvPr>
            <p:ph type="title"/>
          </p:nvPr>
        </p:nvSpPr>
        <p:spPr>
          <a:xfrm>
            <a:off x="839787" y="457200"/>
            <a:ext cx="3932239" cy="1600200"/>
          </a:xfrm>
          <a:prstGeom prst="rect">
            <a:avLst/>
          </a:prstGeom>
        </p:spPr>
        <p:txBody>
          <a:bodyPr anchor="b"/>
          <a:lstStyle>
            <a:lvl1pPr>
              <a:defRPr sz="3200"/>
            </a:lvl1pPr>
          </a:lstStyle>
          <a:p>
            <a:pPr/>
            <a:r>
              <a:t>Texte du titre</a:t>
            </a:r>
          </a:p>
        </p:txBody>
      </p:sp>
      <p:sp>
        <p:nvSpPr>
          <p:cNvPr id="138" name="Texte niveau 1…"/>
          <p:cNvSpPr txBox="1"/>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Texte niveau 1</a:t>
            </a:r>
          </a:p>
          <a:p>
            <a:pPr lvl="1"/>
            <a:r>
              <a:t>Texte niveau 2</a:t>
            </a:r>
          </a:p>
          <a:p>
            <a:pPr lvl="2"/>
            <a:r>
              <a:t>Texte niveau 3</a:t>
            </a:r>
          </a:p>
          <a:p>
            <a:pPr lvl="3"/>
            <a:r>
              <a:t>Texte niveau 4</a:t>
            </a:r>
          </a:p>
          <a:p>
            <a:pPr lvl="4"/>
            <a:r>
              <a:t>Texte niveau 5</a:t>
            </a:r>
          </a:p>
        </p:txBody>
      </p:sp>
      <p:sp>
        <p:nvSpPr>
          <p:cNvPr id="139" name="Text Placeholder 3"/>
          <p:cNvSpPr/>
          <p:nvPr>
            <p:ph type="body" sz="quarter" idx="21"/>
          </p:nvPr>
        </p:nvSpPr>
        <p:spPr>
          <a:xfrm>
            <a:off x="839787" y="2057400"/>
            <a:ext cx="3932238" cy="3811588"/>
          </a:xfrm>
          <a:prstGeom prst="rect">
            <a:avLst/>
          </a:prstGeom>
        </p:spPr>
        <p:txBody>
          <a:bodyPr/>
          <a:lstStyle/>
          <a:p>
            <a:pPr marL="0" indent="0">
              <a:buSzTx/>
              <a:buFontTx/>
              <a:buNone/>
              <a:defRPr sz="1600"/>
            </a:pPr>
          </a:p>
        </p:txBody>
      </p:sp>
      <p:sp>
        <p:nvSpPr>
          <p:cNvPr id="140"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fbeelding met bijschrift">
    <p:spTree>
      <p:nvGrpSpPr>
        <p:cNvPr id="1" name=""/>
        <p:cNvGrpSpPr/>
        <p:nvPr/>
      </p:nvGrpSpPr>
      <p:grpSpPr>
        <a:xfrm>
          <a:off x="0" y="0"/>
          <a:ext cx="0" cy="0"/>
          <a:chOff x="0" y="0"/>
          <a:chExt cx="0" cy="0"/>
        </a:xfrm>
      </p:grpSpPr>
      <p:pic>
        <p:nvPicPr>
          <p:cNvPr id="147" name="object 8" descr="object 8"/>
          <p:cNvPicPr>
            <a:picLocks noChangeAspect="1"/>
          </p:cNvPicPr>
          <p:nvPr/>
        </p:nvPicPr>
        <p:blipFill>
          <a:blip r:embed="rId2">
            <a:extLst/>
          </a:blip>
          <a:stretch>
            <a:fillRect/>
          </a:stretch>
        </p:blipFill>
        <p:spPr>
          <a:xfrm>
            <a:off x="2801951" y="0"/>
            <a:ext cx="9390050" cy="297003"/>
          </a:xfrm>
          <a:prstGeom prst="rect">
            <a:avLst/>
          </a:prstGeom>
          <a:ln w="12700">
            <a:miter lim="400000"/>
          </a:ln>
        </p:spPr>
      </p:pic>
      <p:grpSp>
        <p:nvGrpSpPr>
          <p:cNvPr id="155" name="object 2"/>
          <p:cNvGrpSpPr/>
          <p:nvPr/>
        </p:nvGrpSpPr>
        <p:grpSpPr>
          <a:xfrm>
            <a:off x="234999" y="6311874"/>
            <a:ext cx="367005" cy="352846"/>
            <a:chOff x="0" y="0"/>
            <a:chExt cx="367004" cy="352845"/>
          </a:xfrm>
        </p:grpSpPr>
        <p:pic>
          <p:nvPicPr>
            <p:cNvPr id="148" name="object 3" descr="object 3"/>
            <p:cNvPicPr>
              <a:picLocks noChangeAspect="1"/>
            </p:cNvPicPr>
            <p:nvPr/>
          </p:nvPicPr>
          <p:blipFill>
            <a:blip r:embed="rId3">
              <a:extLst/>
            </a:blip>
            <a:stretch>
              <a:fillRect/>
            </a:stretch>
          </p:blipFill>
          <p:spPr>
            <a:xfrm>
              <a:off x="127136" y="120240"/>
              <a:ext cx="112746" cy="112742"/>
            </a:xfrm>
            <a:prstGeom prst="rect">
              <a:avLst/>
            </a:prstGeom>
            <a:ln w="12700" cap="flat">
              <a:noFill/>
              <a:miter lim="400000"/>
            </a:ln>
            <a:effectLst/>
          </p:spPr>
        </p:pic>
        <p:grpSp>
          <p:nvGrpSpPr>
            <p:cNvPr id="151" name="object 4"/>
            <p:cNvGrpSpPr/>
            <p:nvPr/>
          </p:nvGrpSpPr>
          <p:grpSpPr>
            <a:xfrm>
              <a:off x="-1" y="254"/>
              <a:ext cx="366993" cy="352172"/>
              <a:chOff x="0" y="0"/>
              <a:chExt cx="366991" cy="352170"/>
            </a:xfrm>
          </p:grpSpPr>
          <p:sp>
            <p:nvSpPr>
              <p:cNvPr id="149" name="Figure"/>
              <p:cNvSpPr/>
              <p:nvPr/>
            </p:nvSpPr>
            <p:spPr>
              <a:xfrm>
                <a:off x="0" y="27736"/>
                <a:ext cx="167412" cy="3244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9941"/>
                    </a:moveTo>
                    <a:lnTo>
                      <a:pt x="20361" y="17761"/>
                    </a:lnTo>
                    <a:lnTo>
                      <a:pt x="17599" y="15509"/>
                    </a:lnTo>
                    <a:lnTo>
                      <a:pt x="17539" y="15472"/>
                    </a:lnTo>
                    <a:lnTo>
                      <a:pt x="17485" y="15433"/>
                    </a:lnTo>
                    <a:lnTo>
                      <a:pt x="17426" y="15395"/>
                    </a:lnTo>
                    <a:lnTo>
                      <a:pt x="9346" y="10387"/>
                    </a:lnTo>
                    <a:lnTo>
                      <a:pt x="6748" y="7953"/>
                    </a:lnTo>
                    <a:lnTo>
                      <a:pt x="5676" y="5104"/>
                    </a:lnTo>
                    <a:lnTo>
                      <a:pt x="6420" y="2347"/>
                    </a:lnTo>
                    <a:lnTo>
                      <a:pt x="9260" y="192"/>
                    </a:lnTo>
                    <a:lnTo>
                      <a:pt x="9410" y="129"/>
                    </a:lnTo>
                    <a:lnTo>
                      <a:pt x="9563" y="68"/>
                    </a:lnTo>
                    <a:lnTo>
                      <a:pt x="9717" y="8"/>
                    </a:lnTo>
                    <a:lnTo>
                      <a:pt x="9704" y="0"/>
                    </a:lnTo>
                    <a:lnTo>
                      <a:pt x="5722" y="1884"/>
                    </a:lnTo>
                    <a:lnTo>
                      <a:pt x="2235" y="4632"/>
                    </a:lnTo>
                    <a:lnTo>
                      <a:pt x="336" y="7653"/>
                    </a:lnTo>
                    <a:lnTo>
                      <a:pt x="0" y="10781"/>
                    </a:lnTo>
                    <a:lnTo>
                      <a:pt x="1206" y="13851"/>
                    </a:lnTo>
                    <a:lnTo>
                      <a:pt x="3865" y="16631"/>
                    </a:lnTo>
                    <a:lnTo>
                      <a:pt x="8054" y="19104"/>
                    </a:lnTo>
                    <a:lnTo>
                      <a:pt x="13476" y="20958"/>
                    </a:lnTo>
                    <a:lnTo>
                      <a:pt x="17304" y="21600"/>
                    </a:lnTo>
                    <a:lnTo>
                      <a:pt x="20679" y="21431"/>
                    </a:lnTo>
                    <a:lnTo>
                      <a:pt x="21600" y="19941"/>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sp>
            <p:nvSpPr>
              <p:cNvPr id="150" name="Figure"/>
              <p:cNvSpPr/>
              <p:nvPr/>
            </p:nvSpPr>
            <p:spPr>
              <a:xfrm>
                <a:off x="199377" y="0"/>
                <a:ext cx="167615" cy="3204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1000"/>
                    </a:moveTo>
                    <a:lnTo>
                      <a:pt x="20402" y="7894"/>
                    </a:lnTo>
                    <a:lnTo>
                      <a:pt x="17710" y="5034"/>
                    </a:lnTo>
                    <a:lnTo>
                      <a:pt x="13463" y="2507"/>
                    </a:lnTo>
                    <a:lnTo>
                      <a:pt x="6353" y="300"/>
                    </a:lnTo>
                    <a:lnTo>
                      <a:pt x="4409" y="0"/>
                    </a:lnTo>
                    <a:lnTo>
                      <a:pt x="920" y="176"/>
                    </a:lnTo>
                    <a:lnTo>
                      <a:pt x="0" y="1685"/>
                    </a:lnTo>
                    <a:lnTo>
                      <a:pt x="1237" y="3891"/>
                    </a:lnTo>
                    <a:lnTo>
                      <a:pt x="3997" y="6173"/>
                    </a:lnTo>
                    <a:lnTo>
                      <a:pt x="4054" y="6210"/>
                    </a:lnTo>
                    <a:lnTo>
                      <a:pt x="4108" y="6250"/>
                    </a:lnTo>
                    <a:lnTo>
                      <a:pt x="4167" y="6288"/>
                    </a:lnTo>
                    <a:lnTo>
                      <a:pt x="12237" y="11359"/>
                    </a:lnTo>
                    <a:lnTo>
                      <a:pt x="14834" y="13822"/>
                    </a:lnTo>
                    <a:lnTo>
                      <a:pt x="15903" y="16706"/>
                    </a:lnTo>
                    <a:lnTo>
                      <a:pt x="15162" y="19497"/>
                    </a:lnTo>
                    <a:lnTo>
                      <a:pt x="12428" y="21600"/>
                    </a:lnTo>
                    <a:lnTo>
                      <a:pt x="15759" y="20059"/>
                    </a:lnTo>
                    <a:lnTo>
                      <a:pt x="19341" y="17239"/>
                    </a:lnTo>
                    <a:lnTo>
                      <a:pt x="21253" y="14179"/>
                    </a:lnTo>
                    <a:lnTo>
                      <a:pt x="21268" y="14141"/>
                    </a:lnTo>
                    <a:lnTo>
                      <a:pt x="21600" y="11000"/>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grpSp>
        <p:grpSp>
          <p:nvGrpSpPr>
            <p:cNvPr id="154" name="object 5"/>
            <p:cNvGrpSpPr/>
            <p:nvPr/>
          </p:nvGrpSpPr>
          <p:grpSpPr>
            <a:xfrm>
              <a:off x="0" y="-1"/>
              <a:ext cx="367005" cy="352847"/>
              <a:chOff x="0" y="0"/>
              <a:chExt cx="367004" cy="352845"/>
            </a:xfrm>
          </p:grpSpPr>
          <p:sp>
            <p:nvSpPr>
              <p:cNvPr id="152" name="Figure"/>
              <p:cNvSpPr/>
              <p:nvPr/>
            </p:nvSpPr>
            <p:spPr>
              <a:xfrm>
                <a:off x="0" y="0"/>
                <a:ext cx="168376" cy="3205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695"/>
                    </a:moveTo>
                    <a:lnTo>
                      <a:pt x="20702" y="184"/>
                    </a:lnTo>
                    <a:lnTo>
                      <a:pt x="17305" y="0"/>
                    </a:lnTo>
                    <a:lnTo>
                      <a:pt x="13889" y="585"/>
                    </a:lnTo>
                    <a:lnTo>
                      <a:pt x="9518" y="1927"/>
                    </a:lnTo>
                    <a:lnTo>
                      <a:pt x="5819" y="3729"/>
                    </a:lnTo>
                    <a:lnTo>
                      <a:pt x="2222" y="6575"/>
                    </a:lnTo>
                    <a:lnTo>
                      <a:pt x="334" y="9633"/>
                    </a:lnTo>
                    <a:lnTo>
                      <a:pt x="0" y="12799"/>
                    </a:lnTo>
                    <a:lnTo>
                      <a:pt x="1176" y="15848"/>
                    </a:lnTo>
                    <a:lnTo>
                      <a:pt x="3907" y="18789"/>
                    </a:lnTo>
                    <a:lnTo>
                      <a:pt x="8011" y="21226"/>
                    </a:lnTo>
                    <a:lnTo>
                      <a:pt x="9031" y="21600"/>
                    </a:lnTo>
                    <a:lnTo>
                      <a:pt x="6290" y="19453"/>
                    </a:lnTo>
                    <a:lnTo>
                      <a:pt x="5587" y="16661"/>
                    </a:lnTo>
                    <a:lnTo>
                      <a:pt x="6685" y="13781"/>
                    </a:lnTo>
                    <a:lnTo>
                      <a:pt x="9298" y="11326"/>
                    </a:lnTo>
                    <a:lnTo>
                      <a:pt x="17454" y="6246"/>
                    </a:lnTo>
                    <a:lnTo>
                      <a:pt x="17507" y="6207"/>
                    </a:lnTo>
                    <a:lnTo>
                      <a:pt x="17566" y="6169"/>
                    </a:lnTo>
                    <a:lnTo>
                      <a:pt x="20341" y="3898"/>
                    </a:lnTo>
                    <a:lnTo>
                      <a:pt x="21600" y="1695"/>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sp>
            <p:nvSpPr>
              <p:cNvPr id="153" name="Figure"/>
              <p:cNvSpPr/>
              <p:nvPr/>
            </p:nvSpPr>
            <p:spPr>
              <a:xfrm>
                <a:off x="198412" y="31965"/>
                <a:ext cx="168593" cy="3208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8841"/>
                    </a:moveTo>
                    <a:lnTo>
                      <a:pt x="20430" y="5812"/>
                    </a:lnTo>
                    <a:lnTo>
                      <a:pt x="17698" y="2858"/>
                    </a:lnTo>
                    <a:lnTo>
                      <a:pt x="13510" y="370"/>
                    </a:lnTo>
                    <a:lnTo>
                      <a:pt x="12527" y="0"/>
                    </a:lnTo>
                    <a:lnTo>
                      <a:pt x="15288" y="2164"/>
                    </a:lnTo>
                    <a:lnTo>
                      <a:pt x="15993" y="4953"/>
                    </a:lnTo>
                    <a:lnTo>
                      <a:pt x="14895" y="7830"/>
                    </a:lnTo>
                    <a:lnTo>
                      <a:pt x="12285" y="10282"/>
                    </a:lnTo>
                    <a:lnTo>
                      <a:pt x="4139" y="15356"/>
                    </a:lnTo>
                    <a:lnTo>
                      <a:pt x="4086" y="15395"/>
                    </a:lnTo>
                    <a:lnTo>
                      <a:pt x="4027" y="15433"/>
                    </a:lnTo>
                    <a:lnTo>
                      <a:pt x="1256" y="17702"/>
                    </a:lnTo>
                    <a:lnTo>
                      <a:pt x="0" y="19900"/>
                    </a:lnTo>
                    <a:lnTo>
                      <a:pt x="895" y="21410"/>
                    </a:lnTo>
                    <a:lnTo>
                      <a:pt x="4390" y="21600"/>
                    </a:lnTo>
                    <a:lnTo>
                      <a:pt x="5015" y="21533"/>
                    </a:lnTo>
                    <a:lnTo>
                      <a:pt x="11134" y="20052"/>
                    </a:lnTo>
                    <a:lnTo>
                      <a:pt x="15254" y="18147"/>
                    </a:lnTo>
                    <a:lnTo>
                      <a:pt x="19239" y="15174"/>
                    </a:lnTo>
                    <a:lnTo>
                      <a:pt x="21226" y="12070"/>
                    </a:lnTo>
                    <a:lnTo>
                      <a:pt x="21275" y="11934"/>
                    </a:lnTo>
                    <a:lnTo>
                      <a:pt x="21600" y="8841"/>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grpSp>
      </p:grpSp>
      <p:pic>
        <p:nvPicPr>
          <p:cNvPr id="156" name="object 7" descr="object 7"/>
          <p:cNvPicPr>
            <a:picLocks noChangeAspect="1"/>
          </p:cNvPicPr>
          <p:nvPr/>
        </p:nvPicPr>
        <p:blipFill>
          <a:blip r:embed="rId4">
            <a:extLst/>
          </a:blip>
          <a:stretch>
            <a:fillRect/>
          </a:stretch>
        </p:blipFill>
        <p:spPr>
          <a:xfrm>
            <a:off x="11602948" y="6338934"/>
            <a:ext cx="412141" cy="304626"/>
          </a:xfrm>
          <a:prstGeom prst="rect">
            <a:avLst/>
          </a:prstGeom>
          <a:ln w="12700">
            <a:miter lim="400000"/>
          </a:ln>
        </p:spPr>
      </p:pic>
      <p:pic>
        <p:nvPicPr>
          <p:cNvPr id="157" name="object 6" descr="object 6"/>
          <p:cNvPicPr>
            <a:picLocks noChangeAspect="1"/>
          </p:cNvPicPr>
          <p:nvPr/>
        </p:nvPicPr>
        <p:blipFill>
          <a:blip r:embed="rId5">
            <a:extLst/>
          </a:blip>
          <a:stretch>
            <a:fillRect/>
          </a:stretch>
        </p:blipFill>
        <p:spPr>
          <a:xfrm>
            <a:off x="664819" y="6381837"/>
            <a:ext cx="639230" cy="227757"/>
          </a:xfrm>
          <a:prstGeom prst="rect">
            <a:avLst/>
          </a:prstGeom>
          <a:ln w="12700">
            <a:miter lim="400000"/>
          </a:ln>
        </p:spPr>
      </p:pic>
      <p:sp>
        <p:nvSpPr>
          <p:cNvPr id="158" name="Texte du titre"/>
          <p:cNvSpPr txBox="1"/>
          <p:nvPr>
            <p:ph type="title"/>
          </p:nvPr>
        </p:nvSpPr>
        <p:spPr>
          <a:xfrm>
            <a:off x="839787" y="457200"/>
            <a:ext cx="3932239" cy="1600200"/>
          </a:xfrm>
          <a:prstGeom prst="rect">
            <a:avLst/>
          </a:prstGeom>
        </p:spPr>
        <p:txBody>
          <a:bodyPr anchor="b"/>
          <a:lstStyle>
            <a:lvl1pPr>
              <a:defRPr sz="3200"/>
            </a:lvl1pPr>
          </a:lstStyle>
          <a:p>
            <a:pPr/>
            <a:r>
              <a:t>Texte du titre</a:t>
            </a:r>
          </a:p>
        </p:txBody>
      </p:sp>
      <p:sp>
        <p:nvSpPr>
          <p:cNvPr id="159" name="Picture Placeholder 2"/>
          <p:cNvSpPr/>
          <p:nvPr>
            <p:ph type="pic" sz="half" idx="21"/>
          </p:nvPr>
        </p:nvSpPr>
        <p:spPr>
          <a:xfrm>
            <a:off x="5183187" y="987425"/>
            <a:ext cx="6172201" cy="4873625"/>
          </a:xfrm>
          <a:prstGeom prst="rect">
            <a:avLst/>
          </a:prstGeom>
        </p:spPr>
        <p:txBody>
          <a:bodyPr lIns="91439" rIns="91439">
            <a:noAutofit/>
          </a:bodyPr>
          <a:lstStyle/>
          <a:p>
            <a:pPr/>
          </a:p>
        </p:txBody>
      </p:sp>
      <p:sp>
        <p:nvSpPr>
          <p:cNvPr id="160" name="Texte niveau 1…"/>
          <p:cNvSpPr txBox="1"/>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Texte niveau 1</a:t>
            </a:r>
          </a:p>
          <a:p>
            <a:pPr lvl="1"/>
            <a:r>
              <a:t>Texte niveau 2</a:t>
            </a:r>
          </a:p>
          <a:p>
            <a:pPr lvl="2"/>
            <a:r>
              <a:t>Texte niveau 3</a:t>
            </a:r>
          </a:p>
          <a:p>
            <a:pPr lvl="3"/>
            <a:r>
              <a:t>Texte niveau 4</a:t>
            </a:r>
          </a:p>
          <a:p>
            <a:pPr lvl="4"/>
            <a:r>
              <a:t>Texte niveau 5</a:t>
            </a:r>
          </a:p>
        </p:txBody>
      </p:sp>
      <p:sp>
        <p:nvSpPr>
          <p:cNvPr id="16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slideLayout" Target="../slideLayouts/slideLayout1.xml"/><Relationship Id="rId7" Type="http://schemas.openxmlformats.org/officeDocument/2006/relationships/slideLayout" Target="../slideLayouts/slideLayout2.xml"/><Relationship Id="rId8" Type="http://schemas.openxmlformats.org/officeDocument/2006/relationships/slideLayout" Target="../slideLayouts/slideLayout3.xml"/><Relationship Id="rId9" Type="http://schemas.openxmlformats.org/officeDocument/2006/relationships/slideLayout" Target="../slideLayouts/slideLayout4.xml"/><Relationship Id="rId10" Type="http://schemas.openxmlformats.org/officeDocument/2006/relationships/slideLayout" Target="../slideLayouts/slideLayout5.xml"/><Relationship Id="rId11" Type="http://schemas.openxmlformats.org/officeDocument/2006/relationships/slideLayout" Target="../slideLayouts/slideLayout6.xml"/><Relationship Id="rId12"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object 8" descr="object 8"/>
          <p:cNvPicPr>
            <a:picLocks noChangeAspect="1"/>
          </p:cNvPicPr>
          <p:nvPr/>
        </p:nvPicPr>
        <p:blipFill>
          <a:blip r:embed="rId2">
            <a:extLst/>
          </a:blip>
          <a:stretch>
            <a:fillRect/>
          </a:stretch>
        </p:blipFill>
        <p:spPr>
          <a:xfrm>
            <a:off x="2801951" y="0"/>
            <a:ext cx="9390050" cy="297003"/>
          </a:xfrm>
          <a:prstGeom prst="rect">
            <a:avLst/>
          </a:prstGeom>
          <a:ln w="12700">
            <a:miter lim="400000"/>
          </a:ln>
        </p:spPr>
      </p:pic>
      <p:grpSp>
        <p:nvGrpSpPr>
          <p:cNvPr id="10" name="object 2"/>
          <p:cNvGrpSpPr/>
          <p:nvPr/>
        </p:nvGrpSpPr>
        <p:grpSpPr>
          <a:xfrm>
            <a:off x="234999" y="6311874"/>
            <a:ext cx="367005" cy="352846"/>
            <a:chOff x="0" y="0"/>
            <a:chExt cx="367004" cy="352845"/>
          </a:xfrm>
        </p:grpSpPr>
        <p:pic>
          <p:nvPicPr>
            <p:cNvPr id="3" name="object 3" descr="object 3"/>
            <p:cNvPicPr>
              <a:picLocks noChangeAspect="1"/>
            </p:cNvPicPr>
            <p:nvPr/>
          </p:nvPicPr>
          <p:blipFill>
            <a:blip r:embed="rId3">
              <a:extLst/>
            </a:blip>
            <a:stretch>
              <a:fillRect/>
            </a:stretch>
          </p:blipFill>
          <p:spPr>
            <a:xfrm>
              <a:off x="127135" y="120240"/>
              <a:ext cx="112747" cy="112742"/>
            </a:xfrm>
            <a:prstGeom prst="rect">
              <a:avLst/>
            </a:prstGeom>
            <a:ln w="12700" cap="flat">
              <a:noFill/>
              <a:miter lim="400000"/>
            </a:ln>
            <a:effectLst/>
          </p:spPr>
        </p:pic>
        <p:grpSp>
          <p:nvGrpSpPr>
            <p:cNvPr id="6" name="object 4"/>
            <p:cNvGrpSpPr/>
            <p:nvPr/>
          </p:nvGrpSpPr>
          <p:grpSpPr>
            <a:xfrm>
              <a:off x="0" y="254"/>
              <a:ext cx="366992" cy="352172"/>
              <a:chOff x="0" y="0"/>
              <a:chExt cx="366991" cy="352171"/>
            </a:xfrm>
          </p:grpSpPr>
          <p:sp>
            <p:nvSpPr>
              <p:cNvPr id="4" name="Figure"/>
              <p:cNvSpPr/>
              <p:nvPr/>
            </p:nvSpPr>
            <p:spPr>
              <a:xfrm>
                <a:off x="0" y="27736"/>
                <a:ext cx="167412" cy="3244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9941"/>
                    </a:moveTo>
                    <a:lnTo>
                      <a:pt x="20361" y="17761"/>
                    </a:lnTo>
                    <a:lnTo>
                      <a:pt x="17599" y="15509"/>
                    </a:lnTo>
                    <a:lnTo>
                      <a:pt x="17539" y="15472"/>
                    </a:lnTo>
                    <a:lnTo>
                      <a:pt x="17485" y="15433"/>
                    </a:lnTo>
                    <a:lnTo>
                      <a:pt x="17426" y="15395"/>
                    </a:lnTo>
                    <a:lnTo>
                      <a:pt x="9346" y="10387"/>
                    </a:lnTo>
                    <a:lnTo>
                      <a:pt x="6748" y="7953"/>
                    </a:lnTo>
                    <a:lnTo>
                      <a:pt x="5676" y="5104"/>
                    </a:lnTo>
                    <a:lnTo>
                      <a:pt x="6420" y="2347"/>
                    </a:lnTo>
                    <a:lnTo>
                      <a:pt x="9260" y="192"/>
                    </a:lnTo>
                    <a:lnTo>
                      <a:pt x="9410" y="129"/>
                    </a:lnTo>
                    <a:lnTo>
                      <a:pt x="9563" y="68"/>
                    </a:lnTo>
                    <a:lnTo>
                      <a:pt x="9717" y="8"/>
                    </a:lnTo>
                    <a:lnTo>
                      <a:pt x="9704" y="0"/>
                    </a:lnTo>
                    <a:lnTo>
                      <a:pt x="5722" y="1884"/>
                    </a:lnTo>
                    <a:lnTo>
                      <a:pt x="2235" y="4632"/>
                    </a:lnTo>
                    <a:lnTo>
                      <a:pt x="336" y="7653"/>
                    </a:lnTo>
                    <a:lnTo>
                      <a:pt x="0" y="10781"/>
                    </a:lnTo>
                    <a:lnTo>
                      <a:pt x="1206" y="13851"/>
                    </a:lnTo>
                    <a:lnTo>
                      <a:pt x="3865" y="16631"/>
                    </a:lnTo>
                    <a:lnTo>
                      <a:pt x="8054" y="19104"/>
                    </a:lnTo>
                    <a:lnTo>
                      <a:pt x="13476" y="20958"/>
                    </a:lnTo>
                    <a:lnTo>
                      <a:pt x="17304" y="21600"/>
                    </a:lnTo>
                    <a:lnTo>
                      <a:pt x="20679" y="21431"/>
                    </a:lnTo>
                    <a:lnTo>
                      <a:pt x="21600" y="19941"/>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sp>
            <p:nvSpPr>
              <p:cNvPr id="5" name="Figure"/>
              <p:cNvSpPr/>
              <p:nvPr/>
            </p:nvSpPr>
            <p:spPr>
              <a:xfrm>
                <a:off x="199377" y="0"/>
                <a:ext cx="167615" cy="3204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1000"/>
                    </a:moveTo>
                    <a:lnTo>
                      <a:pt x="20402" y="7894"/>
                    </a:lnTo>
                    <a:lnTo>
                      <a:pt x="17710" y="5034"/>
                    </a:lnTo>
                    <a:lnTo>
                      <a:pt x="13463" y="2507"/>
                    </a:lnTo>
                    <a:lnTo>
                      <a:pt x="6353" y="300"/>
                    </a:lnTo>
                    <a:lnTo>
                      <a:pt x="4409" y="0"/>
                    </a:lnTo>
                    <a:lnTo>
                      <a:pt x="920" y="176"/>
                    </a:lnTo>
                    <a:lnTo>
                      <a:pt x="0" y="1685"/>
                    </a:lnTo>
                    <a:lnTo>
                      <a:pt x="1237" y="3891"/>
                    </a:lnTo>
                    <a:lnTo>
                      <a:pt x="3997" y="6173"/>
                    </a:lnTo>
                    <a:lnTo>
                      <a:pt x="4054" y="6210"/>
                    </a:lnTo>
                    <a:lnTo>
                      <a:pt x="4108" y="6250"/>
                    </a:lnTo>
                    <a:lnTo>
                      <a:pt x="4167" y="6288"/>
                    </a:lnTo>
                    <a:lnTo>
                      <a:pt x="12237" y="11359"/>
                    </a:lnTo>
                    <a:lnTo>
                      <a:pt x="14834" y="13822"/>
                    </a:lnTo>
                    <a:lnTo>
                      <a:pt x="15903" y="16706"/>
                    </a:lnTo>
                    <a:lnTo>
                      <a:pt x="15162" y="19497"/>
                    </a:lnTo>
                    <a:lnTo>
                      <a:pt x="12428" y="21600"/>
                    </a:lnTo>
                    <a:lnTo>
                      <a:pt x="15759" y="20059"/>
                    </a:lnTo>
                    <a:lnTo>
                      <a:pt x="19341" y="17239"/>
                    </a:lnTo>
                    <a:lnTo>
                      <a:pt x="21253" y="14179"/>
                    </a:lnTo>
                    <a:lnTo>
                      <a:pt x="21268" y="14141"/>
                    </a:lnTo>
                    <a:lnTo>
                      <a:pt x="21600" y="11000"/>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grpSp>
        <p:grpSp>
          <p:nvGrpSpPr>
            <p:cNvPr id="9" name="object 5"/>
            <p:cNvGrpSpPr/>
            <p:nvPr/>
          </p:nvGrpSpPr>
          <p:grpSpPr>
            <a:xfrm>
              <a:off x="0" y="-1"/>
              <a:ext cx="367005" cy="352847"/>
              <a:chOff x="0" y="0"/>
              <a:chExt cx="367004" cy="352845"/>
            </a:xfrm>
          </p:grpSpPr>
          <p:sp>
            <p:nvSpPr>
              <p:cNvPr id="7" name="Figure"/>
              <p:cNvSpPr/>
              <p:nvPr/>
            </p:nvSpPr>
            <p:spPr>
              <a:xfrm>
                <a:off x="0" y="0"/>
                <a:ext cx="168377" cy="3205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695"/>
                    </a:moveTo>
                    <a:lnTo>
                      <a:pt x="20702" y="184"/>
                    </a:lnTo>
                    <a:lnTo>
                      <a:pt x="17305" y="0"/>
                    </a:lnTo>
                    <a:lnTo>
                      <a:pt x="13889" y="585"/>
                    </a:lnTo>
                    <a:lnTo>
                      <a:pt x="9518" y="1927"/>
                    </a:lnTo>
                    <a:lnTo>
                      <a:pt x="5819" y="3729"/>
                    </a:lnTo>
                    <a:lnTo>
                      <a:pt x="2222" y="6575"/>
                    </a:lnTo>
                    <a:lnTo>
                      <a:pt x="334" y="9633"/>
                    </a:lnTo>
                    <a:lnTo>
                      <a:pt x="0" y="12799"/>
                    </a:lnTo>
                    <a:lnTo>
                      <a:pt x="1176" y="15848"/>
                    </a:lnTo>
                    <a:lnTo>
                      <a:pt x="3907" y="18789"/>
                    </a:lnTo>
                    <a:lnTo>
                      <a:pt x="8011" y="21226"/>
                    </a:lnTo>
                    <a:lnTo>
                      <a:pt x="9031" y="21600"/>
                    </a:lnTo>
                    <a:lnTo>
                      <a:pt x="6290" y="19453"/>
                    </a:lnTo>
                    <a:lnTo>
                      <a:pt x="5587" y="16661"/>
                    </a:lnTo>
                    <a:lnTo>
                      <a:pt x="6685" y="13781"/>
                    </a:lnTo>
                    <a:lnTo>
                      <a:pt x="9298" y="11326"/>
                    </a:lnTo>
                    <a:lnTo>
                      <a:pt x="17454" y="6246"/>
                    </a:lnTo>
                    <a:lnTo>
                      <a:pt x="17507" y="6207"/>
                    </a:lnTo>
                    <a:lnTo>
                      <a:pt x="17566" y="6169"/>
                    </a:lnTo>
                    <a:lnTo>
                      <a:pt x="20341" y="3898"/>
                    </a:lnTo>
                    <a:lnTo>
                      <a:pt x="21600" y="1695"/>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sp>
            <p:nvSpPr>
              <p:cNvPr id="8" name="Figure"/>
              <p:cNvSpPr/>
              <p:nvPr/>
            </p:nvSpPr>
            <p:spPr>
              <a:xfrm>
                <a:off x="198412" y="31965"/>
                <a:ext cx="168593" cy="3208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8841"/>
                    </a:moveTo>
                    <a:lnTo>
                      <a:pt x="20430" y="5812"/>
                    </a:lnTo>
                    <a:lnTo>
                      <a:pt x="17698" y="2858"/>
                    </a:lnTo>
                    <a:lnTo>
                      <a:pt x="13510" y="370"/>
                    </a:lnTo>
                    <a:lnTo>
                      <a:pt x="12527" y="0"/>
                    </a:lnTo>
                    <a:lnTo>
                      <a:pt x="15288" y="2164"/>
                    </a:lnTo>
                    <a:lnTo>
                      <a:pt x="15993" y="4953"/>
                    </a:lnTo>
                    <a:lnTo>
                      <a:pt x="14895" y="7830"/>
                    </a:lnTo>
                    <a:lnTo>
                      <a:pt x="12285" y="10282"/>
                    </a:lnTo>
                    <a:lnTo>
                      <a:pt x="4139" y="15356"/>
                    </a:lnTo>
                    <a:lnTo>
                      <a:pt x="4086" y="15395"/>
                    </a:lnTo>
                    <a:lnTo>
                      <a:pt x="4027" y="15433"/>
                    </a:lnTo>
                    <a:lnTo>
                      <a:pt x="1256" y="17702"/>
                    </a:lnTo>
                    <a:lnTo>
                      <a:pt x="0" y="19900"/>
                    </a:lnTo>
                    <a:lnTo>
                      <a:pt x="895" y="21410"/>
                    </a:lnTo>
                    <a:lnTo>
                      <a:pt x="4390" y="21600"/>
                    </a:lnTo>
                    <a:lnTo>
                      <a:pt x="5015" y="21533"/>
                    </a:lnTo>
                    <a:lnTo>
                      <a:pt x="11134" y="20052"/>
                    </a:lnTo>
                    <a:lnTo>
                      <a:pt x="15254" y="18147"/>
                    </a:lnTo>
                    <a:lnTo>
                      <a:pt x="19239" y="15174"/>
                    </a:lnTo>
                    <a:lnTo>
                      <a:pt x="21226" y="12070"/>
                    </a:lnTo>
                    <a:lnTo>
                      <a:pt x="21275" y="11934"/>
                    </a:lnTo>
                    <a:lnTo>
                      <a:pt x="21600" y="8841"/>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grpSp>
      </p:grpSp>
      <p:pic>
        <p:nvPicPr>
          <p:cNvPr id="11" name="object 7" descr="object 7"/>
          <p:cNvPicPr>
            <a:picLocks noChangeAspect="1"/>
          </p:cNvPicPr>
          <p:nvPr/>
        </p:nvPicPr>
        <p:blipFill>
          <a:blip r:embed="rId4">
            <a:extLst/>
          </a:blip>
          <a:stretch>
            <a:fillRect/>
          </a:stretch>
        </p:blipFill>
        <p:spPr>
          <a:xfrm>
            <a:off x="11602948" y="6338934"/>
            <a:ext cx="412141" cy="304626"/>
          </a:xfrm>
          <a:prstGeom prst="rect">
            <a:avLst/>
          </a:prstGeom>
          <a:ln w="12700">
            <a:miter lim="400000"/>
          </a:ln>
        </p:spPr>
      </p:pic>
      <p:pic>
        <p:nvPicPr>
          <p:cNvPr id="12" name="object 6" descr="object 6"/>
          <p:cNvPicPr>
            <a:picLocks noChangeAspect="1"/>
          </p:cNvPicPr>
          <p:nvPr/>
        </p:nvPicPr>
        <p:blipFill>
          <a:blip r:embed="rId5">
            <a:extLst/>
          </a:blip>
          <a:stretch>
            <a:fillRect/>
          </a:stretch>
        </p:blipFill>
        <p:spPr>
          <a:xfrm>
            <a:off x="664819" y="6381837"/>
            <a:ext cx="639230" cy="227757"/>
          </a:xfrm>
          <a:prstGeom prst="rect">
            <a:avLst/>
          </a:prstGeom>
          <a:ln w="12700">
            <a:miter lim="400000"/>
          </a:ln>
        </p:spPr>
      </p:pic>
      <p:sp>
        <p:nvSpPr>
          <p:cNvPr id="13" name="Texte du titre"/>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Texte du titre</a:t>
            </a:r>
          </a:p>
        </p:txBody>
      </p:sp>
      <p:sp>
        <p:nvSpPr>
          <p:cNvPr id="14" name="Texte niveau 1…"/>
          <p:cNvSpPr txBox="1"/>
          <p:nvPr>
            <p:ph type="body" idx="1"/>
          </p:nvPr>
        </p:nvSpPr>
        <p:spPr>
          <a:xfrm>
            <a:off x="838200" y="1690688"/>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Texte niveau 1</a:t>
            </a:r>
          </a:p>
          <a:p>
            <a:pPr lvl="1"/>
            <a:r>
              <a:t>Texte niveau 2</a:t>
            </a:r>
          </a:p>
          <a:p>
            <a:pPr lvl="2"/>
            <a:r>
              <a:t>Texte niveau 3</a:t>
            </a:r>
          </a:p>
          <a:p>
            <a:pPr lvl="3"/>
            <a:r>
              <a:t>Texte niveau 4</a:t>
            </a:r>
          </a:p>
          <a:p>
            <a:pPr lvl="4"/>
            <a:r>
              <a:t>Texte niveau 5</a:t>
            </a:r>
          </a:p>
        </p:txBody>
      </p:sp>
      <p:grpSp>
        <p:nvGrpSpPr>
          <p:cNvPr id="22" name="object 2"/>
          <p:cNvGrpSpPr/>
          <p:nvPr/>
        </p:nvGrpSpPr>
        <p:grpSpPr>
          <a:xfrm>
            <a:off x="234999" y="6311874"/>
            <a:ext cx="367005" cy="352846"/>
            <a:chOff x="0" y="0"/>
            <a:chExt cx="367004" cy="352845"/>
          </a:xfrm>
        </p:grpSpPr>
        <p:pic>
          <p:nvPicPr>
            <p:cNvPr id="15" name="object 3" descr="object 3"/>
            <p:cNvPicPr>
              <a:picLocks noChangeAspect="1"/>
            </p:cNvPicPr>
            <p:nvPr/>
          </p:nvPicPr>
          <p:blipFill>
            <a:blip r:embed="rId3">
              <a:extLst/>
            </a:blip>
            <a:stretch>
              <a:fillRect/>
            </a:stretch>
          </p:blipFill>
          <p:spPr>
            <a:xfrm>
              <a:off x="127135" y="120240"/>
              <a:ext cx="112747" cy="112742"/>
            </a:xfrm>
            <a:prstGeom prst="rect">
              <a:avLst/>
            </a:prstGeom>
            <a:ln w="12700" cap="flat">
              <a:noFill/>
              <a:miter lim="400000"/>
            </a:ln>
            <a:effectLst/>
          </p:spPr>
        </p:pic>
        <p:grpSp>
          <p:nvGrpSpPr>
            <p:cNvPr id="18" name="object 4"/>
            <p:cNvGrpSpPr/>
            <p:nvPr/>
          </p:nvGrpSpPr>
          <p:grpSpPr>
            <a:xfrm>
              <a:off x="0" y="254"/>
              <a:ext cx="366992" cy="352172"/>
              <a:chOff x="0" y="0"/>
              <a:chExt cx="366991" cy="352171"/>
            </a:xfrm>
          </p:grpSpPr>
          <p:sp>
            <p:nvSpPr>
              <p:cNvPr id="16" name="Figure"/>
              <p:cNvSpPr/>
              <p:nvPr/>
            </p:nvSpPr>
            <p:spPr>
              <a:xfrm>
                <a:off x="0" y="27736"/>
                <a:ext cx="167412" cy="3244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9941"/>
                    </a:moveTo>
                    <a:lnTo>
                      <a:pt x="20361" y="17761"/>
                    </a:lnTo>
                    <a:lnTo>
                      <a:pt x="17599" y="15509"/>
                    </a:lnTo>
                    <a:lnTo>
                      <a:pt x="17539" y="15472"/>
                    </a:lnTo>
                    <a:lnTo>
                      <a:pt x="17485" y="15433"/>
                    </a:lnTo>
                    <a:lnTo>
                      <a:pt x="17426" y="15395"/>
                    </a:lnTo>
                    <a:lnTo>
                      <a:pt x="9346" y="10387"/>
                    </a:lnTo>
                    <a:lnTo>
                      <a:pt x="6748" y="7953"/>
                    </a:lnTo>
                    <a:lnTo>
                      <a:pt x="5676" y="5104"/>
                    </a:lnTo>
                    <a:lnTo>
                      <a:pt x="6420" y="2347"/>
                    </a:lnTo>
                    <a:lnTo>
                      <a:pt x="9260" y="192"/>
                    </a:lnTo>
                    <a:lnTo>
                      <a:pt x="9410" y="129"/>
                    </a:lnTo>
                    <a:lnTo>
                      <a:pt x="9563" y="68"/>
                    </a:lnTo>
                    <a:lnTo>
                      <a:pt x="9717" y="8"/>
                    </a:lnTo>
                    <a:lnTo>
                      <a:pt x="9704" y="0"/>
                    </a:lnTo>
                    <a:lnTo>
                      <a:pt x="5722" y="1884"/>
                    </a:lnTo>
                    <a:lnTo>
                      <a:pt x="2235" y="4632"/>
                    </a:lnTo>
                    <a:lnTo>
                      <a:pt x="336" y="7653"/>
                    </a:lnTo>
                    <a:lnTo>
                      <a:pt x="0" y="10781"/>
                    </a:lnTo>
                    <a:lnTo>
                      <a:pt x="1206" y="13851"/>
                    </a:lnTo>
                    <a:lnTo>
                      <a:pt x="3865" y="16631"/>
                    </a:lnTo>
                    <a:lnTo>
                      <a:pt x="8054" y="19104"/>
                    </a:lnTo>
                    <a:lnTo>
                      <a:pt x="13476" y="20958"/>
                    </a:lnTo>
                    <a:lnTo>
                      <a:pt x="17304" y="21600"/>
                    </a:lnTo>
                    <a:lnTo>
                      <a:pt x="20679" y="21431"/>
                    </a:lnTo>
                    <a:lnTo>
                      <a:pt x="21600" y="19941"/>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sp>
            <p:nvSpPr>
              <p:cNvPr id="17" name="Figure"/>
              <p:cNvSpPr/>
              <p:nvPr/>
            </p:nvSpPr>
            <p:spPr>
              <a:xfrm>
                <a:off x="199377" y="0"/>
                <a:ext cx="167615" cy="3204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1000"/>
                    </a:moveTo>
                    <a:lnTo>
                      <a:pt x="20402" y="7894"/>
                    </a:lnTo>
                    <a:lnTo>
                      <a:pt x="17710" y="5034"/>
                    </a:lnTo>
                    <a:lnTo>
                      <a:pt x="13463" y="2507"/>
                    </a:lnTo>
                    <a:lnTo>
                      <a:pt x="6353" y="300"/>
                    </a:lnTo>
                    <a:lnTo>
                      <a:pt x="4409" y="0"/>
                    </a:lnTo>
                    <a:lnTo>
                      <a:pt x="920" y="176"/>
                    </a:lnTo>
                    <a:lnTo>
                      <a:pt x="0" y="1685"/>
                    </a:lnTo>
                    <a:lnTo>
                      <a:pt x="1237" y="3891"/>
                    </a:lnTo>
                    <a:lnTo>
                      <a:pt x="3997" y="6173"/>
                    </a:lnTo>
                    <a:lnTo>
                      <a:pt x="4054" y="6210"/>
                    </a:lnTo>
                    <a:lnTo>
                      <a:pt x="4108" y="6250"/>
                    </a:lnTo>
                    <a:lnTo>
                      <a:pt x="4167" y="6288"/>
                    </a:lnTo>
                    <a:lnTo>
                      <a:pt x="12237" y="11359"/>
                    </a:lnTo>
                    <a:lnTo>
                      <a:pt x="14834" y="13822"/>
                    </a:lnTo>
                    <a:lnTo>
                      <a:pt x="15903" y="16706"/>
                    </a:lnTo>
                    <a:lnTo>
                      <a:pt x="15162" y="19497"/>
                    </a:lnTo>
                    <a:lnTo>
                      <a:pt x="12428" y="21600"/>
                    </a:lnTo>
                    <a:lnTo>
                      <a:pt x="15759" y="20059"/>
                    </a:lnTo>
                    <a:lnTo>
                      <a:pt x="19341" y="17239"/>
                    </a:lnTo>
                    <a:lnTo>
                      <a:pt x="21253" y="14179"/>
                    </a:lnTo>
                    <a:lnTo>
                      <a:pt x="21268" y="14141"/>
                    </a:lnTo>
                    <a:lnTo>
                      <a:pt x="21600" y="11000"/>
                    </a:lnTo>
                    <a:close/>
                  </a:path>
                </a:pathLst>
              </a:custGeom>
              <a:solidFill>
                <a:srgbClr val="6BBE9F"/>
              </a:solidFill>
              <a:ln w="12700" cap="flat">
                <a:noFill/>
                <a:miter lim="400000"/>
              </a:ln>
              <a:effectLst/>
            </p:spPr>
            <p:txBody>
              <a:bodyPr wrap="square" lIns="45719" tIns="45719" rIns="45719" bIns="45719" numCol="1" anchor="t">
                <a:noAutofit/>
              </a:bodyPr>
              <a:lstStyle/>
              <a:p>
                <a:pPr/>
              </a:p>
            </p:txBody>
          </p:sp>
        </p:grpSp>
        <p:grpSp>
          <p:nvGrpSpPr>
            <p:cNvPr id="21" name="object 5"/>
            <p:cNvGrpSpPr/>
            <p:nvPr/>
          </p:nvGrpSpPr>
          <p:grpSpPr>
            <a:xfrm>
              <a:off x="0" y="-1"/>
              <a:ext cx="367005" cy="352847"/>
              <a:chOff x="0" y="0"/>
              <a:chExt cx="367004" cy="352845"/>
            </a:xfrm>
          </p:grpSpPr>
          <p:sp>
            <p:nvSpPr>
              <p:cNvPr id="19" name="Figure"/>
              <p:cNvSpPr/>
              <p:nvPr/>
            </p:nvSpPr>
            <p:spPr>
              <a:xfrm>
                <a:off x="0" y="0"/>
                <a:ext cx="168377" cy="3205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695"/>
                    </a:moveTo>
                    <a:lnTo>
                      <a:pt x="20702" y="184"/>
                    </a:lnTo>
                    <a:lnTo>
                      <a:pt x="17305" y="0"/>
                    </a:lnTo>
                    <a:lnTo>
                      <a:pt x="13889" y="585"/>
                    </a:lnTo>
                    <a:lnTo>
                      <a:pt x="9518" y="1927"/>
                    </a:lnTo>
                    <a:lnTo>
                      <a:pt x="5819" y="3729"/>
                    </a:lnTo>
                    <a:lnTo>
                      <a:pt x="2222" y="6575"/>
                    </a:lnTo>
                    <a:lnTo>
                      <a:pt x="334" y="9633"/>
                    </a:lnTo>
                    <a:lnTo>
                      <a:pt x="0" y="12799"/>
                    </a:lnTo>
                    <a:lnTo>
                      <a:pt x="1176" y="15848"/>
                    </a:lnTo>
                    <a:lnTo>
                      <a:pt x="3907" y="18789"/>
                    </a:lnTo>
                    <a:lnTo>
                      <a:pt x="8011" y="21226"/>
                    </a:lnTo>
                    <a:lnTo>
                      <a:pt x="9031" y="21600"/>
                    </a:lnTo>
                    <a:lnTo>
                      <a:pt x="6290" y="19453"/>
                    </a:lnTo>
                    <a:lnTo>
                      <a:pt x="5587" y="16661"/>
                    </a:lnTo>
                    <a:lnTo>
                      <a:pt x="6685" y="13781"/>
                    </a:lnTo>
                    <a:lnTo>
                      <a:pt x="9298" y="11326"/>
                    </a:lnTo>
                    <a:lnTo>
                      <a:pt x="17454" y="6246"/>
                    </a:lnTo>
                    <a:lnTo>
                      <a:pt x="17507" y="6207"/>
                    </a:lnTo>
                    <a:lnTo>
                      <a:pt x="17566" y="6169"/>
                    </a:lnTo>
                    <a:lnTo>
                      <a:pt x="20341" y="3898"/>
                    </a:lnTo>
                    <a:lnTo>
                      <a:pt x="21600" y="1695"/>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sp>
            <p:nvSpPr>
              <p:cNvPr id="20" name="Figure"/>
              <p:cNvSpPr/>
              <p:nvPr/>
            </p:nvSpPr>
            <p:spPr>
              <a:xfrm>
                <a:off x="198412" y="31965"/>
                <a:ext cx="168593" cy="3208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8841"/>
                    </a:moveTo>
                    <a:lnTo>
                      <a:pt x="20430" y="5812"/>
                    </a:lnTo>
                    <a:lnTo>
                      <a:pt x="17698" y="2858"/>
                    </a:lnTo>
                    <a:lnTo>
                      <a:pt x="13510" y="370"/>
                    </a:lnTo>
                    <a:lnTo>
                      <a:pt x="12527" y="0"/>
                    </a:lnTo>
                    <a:lnTo>
                      <a:pt x="15288" y="2164"/>
                    </a:lnTo>
                    <a:lnTo>
                      <a:pt x="15993" y="4953"/>
                    </a:lnTo>
                    <a:lnTo>
                      <a:pt x="14895" y="7830"/>
                    </a:lnTo>
                    <a:lnTo>
                      <a:pt x="12285" y="10282"/>
                    </a:lnTo>
                    <a:lnTo>
                      <a:pt x="4139" y="15356"/>
                    </a:lnTo>
                    <a:lnTo>
                      <a:pt x="4086" y="15395"/>
                    </a:lnTo>
                    <a:lnTo>
                      <a:pt x="4027" y="15433"/>
                    </a:lnTo>
                    <a:lnTo>
                      <a:pt x="1256" y="17702"/>
                    </a:lnTo>
                    <a:lnTo>
                      <a:pt x="0" y="19900"/>
                    </a:lnTo>
                    <a:lnTo>
                      <a:pt x="895" y="21410"/>
                    </a:lnTo>
                    <a:lnTo>
                      <a:pt x="4390" y="21600"/>
                    </a:lnTo>
                    <a:lnTo>
                      <a:pt x="5015" y="21533"/>
                    </a:lnTo>
                    <a:lnTo>
                      <a:pt x="11134" y="20052"/>
                    </a:lnTo>
                    <a:lnTo>
                      <a:pt x="15254" y="18147"/>
                    </a:lnTo>
                    <a:lnTo>
                      <a:pt x="19239" y="15174"/>
                    </a:lnTo>
                    <a:lnTo>
                      <a:pt x="21226" y="12070"/>
                    </a:lnTo>
                    <a:lnTo>
                      <a:pt x="21275" y="11934"/>
                    </a:lnTo>
                    <a:lnTo>
                      <a:pt x="21600" y="8841"/>
                    </a:lnTo>
                    <a:close/>
                  </a:path>
                </a:pathLst>
              </a:custGeom>
              <a:solidFill>
                <a:srgbClr val="317EC1"/>
              </a:solidFill>
              <a:ln w="12700" cap="flat">
                <a:noFill/>
                <a:miter lim="400000"/>
              </a:ln>
              <a:effectLst/>
            </p:spPr>
            <p:txBody>
              <a:bodyPr wrap="square" lIns="45719" tIns="45719" rIns="45719" bIns="45719" numCol="1" anchor="t">
                <a:noAutofit/>
              </a:bodyPr>
              <a:lstStyle/>
              <a:p>
                <a:pPr/>
              </a:p>
            </p:txBody>
          </p:sp>
        </p:grpSp>
      </p:grpSp>
      <p:pic>
        <p:nvPicPr>
          <p:cNvPr id="23" name="object 7" descr="object 7"/>
          <p:cNvPicPr>
            <a:picLocks noChangeAspect="1"/>
          </p:cNvPicPr>
          <p:nvPr/>
        </p:nvPicPr>
        <p:blipFill>
          <a:blip r:embed="rId4">
            <a:extLst/>
          </a:blip>
          <a:stretch>
            <a:fillRect/>
          </a:stretch>
        </p:blipFill>
        <p:spPr>
          <a:xfrm>
            <a:off x="11602948" y="6338934"/>
            <a:ext cx="412141" cy="304626"/>
          </a:xfrm>
          <a:prstGeom prst="rect">
            <a:avLst/>
          </a:prstGeom>
          <a:ln w="12700">
            <a:miter lim="400000"/>
          </a:ln>
        </p:spPr>
      </p:pic>
      <p:sp>
        <p:nvSpPr>
          <p:cNvPr id="24" name="Numéro de diapositive"/>
          <p:cNvSpPr txBox="1"/>
          <p:nvPr>
            <p:ph type="sldNum" sz="quarter" idx="2"/>
          </p:nvPr>
        </p:nvSpPr>
        <p:spPr>
          <a:xfrm>
            <a:off x="11602948" y="-14857"/>
            <a:ext cx="358414" cy="370840"/>
          </a:xfrm>
          <a:prstGeom prst="rect">
            <a:avLst/>
          </a:prstGeom>
          <a:ln w="12700">
            <a:miter lim="400000"/>
          </a:ln>
        </p:spPr>
        <p:txBody>
          <a:bodyPr wrap="none" lIns="45719" rIns="45719">
            <a:spAutoFit/>
          </a:bodyPr>
          <a:lstStyle>
            <a:lvl1pPr>
              <a:defRPr b="1">
                <a:solidFill>
                  <a:srgbClr val="FFFFFF"/>
                </a:solidFill>
                <a:latin typeface="Open Sans"/>
                <a:ea typeface="Open Sans"/>
                <a:cs typeface="Open Sans"/>
                <a:sym typeface="Open Sans"/>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6"/>
    <p:sldLayoutId id="2147483650" r:id="rId7"/>
    <p:sldLayoutId id="2147483651" r:id="rId8"/>
    <p:sldLayoutId id="2147483652" r:id="rId9"/>
    <p:sldLayoutId id="2147483653" r:id="rId10"/>
    <p:sldLayoutId id="2147483654" r:id="rId11"/>
    <p:sldLayoutId id="2147483655" r:id="rId12"/>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3A81D7"/>
          </a:solidFill>
          <a:uFillTx/>
          <a:latin typeface="Open Sans"/>
          <a:ea typeface="Open Sans"/>
          <a:cs typeface="Open Sans"/>
          <a:sym typeface="Open Sans"/>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3A81D7"/>
          </a:solidFill>
          <a:uFillTx/>
          <a:latin typeface="Open Sans"/>
          <a:ea typeface="Open Sans"/>
          <a:cs typeface="Open Sans"/>
          <a:sym typeface="Open Sans"/>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3A81D7"/>
          </a:solidFill>
          <a:uFillTx/>
          <a:latin typeface="Open Sans"/>
          <a:ea typeface="Open Sans"/>
          <a:cs typeface="Open Sans"/>
          <a:sym typeface="Open Sans"/>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3A81D7"/>
          </a:solidFill>
          <a:uFillTx/>
          <a:latin typeface="Open Sans"/>
          <a:ea typeface="Open Sans"/>
          <a:cs typeface="Open Sans"/>
          <a:sym typeface="Open Sans"/>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3A81D7"/>
          </a:solidFill>
          <a:uFillTx/>
          <a:latin typeface="Open Sans"/>
          <a:ea typeface="Open Sans"/>
          <a:cs typeface="Open Sans"/>
          <a:sym typeface="Open Sans"/>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3A81D7"/>
          </a:solidFill>
          <a:uFillTx/>
          <a:latin typeface="Open Sans"/>
          <a:ea typeface="Open Sans"/>
          <a:cs typeface="Open Sans"/>
          <a:sym typeface="Open Sans"/>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3A81D7"/>
          </a:solidFill>
          <a:uFillTx/>
          <a:latin typeface="Open Sans"/>
          <a:ea typeface="Open Sans"/>
          <a:cs typeface="Open Sans"/>
          <a:sym typeface="Open Sans"/>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3A81D7"/>
          </a:solidFill>
          <a:uFillTx/>
          <a:latin typeface="Open Sans"/>
          <a:ea typeface="Open Sans"/>
          <a:cs typeface="Open Sans"/>
          <a:sym typeface="Open Sans"/>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3A81D7"/>
          </a:solidFill>
          <a:uFillTx/>
          <a:latin typeface="Open Sans"/>
          <a:ea typeface="Open Sans"/>
          <a:cs typeface="Open Sans"/>
          <a:sym typeface="Open Sans"/>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Open Sans"/>
          <a:ea typeface="Open Sans"/>
          <a:cs typeface="Open Sans"/>
          <a:sym typeface="Open Sans"/>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Open Sans"/>
          <a:ea typeface="Open Sans"/>
          <a:cs typeface="Open Sans"/>
          <a:sym typeface="Open Sans"/>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Open Sans"/>
          <a:ea typeface="Open Sans"/>
          <a:cs typeface="Open Sans"/>
          <a:sym typeface="Open Sans"/>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Open Sans"/>
          <a:ea typeface="Open Sans"/>
          <a:cs typeface="Open Sans"/>
          <a:sym typeface="Open Sans"/>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Open Sans"/>
          <a:ea typeface="Open Sans"/>
          <a:cs typeface="Open Sans"/>
          <a:sym typeface="Open Sans"/>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Open Sans"/>
          <a:ea typeface="Open Sans"/>
          <a:cs typeface="Open Sans"/>
          <a:sym typeface="Open Sans"/>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Open Sans"/>
          <a:ea typeface="Open Sans"/>
          <a:cs typeface="Open Sans"/>
          <a:sym typeface="Open Sans"/>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Open Sans"/>
          <a:ea typeface="Open Sans"/>
          <a:cs typeface="Open Sans"/>
          <a:sym typeface="Open Sans"/>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Open Sans"/>
          <a:ea typeface="Open Sans"/>
          <a:cs typeface="Open Sans"/>
          <a:sym typeface="Open Sans"/>
        </a:defRPr>
      </a:lvl9pPr>
    </p:bodyStyle>
    <p:otherStyle>
      <a:lvl1pPr marL="0" marR="0" indent="0" algn="l" defTabSz="914400" rtl="0" latinLnBrk="0">
        <a:lnSpc>
          <a:spcPct val="100000"/>
        </a:lnSpc>
        <a:spcBef>
          <a:spcPts val="0"/>
        </a:spcBef>
        <a:spcAft>
          <a:spcPts val="0"/>
        </a:spcAft>
        <a:buClrTx/>
        <a:buSzTx/>
        <a:buFontTx/>
        <a:buNone/>
        <a:tabLst/>
        <a:defRPr b="1" baseline="0" cap="none" i="0" spc="0" strike="noStrike" sz="1800" u="none">
          <a:solidFill>
            <a:schemeClr val="tx1"/>
          </a:solidFill>
          <a:uFillTx/>
          <a:latin typeface="+mn-lt"/>
          <a:ea typeface="+mn-ea"/>
          <a:cs typeface="+mn-cs"/>
          <a:sym typeface="Open Sans"/>
        </a:defRPr>
      </a:lvl1pPr>
      <a:lvl2pPr marL="0" marR="0" indent="457200" algn="l" defTabSz="914400" rtl="0" latinLnBrk="0">
        <a:lnSpc>
          <a:spcPct val="100000"/>
        </a:lnSpc>
        <a:spcBef>
          <a:spcPts val="0"/>
        </a:spcBef>
        <a:spcAft>
          <a:spcPts val="0"/>
        </a:spcAft>
        <a:buClrTx/>
        <a:buSzTx/>
        <a:buFontTx/>
        <a:buNone/>
        <a:tabLst/>
        <a:defRPr b="1" baseline="0" cap="none" i="0" spc="0" strike="noStrike" sz="1800" u="none">
          <a:solidFill>
            <a:schemeClr val="tx1"/>
          </a:solidFill>
          <a:uFillTx/>
          <a:latin typeface="+mn-lt"/>
          <a:ea typeface="+mn-ea"/>
          <a:cs typeface="+mn-cs"/>
          <a:sym typeface="Open Sans"/>
        </a:defRPr>
      </a:lvl2pPr>
      <a:lvl3pPr marL="0" marR="0" indent="914400" algn="l" defTabSz="914400" rtl="0" latinLnBrk="0">
        <a:lnSpc>
          <a:spcPct val="100000"/>
        </a:lnSpc>
        <a:spcBef>
          <a:spcPts val="0"/>
        </a:spcBef>
        <a:spcAft>
          <a:spcPts val="0"/>
        </a:spcAft>
        <a:buClrTx/>
        <a:buSzTx/>
        <a:buFontTx/>
        <a:buNone/>
        <a:tabLst/>
        <a:defRPr b="1" baseline="0" cap="none" i="0" spc="0" strike="noStrike" sz="1800" u="none">
          <a:solidFill>
            <a:schemeClr val="tx1"/>
          </a:solidFill>
          <a:uFillTx/>
          <a:latin typeface="+mn-lt"/>
          <a:ea typeface="+mn-ea"/>
          <a:cs typeface="+mn-cs"/>
          <a:sym typeface="Open Sans"/>
        </a:defRPr>
      </a:lvl3pPr>
      <a:lvl4pPr marL="0" marR="0" indent="1371600" algn="l" defTabSz="914400" rtl="0" latinLnBrk="0">
        <a:lnSpc>
          <a:spcPct val="100000"/>
        </a:lnSpc>
        <a:spcBef>
          <a:spcPts val="0"/>
        </a:spcBef>
        <a:spcAft>
          <a:spcPts val="0"/>
        </a:spcAft>
        <a:buClrTx/>
        <a:buSzTx/>
        <a:buFontTx/>
        <a:buNone/>
        <a:tabLst/>
        <a:defRPr b="1" baseline="0" cap="none" i="0" spc="0" strike="noStrike" sz="1800" u="none">
          <a:solidFill>
            <a:schemeClr val="tx1"/>
          </a:solidFill>
          <a:uFillTx/>
          <a:latin typeface="+mn-lt"/>
          <a:ea typeface="+mn-ea"/>
          <a:cs typeface="+mn-cs"/>
          <a:sym typeface="Open Sans"/>
        </a:defRPr>
      </a:lvl4pPr>
      <a:lvl5pPr marL="0" marR="0" indent="1828800" algn="l" defTabSz="914400" rtl="0" latinLnBrk="0">
        <a:lnSpc>
          <a:spcPct val="100000"/>
        </a:lnSpc>
        <a:spcBef>
          <a:spcPts val="0"/>
        </a:spcBef>
        <a:spcAft>
          <a:spcPts val="0"/>
        </a:spcAft>
        <a:buClrTx/>
        <a:buSzTx/>
        <a:buFontTx/>
        <a:buNone/>
        <a:tabLst/>
        <a:defRPr b="1" baseline="0" cap="none" i="0" spc="0" strike="noStrike" sz="1800" u="none">
          <a:solidFill>
            <a:schemeClr val="tx1"/>
          </a:solidFill>
          <a:uFillTx/>
          <a:latin typeface="+mn-lt"/>
          <a:ea typeface="+mn-ea"/>
          <a:cs typeface="+mn-cs"/>
          <a:sym typeface="Open Sans"/>
        </a:defRPr>
      </a:lvl5pPr>
      <a:lvl6pPr marL="0" marR="0" indent="2286000" algn="l" defTabSz="914400" rtl="0" latinLnBrk="0">
        <a:lnSpc>
          <a:spcPct val="100000"/>
        </a:lnSpc>
        <a:spcBef>
          <a:spcPts val="0"/>
        </a:spcBef>
        <a:spcAft>
          <a:spcPts val="0"/>
        </a:spcAft>
        <a:buClrTx/>
        <a:buSzTx/>
        <a:buFontTx/>
        <a:buNone/>
        <a:tabLst/>
        <a:defRPr b="1" baseline="0" cap="none" i="0" spc="0" strike="noStrike" sz="1800" u="none">
          <a:solidFill>
            <a:schemeClr val="tx1"/>
          </a:solidFill>
          <a:uFillTx/>
          <a:latin typeface="+mn-lt"/>
          <a:ea typeface="+mn-ea"/>
          <a:cs typeface="+mn-cs"/>
          <a:sym typeface="Open Sans"/>
        </a:defRPr>
      </a:lvl6pPr>
      <a:lvl7pPr marL="0" marR="0" indent="2743200" algn="l" defTabSz="914400" rtl="0" latinLnBrk="0">
        <a:lnSpc>
          <a:spcPct val="100000"/>
        </a:lnSpc>
        <a:spcBef>
          <a:spcPts val="0"/>
        </a:spcBef>
        <a:spcAft>
          <a:spcPts val="0"/>
        </a:spcAft>
        <a:buClrTx/>
        <a:buSzTx/>
        <a:buFontTx/>
        <a:buNone/>
        <a:tabLst/>
        <a:defRPr b="1" baseline="0" cap="none" i="0" spc="0" strike="noStrike" sz="1800" u="none">
          <a:solidFill>
            <a:schemeClr val="tx1"/>
          </a:solidFill>
          <a:uFillTx/>
          <a:latin typeface="+mn-lt"/>
          <a:ea typeface="+mn-ea"/>
          <a:cs typeface="+mn-cs"/>
          <a:sym typeface="Open Sans"/>
        </a:defRPr>
      </a:lvl7pPr>
      <a:lvl8pPr marL="0" marR="0" indent="3200400" algn="l" defTabSz="914400" rtl="0" latinLnBrk="0">
        <a:lnSpc>
          <a:spcPct val="100000"/>
        </a:lnSpc>
        <a:spcBef>
          <a:spcPts val="0"/>
        </a:spcBef>
        <a:spcAft>
          <a:spcPts val="0"/>
        </a:spcAft>
        <a:buClrTx/>
        <a:buSzTx/>
        <a:buFontTx/>
        <a:buNone/>
        <a:tabLst/>
        <a:defRPr b="1" baseline="0" cap="none" i="0" spc="0" strike="noStrike" sz="1800" u="none">
          <a:solidFill>
            <a:schemeClr val="tx1"/>
          </a:solidFill>
          <a:uFillTx/>
          <a:latin typeface="+mn-lt"/>
          <a:ea typeface="+mn-ea"/>
          <a:cs typeface="+mn-cs"/>
          <a:sym typeface="Open Sans"/>
        </a:defRPr>
      </a:lvl8pPr>
      <a:lvl9pPr marL="0" marR="0" indent="3657600" algn="l" defTabSz="914400" rtl="0" latinLnBrk="0">
        <a:lnSpc>
          <a:spcPct val="100000"/>
        </a:lnSpc>
        <a:spcBef>
          <a:spcPts val="0"/>
        </a:spcBef>
        <a:spcAft>
          <a:spcPts val="0"/>
        </a:spcAft>
        <a:buClrTx/>
        <a:buSzTx/>
        <a:buFontTx/>
        <a:buNone/>
        <a:tabLst/>
        <a:defRPr b="1" baseline="0" cap="none" i="0" spc="0" strike="noStrike" sz="1800" u="none">
          <a:solidFill>
            <a:schemeClr val="tx1"/>
          </a:solidFill>
          <a:uFillTx/>
          <a:latin typeface="+mn-lt"/>
          <a:ea typeface="+mn-ea"/>
          <a:cs typeface="+mn-cs"/>
          <a:sym typeface="Open San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Title 1"/>
          <p:cNvSpPr txBox="1"/>
          <p:nvPr>
            <p:ph type="ctrTitle"/>
          </p:nvPr>
        </p:nvSpPr>
        <p:spPr>
          <a:xfrm>
            <a:off x="254228" y="768350"/>
            <a:ext cx="8656092" cy="743340"/>
          </a:xfrm>
          <a:prstGeom prst="rect">
            <a:avLst/>
          </a:prstGeom>
        </p:spPr>
        <p:txBody>
          <a:bodyPr/>
          <a:lstStyle/>
          <a:p>
            <a:pPr/>
            <a:r>
              <a:t>MOB-PSY BXL</a:t>
            </a:r>
          </a:p>
        </p:txBody>
      </p:sp>
      <p:sp>
        <p:nvSpPr>
          <p:cNvPr id="171" name="Text Placeholder 2"/>
          <p:cNvSpPr txBox="1"/>
          <p:nvPr>
            <p:ph type="subTitle" sz="quarter" idx="1"/>
          </p:nvPr>
        </p:nvSpPr>
        <p:spPr>
          <a:xfrm>
            <a:off x="250250" y="1755311"/>
            <a:ext cx="8660070" cy="1223295"/>
          </a:xfrm>
          <a:prstGeom prst="rect">
            <a:avLst/>
          </a:prstGeom>
        </p:spPr>
        <p:txBody>
          <a:bodyPr/>
          <a:lstStyle/>
          <a:p>
            <a:pPr/>
            <a:r>
              <a:t>Récolte de données des équipes mobiles psychiatriques à Bruxelles</a:t>
            </a:r>
          </a:p>
          <a:p>
            <a:pPr/>
            <a:r>
              <a:t>Gegevensverzameling van mobiele psychiatrische teams in Brussel</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Title 1"/>
          <p:cNvSpPr txBox="1"/>
          <p:nvPr>
            <p:ph type="title"/>
          </p:nvPr>
        </p:nvSpPr>
        <p:spPr>
          <a:xfrm>
            <a:off x="839787" y="365125"/>
            <a:ext cx="10515601" cy="1325563"/>
          </a:xfrm>
          <a:prstGeom prst="rect">
            <a:avLst/>
          </a:prstGeom>
        </p:spPr>
        <p:txBody>
          <a:bodyPr/>
          <a:lstStyle/>
          <a:p>
            <a:pPr/>
            <a:r>
              <a:t>MOB-PSY</a:t>
            </a:r>
          </a:p>
        </p:txBody>
      </p:sp>
      <p:sp>
        <p:nvSpPr>
          <p:cNvPr id="174" name="Text Placeholder 2"/>
          <p:cNvSpPr txBox="1"/>
          <p:nvPr>
            <p:ph type="body" sz="quarter" idx="1"/>
          </p:nvPr>
        </p:nvSpPr>
        <p:spPr>
          <a:xfrm>
            <a:off x="839787" y="1681163"/>
            <a:ext cx="5157789" cy="823913"/>
          </a:xfrm>
          <a:prstGeom prst="rect">
            <a:avLst/>
          </a:prstGeom>
        </p:spPr>
        <p:txBody>
          <a:bodyPr/>
          <a:lstStyle/>
          <a:p>
            <a:pPr/>
            <a:r>
              <a:t>Objectif - Objectief</a:t>
            </a:r>
          </a:p>
        </p:txBody>
      </p:sp>
      <p:sp>
        <p:nvSpPr>
          <p:cNvPr id="175" name="Content Placeholder 3"/>
          <p:cNvSpPr txBox="1"/>
          <p:nvPr/>
        </p:nvSpPr>
        <p:spPr>
          <a:xfrm>
            <a:off x="885507" y="2505075"/>
            <a:ext cx="5066349" cy="368458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L="228600" indent="-228600">
              <a:lnSpc>
                <a:spcPct val="81000"/>
              </a:lnSpc>
              <a:spcBef>
                <a:spcPts val="1000"/>
              </a:spcBef>
              <a:buSzPct val="100000"/>
              <a:buFont typeface="Arial"/>
              <a:buChar char="•"/>
              <a:defRPr>
                <a:latin typeface="Open Sans"/>
                <a:ea typeface="Open Sans"/>
                <a:cs typeface="Open Sans"/>
                <a:sym typeface="Open Sans"/>
              </a:defRPr>
            </a:pPr>
            <a:r>
              <a:t>Les soins de santé mentale en Belgique s’orientent vers une prise en charge des citoyens dans leur milieu de vie. Les équipes mobiles chargées du suivi utilisent un dossier personnel informatisé mais aucune collecte standardisée ou systématisée n’est mise en place. </a:t>
            </a:r>
          </a:p>
          <a:p>
            <a:pPr marL="228600" indent="-228600">
              <a:lnSpc>
                <a:spcPct val="81000"/>
              </a:lnSpc>
              <a:spcBef>
                <a:spcPts val="1000"/>
              </a:spcBef>
              <a:buSzPct val="100000"/>
              <a:buFont typeface="Arial"/>
              <a:buChar char="•"/>
              <a:defRPr>
                <a:latin typeface="Open Sans"/>
                <a:ea typeface="Open Sans"/>
                <a:cs typeface="Open Sans"/>
                <a:sym typeface="Open Sans"/>
              </a:defRPr>
            </a:pPr>
            <a:r>
              <a:t>De geestelijke gezondheidszorg in België is gericht op de zorg voor mensen in hun eigen omgeving. De mobiele teams die verantwoordelijk zijn voor de follow-up gebruiken een geautomatiseerd persoonlijk dossier, maar er is geen gestandaardiseerde of gesystematiseerde gegevensverzameling ingevoerd.</a:t>
            </a:r>
          </a:p>
        </p:txBody>
      </p:sp>
      <p:sp>
        <p:nvSpPr>
          <p:cNvPr id="176" name="Text Placeholder 4"/>
          <p:cNvSpPr/>
          <p:nvPr>
            <p:ph type="body" idx="21"/>
          </p:nvPr>
        </p:nvSpPr>
        <p:spPr>
          <a:xfrm>
            <a:off x="6172200" y="1681163"/>
            <a:ext cx="5183188" cy="823913"/>
          </a:xfrm>
          <a:prstGeom prst="rect">
            <a:avLst/>
          </a:prstGeom>
          <a:extLst>
            <a:ext uri="{C572A759-6A51-4108-AA02-DFA0A04FC94B}">
              <ma14:wrappingTextBoxFlag xmlns:ma14="http://schemas.microsoft.com/office/mac/drawingml/2011/main" val="1"/>
            </a:ext>
          </a:extLst>
        </p:spPr>
        <p:txBody>
          <a:bodyPr/>
          <a:lstStyle>
            <a:lvl1pPr marL="0" indent="0">
              <a:buSzTx/>
              <a:buFontTx/>
              <a:buNone/>
              <a:defRPr b="1" sz="2400">
                <a:solidFill>
                  <a:srgbClr val="40E4AD"/>
                </a:solidFill>
                <a:latin typeface="+mj-lt"/>
                <a:ea typeface="+mj-ea"/>
                <a:cs typeface="+mj-cs"/>
                <a:sym typeface="Calibri"/>
              </a:defRPr>
            </a:lvl1pPr>
          </a:lstStyle>
          <a:p>
            <a:pPr/>
            <a:r>
              <a:t>Value Proposition</a:t>
            </a:r>
          </a:p>
        </p:txBody>
      </p:sp>
      <p:sp>
        <p:nvSpPr>
          <p:cNvPr id="177" name="Content Placeholder 5"/>
          <p:cNvSpPr txBox="1"/>
          <p:nvPr/>
        </p:nvSpPr>
        <p:spPr>
          <a:xfrm>
            <a:off x="6217920" y="2505075"/>
            <a:ext cx="5091748" cy="368458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L="175059" indent="-175059" defTabSz="886968">
              <a:lnSpc>
                <a:spcPct val="81000"/>
              </a:lnSpc>
              <a:spcBef>
                <a:spcPts val="900"/>
              </a:spcBef>
              <a:buSzPct val="100000"/>
              <a:buChar char="•"/>
              <a:defRPr sz="1746">
                <a:latin typeface="Open Sans"/>
                <a:ea typeface="Open Sans"/>
                <a:cs typeface="Open Sans"/>
                <a:sym typeface="Open Sans"/>
              </a:defRPr>
            </a:pPr>
            <a:r>
              <a:t>Une récolte systématisée et standardisée des données collectées par les parties peut contribuer à une meilleure connaissance de la situation actuelle, une meilleure compréhension des besoins à combler, et un meilleur pilotage des ressources à allouer, tant en terme démographique qu'en termes clinique et médical.</a:t>
            </a:r>
          </a:p>
          <a:p>
            <a:pPr marL="175059" indent="-175059" defTabSz="886968">
              <a:lnSpc>
                <a:spcPct val="81000"/>
              </a:lnSpc>
              <a:spcBef>
                <a:spcPts val="900"/>
              </a:spcBef>
              <a:buSzPct val="100000"/>
              <a:buChar char="•"/>
              <a:defRPr sz="1746">
                <a:latin typeface="Open Sans"/>
                <a:ea typeface="Open Sans"/>
                <a:cs typeface="Open Sans"/>
                <a:sym typeface="Open Sans"/>
              </a:defRPr>
            </a:pPr>
            <a:r>
              <a:t>Het systematisch en gestandaardiseerd verzamelen van gegevens door de partijen kan bijdragen tot een betere kennis van de huidige situatie, een beter begrip van de behoeften waarin moet worden voorzien en een beter beheer van de toe te wijzen middelen, zowel in demografische termen als in klinische en medische termen.</a:t>
            </a:r>
          </a:p>
        </p:txBody>
      </p:sp>
      <p:sp>
        <p:nvSpPr>
          <p:cNvPr id="178" name="Slide Number Placeholder 6"/>
          <p:cNvSpPr txBox="1"/>
          <p:nvPr>
            <p:ph type="sldNum" sz="quarter" idx="2"/>
          </p:nvPr>
        </p:nvSpPr>
        <p:spPr>
          <a:xfrm>
            <a:off x="11602948" y="-14857"/>
            <a:ext cx="231277" cy="37084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Title 1"/>
          <p:cNvSpPr txBox="1"/>
          <p:nvPr>
            <p:ph type="title"/>
          </p:nvPr>
        </p:nvSpPr>
        <p:spPr>
          <a:xfrm>
            <a:off x="839787" y="365125"/>
            <a:ext cx="10515601" cy="1325563"/>
          </a:xfrm>
          <a:prstGeom prst="rect">
            <a:avLst/>
          </a:prstGeom>
        </p:spPr>
        <p:txBody>
          <a:bodyPr/>
          <a:lstStyle/>
          <a:p>
            <a:pPr/>
            <a:r>
              <a:t>Projecttitle</a:t>
            </a:r>
          </a:p>
        </p:txBody>
      </p:sp>
      <p:sp>
        <p:nvSpPr>
          <p:cNvPr id="181" name="Text Placeholder 2"/>
          <p:cNvSpPr txBox="1"/>
          <p:nvPr>
            <p:ph type="body" sz="quarter" idx="1"/>
          </p:nvPr>
        </p:nvSpPr>
        <p:spPr>
          <a:xfrm>
            <a:off x="839787" y="1681163"/>
            <a:ext cx="5157789" cy="823913"/>
          </a:xfrm>
          <a:prstGeom prst="rect">
            <a:avLst/>
          </a:prstGeom>
        </p:spPr>
        <p:txBody>
          <a:bodyPr/>
          <a:lstStyle/>
          <a:p>
            <a:pPr/>
            <a:r>
              <a:t>Solution - Oplossing</a:t>
            </a:r>
          </a:p>
        </p:txBody>
      </p:sp>
      <p:sp>
        <p:nvSpPr>
          <p:cNvPr id="182" name="Content Placeholder 3"/>
          <p:cNvSpPr txBox="1"/>
          <p:nvPr/>
        </p:nvSpPr>
        <p:spPr>
          <a:xfrm>
            <a:off x="885507" y="2505075"/>
            <a:ext cx="5066349" cy="368458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L="208026" indent="-208026" defTabSz="832104">
              <a:lnSpc>
                <a:spcPct val="72000"/>
              </a:lnSpc>
              <a:spcBef>
                <a:spcPts val="900"/>
              </a:spcBef>
              <a:buSzPct val="100000"/>
              <a:buFont typeface="Arial"/>
              <a:buChar char="•"/>
              <a:defRPr sz="2275">
                <a:latin typeface="Open Sans"/>
                <a:ea typeface="Open Sans"/>
                <a:cs typeface="Open Sans"/>
                <a:sym typeface="Open Sans"/>
              </a:defRPr>
            </a:pPr>
            <a:r>
              <a:t>Le Centre Hospitalier Jean Titeca ASBL, le CHU Saint Pierre, CHU Brugmann et Epsylon ASBL ont signé un accord de coopération pour organiser et systématiser la récolte de données</a:t>
            </a:r>
          </a:p>
          <a:p>
            <a:pPr marL="208026" indent="-208026" defTabSz="832104">
              <a:lnSpc>
                <a:spcPct val="72000"/>
              </a:lnSpc>
              <a:spcBef>
                <a:spcPts val="900"/>
              </a:spcBef>
              <a:buSzPct val="100000"/>
              <a:buFont typeface="Arial"/>
              <a:buChar char="•"/>
              <a:defRPr sz="2275">
                <a:latin typeface="Open Sans"/>
                <a:ea typeface="Open Sans"/>
                <a:cs typeface="Open Sans"/>
                <a:sym typeface="Open Sans"/>
              </a:defRPr>
            </a:pPr>
            <a:r>
              <a:t>Het Centre Hospitalier Jean Titeca VZW, het CHU Saint Pierre, het CHU Brugmann en Epsylon VZW hebben een samenwerkingsovereenkomst getekend om de gegevensverzameling te organiseren en te systematiseren.</a:t>
            </a:r>
          </a:p>
        </p:txBody>
      </p:sp>
      <p:sp>
        <p:nvSpPr>
          <p:cNvPr id="183" name="Text Placeholder 4"/>
          <p:cNvSpPr/>
          <p:nvPr>
            <p:ph type="body" idx="21"/>
          </p:nvPr>
        </p:nvSpPr>
        <p:spPr>
          <a:prstGeom prst="rect">
            <a:avLst/>
          </a:prstGeom>
          <a:extLst>
            <a:ext uri="{C572A759-6A51-4108-AA02-DFA0A04FC94B}">
              <ma14:wrappingTextBoxFlag xmlns:ma14="http://schemas.microsoft.com/office/mac/drawingml/2011/main" val="1"/>
            </a:ext>
          </a:extLst>
        </p:spPr>
        <p:txBody>
          <a:bodyPr/>
          <a:lstStyle>
            <a:lvl1pPr marL="0" indent="0">
              <a:buSzTx/>
              <a:buFontTx/>
              <a:buNone/>
              <a:defRPr b="1" sz="2400">
                <a:solidFill>
                  <a:srgbClr val="40E4AD"/>
                </a:solidFill>
                <a:latin typeface="+mj-lt"/>
                <a:ea typeface="+mj-ea"/>
                <a:cs typeface="+mj-cs"/>
                <a:sym typeface="Calibri"/>
              </a:defRPr>
            </a:lvl1pPr>
          </a:lstStyle>
          <a:p>
            <a:pPr/>
            <a:r>
              <a:t>Challenges</a:t>
            </a:r>
          </a:p>
        </p:txBody>
      </p:sp>
      <p:sp>
        <p:nvSpPr>
          <p:cNvPr id="184" name="Content Placeholder 5"/>
          <p:cNvSpPr txBox="1"/>
          <p:nvPr/>
        </p:nvSpPr>
        <p:spPr>
          <a:xfrm>
            <a:off x="6217920" y="2505075"/>
            <a:ext cx="5091748" cy="368458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marL="171450" indent="-171450" defTabSz="685800">
              <a:lnSpc>
                <a:spcPct val="72000"/>
              </a:lnSpc>
              <a:spcBef>
                <a:spcPts val="700"/>
              </a:spcBef>
              <a:buSzPct val="100000"/>
              <a:buFont typeface="Arial"/>
              <a:buChar char="•"/>
              <a:defRPr sz="1875">
                <a:latin typeface="Open Sans"/>
                <a:ea typeface="Open Sans"/>
                <a:cs typeface="Open Sans"/>
                <a:sym typeface="Open Sans"/>
              </a:defRPr>
            </a:pPr>
          </a:p>
          <a:p>
            <a:pPr marL="171450" indent="-171450" defTabSz="685800">
              <a:lnSpc>
                <a:spcPct val="72000"/>
              </a:lnSpc>
              <a:spcBef>
                <a:spcPts val="700"/>
              </a:spcBef>
              <a:buSzPct val="100000"/>
              <a:buFont typeface="Arial"/>
              <a:buChar char="•"/>
              <a:defRPr sz="1875">
                <a:latin typeface="Open Sans"/>
                <a:ea typeface="Open Sans"/>
                <a:cs typeface="Open Sans"/>
                <a:sym typeface="Open Sans"/>
              </a:defRPr>
            </a:pPr>
            <a:r>
              <a:t>Définir des livrables raisonnables dans un milieu psychiatrique où la récolte de données objectives n’est pas une évidence pour tous les acteurs. </a:t>
            </a:r>
          </a:p>
          <a:p>
            <a:pPr marL="171450" indent="-171450" defTabSz="685800">
              <a:lnSpc>
                <a:spcPct val="72000"/>
              </a:lnSpc>
              <a:spcBef>
                <a:spcPts val="700"/>
              </a:spcBef>
              <a:buSzPct val="100000"/>
              <a:buFont typeface="Arial"/>
              <a:buChar char="•"/>
              <a:defRPr sz="1875">
                <a:latin typeface="Open Sans"/>
                <a:ea typeface="Open Sans"/>
                <a:cs typeface="Open Sans"/>
                <a:sym typeface="Open Sans"/>
              </a:defRPr>
            </a:pPr>
            <a:r>
              <a:t>Dépasser les obstacles liés à l’usage de différents outils techniques.</a:t>
            </a:r>
          </a:p>
          <a:p>
            <a:pPr defTabSz="685800">
              <a:lnSpc>
                <a:spcPct val="72000"/>
              </a:lnSpc>
              <a:spcBef>
                <a:spcPts val="700"/>
              </a:spcBef>
              <a:defRPr sz="1875">
                <a:latin typeface="Open Sans"/>
                <a:ea typeface="Open Sans"/>
                <a:cs typeface="Open Sans"/>
                <a:sym typeface="Open Sans"/>
              </a:defRPr>
            </a:pPr>
          </a:p>
          <a:p>
            <a:pPr marL="171450" indent="-171450" defTabSz="685800">
              <a:lnSpc>
                <a:spcPct val="72000"/>
              </a:lnSpc>
              <a:spcBef>
                <a:spcPts val="700"/>
              </a:spcBef>
              <a:buSzPct val="100000"/>
              <a:buFont typeface="Arial"/>
              <a:buChar char="•"/>
              <a:defRPr sz="1875">
                <a:latin typeface="Open Sans"/>
                <a:ea typeface="Open Sans"/>
                <a:cs typeface="Open Sans"/>
                <a:sym typeface="Open Sans"/>
              </a:defRPr>
            </a:pPr>
            <a:r>
              <a:t>Het definiëren van redelijke deliverables in een psychiatrische omgeving waar het verzamelen van objectieve gegevens niet voor iedereen vanzelfsprekend is.</a:t>
            </a:r>
          </a:p>
          <a:p>
            <a:pPr marL="171450" indent="-171450" defTabSz="685800">
              <a:lnSpc>
                <a:spcPct val="72000"/>
              </a:lnSpc>
              <a:spcBef>
                <a:spcPts val="700"/>
              </a:spcBef>
              <a:buSzPct val="100000"/>
              <a:buFont typeface="Arial"/>
              <a:buChar char="•"/>
              <a:defRPr sz="1875">
                <a:latin typeface="Open Sans"/>
                <a:ea typeface="Open Sans"/>
                <a:cs typeface="Open Sans"/>
                <a:sym typeface="Open Sans"/>
              </a:defRPr>
            </a:pPr>
            <a:r>
              <a:t>De obstakels overwinnen die gepaard gaan met het gebruik van verschillende technische hulpmiddelen</a:t>
            </a:r>
          </a:p>
        </p:txBody>
      </p:sp>
      <p:sp>
        <p:nvSpPr>
          <p:cNvPr id="185" name="Slide Number Placeholder 6"/>
          <p:cNvSpPr txBox="1"/>
          <p:nvPr>
            <p:ph type="sldNum" sz="quarter" idx="2"/>
          </p:nvPr>
        </p:nvSpPr>
        <p:spPr>
          <a:xfrm>
            <a:off x="11602948" y="-14857"/>
            <a:ext cx="231277" cy="37084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Title 1"/>
          <p:cNvSpPr txBox="1"/>
          <p:nvPr>
            <p:ph type="title"/>
          </p:nvPr>
        </p:nvSpPr>
        <p:spPr>
          <a:prstGeom prst="rect">
            <a:avLst/>
          </a:prstGeom>
        </p:spPr>
        <p:txBody>
          <a:bodyPr/>
          <a:lstStyle>
            <a:lvl1pPr defTabSz="868680">
              <a:defRPr sz="4180"/>
            </a:lvl1pPr>
          </a:lstStyle>
          <a:p>
            <a:pPr/>
            <a:r>
              <a:t>Closing statement / Déclaration finale / Slotverklaring</a:t>
            </a:r>
          </a:p>
        </p:txBody>
      </p:sp>
      <p:sp>
        <p:nvSpPr>
          <p:cNvPr id="188" name="Content Placeholder 2"/>
          <p:cNvSpPr txBox="1"/>
          <p:nvPr>
            <p:ph type="body" idx="1"/>
          </p:nvPr>
        </p:nvSpPr>
        <p:spPr>
          <a:prstGeom prst="rect">
            <a:avLst/>
          </a:prstGeom>
        </p:spPr>
        <p:txBody>
          <a:bodyPr/>
          <a:lstStyle/>
          <a:p>
            <a:pPr marL="194310" indent="-194310" defTabSz="777240">
              <a:spcBef>
                <a:spcPts val="0"/>
              </a:spcBef>
              <a:defRPr sz="2380"/>
            </a:pPr>
            <a:r>
              <a:t>Une récolte systématisée et réutilisable de données psychiatriques est essentielle et répond à un enjeu fondamental de santé publique.</a:t>
            </a:r>
          </a:p>
          <a:p>
            <a:pPr marL="194310" indent="-194310" defTabSz="777240">
              <a:spcBef>
                <a:spcPts val="0"/>
              </a:spcBef>
              <a:defRPr sz="2380"/>
            </a:pPr>
            <a:r>
              <a:t>Elle permettra de mieux piloter les parcours de soins hospitaliers et extra-hospitaliers</a:t>
            </a:r>
          </a:p>
          <a:p>
            <a:pPr marL="194310" indent="-194310" defTabSz="777240">
              <a:spcBef>
                <a:spcPts val="0"/>
              </a:spcBef>
              <a:defRPr sz="2380"/>
            </a:pPr>
          </a:p>
          <a:p>
            <a:pPr marL="194310" indent="-194310" defTabSz="777240">
              <a:spcBef>
                <a:spcPts val="0"/>
              </a:spcBef>
              <a:defRPr sz="2380"/>
            </a:pPr>
            <a:r>
              <a:t>Systematische, herbruikbare verzameling van psychiatrische gegevens is essentieel en beantwoordt aan een fundamentele uitdaging voor de volksgezondheid.</a:t>
            </a:r>
          </a:p>
          <a:p>
            <a:pPr marL="194310" indent="-194310" defTabSz="777240">
              <a:spcBef>
                <a:spcPts val="0"/>
              </a:spcBef>
              <a:defRPr sz="2380"/>
            </a:pPr>
            <a:r>
              <a:t>Het zal een beter beheer van de intramurale en extramurale zorg mogelijk maken.</a:t>
            </a:r>
          </a:p>
          <a:p>
            <a:pPr marL="194310" indent="-194310" defTabSz="777240">
              <a:spcBef>
                <a:spcPts val="0"/>
              </a:spcBef>
              <a:defRPr sz="2380"/>
            </a:pPr>
          </a:p>
          <a:p>
            <a:pPr marL="194310" indent="-194310" defTabSz="777240">
              <a:spcBef>
                <a:spcPts val="0"/>
              </a:spcBef>
              <a:defRPr b="1" sz="2380"/>
            </a:pPr>
            <a:r>
              <a:t>Partners: Centre Hospitalier Jean Titeca, CHU Saint-Pierre, CHU Brugmann, Epsylon </a:t>
            </a:r>
          </a:p>
        </p:txBody>
      </p:sp>
      <p:sp>
        <p:nvSpPr>
          <p:cNvPr id="189" name="Slide Number Placeholder 3"/>
          <p:cNvSpPr txBox="1"/>
          <p:nvPr>
            <p:ph type="sldNum" sz="quarter" idx="2"/>
          </p:nvPr>
        </p:nvSpPr>
        <p:spPr>
          <a:xfrm>
            <a:off x="11602948" y="-14857"/>
            <a:ext cx="231277" cy="37084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Kantoorthema">
  <a:themeElements>
    <a:clrScheme name="Kantoorthema">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Kantoorthema">
      <a:majorFont>
        <a:latin typeface="Calibri"/>
        <a:ea typeface="Calibri"/>
        <a:cs typeface="Calibri"/>
      </a:majorFont>
      <a:minorFont>
        <a:latin typeface="Helvetica"/>
        <a:ea typeface="Helvetica"/>
        <a:cs typeface="Helvetica"/>
      </a:minorFont>
    </a:fontScheme>
    <a:fmtScheme name="Kantoorthem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Kantoorthema">
  <a:themeElements>
    <a:clrScheme name="Kantoorthema">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Kantoorthema">
      <a:majorFont>
        <a:latin typeface="Calibri"/>
        <a:ea typeface="Calibri"/>
        <a:cs typeface="Calibri"/>
      </a:majorFont>
      <a:minorFont>
        <a:latin typeface="Helvetica"/>
        <a:ea typeface="Helvetica"/>
        <a:cs typeface="Helvetica"/>
      </a:minorFont>
    </a:fontScheme>
    <a:fmtScheme name="Kantoorthem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