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INVESTOR DECK —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European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DIATECH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5-Year Revenue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