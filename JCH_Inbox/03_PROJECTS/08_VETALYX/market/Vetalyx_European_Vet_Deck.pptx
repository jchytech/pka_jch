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70" r:id="rId12"/>
    <p:sldId id="266" r:id="rId13"/>
    <p:sldId id="267" r:id="rId14"/>
    <p:sldId id="268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/>
    <p:restoredTop sz="94558"/>
  </p:normalViewPr>
  <p:slideViewPr>
    <p:cSldViewPr snapToGrid="0" snapToObjects="1">
      <p:cViewPr varScale="1">
        <p:scale>
          <a:sx n="107" d="100"/>
          <a:sy n="107" d="100"/>
        </p:scale>
        <p:origin x="1216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2.png"/><Relationship Id="rId7" Type="http://schemas.openxmlformats.org/officeDocument/2006/relationships/image" Target="../media/image4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23.svg"/><Relationship Id="rId9" Type="http://schemas.openxmlformats.org/officeDocument/2006/relationships/image" Target="../media/image4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2.png"/><Relationship Id="rId7" Type="http://schemas.openxmlformats.org/officeDocument/2006/relationships/image" Target="../media/image4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23.svg"/><Relationship Id="rId9" Type="http://schemas.openxmlformats.org/officeDocument/2006/relationships/image" Target="../media/image4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30417F-4564-4844-82AD-12B5264646F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5C6B72B-8E5D-4EB2-9E31-CF7BE8F6AB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Developer &amp; Producer of rapid veterinary diagnostic kits (dogs &amp; cats)</a:t>
          </a:r>
        </a:p>
      </dgm:t>
    </dgm:pt>
    <dgm:pt modelId="{DC755EE8-73E2-4195-8246-6AE37D000E43}" type="parTrans" cxnId="{7247D456-4610-490D-BDC0-6BCCD9205279}">
      <dgm:prSet/>
      <dgm:spPr/>
      <dgm:t>
        <a:bodyPr/>
        <a:lstStyle/>
        <a:p>
          <a:endParaRPr lang="en-US"/>
        </a:p>
      </dgm:t>
    </dgm:pt>
    <dgm:pt modelId="{88C6B297-2442-4DED-B1C3-348AEF97016E}" type="sibTrans" cxnId="{7247D456-4610-490D-BDC0-6BCCD9205279}">
      <dgm:prSet/>
      <dgm:spPr/>
      <dgm:t>
        <a:bodyPr/>
        <a:lstStyle/>
        <a:p>
          <a:endParaRPr lang="en-US"/>
        </a:p>
      </dgm:t>
    </dgm:pt>
    <dgm:pt modelId="{494DBA55-FE6F-4C52-B170-54B627D183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Focus: Allergy (cutaneous, respiratory) + Viral detection</a:t>
          </a:r>
        </a:p>
      </dgm:t>
    </dgm:pt>
    <dgm:pt modelId="{9E864C33-2B44-42B0-8CCB-00E9A9513B8B}" type="parTrans" cxnId="{04BFC6B1-09FC-4A81-8BBC-591BD0716037}">
      <dgm:prSet/>
      <dgm:spPr/>
      <dgm:t>
        <a:bodyPr/>
        <a:lstStyle/>
        <a:p>
          <a:endParaRPr lang="en-US"/>
        </a:p>
      </dgm:t>
    </dgm:pt>
    <dgm:pt modelId="{8510F3CD-7C02-4B83-BFC8-15B0B469C1E1}" type="sibTrans" cxnId="{04BFC6B1-09FC-4A81-8BBC-591BD0716037}">
      <dgm:prSet/>
      <dgm:spPr/>
      <dgm:t>
        <a:bodyPr/>
        <a:lstStyle/>
        <a:p>
          <a:endParaRPr lang="en-US"/>
        </a:p>
      </dgm:t>
    </dgm:pt>
    <dgm:pt modelId="{E481EB3C-82C6-4BBD-8717-750E95D5AF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Headquarters: Europe | Manufacturing &amp; R&amp;D partners: China</a:t>
          </a:r>
        </a:p>
      </dgm:t>
    </dgm:pt>
    <dgm:pt modelId="{78FD1D67-CBA8-483A-BC73-9B8282C062D7}" type="parTrans" cxnId="{3D5C9DBD-C048-4599-91CA-0ECC71383C0E}">
      <dgm:prSet/>
      <dgm:spPr/>
      <dgm:t>
        <a:bodyPr/>
        <a:lstStyle/>
        <a:p>
          <a:endParaRPr lang="en-US"/>
        </a:p>
      </dgm:t>
    </dgm:pt>
    <dgm:pt modelId="{B9957F61-49B3-40B1-8C79-149ECFDB530F}" type="sibTrans" cxnId="{3D5C9DBD-C048-4599-91CA-0ECC71383C0E}">
      <dgm:prSet/>
      <dgm:spPr/>
      <dgm:t>
        <a:bodyPr/>
        <a:lstStyle/>
        <a:p>
          <a:endParaRPr lang="en-US"/>
        </a:p>
      </dgm:t>
    </dgm:pt>
    <dgm:pt modelId="{68F1D0DD-88E5-4755-B0B7-D1FE1CC4F45B}" type="pres">
      <dgm:prSet presAssocID="{C130417F-4564-4844-82AD-12B5264646FD}" presName="root" presStyleCnt="0">
        <dgm:presLayoutVars>
          <dgm:dir/>
          <dgm:resizeHandles val="exact"/>
        </dgm:presLayoutVars>
      </dgm:prSet>
      <dgm:spPr/>
    </dgm:pt>
    <dgm:pt modelId="{5F2201F1-992E-4DB9-AEFE-49ECEA202932}" type="pres">
      <dgm:prSet presAssocID="{C5C6B72B-8E5D-4EB2-9E31-CF7BE8F6AB3D}" presName="compNode" presStyleCnt="0"/>
      <dgm:spPr/>
    </dgm:pt>
    <dgm:pt modelId="{707149D7-66A8-4A39-8627-8E17E20ADE67}" type="pres">
      <dgm:prSet presAssocID="{C5C6B72B-8E5D-4EB2-9E31-CF7BE8F6AB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E93CD44C-BB9C-4B99-8D39-2F30BA9FCC5C}" type="pres">
      <dgm:prSet presAssocID="{C5C6B72B-8E5D-4EB2-9E31-CF7BE8F6AB3D}" presName="spaceRect" presStyleCnt="0"/>
      <dgm:spPr/>
    </dgm:pt>
    <dgm:pt modelId="{C77E30FB-90D9-4F1D-ABA0-FAE5E97CF380}" type="pres">
      <dgm:prSet presAssocID="{C5C6B72B-8E5D-4EB2-9E31-CF7BE8F6AB3D}" presName="textRect" presStyleLbl="revTx" presStyleIdx="0" presStyleCnt="3">
        <dgm:presLayoutVars>
          <dgm:chMax val="1"/>
          <dgm:chPref val="1"/>
        </dgm:presLayoutVars>
      </dgm:prSet>
      <dgm:spPr/>
    </dgm:pt>
    <dgm:pt modelId="{2D0EB1D4-8B9A-4C95-B678-043D73E68206}" type="pres">
      <dgm:prSet presAssocID="{88C6B297-2442-4DED-B1C3-348AEF97016E}" presName="sibTrans" presStyleCnt="0"/>
      <dgm:spPr/>
    </dgm:pt>
    <dgm:pt modelId="{324ECF55-B4EA-4437-81AE-7F40875716C5}" type="pres">
      <dgm:prSet presAssocID="{494DBA55-FE6F-4C52-B170-54B627D1832A}" presName="compNode" presStyleCnt="0"/>
      <dgm:spPr/>
    </dgm:pt>
    <dgm:pt modelId="{C27617AC-318D-44ED-835C-F78FDF8692C6}" type="pres">
      <dgm:prSet presAssocID="{494DBA55-FE6F-4C52-B170-54B627D183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6B2DD29E-81AA-437F-A171-A361B480368D}" type="pres">
      <dgm:prSet presAssocID="{494DBA55-FE6F-4C52-B170-54B627D1832A}" presName="spaceRect" presStyleCnt="0"/>
      <dgm:spPr/>
    </dgm:pt>
    <dgm:pt modelId="{A4481145-9121-4EB1-9091-05AE7DCA5469}" type="pres">
      <dgm:prSet presAssocID="{494DBA55-FE6F-4C52-B170-54B627D1832A}" presName="textRect" presStyleLbl="revTx" presStyleIdx="1" presStyleCnt="3">
        <dgm:presLayoutVars>
          <dgm:chMax val="1"/>
          <dgm:chPref val="1"/>
        </dgm:presLayoutVars>
      </dgm:prSet>
      <dgm:spPr/>
    </dgm:pt>
    <dgm:pt modelId="{D317BDB7-8DC7-434D-ADB1-0432F4849127}" type="pres">
      <dgm:prSet presAssocID="{8510F3CD-7C02-4B83-BFC8-15B0B469C1E1}" presName="sibTrans" presStyleCnt="0"/>
      <dgm:spPr/>
    </dgm:pt>
    <dgm:pt modelId="{0F6BAD89-BACF-47DF-B432-6C6C7C16EB64}" type="pres">
      <dgm:prSet presAssocID="{E481EB3C-82C6-4BBD-8717-750E95D5AF90}" presName="compNode" presStyleCnt="0"/>
      <dgm:spPr/>
    </dgm:pt>
    <dgm:pt modelId="{ACD1FB06-BFAE-4FD3-8E94-0B132931D7BB}" type="pres">
      <dgm:prSet presAssocID="{E481EB3C-82C6-4BBD-8717-750E95D5AF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sia-Australia"/>
        </a:ext>
      </dgm:extLst>
    </dgm:pt>
    <dgm:pt modelId="{30EC6C0D-FEE8-4CE5-A814-D0377589489C}" type="pres">
      <dgm:prSet presAssocID="{E481EB3C-82C6-4BBD-8717-750E95D5AF90}" presName="spaceRect" presStyleCnt="0"/>
      <dgm:spPr/>
    </dgm:pt>
    <dgm:pt modelId="{1F3FD2D0-9A29-4FBD-A81E-3BFABE40ED82}" type="pres">
      <dgm:prSet presAssocID="{E481EB3C-82C6-4BBD-8717-750E95D5AF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47D456-4610-490D-BDC0-6BCCD9205279}" srcId="{C130417F-4564-4844-82AD-12B5264646FD}" destId="{C5C6B72B-8E5D-4EB2-9E31-CF7BE8F6AB3D}" srcOrd="0" destOrd="0" parTransId="{DC755EE8-73E2-4195-8246-6AE37D000E43}" sibTransId="{88C6B297-2442-4DED-B1C3-348AEF97016E}"/>
    <dgm:cxn modelId="{CD632461-1641-F44B-AA6C-0D996FDEA288}" type="presOf" srcId="{494DBA55-FE6F-4C52-B170-54B627D1832A}" destId="{A4481145-9121-4EB1-9091-05AE7DCA5469}" srcOrd="0" destOrd="0" presId="urn:microsoft.com/office/officeart/2018/2/layout/IconLabelList"/>
    <dgm:cxn modelId="{2DA9F572-DCD2-C545-BB64-C4A393306C0B}" type="presOf" srcId="{E481EB3C-82C6-4BBD-8717-750E95D5AF90}" destId="{1F3FD2D0-9A29-4FBD-A81E-3BFABE40ED82}" srcOrd="0" destOrd="0" presId="urn:microsoft.com/office/officeart/2018/2/layout/IconLabelList"/>
    <dgm:cxn modelId="{04BFC6B1-09FC-4A81-8BBC-591BD0716037}" srcId="{C130417F-4564-4844-82AD-12B5264646FD}" destId="{494DBA55-FE6F-4C52-B170-54B627D1832A}" srcOrd="1" destOrd="0" parTransId="{9E864C33-2B44-42B0-8CCB-00E9A9513B8B}" sibTransId="{8510F3CD-7C02-4B83-BFC8-15B0B469C1E1}"/>
    <dgm:cxn modelId="{3D5C9DBD-C048-4599-91CA-0ECC71383C0E}" srcId="{C130417F-4564-4844-82AD-12B5264646FD}" destId="{E481EB3C-82C6-4BBD-8717-750E95D5AF90}" srcOrd="2" destOrd="0" parTransId="{78FD1D67-CBA8-483A-BC73-9B8282C062D7}" sibTransId="{B9957F61-49B3-40B1-8C79-149ECFDB530F}"/>
    <dgm:cxn modelId="{ACB1F4EC-9466-E343-933B-6317FAAF0506}" type="presOf" srcId="{C130417F-4564-4844-82AD-12B5264646FD}" destId="{68F1D0DD-88E5-4755-B0B7-D1FE1CC4F45B}" srcOrd="0" destOrd="0" presId="urn:microsoft.com/office/officeart/2018/2/layout/IconLabelList"/>
    <dgm:cxn modelId="{BCAF2CF3-3A57-F041-86F8-7BDB75FFDCE1}" type="presOf" srcId="{C5C6B72B-8E5D-4EB2-9E31-CF7BE8F6AB3D}" destId="{C77E30FB-90D9-4F1D-ABA0-FAE5E97CF380}" srcOrd="0" destOrd="0" presId="urn:microsoft.com/office/officeart/2018/2/layout/IconLabelList"/>
    <dgm:cxn modelId="{FC140FA3-DA88-1C42-BFDF-079E417CBA6F}" type="presParOf" srcId="{68F1D0DD-88E5-4755-B0B7-D1FE1CC4F45B}" destId="{5F2201F1-992E-4DB9-AEFE-49ECEA202932}" srcOrd="0" destOrd="0" presId="urn:microsoft.com/office/officeart/2018/2/layout/IconLabelList"/>
    <dgm:cxn modelId="{1AD7715A-7C53-4748-963C-84EBF8BE847E}" type="presParOf" srcId="{5F2201F1-992E-4DB9-AEFE-49ECEA202932}" destId="{707149D7-66A8-4A39-8627-8E17E20ADE67}" srcOrd="0" destOrd="0" presId="urn:microsoft.com/office/officeart/2018/2/layout/IconLabelList"/>
    <dgm:cxn modelId="{36262975-CDD8-BC4E-BF95-9E9626C9114D}" type="presParOf" srcId="{5F2201F1-992E-4DB9-AEFE-49ECEA202932}" destId="{E93CD44C-BB9C-4B99-8D39-2F30BA9FCC5C}" srcOrd="1" destOrd="0" presId="urn:microsoft.com/office/officeart/2018/2/layout/IconLabelList"/>
    <dgm:cxn modelId="{32AD83C1-06B6-D44D-A358-17C10F2EB641}" type="presParOf" srcId="{5F2201F1-992E-4DB9-AEFE-49ECEA202932}" destId="{C77E30FB-90D9-4F1D-ABA0-FAE5E97CF380}" srcOrd="2" destOrd="0" presId="urn:microsoft.com/office/officeart/2018/2/layout/IconLabelList"/>
    <dgm:cxn modelId="{86E5BEE0-D990-6440-B01A-8F75034A8638}" type="presParOf" srcId="{68F1D0DD-88E5-4755-B0B7-D1FE1CC4F45B}" destId="{2D0EB1D4-8B9A-4C95-B678-043D73E68206}" srcOrd="1" destOrd="0" presId="urn:microsoft.com/office/officeart/2018/2/layout/IconLabelList"/>
    <dgm:cxn modelId="{DEE471B3-67B2-1549-85B2-118C12001D1A}" type="presParOf" srcId="{68F1D0DD-88E5-4755-B0B7-D1FE1CC4F45B}" destId="{324ECF55-B4EA-4437-81AE-7F40875716C5}" srcOrd="2" destOrd="0" presId="urn:microsoft.com/office/officeart/2018/2/layout/IconLabelList"/>
    <dgm:cxn modelId="{358F4244-A83F-7149-8907-BB24B3232690}" type="presParOf" srcId="{324ECF55-B4EA-4437-81AE-7F40875716C5}" destId="{C27617AC-318D-44ED-835C-F78FDF8692C6}" srcOrd="0" destOrd="0" presId="urn:microsoft.com/office/officeart/2018/2/layout/IconLabelList"/>
    <dgm:cxn modelId="{F21AC961-5FA3-D344-80D9-AFC66482F8DC}" type="presParOf" srcId="{324ECF55-B4EA-4437-81AE-7F40875716C5}" destId="{6B2DD29E-81AA-437F-A171-A361B480368D}" srcOrd="1" destOrd="0" presId="urn:microsoft.com/office/officeart/2018/2/layout/IconLabelList"/>
    <dgm:cxn modelId="{FB792C27-FF74-E24D-B85F-24A3F7010E9A}" type="presParOf" srcId="{324ECF55-B4EA-4437-81AE-7F40875716C5}" destId="{A4481145-9121-4EB1-9091-05AE7DCA5469}" srcOrd="2" destOrd="0" presId="urn:microsoft.com/office/officeart/2018/2/layout/IconLabelList"/>
    <dgm:cxn modelId="{52AD80DE-F330-554C-A26E-8A998F126F52}" type="presParOf" srcId="{68F1D0DD-88E5-4755-B0B7-D1FE1CC4F45B}" destId="{D317BDB7-8DC7-434D-ADB1-0432F4849127}" srcOrd="3" destOrd="0" presId="urn:microsoft.com/office/officeart/2018/2/layout/IconLabelList"/>
    <dgm:cxn modelId="{0CAFA9A8-2D21-4945-83E9-E3DDCFB137A0}" type="presParOf" srcId="{68F1D0DD-88E5-4755-B0B7-D1FE1CC4F45B}" destId="{0F6BAD89-BACF-47DF-B432-6C6C7C16EB64}" srcOrd="4" destOrd="0" presId="urn:microsoft.com/office/officeart/2018/2/layout/IconLabelList"/>
    <dgm:cxn modelId="{28777129-99FD-4942-A105-DCEA75114115}" type="presParOf" srcId="{0F6BAD89-BACF-47DF-B432-6C6C7C16EB64}" destId="{ACD1FB06-BFAE-4FD3-8E94-0B132931D7BB}" srcOrd="0" destOrd="0" presId="urn:microsoft.com/office/officeart/2018/2/layout/IconLabelList"/>
    <dgm:cxn modelId="{2F973B6C-8005-CF43-8844-906942610CE9}" type="presParOf" srcId="{0F6BAD89-BACF-47DF-B432-6C6C7C16EB64}" destId="{30EC6C0D-FEE8-4CE5-A814-D0377589489C}" srcOrd="1" destOrd="0" presId="urn:microsoft.com/office/officeart/2018/2/layout/IconLabelList"/>
    <dgm:cxn modelId="{76385F17-FEE0-1742-8871-9F7742FB0B29}" type="presParOf" srcId="{0F6BAD89-BACF-47DF-B432-6C6C7C16EB64}" destId="{1F3FD2D0-9A29-4FBD-A81E-3BFABE40ED8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CAE09F-B364-414E-9A85-F7F8EAF5649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7EF8124-6C8D-4826-B1CF-71639BC83917}">
      <dgm:prSet/>
      <dgm:spPr/>
      <dgm:t>
        <a:bodyPr/>
        <a:lstStyle/>
        <a:p>
          <a:r>
            <a:rPr lang="en-US"/>
            <a:t>• Pet population growth +6–8%/year</a:t>
          </a:r>
        </a:p>
      </dgm:t>
    </dgm:pt>
    <dgm:pt modelId="{ACE3F981-2086-47C9-8F9A-A39517A1C2B3}" type="parTrans" cxnId="{32891B47-C309-481E-8147-65151CD37CC7}">
      <dgm:prSet/>
      <dgm:spPr/>
      <dgm:t>
        <a:bodyPr/>
        <a:lstStyle/>
        <a:p>
          <a:endParaRPr lang="en-US"/>
        </a:p>
      </dgm:t>
    </dgm:pt>
    <dgm:pt modelId="{7F1F2337-7312-492B-A6BB-589A94477323}" type="sibTrans" cxnId="{32891B47-C309-481E-8147-65151CD37CC7}">
      <dgm:prSet/>
      <dgm:spPr/>
      <dgm:t>
        <a:bodyPr/>
        <a:lstStyle/>
        <a:p>
          <a:endParaRPr lang="en-US"/>
        </a:p>
      </dgm:t>
    </dgm:pt>
    <dgm:pt modelId="{A7AF965F-D62F-4778-B89B-A9AB4C11C0AC}">
      <dgm:prSet/>
      <dgm:spPr/>
      <dgm:t>
        <a:bodyPr/>
        <a:lstStyle/>
        <a:p>
          <a:r>
            <a:rPr lang="en-US"/>
            <a:t>• 8–12% canine atopic dermatitis, 6–9% feline respiratory allergies</a:t>
          </a:r>
        </a:p>
      </dgm:t>
    </dgm:pt>
    <dgm:pt modelId="{7ED17447-D99C-44C0-B2E3-2C78170064A3}" type="parTrans" cxnId="{73B6094A-9BB1-48B4-A35A-06597654819A}">
      <dgm:prSet/>
      <dgm:spPr/>
      <dgm:t>
        <a:bodyPr/>
        <a:lstStyle/>
        <a:p>
          <a:endParaRPr lang="en-US"/>
        </a:p>
      </dgm:t>
    </dgm:pt>
    <dgm:pt modelId="{1B226B42-5377-4E73-A551-0E4455C18D2B}" type="sibTrans" cxnId="{73B6094A-9BB1-48B4-A35A-06597654819A}">
      <dgm:prSet/>
      <dgm:spPr/>
      <dgm:t>
        <a:bodyPr/>
        <a:lstStyle/>
        <a:p>
          <a:endParaRPr lang="en-US"/>
        </a:p>
      </dgm:t>
    </dgm:pt>
    <dgm:pt modelId="{38259335-63B6-46AB-B487-8B6A74EB4A1C}">
      <dgm:prSet/>
      <dgm:spPr/>
      <dgm:t>
        <a:bodyPr/>
        <a:lstStyle/>
        <a:p>
          <a:r>
            <a:rPr lang="en-US"/>
            <a:t>• Increasing awareness among veterinarians</a:t>
          </a:r>
        </a:p>
      </dgm:t>
    </dgm:pt>
    <dgm:pt modelId="{E2D925E8-8646-4A9B-A667-6A62760AA7C8}" type="parTrans" cxnId="{923210DE-25BA-41DD-8D81-842FA7EF4522}">
      <dgm:prSet/>
      <dgm:spPr/>
      <dgm:t>
        <a:bodyPr/>
        <a:lstStyle/>
        <a:p>
          <a:endParaRPr lang="en-US"/>
        </a:p>
      </dgm:t>
    </dgm:pt>
    <dgm:pt modelId="{57E2CA3A-30DF-458D-A97D-EA504840A035}" type="sibTrans" cxnId="{923210DE-25BA-41DD-8D81-842FA7EF4522}">
      <dgm:prSet/>
      <dgm:spPr/>
      <dgm:t>
        <a:bodyPr/>
        <a:lstStyle/>
        <a:p>
          <a:endParaRPr lang="en-US"/>
        </a:p>
      </dgm:t>
    </dgm:pt>
    <dgm:pt modelId="{390C86EC-E3AE-44AD-96A4-62510B8634B5}" type="pres">
      <dgm:prSet presAssocID="{FCCAE09F-B364-414E-9A85-F7F8EAF56491}" presName="root" presStyleCnt="0">
        <dgm:presLayoutVars>
          <dgm:dir/>
          <dgm:resizeHandles val="exact"/>
        </dgm:presLayoutVars>
      </dgm:prSet>
      <dgm:spPr/>
    </dgm:pt>
    <dgm:pt modelId="{D4996249-7A85-4B4D-9BA2-7035D0CB703F}" type="pres">
      <dgm:prSet presAssocID="{37EF8124-6C8D-4826-B1CF-71639BC83917}" presName="compNode" presStyleCnt="0"/>
      <dgm:spPr/>
    </dgm:pt>
    <dgm:pt modelId="{7D95B059-04C4-495C-A1B4-0BB45CD9552C}" type="pres">
      <dgm:prSet presAssocID="{37EF8124-6C8D-4826-B1CF-71639BC839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9D976737-75E1-4455-A557-8A1C818E6D40}" type="pres">
      <dgm:prSet presAssocID="{37EF8124-6C8D-4826-B1CF-71639BC83917}" presName="spaceRect" presStyleCnt="0"/>
      <dgm:spPr/>
    </dgm:pt>
    <dgm:pt modelId="{4D636D0F-2EA2-490E-81A1-5DFACC342E82}" type="pres">
      <dgm:prSet presAssocID="{37EF8124-6C8D-4826-B1CF-71639BC83917}" presName="textRect" presStyleLbl="revTx" presStyleIdx="0" presStyleCnt="3">
        <dgm:presLayoutVars>
          <dgm:chMax val="1"/>
          <dgm:chPref val="1"/>
        </dgm:presLayoutVars>
      </dgm:prSet>
      <dgm:spPr/>
    </dgm:pt>
    <dgm:pt modelId="{37E06C29-722C-465A-BCEB-2EE921FB770C}" type="pres">
      <dgm:prSet presAssocID="{7F1F2337-7312-492B-A6BB-589A94477323}" presName="sibTrans" presStyleCnt="0"/>
      <dgm:spPr/>
    </dgm:pt>
    <dgm:pt modelId="{9303AA7A-1E7D-419A-89CE-11D88100871D}" type="pres">
      <dgm:prSet presAssocID="{A7AF965F-D62F-4778-B89B-A9AB4C11C0AC}" presName="compNode" presStyleCnt="0"/>
      <dgm:spPr/>
    </dgm:pt>
    <dgm:pt modelId="{AC627F7E-5555-4D82-82BA-E29E4DF4AD60}" type="pres">
      <dgm:prSet presAssocID="{A7AF965F-D62F-4778-B89B-A9AB4C11C0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4BF7C077-0A5D-49FF-809C-697C27FC5F28}" type="pres">
      <dgm:prSet presAssocID="{A7AF965F-D62F-4778-B89B-A9AB4C11C0AC}" presName="spaceRect" presStyleCnt="0"/>
      <dgm:spPr/>
    </dgm:pt>
    <dgm:pt modelId="{B70A5CC2-E1C4-461C-81CE-3D455E67FE6E}" type="pres">
      <dgm:prSet presAssocID="{A7AF965F-D62F-4778-B89B-A9AB4C11C0AC}" presName="textRect" presStyleLbl="revTx" presStyleIdx="1" presStyleCnt="3">
        <dgm:presLayoutVars>
          <dgm:chMax val="1"/>
          <dgm:chPref val="1"/>
        </dgm:presLayoutVars>
      </dgm:prSet>
      <dgm:spPr/>
    </dgm:pt>
    <dgm:pt modelId="{E7E981B7-2CDA-499E-98CC-12F307462A82}" type="pres">
      <dgm:prSet presAssocID="{1B226B42-5377-4E73-A551-0E4455C18D2B}" presName="sibTrans" presStyleCnt="0"/>
      <dgm:spPr/>
    </dgm:pt>
    <dgm:pt modelId="{358A5B70-D0A4-41D5-BD4B-CE19BCBDDF51}" type="pres">
      <dgm:prSet presAssocID="{38259335-63B6-46AB-B487-8B6A74EB4A1C}" presName="compNode" presStyleCnt="0"/>
      <dgm:spPr/>
    </dgm:pt>
    <dgm:pt modelId="{72ED57FE-8F9E-4788-8F34-6C03B5A0490C}" type="pres">
      <dgm:prSet presAssocID="{38259335-63B6-46AB-B487-8B6A74EB4A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32655177-B2BE-43D1-A8BA-53357D362E1F}" type="pres">
      <dgm:prSet presAssocID="{38259335-63B6-46AB-B487-8B6A74EB4A1C}" presName="spaceRect" presStyleCnt="0"/>
      <dgm:spPr/>
    </dgm:pt>
    <dgm:pt modelId="{C05B0C11-7108-4BF4-8108-2082BD9C6626}" type="pres">
      <dgm:prSet presAssocID="{38259335-63B6-46AB-B487-8B6A74EB4A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5748D14-D4C7-4899-8DCA-52A1E2D2EC2D}" type="presOf" srcId="{38259335-63B6-46AB-B487-8B6A74EB4A1C}" destId="{C05B0C11-7108-4BF4-8108-2082BD9C6626}" srcOrd="0" destOrd="0" presId="urn:microsoft.com/office/officeart/2018/2/layout/IconLabelList"/>
    <dgm:cxn modelId="{32891B47-C309-481E-8147-65151CD37CC7}" srcId="{FCCAE09F-B364-414E-9A85-F7F8EAF56491}" destId="{37EF8124-6C8D-4826-B1CF-71639BC83917}" srcOrd="0" destOrd="0" parTransId="{ACE3F981-2086-47C9-8F9A-A39517A1C2B3}" sibTransId="{7F1F2337-7312-492B-A6BB-589A94477323}"/>
    <dgm:cxn modelId="{1761E849-483E-4243-BDF4-B3F38370111C}" type="presOf" srcId="{A7AF965F-D62F-4778-B89B-A9AB4C11C0AC}" destId="{B70A5CC2-E1C4-461C-81CE-3D455E67FE6E}" srcOrd="0" destOrd="0" presId="urn:microsoft.com/office/officeart/2018/2/layout/IconLabelList"/>
    <dgm:cxn modelId="{73B6094A-9BB1-48B4-A35A-06597654819A}" srcId="{FCCAE09F-B364-414E-9A85-F7F8EAF56491}" destId="{A7AF965F-D62F-4778-B89B-A9AB4C11C0AC}" srcOrd="1" destOrd="0" parTransId="{7ED17447-D99C-44C0-B2E3-2C78170064A3}" sibTransId="{1B226B42-5377-4E73-A551-0E4455C18D2B}"/>
    <dgm:cxn modelId="{09E1E793-B798-4334-94EF-F2420B8B3173}" type="presOf" srcId="{37EF8124-6C8D-4826-B1CF-71639BC83917}" destId="{4D636D0F-2EA2-490E-81A1-5DFACC342E82}" srcOrd="0" destOrd="0" presId="urn:microsoft.com/office/officeart/2018/2/layout/IconLabelList"/>
    <dgm:cxn modelId="{94F213DB-3D1A-40DC-8D67-BB7A7641B5C8}" type="presOf" srcId="{FCCAE09F-B364-414E-9A85-F7F8EAF56491}" destId="{390C86EC-E3AE-44AD-96A4-62510B8634B5}" srcOrd="0" destOrd="0" presId="urn:microsoft.com/office/officeart/2018/2/layout/IconLabelList"/>
    <dgm:cxn modelId="{923210DE-25BA-41DD-8D81-842FA7EF4522}" srcId="{FCCAE09F-B364-414E-9A85-F7F8EAF56491}" destId="{38259335-63B6-46AB-B487-8B6A74EB4A1C}" srcOrd="2" destOrd="0" parTransId="{E2D925E8-8646-4A9B-A667-6A62760AA7C8}" sibTransId="{57E2CA3A-30DF-458D-A97D-EA504840A035}"/>
    <dgm:cxn modelId="{84B9BD00-8850-45E8-B585-CD61337B59E1}" type="presParOf" srcId="{390C86EC-E3AE-44AD-96A4-62510B8634B5}" destId="{D4996249-7A85-4B4D-9BA2-7035D0CB703F}" srcOrd="0" destOrd="0" presId="urn:microsoft.com/office/officeart/2018/2/layout/IconLabelList"/>
    <dgm:cxn modelId="{F3255AA6-F042-45A0-8C5C-5AB6917E1681}" type="presParOf" srcId="{D4996249-7A85-4B4D-9BA2-7035D0CB703F}" destId="{7D95B059-04C4-495C-A1B4-0BB45CD9552C}" srcOrd="0" destOrd="0" presId="urn:microsoft.com/office/officeart/2018/2/layout/IconLabelList"/>
    <dgm:cxn modelId="{E313912E-E78D-4960-BC58-9C57078ED86C}" type="presParOf" srcId="{D4996249-7A85-4B4D-9BA2-7035D0CB703F}" destId="{9D976737-75E1-4455-A557-8A1C818E6D40}" srcOrd="1" destOrd="0" presId="urn:microsoft.com/office/officeart/2018/2/layout/IconLabelList"/>
    <dgm:cxn modelId="{3C371CCE-9887-42B1-823B-CFC12C19B098}" type="presParOf" srcId="{D4996249-7A85-4B4D-9BA2-7035D0CB703F}" destId="{4D636D0F-2EA2-490E-81A1-5DFACC342E82}" srcOrd="2" destOrd="0" presId="urn:microsoft.com/office/officeart/2018/2/layout/IconLabelList"/>
    <dgm:cxn modelId="{F04EFB1C-B4B6-46BF-8FED-CAB998BD2E36}" type="presParOf" srcId="{390C86EC-E3AE-44AD-96A4-62510B8634B5}" destId="{37E06C29-722C-465A-BCEB-2EE921FB770C}" srcOrd="1" destOrd="0" presId="urn:microsoft.com/office/officeart/2018/2/layout/IconLabelList"/>
    <dgm:cxn modelId="{4FF4A51F-F14A-484C-9158-E6BB7F377A55}" type="presParOf" srcId="{390C86EC-E3AE-44AD-96A4-62510B8634B5}" destId="{9303AA7A-1E7D-419A-89CE-11D88100871D}" srcOrd="2" destOrd="0" presId="urn:microsoft.com/office/officeart/2018/2/layout/IconLabelList"/>
    <dgm:cxn modelId="{3075B51C-A7BE-4060-8AD9-EBFB0513AF90}" type="presParOf" srcId="{9303AA7A-1E7D-419A-89CE-11D88100871D}" destId="{AC627F7E-5555-4D82-82BA-E29E4DF4AD60}" srcOrd="0" destOrd="0" presId="urn:microsoft.com/office/officeart/2018/2/layout/IconLabelList"/>
    <dgm:cxn modelId="{BFFE84E8-6586-4433-97AA-8176CDDA61D3}" type="presParOf" srcId="{9303AA7A-1E7D-419A-89CE-11D88100871D}" destId="{4BF7C077-0A5D-49FF-809C-697C27FC5F28}" srcOrd="1" destOrd="0" presId="urn:microsoft.com/office/officeart/2018/2/layout/IconLabelList"/>
    <dgm:cxn modelId="{8D369D66-37AD-40EC-B7EE-C4F9AA689D9E}" type="presParOf" srcId="{9303AA7A-1E7D-419A-89CE-11D88100871D}" destId="{B70A5CC2-E1C4-461C-81CE-3D455E67FE6E}" srcOrd="2" destOrd="0" presId="urn:microsoft.com/office/officeart/2018/2/layout/IconLabelList"/>
    <dgm:cxn modelId="{7E415233-0293-4C3F-869C-5CB3F431CA13}" type="presParOf" srcId="{390C86EC-E3AE-44AD-96A4-62510B8634B5}" destId="{E7E981B7-2CDA-499E-98CC-12F307462A82}" srcOrd="3" destOrd="0" presId="urn:microsoft.com/office/officeart/2018/2/layout/IconLabelList"/>
    <dgm:cxn modelId="{8FECB2B1-1B70-420F-9E32-99F61B9193B0}" type="presParOf" srcId="{390C86EC-E3AE-44AD-96A4-62510B8634B5}" destId="{358A5B70-D0A4-41D5-BD4B-CE19BCBDDF51}" srcOrd="4" destOrd="0" presId="urn:microsoft.com/office/officeart/2018/2/layout/IconLabelList"/>
    <dgm:cxn modelId="{1564484B-511A-476A-B4F5-57232F0CD783}" type="presParOf" srcId="{358A5B70-D0A4-41D5-BD4B-CE19BCBDDF51}" destId="{72ED57FE-8F9E-4788-8F34-6C03B5A0490C}" srcOrd="0" destOrd="0" presId="urn:microsoft.com/office/officeart/2018/2/layout/IconLabelList"/>
    <dgm:cxn modelId="{8788BFB6-C832-4B9F-89FC-9CEF795F41F3}" type="presParOf" srcId="{358A5B70-D0A4-41D5-BD4B-CE19BCBDDF51}" destId="{32655177-B2BE-43D1-A8BA-53357D362E1F}" srcOrd="1" destOrd="0" presId="urn:microsoft.com/office/officeart/2018/2/layout/IconLabelList"/>
    <dgm:cxn modelId="{E9E1B7EA-A055-4336-98CC-A07EFBE9CC55}" type="presParOf" srcId="{358A5B70-D0A4-41D5-BD4B-CE19BCBDDF51}" destId="{C05B0C11-7108-4BF4-8108-2082BD9C662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E57D14-679B-4B2E-A5F0-F68CCE87E39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0C6A1D-6182-4FA5-A1A1-6D3894202786}">
      <dgm:prSet/>
      <dgm:spPr/>
      <dgm:t>
        <a:bodyPr/>
        <a:lstStyle/>
        <a:p>
          <a:r>
            <a:rPr lang="en-US" dirty="0"/>
            <a:t>France €12.6M</a:t>
          </a:r>
        </a:p>
        <a:p>
          <a:r>
            <a:rPr lang="en-US" dirty="0"/>
            <a:t> Italy €13M</a:t>
          </a:r>
        </a:p>
        <a:p>
          <a:r>
            <a:rPr lang="en-US" dirty="0"/>
            <a:t> Spain €9M</a:t>
          </a:r>
        </a:p>
        <a:p>
          <a:r>
            <a:rPr lang="en-US" dirty="0"/>
            <a:t> Germany €15M</a:t>
          </a:r>
        </a:p>
        <a:p>
          <a:r>
            <a:rPr lang="en-US" dirty="0"/>
            <a:t>Belgium €2M</a:t>
          </a:r>
        </a:p>
      </dgm:t>
    </dgm:pt>
    <dgm:pt modelId="{9B0877EF-860F-40F0-BA2C-C8E23E36CB25}" type="parTrans" cxnId="{2C5B1141-E42A-4960-852D-DF90D2E3932A}">
      <dgm:prSet/>
      <dgm:spPr/>
      <dgm:t>
        <a:bodyPr/>
        <a:lstStyle/>
        <a:p>
          <a:endParaRPr lang="en-US"/>
        </a:p>
      </dgm:t>
    </dgm:pt>
    <dgm:pt modelId="{EDFED497-0B70-45F7-A05D-144E2096B1BB}" type="sibTrans" cxnId="{2C5B1141-E42A-4960-852D-DF90D2E3932A}">
      <dgm:prSet/>
      <dgm:spPr/>
      <dgm:t>
        <a:bodyPr/>
        <a:lstStyle/>
        <a:p>
          <a:endParaRPr lang="en-US"/>
        </a:p>
      </dgm:t>
    </dgm:pt>
    <dgm:pt modelId="{9652F9D8-572C-4D79-A6D3-FF442636461B}">
      <dgm:prSet/>
      <dgm:spPr/>
      <dgm:t>
        <a:bodyPr/>
        <a:lstStyle/>
        <a:p>
          <a:r>
            <a:rPr lang="en-US" dirty="0"/>
            <a:t>Average CAGR Potential </a:t>
          </a:r>
          <a:br>
            <a:rPr lang="en-US" dirty="0"/>
          </a:br>
          <a:r>
            <a:rPr lang="en-US" dirty="0"/>
            <a:t>32–35%</a:t>
          </a:r>
        </a:p>
      </dgm:t>
    </dgm:pt>
    <dgm:pt modelId="{F1511730-70B6-4FBD-98FA-F64F1D682B31}" type="parTrans" cxnId="{EA84E9E7-33C7-40AB-A0D9-5E1E70440186}">
      <dgm:prSet/>
      <dgm:spPr/>
      <dgm:t>
        <a:bodyPr/>
        <a:lstStyle/>
        <a:p>
          <a:endParaRPr lang="en-US"/>
        </a:p>
      </dgm:t>
    </dgm:pt>
    <dgm:pt modelId="{4A33AE97-A0C8-4511-A8D2-763F03B3212F}" type="sibTrans" cxnId="{EA84E9E7-33C7-40AB-A0D9-5E1E70440186}">
      <dgm:prSet/>
      <dgm:spPr/>
      <dgm:t>
        <a:bodyPr/>
        <a:lstStyle/>
        <a:p>
          <a:endParaRPr lang="en-US"/>
        </a:p>
      </dgm:t>
    </dgm:pt>
    <dgm:pt modelId="{7FD3BA98-0608-4B6B-94D0-CBF36B417066}" type="pres">
      <dgm:prSet presAssocID="{1AE57D14-679B-4B2E-A5F0-F68CCE87E396}" presName="root" presStyleCnt="0">
        <dgm:presLayoutVars>
          <dgm:dir/>
          <dgm:resizeHandles val="exact"/>
        </dgm:presLayoutVars>
      </dgm:prSet>
      <dgm:spPr/>
    </dgm:pt>
    <dgm:pt modelId="{8F9370BA-CAFA-4C82-99CB-DB9FA69600D8}" type="pres">
      <dgm:prSet presAssocID="{5D0C6A1D-6182-4FA5-A1A1-6D3894202786}" presName="compNode" presStyleCnt="0"/>
      <dgm:spPr/>
    </dgm:pt>
    <dgm:pt modelId="{9060C6ED-C097-4593-90E5-1108B6835D8B}" type="pres">
      <dgm:prSet presAssocID="{5D0C6A1D-6182-4FA5-A1A1-6D389420278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BAED9DE-7A3A-4270-97A1-A6D30B5DDB25}" type="pres">
      <dgm:prSet presAssocID="{5D0C6A1D-6182-4FA5-A1A1-6D3894202786}" presName="spaceRect" presStyleCnt="0"/>
      <dgm:spPr/>
    </dgm:pt>
    <dgm:pt modelId="{66F5862A-43C6-4559-A752-DCB7BFC10060}" type="pres">
      <dgm:prSet presAssocID="{5D0C6A1D-6182-4FA5-A1A1-6D3894202786}" presName="textRect" presStyleLbl="revTx" presStyleIdx="0" presStyleCnt="2" custScaleY="279883" custLinFactNeighborX="-1527" custLinFactNeighborY="27019">
        <dgm:presLayoutVars>
          <dgm:chMax val="1"/>
          <dgm:chPref val="1"/>
        </dgm:presLayoutVars>
      </dgm:prSet>
      <dgm:spPr/>
    </dgm:pt>
    <dgm:pt modelId="{FD1F3FC1-F2D7-4DC9-9A1A-ABD6B5D0EC8E}" type="pres">
      <dgm:prSet presAssocID="{EDFED497-0B70-45F7-A05D-144E2096B1BB}" presName="sibTrans" presStyleCnt="0"/>
      <dgm:spPr/>
    </dgm:pt>
    <dgm:pt modelId="{73E9B227-440A-42FC-AC75-3E6D169D3AC6}" type="pres">
      <dgm:prSet presAssocID="{9652F9D8-572C-4D79-A6D3-FF442636461B}" presName="compNode" presStyleCnt="0"/>
      <dgm:spPr/>
    </dgm:pt>
    <dgm:pt modelId="{8007CD09-A7FE-4BD5-B0C7-C3F793360826}" type="pres">
      <dgm:prSet presAssocID="{9652F9D8-572C-4D79-A6D3-FF442636461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5BDB700-4DAF-4317-98B5-531474F8ECE3}" type="pres">
      <dgm:prSet presAssocID="{9652F9D8-572C-4D79-A6D3-FF442636461B}" presName="spaceRect" presStyleCnt="0"/>
      <dgm:spPr/>
    </dgm:pt>
    <dgm:pt modelId="{6A0472D4-4EB2-4FFD-8FD7-80BC387465E0}" type="pres">
      <dgm:prSet presAssocID="{9652F9D8-572C-4D79-A6D3-FF442636461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DE7D609-2194-46FB-8BF0-BFC515D6155C}" type="presOf" srcId="{9652F9D8-572C-4D79-A6D3-FF442636461B}" destId="{6A0472D4-4EB2-4FFD-8FD7-80BC387465E0}" srcOrd="0" destOrd="0" presId="urn:microsoft.com/office/officeart/2018/2/layout/IconLabelList"/>
    <dgm:cxn modelId="{2C5B1141-E42A-4960-852D-DF90D2E3932A}" srcId="{1AE57D14-679B-4B2E-A5F0-F68CCE87E396}" destId="{5D0C6A1D-6182-4FA5-A1A1-6D3894202786}" srcOrd="0" destOrd="0" parTransId="{9B0877EF-860F-40F0-BA2C-C8E23E36CB25}" sibTransId="{EDFED497-0B70-45F7-A05D-144E2096B1BB}"/>
    <dgm:cxn modelId="{025E5048-1B8C-45A0-A928-5A784232D7F6}" type="presOf" srcId="{1AE57D14-679B-4B2E-A5F0-F68CCE87E396}" destId="{7FD3BA98-0608-4B6B-94D0-CBF36B417066}" srcOrd="0" destOrd="0" presId="urn:microsoft.com/office/officeart/2018/2/layout/IconLabelList"/>
    <dgm:cxn modelId="{E4521787-C79B-4729-83B0-BF41373EBDFB}" type="presOf" srcId="{5D0C6A1D-6182-4FA5-A1A1-6D3894202786}" destId="{66F5862A-43C6-4559-A752-DCB7BFC10060}" srcOrd="0" destOrd="0" presId="urn:microsoft.com/office/officeart/2018/2/layout/IconLabelList"/>
    <dgm:cxn modelId="{EA84E9E7-33C7-40AB-A0D9-5E1E70440186}" srcId="{1AE57D14-679B-4B2E-A5F0-F68CCE87E396}" destId="{9652F9D8-572C-4D79-A6D3-FF442636461B}" srcOrd="1" destOrd="0" parTransId="{F1511730-70B6-4FBD-98FA-F64F1D682B31}" sibTransId="{4A33AE97-A0C8-4511-A8D2-763F03B3212F}"/>
    <dgm:cxn modelId="{6CF00AEA-7C0E-43A2-9BB8-DAB35929E9D8}" type="presParOf" srcId="{7FD3BA98-0608-4B6B-94D0-CBF36B417066}" destId="{8F9370BA-CAFA-4C82-99CB-DB9FA69600D8}" srcOrd="0" destOrd="0" presId="urn:microsoft.com/office/officeart/2018/2/layout/IconLabelList"/>
    <dgm:cxn modelId="{4BD94AD8-C32D-40F8-8CBD-EDF4C1D52C47}" type="presParOf" srcId="{8F9370BA-CAFA-4C82-99CB-DB9FA69600D8}" destId="{9060C6ED-C097-4593-90E5-1108B6835D8B}" srcOrd="0" destOrd="0" presId="urn:microsoft.com/office/officeart/2018/2/layout/IconLabelList"/>
    <dgm:cxn modelId="{9A592200-C26A-443F-8596-77B374324B64}" type="presParOf" srcId="{8F9370BA-CAFA-4C82-99CB-DB9FA69600D8}" destId="{1BAED9DE-7A3A-4270-97A1-A6D30B5DDB25}" srcOrd="1" destOrd="0" presId="urn:microsoft.com/office/officeart/2018/2/layout/IconLabelList"/>
    <dgm:cxn modelId="{0987352C-7BBF-4D58-8B54-9FA217E8B713}" type="presParOf" srcId="{8F9370BA-CAFA-4C82-99CB-DB9FA69600D8}" destId="{66F5862A-43C6-4559-A752-DCB7BFC10060}" srcOrd="2" destOrd="0" presId="urn:microsoft.com/office/officeart/2018/2/layout/IconLabelList"/>
    <dgm:cxn modelId="{8297D373-B834-4DE5-AF20-1C697B6B1756}" type="presParOf" srcId="{7FD3BA98-0608-4B6B-94D0-CBF36B417066}" destId="{FD1F3FC1-F2D7-4DC9-9A1A-ABD6B5D0EC8E}" srcOrd="1" destOrd="0" presId="urn:microsoft.com/office/officeart/2018/2/layout/IconLabelList"/>
    <dgm:cxn modelId="{FC72F2C6-B4DB-4016-8EF6-4A39FF98F76A}" type="presParOf" srcId="{7FD3BA98-0608-4B6B-94D0-CBF36B417066}" destId="{73E9B227-440A-42FC-AC75-3E6D169D3AC6}" srcOrd="2" destOrd="0" presId="urn:microsoft.com/office/officeart/2018/2/layout/IconLabelList"/>
    <dgm:cxn modelId="{159E5F1F-045A-4946-B199-55EE7D41B935}" type="presParOf" srcId="{73E9B227-440A-42FC-AC75-3E6D169D3AC6}" destId="{8007CD09-A7FE-4BD5-B0C7-C3F793360826}" srcOrd="0" destOrd="0" presId="urn:microsoft.com/office/officeart/2018/2/layout/IconLabelList"/>
    <dgm:cxn modelId="{2B9A1D21-F542-4969-90FF-A1010179A390}" type="presParOf" srcId="{73E9B227-440A-42FC-AC75-3E6D169D3AC6}" destId="{A5BDB700-4DAF-4317-98B5-531474F8ECE3}" srcOrd="1" destOrd="0" presId="urn:microsoft.com/office/officeart/2018/2/layout/IconLabelList"/>
    <dgm:cxn modelId="{E57D9C54-DB50-4A32-AE25-EB0B92234BF1}" type="presParOf" srcId="{73E9B227-440A-42FC-AC75-3E6D169D3AC6}" destId="{6A0472D4-4EB2-4FFD-8FD7-80BC387465E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727E28-EC62-4D77-B376-62F5F4CFD40F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31935D8-6AA6-404F-BC53-7B862D065A08}">
      <dgm:prSet custT="1"/>
      <dgm:spPr>
        <a:noFill/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800" dirty="0">
              <a:solidFill>
                <a:schemeClr val="tx1"/>
              </a:solidFill>
            </a:rPr>
            <a:t>IDEXX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2800" dirty="0">
              <a:solidFill>
                <a:schemeClr val="tx1"/>
              </a:solidFill>
            </a:rPr>
            <a:t>Hesk</a:t>
          </a:r>
          <a:br>
            <a:rPr lang="en-US" sz="2800" dirty="0">
              <a:solidFill>
                <a:schemeClr val="tx1"/>
              </a:solidFill>
            </a:rPr>
          </a:br>
          <a:r>
            <a:rPr lang="en-US" sz="2800" dirty="0">
              <a:solidFill>
                <a:schemeClr val="tx1"/>
              </a:solidFill>
            </a:rPr>
            <a:t>Zoetis</a:t>
          </a:r>
          <a:br>
            <a:rPr lang="en-US" sz="2800" dirty="0">
              <a:solidFill>
                <a:schemeClr val="tx1"/>
              </a:solidFill>
            </a:rPr>
          </a:br>
          <a:r>
            <a:rPr lang="en-US" sz="2800" dirty="0" err="1">
              <a:solidFill>
                <a:schemeClr val="tx1"/>
              </a:solidFill>
            </a:rPr>
            <a:t>Nextmune</a:t>
          </a:r>
          <a:br>
            <a:rPr lang="en-US" sz="3600" dirty="0">
              <a:solidFill>
                <a:schemeClr val="tx1"/>
              </a:solidFill>
            </a:rPr>
          </a:br>
          <a:endParaRPr lang="en-US" sz="3600" dirty="0">
            <a:solidFill>
              <a:schemeClr val="tx1"/>
            </a:solidFill>
          </a:endParaRPr>
        </a:p>
      </dgm:t>
    </dgm:pt>
    <dgm:pt modelId="{948A3668-B1AE-4A27-84B8-6BF1BADE9CFB}" type="parTrans" cxnId="{B711306B-AEA4-4C63-846A-A5C41AC0AE4B}">
      <dgm:prSet/>
      <dgm:spPr/>
      <dgm:t>
        <a:bodyPr/>
        <a:lstStyle/>
        <a:p>
          <a:endParaRPr lang="en-US"/>
        </a:p>
      </dgm:t>
    </dgm:pt>
    <dgm:pt modelId="{2EDBAD17-BEDF-488C-A036-9E4309F266DF}" type="sibTrans" cxnId="{B711306B-AEA4-4C63-846A-A5C41AC0AE4B}">
      <dgm:prSet/>
      <dgm:spPr/>
      <dgm:t>
        <a:bodyPr/>
        <a:lstStyle/>
        <a:p>
          <a:endParaRPr lang="en-US"/>
        </a:p>
      </dgm:t>
    </dgm:pt>
    <dgm:pt modelId="{7D306D5A-59C1-4F61-9039-8F1D4458C2CA}">
      <dgm:prSet custT="1"/>
      <dgm:spPr>
        <a:noFill/>
      </dgm:spPr>
      <dgm:t>
        <a:bodyPr/>
        <a:lstStyle/>
        <a:p>
          <a:r>
            <a:rPr lang="en-US" sz="3200" dirty="0">
              <a:solidFill>
                <a:schemeClr val="tx1"/>
              </a:solidFill>
            </a:rPr>
            <a:t>DIATECH STRATEGY </a:t>
          </a:r>
          <a:br>
            <a:rPr lang="en-US" sz="3200" dirty="0">
              <a:solidFill>
                <a:schemeClr val="tx1"/>
              </a:solidFill>
            </a:rPr>
          </a:br>
          <a:r>
            <a:rPr lang="en-US" sz="2800" dirty="0">
              <a:solidFill>
                <a:schemeClr val="tx1"/>
              </a:solidFill>
            </a:rPr>
            <a:t>Aggressive positioning on price</a:t>
          </a:r>
          <a:endParaRPr lang="en-US" sz="3200" dirty="0">
            <a:solidFill>
              <a:schemeClr val="tx1"/>
            </a:solidFill>
          </a:endParaRPr>
        </a:p>
        <a:p>
          <a:r>
            <a:rPr lang="en-US" sz="3200" dirty="0">
              <a:solidFill>
                <a:schemeClr val="tx1"/>
              </a:solidFill>
            </a:rPr>
            <a:t>= €35/test</a:t>
          </a:r>
          <a:br>
            <a:rPr lang="en-US" sz="3200" dirty="0">
              <a:solidFill>
                <a:schemeClr val="tx1"/>
              </a:solidFill>
            </a:rPr>
          </a:br>
          <a:br>
            <a:rPr lang="en-US" sz="3200" dirty="0">
              <a:solidFill>
                <a:schemeClr val="tx1"/>
              </a:solidFill>
            </a:rPr>
          </a:br>
          <a:r>
            <a:rPr lang="en-US" sz="2000" dirty="0">
              <a:solidFill>
                <a:schemeClr val="tx1"/>
              </a:solidFill>
            </a:rPr>
            <a:t>(Reader not considered)</a:t>
          </a:r>
          <a:endParaRPr lang="en-US" sz="3200" dirty="0">
            <a:solidFill>
              <a:schemeClr val="tx1"/>
            </a:solidFill>
          </a:endParaRPr>
        </a:p>
      </dgm:t>
    </dgm:pt>
    <dgm:pt modelId="{65847BCD-6B76-4A75-A379-1F2A0187A305}" type="parTrans" cxnId="{465359E4-2161-4090-A015-CB38FAE3E98F}">
      <dgm:prSet/>
      <dgm:spPr/>
      <dgm:t>
        <a:bodyPr/>
        <a:lstStyle/>
        <a:p>
          <a:endParaRPr lang="en-US"/>
        </a:p>
      </dgm:t>
    </dgm:pt>
    <dgm:pt modelId="{AB7BCAB1-AB53-48C1-B0EB-61EA222646EE}" type="sibTrans" cxnId="{465359E4-2161-4090-A015-CB38FAE3E98F}">
      <dgm:prSet/>
      <dgm:spPr/>
      <dgm:t>
        <a:bodyPr/>
        <a:lstStyle/>
        <a:p>
          <a:endParaRPr lang="en-US"/>
        </a:p>
      </dgm:t>
    </dgm:pt>
    <dgm:pt modelId="{DA417196-C690-5E45-AAA0-EF639E9839FE}" type="pres">
      <dgm:prSet presAssocID="{2F727E28-EC62-4D77-B376-62F5F4CFD40F}" presName="diagram" presStyleCnt="0">
        <dgm:presLayoutVars>
          <dgm:dir/>
          <dgm:resizeHandles val="exact"/>
        </dgm:presLayoutVars>
      </dgm:prSet>
      <dgm:spPr/>
    </dgm:pt>
    <dgm:pt modelId="{6A7A06EC-61FE-3242-9D46-1D2D8BEFC28B}" type="pres">
      <dgm:prSet presAssocID="{531935D8-6AA6-404F-BC53-7B862D065A08}" presName="node" presStyleLbl="node1" presStyleIdx="0" presStyleCnt="2">
        <dgm:presLayoutVars>
          <dgm:bulletEnabled val="1"/>
        </dgm:presLayoutVars>
      </dgm:prSet>
      <dgm:spPr/>
    </dgm:pt>
    <dgm:pt modelId="{AEB240EC-5DCF-8D4A-A764-EC22BFDC25D5}" type="pres">
      <dgm:prSet presAssocID="{2EDBAD17-BEDF-488C-A036-9E4309F266DF}" presName="sibTrans" presStyleCnt="0"/>
      <dgm:spPr/>
    </dgm:pt>
    <dgm:pt modelId="{997F746D-338E-F941-8D45-8A3A30141596}" type="pres">
      <dgm:prSet presAssocID="{7D306D5A-59C1-4F61-9039-8F1D4458C2CA}" presName="node" presStyleLbl="node1" presStyleIdx="1" presStyleCnt="2">
        <dgm:presLayoutVars>
          <dgm:bulletEnabled val="1"/>
        </dgm:presLayoutVars>
      </dgm:prSet>
      <dgm:spPr/>
    </dgm:pt>
  </dgm:ptLst>
  <dgm:cxnLst>
    <dgm:cxn modelId="{1F86A911-8C67-0848-BBCB-2A8B02EDD14D}" type="presOf" srcId="{7D306D5A-59C1-4F61-9039-8F1D4458C2CA}" destId="{997F746D-338E-F941-8D45-8A3A30141596}" srcOrd="0" destOrd="0" presId="urn:microsoft.com/office/officeart/2005/8/layout/default"/>
    <dgm:cxn modelId="{B711306B-AEA4-4C63-846A-A5C41AC0AE4B}" srcId="{2F727E28-EC62-4D77-B376-62F5F4CFD40F}" destId="{531935D8-6AA6-404F-BC53-7B862D065A08}" srcOrd="0" destOrd="0" parTransId="{948A3668-B1AE-4A27-84B8-6BF1BADE9CFB}" sibTransId="{2EDBAD17-BEDF-488C-A036-9E4309F266DF}"/>
    <dgm:cxn modelId="{E98AFC6E-C14E-844C-BA26-2B9C4E2A81CD}" type="presOf" srcId="{2F727E28-EC62-4D77-B376-62F5F4CFD40F}" destId="{DA417196-C690-5E45-AAA0-EF639E9839FE}" srcOrd="0" destOrd="0" presId="urn:microsoft.com/office/officeart/2005/8/layout/default"/>
    <dgm:cxn modelId="{F38FF5C2-CD9B-E847-938F-FA0211B1FAAE}" type="presOf" srcId="{531935D8-6AA6-404F-BC53-7B862D065A08}" destId="{6A7A06EC-61FE-3242-9D46-1D2D8BEFC28B}" srcOrd="0" destOrd="0" presId="urn:microsoft.com/office/officeart/2005/8/layout/default"/>
    <dgm:cxn modelId="{465359E4-2161-4090-A015-CB38FAE3E98F}" srcId="{2F727E28-EC62-4D77-B376-62F5F4CFD40F}" destId="{7D306D5A-59C1-4F61-9039-8F1D4458C2CA}" srcOrd="1" destOrd="0" parTransId="{65847BCD-6B76-4A75-A379-1F2A0187A305}" sibTransId="{AB7BCAB1-AB53-48C1-B0EB-61EA222646EE}"/>
    <dgm:cxn modelId="{D5BBC631-E110-1A4B-9E5D-B2B65FDA2D2D}" type="presParOf" srcId="{DA417196-C690-5E45-AAA0-EF639E9839FE}" destId="{6A7A06EC-61FE-3242-9D46-1D2D8BEFC28B}" srcOrd="0" destOrd="0" presId="urn:microsoft.com/office/officeart/2005/8/layout/default"/>
    <dgm:cxn modelId="{82313B11-320B-E942-9047-49E87614BC3B}" type="presParOf" srcId="{DA417196-C690-5E45-AAA0-EF639E9839FE}" destId="{AEB240EC-5DCF-8D4A-A764-EC22BFDC25D5}" srcOrd="1" destOrd="0" presId="urn:microsoft.com/office/officeart/2005/8/layout/default"/>
    <dgm:cxn modelId="{96402F42-75E3-3F42-8104-F39C594DDDF2}" type="presParOf" srcId="{DA417196-C690-5E45-AAA0-EF639E9839FE}" destId="{997F746D-338E-F941-8D45-8A3A3014159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76E03B-7A10-4B4E-A92F-9B58C13153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FD0FAB6-B5EB-45E6-A952-63BD1393984B}">
      <dgm:prSet/>
      <dgm:spPr/>
      <dgm:t>
        <a:bodyPr/>
        <a:lstStyle/>
        <a:p>
          <a:pPr algn="ctr">
            <a:defRPr cap="all"/>
          </a:pPr>
          <a:r>
            <a:rPr lang="en-US" dirty="0"/>
            <a:t>Lateral Flow Immunoassay </a:t>
          </a:r>
          <a:br>
            <a:rPr lang="en-US" dirty="0"/>
          </a:br>
          <a:r>
            <a:rPr lang="en-US" dirty="0"/>
            <a:t>(10–15 min readout</a:t>
          </a:r>
        </a:p>
        <a:p>
          <a:pPr algn="ctr">
            <a:defRPr cap="all"/>
          </a:pPr>
          <a:r>
            <a:rPr lang="en-US" dirty="0"/>
            <a:t>Reader Available</a:t>
          </a:r>
        </a:p>
      </dgm:t>
    </dgm:pt>
    <dgm:pt modelId="{A12BB232-6DBA-4BF5-A6A3-667E87AACEA2}" type="parTrans" cxnId="{5D913ACE-627B-465B-87A5-4909E62E0C47}">
      <dgm:prSet/>
      <dgm:spPr/>
      <dgm:t>
        <a:bodyPr/>
        <a:lstStyle/>
        <a:p>
          <a:endParaRPr lang="en-US"/>
        </a:p>
      </dgm:t>
    </dgm:pt>
    <dgm:pt modelId="{0D8105DB-14CD-44E4-B9E1-737B0E283962}" type="sibTrans" cxnId="{5D913ACE-627B-465B-87A5-4909E62E0C47}">
      <dgm:prSet/>
      <dgm:spPr/>
      <dgm:t>
        <a:bodyPr/>
        <a:lstStyle/>
        <a:p>
          <a:endParaRPr lang="en-US"/>
        </a:p>
      </dgm:t>
    </dgm:pt>
    <dgm:pt modelId="{E0948DE5-42D9-4C65-8B0B-92642123410C}">
      <dgm:prSet/>
      <dgm:spPr/>
      <dgm:t>
        <a:bodyPr/>
        <a:lstStyle/>
        <a:p>
          <a:pPr>
            <a:defRPr cap="all"/>
          </a:pPr>
          <a:r>
            <a:rPr lang="en-US" dirty="0"/>
            <a:t>• Small sample, easy in-clinic use</a:t>
          </a:r>
        </a:p>
      </dgm:t>
    </dgm:pt>
    <dgm:pt modelId="{42AC5CE3-B18F-48F2-8607-57ACE7B91D6D}" type="parTrans" cxnId="{D75F3B41-F033-49E4-86CA-9E6F30C4E35E}">
      <dgm:prSet/>
      <dgm:spPr/>
      <dgm:t>
        <a:bodyPr/>
        <a:lstStyle/>
        <a:p>
          <a:endParaRPr lang="en-US"/>
        </a:p>
      </dgm:t>
    </dgm:pt>
    <dgm:pt modelId="{14DB4ECC-21C9-42F4-9E5F-BF3B06C9CFFF}" type="sibTrans" cxnId="{D75F3B41-F033-49E4-86CA-9E6F30C4E35E}">
      <dgm:prSet/>
      <dgm:spPr/>
      <dgm:t>
        <a:bodyPr/>
        <a:lstStyle/>
        <a:p>
          <a:endParaRPr lang="en-US"/>
        </a:p>
      </dgm:t>
    </dgm:pt>
    <dgm:pt modelId="{BEC3BD7D-0D52-4445-9DD5-4FFAA434FBBE}">
      <dgm:prSet/>
      <dgm:spPr/>
      <dgm:t>
        <a:bodyPr/>
        <a:lstStyle/>
        <a:p>
          <a:pPr>
            <a:defRPr cap="all"/>
          </a:pPr>
          <a:r>
            <a:rPr lang="en-US"/>
            <a:t>• Reliable, cost-effective, fast results</a:t>
          </a:r>
        </a:p>
      </dgm:t>
    </dgm:pt>
    <dgm:pt modelId="{771DB87F-C3A6-4C40-9CB4-6118E75E032E}" type="parTrans" cxnId="{AF150599-F035-402A-87CD-FB738EF18EA6}">
      <dgm:prSet/>
      <dgm:spPr/>
      <dgm:t>
        <a:bodyPr/>
        <a:lstStyle/>
        <a:p>
          <a:endParaRPr lang="en-US"/>
        </a:p>
      </dgm:t>
    </dgm:pt>
    <dgm:pt modelId="{D697AD2F-40EB-4ECB-89B3-7E9595B3F91A}" type="sibTrans" cxnId="{AF150599-F035-402A-87CD-FB738EF18EA6}">
      <dgm:prSet/>
      <dgm:spPr/>
      <dgm:t>
        <a:bodyPr/>
        <a:lstStyle/>
        <a:p>
          <a:endParaRPr lang="en-US"/>
        </a:p>
      </dgm:t>
    </dgm:pt>
    <dgm:pt modelId="{2C1B85F8-E6D3-4089-AEF6-FD322BDCC0B6}" type="pres">
      <dgm:prSet presAssocID="{7A76E03B-7A10-4B4E-A92F-9B58C13153C6}" presName="root" presStyleCnt="0">
        <dgm:presLayoutVars>
          <dgm:dir/>
          <dgm:resizeHandles val="exact"/>
        </dgm:presLayoutVars>
      </dgm:prSet>
      <dgm:spPr/>
    </dgm:pt>
    <dgm:pt modelId="{F069B88B-8D89-4FAB-AA85-B10F64517FB6}" type="pres">
      <dgm:prSet presAssocID="{CFD0FAB6-B5EB-45E6-A952-63BD1393984B}" presName="compNode" presStyleCnt="0"/>
      <dgm:spPr/>
    </dgm:pt>
    <dgm:pt modelId="{30293DA3-1700-470F-8CD6-0501DAA97B28}" type="pres">
      <dgm:prSet presAssocID="{CFD0FAB6-B5EB-45E6-A952-63BD1393984B}" presName="iconBgRect" presStyleLbl="bgShp" presStyleIdx="0" presStyleCnt="3"/>
      <dgm:spPr/>
    </dgm:pt>
    <dgm:pt modelId="{7DA2EDEE-7111-4201-8BFE-B0154CC0D47E}" type="pres">
      <dgm:prSet presAssocID="{CFD0FAB6-B5EB-45E6-A952-63BD139398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02C8A64-0485-491F-A2F4-1BC5F7D9FBB4}" type="pres">
      <dgm:prSet presAssocID="{CFD0FAB6-B5EB-45E6-A952-63BD1393984B}" presName="spaceRect" presStyleCnt="0"/>
      <dgm:spPr/>
    </dgm:pt>
    <dgm:pt modelId="{36538CDE-0AAF-4955-9FAC-9E6A14F54D96}" type="pres">
      <dgm:prSet presAssocID="{CFD0FAB6-B5EB-45E6-A952-63BD1393984B}" presName="textRect" presStyleLbl="revTx" presStyleIdx="0" presStyleCnt="3">
        <dgm:presLayoutVars>
          <dgm:chMax val="1"/>
          <dgm:chPref val="1"/>
        </dgm:presLayoutVars>
      </dgm:prSet>
      <dgm:spPr/>
    </dgm:pt>
    <dgm:pt modelId="{2BB22622-AF8C-440B-844E-66A26BF7F2D9}" type="pres">
      <dgm:prSet presAssocID="{0D8105DB-14CD-44E4-B9E1-737B0E283962}" presName="sibTrans" presStyleCnt="0"/>
      <dgm:spPr/>
    </dgm:pt>
    <dgm:pt modelId="{94A47122-8B14-48F2-9C48-BE895A4C224D}" type="pres">
      <dgm:prSet presAssocID="{E0948DE5-42D9-4C65-8B0B-92642123410C}" presName="compNode" presStyleCnt="0"/>
      <dgm:spPr/>
    </dgm:pt>
    <dgm:pt modelId="{8C693446-511E-4728-B1B0-C6A89CEF8AEC}" type="pres">
      <dgm:prSet presAssocID="{E0948DE5-42D9-4C65-8B0B-92642123410C}" presName="iconBgRect" presStyleLbl="bgShp" presStyleIdx="1" presStyleCnt="3"/>
      <dgm:spPr/>
    </dgm:pt>
    <dgm:pt modelId="{0CC077DC-4313-4830-93DD-7288D58F59DA}" type="pres">
      <dgm:prSet presAssocID="{E0948DE5-42D9-4C65-8B0B-92642123410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F1FCA2AF-BD10-40B4-9E7E-654A73B3FC38}" type="pres">
      <dgm:prSet presAssocID="{E0948DE5-42D9-4C65-8B0B-92642123410C}" presName="spaceRect" presStyleCnt="0"/>
      <dgm:spPr/>
    </dgm:pt>
    <dgm:pt modelId="{EB4D79ED-7418-4A4B-9018-4AC5601103FE}" type="pres">
      <dgm:prSet presAssocID="{E0948DE5-42D9-4C65-8B0B-92642123410C}" presName="textRect" presStyleLbl="revTx" presStyleIdx="1" presStyleCnt="3">
        <dgm:presLayoutVars>
          <dgm:chMax val="1"/>
          <dgm:chPref val="1"/>
        </dgm:presLayoutVars>
      </dgm:prSet>
      <dgm:spPr/>
    </dgm:pt>
    <dgm:pt modelId="{5F55D3AF-7E5D-47E0-8EAB-85928A2AED75}" type="pres">
      <dgm:prSet presAssocID="{14DB4ECC-21C9-42F4-9E5F-BF3B06C9CFFF}" presName="sibTrans" presStyleCnt="0"/>
      <dgm:spPr/>
    </dgm:pt>
    <dgm:pt modelId="{DCB7CE46-95E1-415D-B78E-F4FAE4FC6CF4}" type="pres">
      <dgm:prSet presAssocID="{BEC3BD7D-0D52-4445-9DD5-4FFAA434FBBE}" presName="compNode" presStyleCnt="0"/>
      <dgm:spPr/>
    </dgm:pt>
    <dgm:pt modelId="{15F4D20B-6F34-4ACF-99AD-7EB46D9BB6BE}" type="pres">
      <dgm:prSet presAssocID="{BEC3BD7D-0D52-4445-9DD5-4FFAA434FBBE}" presName="iconBgRect" presStyleLbl="bgShp" presStyleIdx="2" presStyleCnt="3"/>
      <dgm:spPr/>
    </dgm:pt>
    <dgm:pt modelId="{86448223-E38D-4575-B3CD-E0A0A6C2A954}" type="pres">
      <dgm:prSet presAssocID="{BEC3BD7D-0D52-4445-9DD5-4FFAA434FB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F79F9D1-1B49-4190-A7DB-A529ACEBA515}" type="pres">
      <dgm:prSet presAssocID="{BEC3BD7D-0D52-4445-9DD5-4FFAA434FBBE}" presName="spaceRect" presStyleCnt="0"/>
      <dgm:spPr/>
    </dgm:pt>
    <dgm:pt modelId="{DFBAB9B3-C755-4265-AFF0-0400ACC524C0}" type="pres">
      <dgm:prSet presAssocID="{BEC3BD7D-0D52-4445-9DD5-4FFAA434FBB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5F3B41-F033-49E4-86CA-9E6F30C4E35E}" srcId="{7A76E03B-7A10-4B4E-A92F-9B58C13153C6}" destId="{E0948DE5-42D9-4C65-8B0B-92642123410C}" srcOrd="1" destOrd="0" parTransId="{42AC5CE3-B18F-48F2-8607-57ACE7B91D6D}" sibTransId="{14DB4ECC-21C9-42F4-9E5F-BF3B06C9CFFF}"/>
    <dgm:cxn modelId="{387BED50-E0B9-466A-B320-DC129994F028}" type="presOf" srcId="{E0948DE5-42D9-4C65-8B0B-92642123410C}" destId="{EB4D79ED-7418-4A4B-9018-4AC5601103FE}" srcOrd="0" destOrd="0" presId="urn:microsoft.com/office/officeart/2018/5/layout/IconCircleLabelList"/>
    <dgm:cxn modelId="{88C03B94-F79F-488C-893E-76DF522844EA}" type="presOf" srcId="{BEC3BD7D-0D52-4445-9DD5-4FFAA434FBBE}" destId="{DFBAB9B3-C755-4265-AFF0-0400ACC524C0}" srcOrd="0" destOrd="0" presId="urn:microsoft.com/office/officeart/2018/5/layout/IconCircleLabelList"/>
    <dgm:cxn modelId="{7D156E98-9FEA-4BCE-8A47-34EEC368CD37}" type="presOf" srcId="{CFD0FAB6-B5EB-45E6-A952-63BD1393984B}" destId="{36538CDE-0AAF-4955-9FAC-9E6A14F54D96}" srcOrd="0" destOrd="0" presId="urn:microsoft.com/office/officeart/2018/5/layout/IconCircleLabelList"/>
    <dgm:cxn modelId="{AF150599-F035-402A-87CD-FB738EF18EA6}" srcId="{7A76E03B-7A10-4B4E-A92F-9B58C13153C6}" destId="{BEC3BD7D-0D52-4445-9DD5-4FFAA434FBBE}" srcOrd="2" destOrd="0" parTransId="{771DB87F-C3A6-4C40-9CB4-6118E75E032E}" sibTransId="{D697AD2F-40EB-4ECB-89B3-7E9595B3F91A}"/>
    <dgm:cxn modelId="{5D913ACE-627B-465B-87A5-4909E62E0C47}" srcId="{7A76E03B-7A10-4B4E-A92F-9B58C13153C6}" destId="{CFD0FAB6-B5EB-45E6-A952-63BD1393984B}" srcOrd="0" destOrd="0" parTransId="{A12BB232-6DBA-4BF5-A6A3-667E87AACEA2}" sibTransId="{0D8105DB-14CD-44E4-B9E1-737B0E283962}"/>
    <dgm:cxn modelId="{6BBEC8D0-0DDA-44F5-B1A2-7F74E091CA6A}" type="presOf" srcId="{7A76E03B-7A10-4B4E-A92F-9B58C13153C6}" destId="{2C1B85F8-E6D3-4089-AEF6-FD322BDCC0B6}" srcOrd="0" destOrd="0" presId="urn:microsoft.com/office/officeart/2018/5/layout/IconCircleLabelList"/>
    <dgm:cxn modelId="{ED22CC35-D10E-4E4D-9309-144315DB44E1}" type="presParOf" srcId="{2C1B85F8-E6D3-4089-AEF6-FD322BDCC0B6}" destId="{F069B88B-8D89-4FAB-AA85-B10F64517FB6}" srcOrd="0" destOrd="0" presId="urn:microsoft.com/office/officeart/2018/5/layout/IconCircleLabelList"/>
    <dgm:cxn modelId="{DC2825F3-89EE-49A1-913C-7E5DB9DC2218}" type="presParOf" srcId="{F069B88B-8D89-4FAB-AA85-B10F64517FB6}" destId="{30293DA3-1700-470F-8CD6-0501DAA97B28}" srcOrd="0" destOrd="0" presId="urn:microsoft.com/office/officeart/2018/5/layout/IconCircleLabelList"/>
    <dgm:cxn modelId="{D3F46706-38D1-467C-9025-3D4FF715D0A4}" type="presParOf" srcId="{F069B88B-8D89-4FAB-AA85-B10F64517FB6}" destId="{7DA2EDEE-7111-4201-8BFE-B0154CC0D47E}" srcOrd="1" destOrd="0" presId="urn:microsoft.com/office/officeart/2018/5/layout/IconCircleLabelList"/>
    <dgm:cxn modelId="{8B461087-A497-4AD7-AF31-4CDE3CFB05AC}" type="presParOf" srcId="{F069B88B-8D89-4FAB-AA85-B10F64517FB6}" destId="{402C8A64-0485-491F-A2F4-1BC5F7D9FBB4}" srcOrd="2" destOrd="0" presId="urn:microsoft.com/office/officeart/2018/5/layout/IconCircleLabelList"/>
    <dgm:cxn modelId="{979B00DA-F929-4116-82A3-6E8DAAFB3882}" type="presParOf" srcId="{F069B88B-8D89-4FAB-AA85-B10F64517FB6}" destId="{36538CDE-0AAF-4955-9FAC-9E6A14F54D96}" srcOrd="3" destOrd="0" presId="urn:microsoft.com/office/officeart/2018/5/layout/IconCircleLabelList"/>
    <dgm:cxn modelId="{CAFF78FF-8520-46BD-9FCD-62A9704FEE58}" type="presParOf" srcId="{2C1B85F8-E6D3-4089-AEF6-FD322BDCC0B6}" destId="{2BB22622-AF8C-440B-844E-66A26BF7F2D9}" srcOrd="1" destOrd="0" presId="urn:microsoft.com/office/officeart/2018/5/layout/IconCircleLabelList"/>
    <dgm:cxn modelId="{5B8A9C2A-3091-45A6-85A6-F1F83A07805F}" type="presParOf" srcId="{2C1B85F8-E6D3-4089-AEF6-FD322BDCC0B6}" destId="{94A47122-8B14-48F2-9C48-BE895A4C224D}" srcOrd="2" destOrd="0" presId="urn:microsoft.com/office/officeart/2018/5/layout/IconCircleLabelList"/>
    <dgm:cxn modelId="{67E4F9EC-27A3-4028-9B9C-B9924297BB35}" type="presParOf" srcId="{94A47122-8B14-48F2-9C48-BE895A4C224D}" destId="{8C693446-511E-4728-B1B0-C6A89CEF8AEC}" srcOrd="0" destOrd="0" presId="urn:microsoft.com/office/officeart/2018/5/layout/IconCircleLabelList"/>
    <dgm:cxn modelId="{661C502C-F2FA-43FA-A334-B74E699DBB68}" type="presParOf" srcId="{94A47122-8B14-48F2-9C48-BE895A4C224D}" destId="{0CC077DC-4313-4830-93DD-7288D58F59DA}" srcOrd="1" destOrd="0" presId="urn:microsoft.com/office/officeart/2018/5/layout/IconCircleLabelList"/>
    <dgm:cxn modelId="{F8274F27-16CB-4F63-AAA2-A603F26C9DD1}" type="presParOf" srcId="{94A47122-8B14-48F2-9C48-BE895A4C224D}" destId="{F1FCA2AF-BD10-40B4-9E7E-654A73B3FC38}" srcOrd="2" destOrd="0" presId="urn:microsoft.com/office/officeart/2018/5/layout/IconCircleLabelList"/>
    <dgm:cxn modelId="{0E365B16-A9AB-44CF-A66A-F8ADDF5D4B8C}" type="presParOf" srcId="{94A47122-8B14-48F2-9C48-BE895A4C224D}" destId="{EB4D79ED-7418-4A4B-9018-4AC5601103FE}" srcOrd="3" destOrd="0" presId="urn:microsoft.com/office/officeart/2018/5/layout/IconCircleLabelList"/>
    <dgm:cxn modelId="{719EE6B0-9231-40FA-A1E7-08C9DA02010C}" type="presParOf" srcId="{2C1B85F8-E6D3-4089-AEF6-FD322BDCC0B6}" destId="{5F55D3AF-7E5D-47E0-8EAB-85928A2AED75}" srcOrd="3" destOrd="0" presId="urn:microsoft.com/office/officeart/2018/5/layout/IconCircleLabelList"/>
    <dgm:cxn modelId="{602CF307-A285-4D13-AD56-8B83F574458D}" type="presParOf" srcId="{2C1B85F8-E6D3-4089-AEF6-FD322BDCC0B6}" destId="{DCB7CE46-95E1-415D-B78E-F4FAE4FC6CF4}" srcOrd="4" destOrd="0" presId="urn:microsoft.com/office/officeart/2018/5/layout/IconCircleLabelList"/>
    <dgm:cxn modelId="{E5CD496F-5754-455F-8742-DA797E2ED1F8}" type="presParOf" srcId="{DCB7CE46-95E1-415D-B78E-F4FAE4FC6CF4}" destId="{15F4D20B-6F34-4ACF-99AD-7EB46D9BB6BE}" srcOrd="0" destOrd="0" presId="urn:microsoft.com/office/officeart/2018/5/layout/IconCircleLabelList"/>
    <dgm:cxn modelId="{FB5F08C4-30D8-4A67-A43D-373202EFADB4}" type="presParOf" srcId="{DCB7CE46-95E1-415D-B78E-F4FAE4FC6CF4}" destId="{86448223-E38D-4575-B3CD-E0A0A6C2A954}" srcOrd="1" destOrd="0" presId="urn:microsoft.com/office/officeart/2018/5/layout/IconCircleLabelList"/>
    <dgm:cxn modelId="{A6D39CAE-174E-4232-9A1A-84B30B429176}" type="presParOf" srcId="{DCB7CE46-95E1-415D-B78E-F4FAE4FC6CF4}" destId="{CF79F9D1-1B49-4190-A7DB-A529ACEBA515}" srcOrd="2" destOrd="0" presId="urn:microsoft.com/office/officeart/2018/5/layout/IconCircleLabelList"/>
    <dgm:cxn modelId="{7A04B576-A022-4810-9D86-85431BC85C0D}" type="presParOf" srcId="{DCB7CE46-95E1-415D-B78E-F4FAE4FC6CF4}" destId="{DFBAB9B3-C755-4265-AFF0-0400ACC524C0}" srcOrd="3" destOrd="0" presId="urn:microsoft.com/office/officeart/2018/5/layout/IconCircle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E024C54-6691-4BB3-8C6D-0B553896F1B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CF2D385-23F2-4C46-8337-8FEF749875B2}">
      <dgm:prSet/>
      <dgm:spPr/>
      <dgm:t>
        <a:bodyPr/>
        <a:lstStyle/>
        <a:p>
          <a:pPr>
            <a:defRPr cap="all"/>
          </a:pPr>
          <a:r>
            <a:rPr lang="en-US"/>
            <a:t>• Target: 1,000 clinics → €4–5M revenue</a:t>
          </a:r>
        </a:p>
      </dgm:t>
    </dgm:pt>
    <dgm:pt modelId="{C66C5447-3DEF-4473-AE57-32E4C7174DFF}" type="parTrans" cxnId="{A2A6D9DE-ED8E-4020-8EBF-E14C39BE526F}">
      <dgm:prSet/>
      <dgm:spPr/>
      <dgm:t>
        <a:bodyPr/>
        <a:lstStyle/>
        <a:p>
          <a:endParaRPr lang="en-US"/>
        </a:p>
      </dgm:t>
    </dgm:pt>
    <dgm:pt modelId="{2A70660D-1035-4308-8ED9-79AA5D3806A4}" type="sibTrans" cxnId="{A2A6D9DE-ED8E-4020-8EBF-E14C39BE526F}">
      <dgm:prSet/>
      <dgm:spPr/>
      <dgm:t>
        <a:bodyPr/>
        <a:lstStyle/>
        <a:p>
          <a:endParaRPr lang="en-US"/>
        </a:p>
      </dgm:t>
    </dgm:pt>
    <dgm:pt modelId="{12C58149-AC1E-40CC-B1B5-A8A6BE9DAC7B}">
      <dgm:prSet/>
      <dgm:spPr/>
      <dgm:t>
        <a:bodyPr/>
        <a:lstStyle/>
        <a:p>
          <a:pPr>
            <a:defRPr cap="all"/>
          </a:pPr>
          <a:r>
            <a:rPr lang="en-US" dirty="0"/>
            <a:t>Direct Sales Force</a:t>
          </a:r>
        </a:p>
        <a:p>
          <a:pPr>
            <a:defRPr cap="all"/>
          </a:pPr>
          <a:r>
            <a:rPr lang="en-US" dirty="0"/>
            <a:t>Or</a:t>
          </a:r>
        </a:p>
        <a:p>
          <a:pPr>
            <a:defRPr cap="all"/>
          </a:pPr>
          <a:r>
            <a:rPr lang="en-US" dirty="0"/>
            <a:t>Distribution: </a:t>
          </a:r>
          <a:r>
            <a:rPr lang="en-US" dirty="0" err="1"/>
            <a:t>Centravet</a:t>
          </a:r>
          <a:r>
            <a:rPr lang="en-US" dirty="0"/>
            <a:t>, Alcyon, </a:t>
          </a:r>
          <a:r>
            <a:rPr lang="en-US" dirty="0" err="1"/>
            <a:t>Coveto</a:t>
          </a:r>
          <a:endParaRPr lang="en-US" dirty="0"/>
        </a:p>
      </dgm:t>
    </dgm:pt>
    <dgm:pt modelId="{36B0841F-37CB-43CA-8C35-E6BD034DDFB1}" type="parTrans" cxnId="{F372E6D8-6AB9-45AB-A68D-6D96BAD6E7D9}">
      <dgm:prSet/>
      <dgm:spPr/>
      <dgm:t>
        <a:bodyPr/>
        <a:lstStyle/>
        <a:p>
          <a:endParaRPr lang="en-US"/>
        </a:p>
      </dgm:t>
    </dgm:pt>
    <dgm:pt modelId="{196F13C2-0EC4-4EEA-ADFF-A765BE50E43E}" type="sibTrans" cxnId="{F372E6D8-6AB9-45AB-A68D-6D96BAD6E7D9}">
      <dgm:prSet/>
      <dgm:spPr/>
      <dgm:t>
        <a:bodyPr/>
        <a:lstStyle/>
        <a:p>
          <a:endParaRPr lang="en-US"/>
        </a:p>
      </dgm:t>
    </dgm:pt>
    <dgm:pt modelId="{87D91133-12AE-4E71-A3CC-2E141C32E825}">
      <dgm:prSet/>
      <dgm:spPr/>
      <dgm:t>
        <a:bodyPr/>
        <a:lstStyle/>
        <a:p>
          <a:pPr>
            <a:defRPr cap="all"/>
          </a:pPr>
          <a:r>
            <a:rPr lang="en-US" dirty="0"/>
            <a:t>•Timeline: Q1 IMPORT approval → Q2 pilot &amp; First Sales → Q3 rollout → Q4 Sales on bigger scale</a:t>
          </a:r>
        </a:p>
      </dgm:t>
    </dgm:pt>
    <dgm:pt modelId="{2B91F813-C11B-4726-AEF3-E2283F1C86AC}" type="parTrans" cxnId="{D240B6BF-8B9A-4959-A77B-01DD730FE1EB}">
      <dgm:prSet/>
      <dgm:spPr/>
      <dgm:t>
        <a:bodyPr/>
        <a:lstStyle/>
        <a:p>
          <a:endParaRPr lang="en-US"/>
        </a:p>
      </dgm:t>
    </dgm:pt>
    <dgm:pt modelId="{DB12FA72-6FC4-4D5D-AD11-D6871099879D}" type="sibTrans" cxnId="{D240B6BF-8B9A-4959-A77B-01DD730FE1EB}">
      <dgm:prSet/>
      <dgm:spPr/>
      <dgm:t>
        <a:bodyPr/>
        <a:lstStyle/>
        <a:p>
          <a:endParaRPr lang="en-US"/>
        </a:p>
      </dgm:t>
    </dgm:pt>
    <dgm:pt modelId="{ACA39B20-7989-4DE9-A892-20605709CB48}" type="pres">
      <dgm:prSet presAssocID="{3E024C54-6691-4BB3-8C6D-0B553896F1B1}" presName="root" presStyleCnt="0">
        <dgm:presLayoutVars>
          <dgm:dir/>
          <dgm:resizeHandles val="exact"/>
        </dgm:presLayoutVars>
      </dgm:prSet>
      <dgm:spPr/>
    </dgm:pt>
    <dgm:pt modelId="{F90BA3B9-B9B2-491D-BC07-C42F9BA5862A}" type="pres">
      <dgm:prSet presAssocID="{3CF2D385-23F2-4C46-8337-8FEF749875B2}" presName="compNode" presStyleCnt="0"/>
      <dgm:spPr/>
    </dgm:pt>
    <dgm:pt modelId="{1D112C4E-6721-40B6-B0FE-59926655D0F8}" type="pres">
      <dgm:prSet presAssocID="{3CF2D385-23F2-4C46-8337-8FEF749875B2}" presName="iconBgRect" presStyleLbl="bgShp" presStyleIdx="0" presStyleCnt="3"/>
      <dgm:spPr/>
    </dgm:pt>
    <dgm:pt modelId="{902881EB-1A94-4A3D-90E1-FA8D734E4601}" type="pres">
      <dgm:prSet presAssocID="{3CF2D385-23F2-4C46-8337-8FEF749875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A28AD7AC-469A-4803-9673-05C091262303}" type="pres">
      <dgm:prSet presAssocID="{3CF2D385-23F2-4C46-8337-8FEF749875B2}" presName="spaceRect" presStyleCnt="0"/>
      <dgm:spPr/>
    </dgm:pt>
    <dgm:pt modelId="{6D1F1C31-FD35-4EBF-AEB4-35EBE808B464}" type="pres">
      <dgm:prSet presAssocID="{3CF2D385-23F2-4C46-8337-8FEF749875B2}" presName="textRect" presStyleLbl="revTx" presStyleIdx="0" presStyleCnt="3">
        <dgm:presLayoutVars>
          <dgm:chMax val="1"/>
          <dgm:chPref val="1"/>
        </dgm:presLayoutVars>
      </dgm:prSet>
      <dgm:spPr/>
    </dgm:pt>
    <dgm:pt modelId="{9D2A65BD-CCE5-437E-9992-81D01FD365E7}" type="pres">
      <dgm:prSet presAssocID="{2A70660D-1035-4308-8ED9-79AA5D3806A4}" presName="sibTrans" presStyleCnt="0"/>
      <dgm:spPr/>
    </dgm:pt>
    <dgm:pt modelId="{B7206C33-C905-4B5F-8E9D-C8C04F18A160}" type="pres">
      <dgm:prSet presAssocID="{12C58149-AC1E-40CC-B1B5-A8A6BE9DAC7B}" presName="compNode" presStyleCnt="0"/>
      <dgm:spPr/>
    </dgm:pt>
    <dgm:pt modelId="{B03E1E70-E94D-4ABC-9561-2776FBE288BD}" type="pres">
      <dgm:prSet presAssocID="{12C58149-AC1E-40CC-B1B5-A8A6BE9DAC7B}" presName="iconBgRect" presStyleLbl="bgShp" presStyleIdx="1" presStyleCnt="3"/>
      <dgm:spPr/>
    </dgm:pt>
    <dgm:pt modelId="{E924757A-90EC-4BA1-A5FB-12A82BF9DA75}" type="pres">
      <dgm:prSet presAssocID="{12C58149-AC1E-40CC-B1B5-A8A6BE9DAC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B97D6E1C-5C12-44C9-BA03-F6032FEC0E93}" type="pres">
      <dgm:prSet presAssocID="{12C58149-AC1E-40CC-B1B5-A8A6BE9DAC7B}" presName="spaceRect" presStyleCnt="0"/>
      <dgm:spPr/>
    </dgm:pt>
    <dgm:pt modelId="{69A40F1B-252F-4306-A3B3-0648511B20FB}" type="pres">
      <dgm:prSet presAssocID="{12C58149-AC1E-40CC-B1B5-A8A6BE9DAC7B}" presName="textRect" presStyleLbl="revTx" presStyleIdx="1" presStyleCnt="3">
        <dgm:presLayoutVars>
          <dgm:chMax val="1"/>
          <dgm:chPref val="1"/>
        </dgm:presLayoutVars>
      </dgm:prSet>
      <dgm:spPr/>
    </dgm:pt>
    <dgm:pt modelId="{5CFBF6CB-0923-4B41-81FC-6EC7BF9B5228}" type="pres">
      <dgm:prSet presAssocID="{196F13C2-0EC4-4EEA-ADFF-A765BE50E43E}" presName="sibTrans" presStyleCnt="0"/>
      <dgm:spPr/>
    </dgm:pt>
    <dgm:pt modelId="{15D84DEF-CF35-4E01-AFA5-82ADBA0D287F}" type="pres">
      <dgm:prSet presAssocID="{87D91133-12AE-4E71-A3CC-2E141C32E825}" presName="compNode" presStyleCnt="0"/>
      <dgm:spPr/>
    </dgm:pt>
    <dgm:pt modelId="{EAF14F05-56B9-4068-8A3E-7BF6D194D71C}" type="pres">
      <dgm:prSet presAssocID="{87D91133-12AE-4E71-A3CC-2E141C32E825}" presName="iconBgRect" presStyleLbl="bgShp" presStyleIdx="2" presStyleCnt="3"/>
      <dgm:spPr/>
    </dgm:pt>
    <dgm:pt modelId="{B651705A-F5AF-4F0D-B4B9-72C17DAABB94}" type="pres">
      <dgm:prSet presAssocID="{87D91133-12AE-4E71-A3CC-2E141C32E8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FE24C0F-6F10-43C1-BD1B-F54367ABF2A0}" type="pres">
      <dgm:prSet presAssocID="{87D91133-12AE-4E71-A3CC-2E141C32E825}" presName="spaceRect" presStyleCnt="0"/>
      <dgm:spPr/>
    </dgm:pt>
    <dgm:pt modelId="{D1345027-B7FC-49ED-951F-ECBABF357E8F}" type="pres">
      <dgm:prSet presAssocID="{87D91133-12AE-4E71-A3CC-2E141C32E82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5610777-9841-4E3E-B30F-DDB7079ADAF3}" type="presOf" srcId="{3E024C54-6691-4BB3-8C6D-0B553896F1B1}" destId="{ACA39B20-7989-4DE9-A892-20605709CB48}" srcOrd="0" destOrd="0" presId="urn:microsoft.com/office/officeart/2018/5/layout/IconCircleLabelList"/>
    <dgm:cxn modelId="{D0905282-F209-4DEB-8A44-0DDC2EFC3EDA}" type="presOf" srcId="{3CF2D385-23F2-4C46-8337-8FEF749875B2}" destId="{6D1F1C31-FD35-4EBF-AEB4-35EBE808B464}" srcOrd="0" destOrd="0" presId="urn:microsoft.com/office/officeart/2018/5/layout/IconCircleLabelList"/>
    <dgm:cxn modelId="{D240B6BF-8B9A-4959-A77B-01DD730FE1EB}" srcId="{3E024C54-6691-4BB3-8C6D-0B553896F1B1}" destId="{87D91133-12AE-4E71-A3CC-2E141C32E825}" srcOrd="2" destOrd="0" parTransId="{2B91F813-C11B-4726-AEF3-E2283F1C86AC}" sibTransId="{DB12FA72-6FC4-4D5D-AD11-D6871099879D}"/>
    <dgm:cxn modelId="{AB0322CD-1B02-4BFA-B363-90C9584F2EB6}" type="presOf" srcId="{12C58149-AC1E-40CC-B1B5-A8A6BE9DAC7B}" destId="{69A40F1B-252F-4306-A3B3-0648511B20FB}" srcOrd="0" destOrd="0" presId="urn:microsoft.com/office/officeart/2018/5/layout/IconCircleLabelList"/>
    <dgm:cxn modelId="{B3071CD7-E061-469F-B31F-3C49A568E909}" type="presOf" srcId="{87D91133-12AE-4E71-A3CC-2E141C32E825}" destId="{D1345027-B7FC-49ED-951F-ECBABF357E8F}" srcOrd="0" destOrd="0" presId="urn:microsoft.com/office/officeart/2018/5/layout/IconCircleLabelList"/>
    <dgm:cxn modelId="{F372E6D8-6AB9-45AB-A68D-6D96BAD6E7D9}" srcId="{3E024C54-6691-4BB3-8C6D-0B553896F1B1}" destId="{12C58149-AC1E-40CC-B1B5-A8A6BE9DAC7B}" srcOrd="1" destOrd="0" parTransId="{36B0841F-37CB-43CA-8C35-E6BD034DDFB1}" sibTransId="{196F13C2-0EC4-4EEA-ADFF-A765BE50E43E}"/>
    <dgm:cxn modelId="{A2A6D9DE-ED8E-4020-8EBF-E14C39BE526F}" srcId="{3E024C54-6691-4BB3-8C6D-0B553896F1B1}" destId="{3CF2D385-23F2-4C46-8337-8FEF749875B2}" srcOrd="0" destOrd="0" parTransId="{C66C5447-3DEF-4473-AE57-32E4C7174DFF}" sibTransId="{2A70660D-1035-4308-8ED9-79AA5D3806A4}"/>
    <dgm:cxn modelId="{9FF0101D-7488-4DC6-A605-03885FD4C502}" type="presParOf" srcId="{ACA39B20-7989-4DE9-A892-20605709CB48}" destId="{F90BA3B9-B9B2-491D-BC07-C42F9BA5862A}" srcOrd="0" destOrd="0" presId="urn:microsoft.com/office/officeart/2018/5/layout/IconCircleLabelList"/>
    <dgm:cxn modelId="{111E9538-A328-49A7-82B4-011CB84FF6C9}" type="presParOf" srcId="{F90BA3B9-B9B2-491D-BC07-C42F9BA5862A}" destId="{1D112C4E-6721-40B6-B0FE-59926655D0F8}" srcOrd="0" destOrd="0" presId="urn:microsoft.com/office/officeart/2018/5/layout/IconCircleLabelList"/>
    <dgm:cxn modelId="{A983CF16-332B-4AC9-A40F-FE26E49AE29B}" type="presParOf" srcId="{F90BA3B9-B9B2-491D-BC07-C42F9BA5862A}" destId="{902881EB-1A94-4A3D-90E1-FA8D734E4601}" srcOrd="1" destOrd="0" presId="urn:microsoft.com/office/officeart/2018/5/layout/IconCircleLabelList"/>
    <dgm:cxn modelId="{57029319-35D0-4FC0-80CD-6E9D618A1E17}" type="presParOf" srcId="{F90BA3B9-B9B2-491D-BC07-C42F9BA5862A}" destId="{A28AD7AC-469A-4803-9673-05C091262303}" srcOrd="2" destOrd="0" presId="urn:microsoft.com/office/officeart/2018/5/layout/IconCircleLabelList"/>
    <dgm:cxn modelId="{EC2CA228-4E6A-4D0B-99BC-36683874FD2F}" type="presParOf" srcId="{F90BA3B9-B9B2-491D-BC07-C42F9BA5862A}" destId="{6D1F1C31-FD35-4EBF-AEB4-35EBE808B464}" srcOrd="3" destOrd="0" presId="urn:microsoft.com/office/officeart/2018/5/layout/IconCircleLabelList"/>
    <dgm:cxn modelId="{03491A15-7129-481C-BB65-FC47C50A410A}" type="presParOf" srcId="{ACA39B20-7989-4DE9-A892-20605709CB48}" destId="{9D2A65BD-CCE5-437E-9992-81D01FD365E7}" srcOrd="1" destOrd="0" presId="urn:microsoft.com/office/officeart/2018/5/layout/IconCircleLabelList"/>
    <dgm:cxn modelId="{284110EB-BD43-4551-87FC-AABDDBF70868}" type="presParOf" srcId="{ACA39B20-7989-4DE9-A892-20605709CB48}" destId="{B7206C33-C905-4B5F-8E9D-C8C04F18A160}" srcOrd="2" destOrd="0" presId="urn:microsoft.com/office/officeart/2018/5/layout/IconCircleLabelList"/>
    <dgm:cxn modelId="{D28E0443-5113-4E74-818D-80606387B7E5}" type="presParOf" srcId="{B7206C33-C905-4B5F-8E9D-C8C04F18A160}" destId="{B03E1E70-E94D-4ABC-9561-2776FBE288BD}" srcOrd="0" destOrd="0" presId="urn:microsoft.com/office/officeart/2018/5/layout/IconCircleLabelList"/>
    <dgm:cxn modelId="{BBD8919B-424B-44AE-AD1D-B62990B2B61E}" type="presParOf" srcId="{B7206C33-C905-4B5F-8E9D-C8C04F18A160}" destId="{E924757A-90EC-4BA1-A5FB-12A82BF9DA75}" srcOrd="1" destOrd="0" presId="urn:microsoft.com/office/officeart/2018/5/layout/IconCircleLabelList"/>
    <dgm:cxn modelId="{3555F6D9-6FAF-4C18-8E2B-600837F1BBD6}" type="presParOf" srcId="{B7206C33-C905-4B5F-8E9D-C8C04F18A160}" destId="{B97D6E1C-5C12-44C9-BA03-F6032FEC0E93}" srcOrd="2" destOrd="0" presId="urn:microsoft.com/office/officeart/2018/5/layout/IconCircleLabelList"/>
    <dgm:cxn modelId="{94239269-1920-4A6B-9919-E4499119D55A}" type="presParOf" srcId="{B7206C33-C905-4B5F-8E9D-C8C04F18A160}" destId="{69A40F1B-252F-4306-A3B3-0648511B20FB}" srcOrd="3" destOrd="0" presId="urn:microsoft.com/office/officeart/2018/5/layout/IconCircleLabelList"/>
    <dgm:cxn modelId="{8FEDBAC8-35DB-43B5-B537-0F001389E5E1}" type="presParOf" srcId="{ACA39B20-7989-4DE9-A892-20605709CB48}" destId="{5CFBF6CB-0923-4B41-81FC-6EC7BF9B5228}" srcOrd="3" destOrd="0" presId="urn:microsoft.com/office/officeart/2018/5/layout/IconCircleLabelList"/>
    <dgm:cxn modelId="{2F71CEE9-7775-4CA3-962D-471531F65280}" type="presParOf" srcId="{ACA39B20-7989-4DE9-A892-20605709CB48}" destId="{15D84DEF-CF35-4E01-AFA5-82ADBA0D287F}" srcOrd="4" destOrd="0" presId="urn:microsoft.com/office/officeart/2018/5/layout/IconCircleLabelList"/>
    <dgm:cxn modelId="{9D0A2722-58BF-4B7C-837B-1E93A25946A3}" type="presParOf" srcId="{15D84DEF-CF35-4E01-AFA5-82ADBA0D287F}" destId="{EAF14F05-56B9-4068-8A3E-7BF6D194D71C}" srcOrd="0" destOrd="0" presId="urn:microsoft.com/office/officeart/2018/5/layout/IconCircleLabelList"/>
    <dgm:cxn modelId="{71498D5D-8D5B-4C50-8837-2BF619E8C29C}" type="presParOf" srcId="{15D84DEF-CF35-4E01-AFA5-82ADBA0D287F}" destId="{B651705A-F5AF-4F0D-B4B9-72C17DAABB94}" srcOrd="1" destOrd="0" presId="urn:microsoft.com/office/officeart/2018/5/layout/IconCircleLabelList"/>
    <dgm:cxn modelId="{7AB54739-92B4-4458-9306-ABF2E119B819}" type="presParOf" srcId="{15D84DEF-CF35-4E01-AFA5-82ADBA0D287F}" destId="{BFE24C0F-6F10-43C1-BD1B-F54367ABF2A0}" srcOrd="2" destOrd="0" presId="urn:microsoft.com/office/officeart/2018/5/layout/IconCircleLabelList"/>
    <dgm:cxn modelId="{13B11228-4AD4-444A-B6C6-84A331916BA1}" type="presParOf" srcId="{15D84DEF-CF35-4E01-AFA5-82ADBA0D287F}" destId="{D1345027-B7FC-49ED-951F-ECBABF357E8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F1837DA-BCCC-4067-BFD5-6282BEFA8CA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93B80D1-C370-4C1E-82AE-8D9AF0AE8220}">
      <dgm:prSet custT="1"/>
      <dgm:spPr/>
      <dgm:t>
        <a:bodyPr/>
        <a:lstStyle/>
        <a:p>
          <a:pPr>
            <a:defRPr cap="all"/>
          </a:pPr>
          <a:r>
            <a:rPr lang="en-US" sz="1800" dirty="0"/>
            <a:t>2. ISO 9001</a:t>
          </a:r>
        </a:p>
        <a:p>
          <a:pPr>
            <a:defRPr cap="all"/>
          </a:pPr>
          <a:r>
            <a:rPr lang="en-US" sz="1800" dirty="0"/>
            <a:t>CE-IVD Certification (EU 2017/746)</a:t>
          </a:r>
        </a:p>
        <a:p>
          <a:pPr>
            <a:defRPr cap="all"/>
          </a:pPr>
          <a:r>
            <a:rPr lang="en-US" sz="1800" dirty="0"/>
            <a:t>2027</a:t>
          </a:r>
        </a:p>
      </dgm:t>
    </dgm:pt>
    <dgm:pt modelId="{91409AC3-3243-4741-9282-67702B75A736}" type="parTrans" cxnId="{D50CCB89-F787-48CA-B53E-0E84D28A3DDF}">
      <dgm:prSet/>
      <dgm:spPr/>
      <dgm:t>
        <a:bodyPr/>
        <a:lstStyle/>
        <a:p>
          <a:endParaRPr lang="en-US"/>
        </a:p>
      </dgm:t>
    </dgm:pt>
    <dgm:pt modelId="{46D25318-AC0C-462E-9071-51056DDFF193}" type="sibTrans" cxnId="{D50CCB89-F787-48CA-B53E-0E84D28A3DDF}">
      <dgm:prSet/>
      <dgm:spPr/>
      <dgm:t>
        <a:bodyPr/>
        <a:lstStyle/>
        <a:p>
          <a:endParaRPr lang="en-US"/>
        </a:p>
      </dgm:t>
    </dgm:pt>
    <dgm:pt modelId="{FF6193E4-284B-4357-B79C-CC425381BD4E}">
      <dgm:prSet custT="1"/>
      <dgm:spPr/>
      <dgm:t>
        <a:bodyPr/>
        <a:lstStyle/>
        <a:p>
          <a:pPr>
            <a:defRPr cap="all"/>
          </a:pPr>
          <a:r>
            <a:rPr lang="en-US" sz="1800" dirty="0"/>
            <a:t>1. Import compliance (DGCCRF + ANSES)</a:t>
          </a:r>
        </a:p>
        <a:p>
          <a:pPr>
            <a:defRPr cap="all"/>
          </a:pPr>
          <a:endParaRPr lang="en-US" sz="1800" dirty="0"/>
        </a:p>
        <a:p>
          <a:pPr>
            <a:defRPr cap="all"/>
          </a:pPr>
          <a:r>
            <a:rPr lang="en-US" sz="1800" dirty="0"/>
            <a:t>2026</a:t>
          </a:r>
        </a:p>
      </dgm:t>
    </dgm:pt>
    <dgm:pt modelId="{D1514C79-DA38-4C15-924E-3E0E4ED0A364}" type="parTrans" cxnId="{C7D8EBE7-7DAF-4730-89E6-EE8130250168}">
      <dgm:prSet/>
      <dgm:spPr/>
      <dgm:t>
        <a:bodyPr/>
        <a:lstStyle/>
        <a:p>
          <a:endParaRPr lang="en-US"/>
        </a:p>
      </dgm:t>
    </dgm:pt>
    <dgm:pt modelId="{CE22A385-7C86-41EF-8680-35DED707A6BD}" type="sibTrans" cxnId="{C7D8EBE7-7DAF-4730-89E6-EE8130250168}">
      <dgm:prSet/>
      <dgm:spPr/>
      <dgm:t>
        <a:bodyPr/>
        <a:lstStyle/>
        <a:p>
          <a:endParaRPr lang="en-US"/>
        </a:p>
      </dgm:t>
    </dgm:pt>
    <dgm:pt modelId="{D4409284-FA3D-4EBF-AF3C-76F5EC46AFCA}">
      <dgm:prSet/>
      <dgm:spPr/>
      <dgm:t>
        <a:bodyPr/>
        <a:lstStyle/>
        <a:p>
          <a:pPr>
            <a:defRPr cap="all"/>
          </a:pPr>
          <a:r>
            <a:rPr lang="en-US" dirty="0"/>
            <a:t>3. </a:t>
          </a:r>
          <a:r>
            <a:rPr lang="en-US" b="1" dirty="0"/>
            <a:t>ATTENTION</a:t>
          </a:r>
          <a:r>
            <a:rPr lang="en-US" dirty="0"/>
            <a:t> </a:t>
          </a:r>
          <a:br>
            <a:rPr lang="en-US" dirty="0"/>
          </a:br>
          <a:r>
            <a:rPr lang="en-US" dirty="0"/>
            <a:t>Veterinary Regulation (EU 2019/6)</a:t>
          </a:r>
        </a:p>
      </dgm:t>
    </dgm:pt>
    <dgm:pt modelId="{D165E72B-3D2E-456E-84EC-0BA0EA4C1C34}" type="parTrans" cxnId="{2BF8B3D7-3F09-40CA-BFF3-1CF4026D7108}">
      <dgm:prSet/>
      <dgm:spPr/>
      <dgm:t>
        <a:bodyPr/>
        <a:lstStyle/>
        <a:p>
          <a:endParaRPr lang="en-US"/>
        </a:p>
      </dgm:t>
    </dgm:pt>
    <dgm:pt modelId="{133E33B7-C43C-496B-993A-957A621F26AC}" type="sibTrans" cxnId="{2BF8B3D7-3F09-40CA-BFF3-1CF4026D7108}">
      <dgm:prSet/>
      <dgm:spPr/>
      <dgm:t>
        <a:bodyPr/>
        <a:lstStyle/>
        <a:p>
          <a:endParaRPr lang="en-US"/>
        </a:p>
      </dgm:t>
    </dgm:pt>
    <dgm:pt modelId="{C8CBE686-89EF-41B5-80B6-033668B7FBD1}" type="pres">
      <dgm:prSet presAssocID="{0F1837DA-BCCC-4067-BFD5-6282BEFA8CA6}" presName="root" presStyleCnt="0">
        <dgm:presLayoutVars>
          <dgm:dir/>
          <dgm:resizeHandles val="exact"/>
        </dgm:presLayoutVars>
      </dgm:prSet>
      <dgm:spPr/>
    </dgm:pt>
    <dgm:pt modelId="{F645D09F-D537-43A4-85DE-C776C14B24BA}" type="pres">
      <dgm:prSet presAssocID="{C93B80D1-C370-4C1E-82AE-8D9AF0AE8220}" presName="compNode" presStyleCnt="0"/>
      <dgm:spPr/>
    </dgm:pt>
    <dgm:pt modelId="{9F9ED059-1A52-4A31-BAFA-8D1D1FB252B4}" type="pres">
      <dgm:prSet presAssocID="{C93B80D1-C370-4C1E-82AE-8D9AF0AE8220}" presName="iconBgRect" presStyleLbl="bgShp" presStyleIdx="0" presStyleCnt="3"/>
      <dgm:spPr/>
    </dgm:pt>
    <dgm:pt modelId="{E719DE61-8863-4D31-86CB-AB528B0F2FED}" type="pres">
      <dgm:prSet presAssocID="{C93B80D1-C370-4C1E-82AE-8D9AF0AE822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E97A0AAD-0FF7-4FD9-9201-81BF161C1D80}" type="pres">
      <dgm:prSet presAssocID="{C93B80D1-C370-4C1E-82AE-8D9AF0AE8220}" presName="spaceRect" presStyleCnt="0"/>
      <dgm:spPr/>
    </dgm:pt>
    <dgm:pt modelId="{4C5880E6-67F6-4B06-B2F8-E9FBCDA07F8A}" type="pres">
      <dgm:prSet presAssocID="{C93B80D1-C370-4C1E-82AE-8D9AF0AE8220}" presName="textRect" presStyleLbl="revTx" presStyleIdx="0" presStyleCnt="3" custLinFactX="21882" custLinFactNeighborX="100000" custLinFactNeighborY="-9165">
        <dgm:presLayoutVars>
          <dgm:chMax val="1"/>
          <dgm:chPref val="1"/>
        </dgm:presLayoutVars>
      </dgm:prSet>
      <dgm:spPr/>
    </dgm:pt>
    <dgm:pt modelId="{022642DB-4E4D-4D3A-B992-1706B2B0C5DA}" type="pres">
      <dgm:prSet presAssocID="{46D25318-AC0C-462E-9071-51056DDFF193}" presName="sibTrans" presStyleCnt="0"/>
      <dgm:spPr/>
    </dgm:pt>
    <dgm:pt modelId="{56841CE1-C0F2-423D-AC28-ED7D163D5571}" type="pres">
      <dgm:prSet presAssocID="{FF6193E4-284B-4357-B79C-CC425381BD4E}" presName="compNode" presStyleCnt="0"/>
      <dgm:spPr/>
    </dgm:pt>
    <dgm:pt modelId="{DB8687D4-EEAD-4805-82BE-D69CAEB168ED}" type="pres">
      <dgm:prSet presAssocID="{FF6193E4-284B-4357-B79C-CC425381BD4E}" presName="iconBgRect" presStyleLbl="bgShp" presStyleIdx="1" presStyleCnt="3"/>
      <dgm:spPr/>
    </dgm:pt>
    <dgm:pt modelId="{23ED196B-39CF-40F4-AD38-1E475149592F}" type="pres">
      <dgm:prSet presAssocID="{FF6193E4-284B-4357-B79C-CC425381BD4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496DE0F7-4729-4C5F-9692-71247EA1E7DA}" type="pres">
      <dgm:prSet presAssocID="{FF6193E4-284B-4357-B79C-CC425381BD4E}" presName="spaceRect" presStyleCnt="0"/>
      <dgm:spPr/>
    </dgm:pt>
    <dgm:pt modelId="{E39F2DB7-B04D-448C-B3A0-F1680CAD75DD}" type="pres">
      <dgm:prSet presAssocID="{FF6193E4-284B-4357-B79C-CC425381BD4E}" presName="textRect" presStyleLbl="revTx" presStyleIdx="1" presStyleCnt="3" custLinFactX="-10913" custLinFactNeighborX="-100000" custLinFactNeighborY="-7856">
        <dgm:presLayoutVars>
          <dgm:chMax val="1"/>
          <dgm:chPref val="1"/>
        </dgm:presLayoutVars>
      </dgm:prSet>
      <dgm:spPr/>
    </dgm:pt>
    <dgm:pt modelId="{E2593A49-6DEE-4935-8FEF-AAEBF818E3B6}" type="pres">
      <dgm:prSet presAssocID="{CE22A385-7C86-41EF-8680-35DED707A6BD}" presName="sibTrans" presStyleCnt="0"/>
      <dgm:spPr/>
    </dgm:pt>
    <dgm:pt modelId="{BE5860CB-1D21-411B-8810-2B2F4745FA15}" type="pres">
      <dgm:prSet presAssocID="{D4409284-FA3D-4EBF-AF3C-76F5EC46AFCA}" presName="compNode" presStyleCnt="0"/>
      <dgm:spPr/>
    </dgm:pt>
    <dgm:pt modelId="{75ED0A08-A838-40A5-B60D-F4F818212964}" type="pres">
      <dgm:prSet presAssocID="{D4409284-FA3D-4EBF-AF3C-76F5EC46AFCA}" presName="iconBgRect" presStyleLbl="bgShp" presStyleIdx="2" presStyleCnt="3"/>
      <dgm:spPr/>
    </dgm:pt>
    <dgm:pt modelId="{AA26246B-184E-46E7-8AD5-24003354B594}" type="pres">
      <dgm:prSet presAssocID="{D4409284-FA3D-4EBF-AF3C-76F5EC46AF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34BDAEBD-A811-4C1F-B403-DB02BD0412CD}" type="pres">
      <dgm:prSet presAssocID="{D4409284-FA3D-4EBF-AF3C-76F5EC46AFCA}" presName="spaceRect" presStyleCnt="0"/>
      <dgm:spPr/>
    </dgm:pt>
    <dgm:pt modelId="{8B631AB0-93B1-4BA9-9D8F-22C89B7F17B3}" type="pres">
      <dgm:prSet presAssocID="{D4409284-FA3D-4EBF-AF3C-76F5EC46AFC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EB7841C-13A0-421C-8295-45CB971861EF}" type="presOf" srcId="{C93B80D1-C370-4C1E-82AE-8D9AF0AE8220}" destId="{4C5880E6-67F6-4B06-B2F8-E9FBCDA07F8A}" srcOrd="0" destOrd="0" presId="urn:microsoft.com/office/officeart/2018/5/layout/IconCircleLabelList"/>
    <dgm:cxn modelId="{B5BDD85C-0424-4F51-9132-BA8E5AF2734F}" type="presOf" srcId="{D4409284-FA3D-4EBF-AF3C-76F5EC46AFCA}" destId="{8B631AB0-93B1-4BA9-9D8F-22C89B7F17B3}" srcOrd="0" destOrd="0" presId="urn:microsoft.com/office/officeart/2018/5/layout/IconCircleLabelList"/>
    <dgm:cxn modelId="{D50CCB89-F787-48CA-B53E-0E84D28A3DDF}" srcId="{0F1837DA-BCCC-4067-BFD5-6282BEFA8CA6}" destId="{C93B80D1-C370-4C1E-82AE-8D9AF0AE8220}" srcOrd="0" destOrd="0" parTransId="{91409AC3-3243-4741-9282-67702B75A736}" sibTransId="{46D25318-AC0C-462E-9071-51056DDFF193}"/>
    <dgm:cxn modelId="{3519F0C3-6599-4D13-89A6-5504F6B577C8}" type="presOf" srcId="{FF6193E4-284B-4357-B79C-CC425381BD4E}" destId="{E39F2DB7-B04D-448C-B3A0-F1680CAD75DD}" srcOrd="0" destOrd="0" presId="urn:microsoft.com/office/officeart/2018/5/layout/IconCircleLabelList"/>
    <dgm:cxn modelId="{2BF8B3D7-3F09-40CA-BFF3-1CF4026D7108}" srcId="{0F1837DA-BCCC-4067-BFD5-6282BEFA8CA6}" destId="{D4409284-FA3D-4EBF-AF3C-76F5EC46AFCA}" srcOrd="2" destOrd="0" parTransId="{D165E72B-3D2E-456E-84EC-0BA0EA4C1C34}" sibTransId="{133E33B7-C43C-496B-993A-957A621F26AC}"/>
    <dgm:cxn modelId="{C7D8EBE7-7DAF-4730-89E6-EE8130250168}" srcId="{0F1837DA-BCCC-4067-BFD5-6282BEFA8CA6}" destId="{FF6193E4-284B-4357-B79C-CC425381BD4E}" srcOrd="1" destOrd="0" parTransId="{D1514C79-DA38-4C15-924E-3E0E4ED0A364}" sibTransId="{CE22A385-7C86-41EF-8680-35DED707A6BD}"/>
    <dgm:cxn modelId="{1DFEC0F0-9C5B-4967-ADBA-879AAFD7DA7C}" type="presOf" srcId="{0F1837DA-BCCC-4067-BFD5-6282BEFA8CA6}" destId="{C8CBE686-89EF-41B5-80B6-033668B7FBD1}" srcOrd="0" destOrd="0" presId="urn:microsoft.com/office/officeart/2018/5/layout/IconCircleLabelList"/>
    <dgm:cxn modelId="{61B32A6D-D63B-42E4-92C2-D7FE553898F6}" type="presParOf" srcId="{C8CBE686-89EF-41B5-80B6-033668B7FBD1}" destId="{F645D09F-D537-43A4-85DE-C776C14B24BA}" srcOrd="0" destOrd="0" presId="urn:microsoft.com/office/officeart/2018/5/layout/IconCircleLabelList"/>
    <dgm:cxn modelId="{7B94BE48-1546-428F-BA1C-C2FE10F7815D}" type="presParOf" srcId="{F645D09F-D537-43A4-85DE-C776C14B24BA}" destId="{9F9ED059-1A52-4A31-BAFA-8D1D1FB252B4}" srcOrd="0" destOrd="0" presId="urn:microsoft.com/office/officeart/2018/5/layout/IconCircleLabelList"/>
    <dgm:cxn modelId="{BCCB4B5D-6AB8-46B1-A101-0B83173E98C7}" type="presParOf" srcId="{F645D09F-D537-43A4-85DE-C776C14B24BA}" destId="{E719DE61-8863-4D31-86CB-AB528B0F2FED}" srcOrd="1" destOrd="0" presId="urn:microsoft.com/office/officeart/2018/5/layout/IconCircleLabelList"/>
    <dgm:cxn modelId="{EBBCF156-9198-411F-A587-1767AAFF04CA}" type="presParOf" srcId="{F645D09F-D537-43A4-85DE-C776C14B24BA}" destId="{E97A0AAD-0FF7-4FD9-9201-81BF161C1D80}" srcOrd="2" destOrd="0" presId="urn:microsoft.com/office/officeart/2018/5/layout/IconCircleLabelList"/>
    <dgm:cxn modelId="{F2E92C9F-31C1-4E60-B1B0-E4FA56A7753D}" type="presParOf" srcId="{F645D09F-D537-43A4-85DE-C776C14B24BA}" destId="{4C5880E6-67F6-4B06-B2F8-E9FBCDA07F8A}" srcOrd="3" destOrd="0" presId="urn:microsoft.com/office/officeart/2018/5/layout/IconCircleLabelList"/>
    <dgm:cxn modelId="{5D66F195-D794-4ECD-A125-FC2078895E08}" type="presParOf" srcId="{C8CBE686-89EF-41B5-80B6-033668B7FBD1}" destId="{022642DB-4E4D-4D3A-B992-1706B2B0C5DA}" srcOrd="1" destOrd="0" presId="urn:microsoft.com/office/officeart/2018/5/layout/IconCircleLabelList"/>
    <dgm:cxn modelId="{DAA9BE46-5023-41E7-BBC1-A8F5ACC252EC}" type="presParOf" srcId="{C8CBE686-89EF-41B5-80B6-033668B7FBD1}" destId="{56841CE1-C0F2-423D-AC28-ED7D163D5571}" srcOrd="2" destOrd="0" presId="urn:microsoft.com/office/officeart/2018/5/layout/IconCircleLabelList"/>
    <dgm:cxn modelId="{D714BE98-2019-449B-8B61-682D73C100BB}" type="presParOf" srcId="{56841CE1-C0F2-423D-AC28-ED7D163D5571}" destId="{DB8687D4-EEAD-4805-82BE-D69CAEB168ED}" srcOrd="0" destOrd="0" presId="urn:microsoft.com/office/officeart/2018/5/layout/IconCircleLabelList"/>
    <dgm:cxn modelId="{6E5D0168-E86A-461F-9BB4-5BDEBEF2C822}" type="presParOf" srcId="{56841CE1-C0F2-423D-AC28-ED7D163D5571}" destId="{23ED196B-39CF-40F4-AD38-1E475149592F}" srcOrd="1" destOrd="0" presId="urn:microsoft.com/office/officeart/2018/5/layout/IconCircleLabelList"/>
    <dgm:cxn modelId="{BED1C530-FFEF-4325-84C8-CEBF6C905003}" type="presParOf" srcId="{56841CE1-C0F2-423D-AC28-ED7D163D5571}" destId="{496DE0F7-4729-4C5F-9692-71247EA1E7DA}" srcOrd="2" destOrd="0" presId="urn:microsoft.com/office/officeart/2018/5/layout/IconCircleLabelList"/>
    <dgm:cxn modelId="{46D39EE2-5BC2-4FE6-9B6A-7B5B0DF21147}" type="presParOf" srcId="{56841CE1-C0F2-423D-AC28-ED7D163D5571}" destId="{E39F2DB7-B04D-448C-B3A0-F1680CAD75DD}" srcOrd="3" destOrd="0" presId="urn:microsoft.com/office/officeart/2018/5/layout/IconCircleLabelList"/>
    <dgm:cxn modelId="{B37AD405-6F5B-4499-B72B-DD3186B7C916}" type="presParOf" srcId="{C8CBE686-89EF-41B5-80B6-033668B7FBD1}" destId="{E2593A49-6DEE-4935-8FEF-AAEBF818E3B6}" srcOrd="3" destOrd="0" presId="urn:microsoft.com/office/officeart/2018/5/layout/IconCircleLabelList"/>
    <dgm:cxn modelId="{50C867B1-73BB-4F34-A3C9-2787B8247930}" type="presParOf" srcId="{C8CBE686-89EF-41B5-80B6-033668B7FBD1}" destId="{BE5860CB-1D21-411B-8810-2B2F4745FA15}" srcOrd="4" destOrd="0" presId="urn:microsoft.com/office/officeart/2018/5/layout/IconCircleLabelList"/>
    <dgm:cxn modelId="{8FA7CE0D-42B2-4F28-B9EA-D1497BE4B1EA}" type="presParOf" srcId="{BE5860CB-1D21-411B-8810-2B2F4745FA15}" destId="{75ED0A08-A838-40A5-B60D-F4F818212964}" srcOrd="0" destOrd="0" presId="urn:microsoft.com/office/officeart/2018/5/layout/IconCircleLabelList"/>
    <dgm:cxn modelId="{E9A94635-5652-4D59-81AB-A08320936FF0}" type="presParOf" srcId="{BE5860CB-1D21-411B-8810-2B2F4745FA15}" destId="{AA26246B-184E-46E7-8AD5-24003354B594}" srcOrd="1" destOrd="0" presId="urn:microsoft.com/office/officeart/2018/5/layout/IconCircleLabelList"/>
    <dgm:cxn modelId="{E6450B37-AA64-4076-8A3B-668FC1F06467}" type="presParOf" srcId="{BE5860CB-1D21-411B-8810-2B2F4745FA15}" destId="{34BDAEBD-A811-4C1F-B403-DB02BD0412CD}" srcOrd="2" destOrd="0" presId="urn:microsoft.com/office/officeart/2018/5/layout/IconCircleLabelList"/>
    <dgm:cxn modelId="{CB745D7F-1AE8-47C8-AFE4-2ED3FC293918}" type="presParOf" srcId="{BE5860CB-1D21-411B-8810-2B2F4745FA15}" destId="{8B631AB0-93B1-4BA9-9D8F-22C89B7F17B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FA0E213-75A6-46D4-80FC-B2DF5ACA38F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C0B49AD-C1A9-4F2C-B824-0B0B9019AA07}">
      <dgm:prSet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sz="2400"/>
            <a:t>Strengths: Fast, simple, affordable, scalable</a:t>
          </a:r>
        </a:p>
      </dgm:t>
    </dgm:pt>
    <dgm:pt modelId="{421C707E-4E8E-4AE8-8BBB-A3F03E4F82FA}" type="parTrans" cxnId="{CE1A78D1-A9DE-4CD9-97AB-CD0F2D989360}">
      <dgm:prSet/>
      <dgm:spPr/>
      <dgm:t>
        <a:bodyPr/>
        <a:lstStyle/>
        <a:p>
          <a:endParaRPr lang="en-US"/>
        </a:p>
      </dgm:t>
    </dgm:pt>
    <dgm:pt modelId="{C3EE97C5-141A-47C4-9A12-5837B431C5AB}" type="sibTrans" cxnId="{CE1A78D1-A9DE-4CD9-97AB-CD0F2D989360}">
      <dgm:prSet/>
      <dgm:spPr/>
      <dgm:t>
        <a:bodyPr/>
        <a:lstStyle/>
        <a:p>
          <a:endParaRPr lang="en-US"/>
        </a:p>
      </dgm:t>
    </dgm:pt>
    <dgm:pt modelId="{BB8E24D4-A381-4689-B14B-F4819B4727EE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2400"/>
            <a:t>Weaknesses: New brand, awareness gap</a:t>
          </a:r>
        </a:p>
      </dgm:t>
    </dgm:pt>
    <dgm:pt modelId="{47124562-C5EE-4678-924E-BC2722F20B01}" type="parTrans" cxnId="{354C482A-B758-49AC-B978-C84B4DA581FF}">
      <dgm:prSet/>
      <dgm:spPr/>
      <dgm:t>
        <a:bodyPr/>
        <a:lstStyle/>
        <a:p>
          <a:endParaRPr lang="en-US"/>
        </a:p>
      </dgm:t>
    </dgm:pt>
    <dgm:pt modelId="{6E520815-CA4D-40EA-8DEA-49D89A7689E5}" type="sibTrans" cxnId="{354C482A-B758-49AC-B978-C84B4DA581FF}">
      <dgm:prSet/>
      <dgm:spPr/>
      <dgm:t>
        <a:bodyPr/>
        <a:lstStyle/>
        <a:p>
          <a:endParaRPr lang="en-US"/>
        </a:p>
      </dgm:t>
    </dgm:pt>
    <dgm:pt modelId="{AB2CE5A8-30F3-4E35-A586-13BDC86C78F4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2400" dirty="0"/>
            <a:t>Opportunities: Pet health boom, few rapid test competitors</a:t>
          </a:r>
        </a:p>
      </dgm:t>
    </dgm:pt>
    <dgm:pt modelId="{EA8BBD27-7F04-4F37-BD19-6739AD04C601}" type="parTrans" cxnId="{CB7F8ACC-6979-4E39-82AD-28894AC236E5}">
      <dgm:prSet/>
      <dgm:spPr/>
      <dgm:t>
        <a:bodyPr/>
        <a:lstStyle/>
        <a:p>
          <a:endParaRPr lang="en-US"/>
        </a:p>
      </dgm:t>
    </dgm:pt>
    <dgm:pt modelId="{D909992A-696B-4C59-9AF0-6D1E6C56BCBD}" type="sibTrans" cxnId="{CB7F8ACC-6979-4E39-82AD-28894AC236E5}">
      <dgm:prSet/>
      <dgm:spPr/>
      <dgm:t>
        <a:bodyPr/>
        <a:lstStyle/>
        <a:p>
          <a:endParaRPr lang="en-US"/>
        </a:p>
      </dgm:t>
    </dgm:pt>
    <dgm:pt modelId="{E44AF823-5408-4233-9164-152EC89D1AD6}">
      <dgm:prSet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2400"/>
            <a:t>Threats: Lab incumbents, regulation timing</a:t>
          </a:r>
        </a:p>
      </dgm:t>
    </dgm:pt>
    <dgm:pt modelId="{DF24A358-037E-48BE-A5F5-273596AC70F7}" type="parTrans" cxnId="{DF36C094-B82C-40C0-8A6F-3D7AE64BAD62}">
      <dgm:prSet/>
      <dgm:spPr/>
      <dgm:t>
        <a:bodyPr/>
        <a:lstStyle/>
        <a:p>
          <a:endParaRPr lang="en-US"/>
        </a:p>
      </dgm:t>
    </dgm:pt>
    <dgm:pt modelId="{9F1A9D00-2396-41A8-A339-5995F6E5E00D}" type="sibTrans" cxnId="{DF36C094-B82C-40C0-8A6F-3D7AE64BAD62}">
      <dgm:prSet/>
      <dgm:spPr/>
      <dgm:t>
        <a:bodyPr/>
        <a:lstStyle/>
        <a:p>
          <a:endParaRPr lang="en-US"/>
        </a:p>
      </dgm:t>
    </dgm:pt>
    <dgm:pt modelId="{B01D6B47-9806-0240-9A9D-4EDBC7F1D9A9}" type="pres">
      <dgm:prSet presAssocID="{3FA0E213-75A6-46D4-80FC-B2DF5ACA38F2}" presName="diagram" presStyleCnt="0">
        <dgm:presLayoutVars>
          <dgm:dir/>
          <dgm:resizeHandles val="exact"/>
        </dgm:presLayoutVars>
      </dgm:prSet>
      <dgm:spPr/>
    </dgm:pt>
    <dgm:pt modelId="{542A089C-E772-9449-BED8-76A3647ADC76}" type="pres">
      <dgm:prSet presAssocID="{8C0B49AD-C1A9-4F2C-B824-0B0B9019AA07}" presName="node" presStyleLbl="node1" presStyleIdx="0" presStyleCnt="4">
        <dgm:presLayoutVars>
          <dgm:bulletEnabled val="1"/>
        </dgm:presLayoutVars>
      </dgm:prSet>
      <dgm:spPr/>
    </dgm:pt>
    <dgm:pt modelId="{D23145A3-6039-764E-B567-6FED9C84A0DF}" type="pres">
      <dgm:prSet presAssocID="{C3EE97C5-141A-47C4-9A12-5837B431C5AB}" presName="sibTrans" presStyleCnt="0"/>
      <dgm:spPr/>
    </dgm:pt>
    <dgm:pt modelId="{46465CDC-89F9-6449-BF21-53C26389312A}" type="pres">
      <dgm:prSet presAssocID="{BB8E24D4-A381-4689-B14B-F4819B4727EE}" presName="node" presStyleLbl="node1" presStyleIdx="1" presStyleCnt="4">
        <dgm:presLayoutVars>
          <dgm:bulletEnabled val="1"/>
        </dgm:presLayoutVars>
      </dgm:prSet>
      <dgm:spPr/>
    </dgm:pt>
    <dgm:pt modelId="{6F7561DF-1A00-2141-AB80-7A92E38997B0}" type="pres">
      <dgm:prSet presAssocID="{6E520815-CA4D-40EA-8DEA-49D89A7689E5}" presName="sibTrans" presStyleCnt="0"/>
      <dgm:spPr/>
    </dgm:pt>
    <dgm:pt modelId="{C1FBDE23-FEBA-4B45-8E66-3B6A35127FCA}" type="pres">
      <dgm:prSet presAssocID="{AB2CE5A8-30F3-4E35-A586-13BDC86C78F4}" presName="node" presStyleLbl="node1" presStyleIdx="2" presStyleCnt="4">
        <dgm:presLayoutVars>
          <dgm:bulletEnabled val="1"/>
        </dgm:presLayoutVars>
      </dgm:prSet>
      <dgm:spPr/>
    </dgm:pt>
    <dgm:pt modelId="{70CF3BA7-EA2A-BA48-A247-8EE76CD79CB1}" type="pres">
      <dgm:prSet presAssocID="{D909992A-696B-4C59-9AF0-6D1E6C56BCBD}" presName="sibTrans" presStyleCnt="0"/>
      <dgm:spPr/>
    </dgm:pt>
    <dgm:pt modelId="{5B7E8406-D4BB-6345-83BA-7F53B66C6D02}" type="pres">
      <dgm:prSet presAssocID="{E44AF823-5408-4233-9164-152EC89D1AD6}" presName="node" presStyleLbl="node1" presStyleIdx="3" presStyleCnt="4">
        <dgm:presLayoutVars>
          <dgm:bulletEnabled val="1"/>
        </dgm:presLayoutVars>
      </dgm:prSet>
      <dgm:spPr/>
    </dgm:pt>
  </dgm:ptLst>
  <dgm:cxnLst>
    <dgm:cxn modelId="{354C482A-B758-49AC-B978-C84B4DA581FF}" srcId="{3FA0E213-75A6-46D4-80FC-B2DF5ACA38F2}" destId="{BB8E24D4-A381-4689-B14B-F4819B4727EE}" srcOrd="1" destOrd="0" parTransId="{47124562-C5EE-4678-924E-BC2722F20B01}" sibTransId="{6E520815-CA4D-40EA-8DEA-49D89A7689E5}"/>
    <dgm:cxn modelId="{EE77A572-7E3B-B541-BF8A-F43CD7532B02}" type="presOf" srcId="{8C0B49AD-C1A9-4F2C-B824-0B0B9019AA07}" destId="{542A089C-E772-9449-BED8-76A3647ADC76}" srcOrd="0" destOrd="0" presId="urn:microsoft.com/office/officeart/2005/8/layout/default"/>
    <dgm:cxn modelId="{E87E1A7B-DE32-484C-B358-04B8D7379668}" type="presOf" srcId="{3FA0E213-75A6-46D4-80FC-B2DF5ACA38F2}" destId="{B01D6B47-9806-0240-9A9D-4EDBC7F1D9A9}" srcOrd="0" destOrd="0" presId="urn:microsoft.com/office/officeart/2005/8/layout/default"/>
    <dgm:cxn modelId="{DF36C094-B82C-40C0-8A6F-3D7AE64BAD62}" srcId="{3FA0E213-75A6-46D4-80FC-B2DF5ACA38F2}" destId="{E44AF823-5408-4233-9164-152EC89D1AD6}" srcOrd="3" destOrd="0" parTransId="{DF24A358-037E-48BE-A5F5-273596AC70F7}" sibTransId="{9F1A9D00-2396-41A8-A339-5995F6E5E00D}"/>
    <dgm:cxn modelId="{BBE377A4-B189-C949-8B69-C4556D13388F}" type="presOf" srcId="{AB2CE5A8-30F3-4E35-A586-13BDC86C78F4}" destId="{C1FBDE23-FEBA-4B45-8E66-3B6A35127FCA}" srcOrd="0" destOrd="0" presId="urn:microsoft.com/office/officeart/2005/8/layout/default"/>
    <dgm:cxn modelId="{62F401C3-BF4B-B748-AD5E-E5F4C619D89F}" type="presOf" srcId="{E44AF823-5408-4233-9164-152EC89D1AD6}" destId="{5B7E8406-D4BB-6345-83BA-7F53B66C6D02}" srcOrd="0" destOrd="0" presId="urn:microsoft.com/office/officeart/2005/8/layout/default"/>
    <dgm:cxn modelId="{CB7F8ACC-6979-4E39-82AD-28894AC236E5}" srcId="{3FA0E213-75A6-46D4-80FC-B2DF5ACA38F2}" destId="{AB2CE5A8-30F3-4E35-A586-13BDC86C78F4}" srcOrd="2" destOrd="0" parTransId="{EA8BBD27-7F04-4F37-BD19-6739AD04C601}" sibTransId="{D909992A-696B-4C59-9AF0-6D1E6C56BCBD}"/>
    <dgm:cxn modelId="{9A64D1CE-E54A-554D-B6D5-2AC404D58B2A}" type="presOf" srcId="{BB8E24D4-A381-4689-B14B-F4819B4727EE}" destId="{46465CDC-89F9-6449-BF21-53C26389312A}" srcOrd="0" destOrd="0" presId="urn:microsoft.com/office/officeart/2005/8/layout/default"/>
    <dgm:cxn modelId="{CE1A78D1-A9DE-4CD9-97AB-CD0F2D989360}" srcId="{3FA0E213-75A6-46D4-80FC-B2DF5ACA38F2}" destId="{8C0B49AD-C1A9-4F2C-B824-0B0B9019AA07}" srcOrd="0" destOrd="0" parTransId="{421C707E-4E8E-4AE8-8BBB-A3F03E4F82FA}" sibTransId="{C3EE97C5-141A-47C4-9A12-5837B431C5AB}"/>
    <dgm:cxn modelId="{1B838BD8-395B-1F47-A022-76059F4A05B5}" type="presParOf" srcId="{B01D6B47-9806-0240-9A9D-4EDBC7F1D9A9}" destId="{542A089C-E772-9449-BED8-76A3647ADC76}" srcOrd="0" destOrd="0" presId="urn:microsoft.com/office/officeart/2005/8/layout/default"/>
    <dgm:cxn modelId="{DA5FA7D3-284C-4848-8598-14CD258A2E0C}" type="presParOf" srcId="{B01D6B47-9806-0240-9A9D-4EDBC7F1D9A9}" destId="{D23145A3-6039-764E-B567-6FED9C84A0DF}" srcOrd="1" destOrd="0" presId="urn:microsoft.com/office/officeart/2005/8/layout/default"/>
    <dgm:cxn modelId="{3C074A21-920A-994C-9142-79FB308CD8D3}" type="presParOf" srcId="{B01D6B47-9806-0240-9A9D-4EDBC7F1D9A9}" destId="{46465CDC-89F9-6449-BF21-53C26389312A}" srcOrd="2" destOrd="0" presId="urn:microsoft.com/office/officeart/2005/8/layout/default"/>
    <dgm:cxn modelId="{874803A3-76F5-924E-8E3B-16D8CA49BE20}" type="presParOf" srcId="{B01D6B47-9806-0240-9A9D-4EDBC7F1D9A9}" destId="{6F7561DF-1A00-2141-AB80-7A92E38997B0}" srcOrd="3" destOrd="0" presId="urn:microsoft.com/office/officeart/2005/8/layout/default"/>
    <dgm:cxn modelId="{EE2414DE-D693-E641-A519-756C66ADAFAC}" type="presParOf" srcId="{B01D6B47-9806-0240-9A9D-4EDBC7F1D9A9}" destId="{C1FBDE23-FEBA-4B45-8E66-3B6A35127FCA}" srcOrd="4" destOrd="0" presId="urn:microsoft.com/office/officeart/2005/8/layout/default"/>
    <dgm:cxn modelId="{18DD35AF-4694-B948-975F-742DF4666047}" type="presParOf" srcId="{B01D6B47-9806-0240-9A9D-4EDBC7F1D9A9}" destId="{70CF3BA7-EA2A-BA48-A247-8EE76CD79CB1}" srcOrd="5" destOrd="0" presId="urn:microsoft.com/office/officeart/2005/8/layout/default"/>
    <dgm:cxn modelId="{8C9DE2D3-A0F7-2543-9857-E565D07C0F97}" type="presParOf" srcId="{B01D6B47-9806-0240-9A9D-4EDBC7F1D9A9}" destId="{5B7E8406-D4BB-6345-83BA-7F53B66C6D0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A00FEB1-5F9B-4339-A6F6-C382D794D86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070B79-39E3-44BD-8207-F923E723E654}">
      <dgm:prSet/>
      <dgm:spPr/>
      <dgm:t>
        <a:bodyPr/>
        <a:lstStyle/>
        <a:p>
          <a:r>
            <a:rPr lang="en-US" dirty="0"/>
            <a:t>Revenue forecast: €2M (2027) → €40–50M (2032)</a:t>
          </a:r>
        </a:p>
      </dgm:t>
    </dgm:pt>
    <dgm:pt modelId="{7CC7C329-F2B6-41EE-9F02-B2C35980C9A8}" type="parTrans" cxnId="{D8E2E57F-2B62-4714-9908-07741BBE3690}">
      <dgm:prSet/>
      <dgm:spPr/>
      <dgm:t>
        <a:bodyPr/>
        <a:lstStyle/>
        <a:p>
          <a:endParaRPr lang="en-US"/>
        </a:p>
      </dgm:t>
    </dgm:pt>
    <dgm:pt modelId="{7DA8F67D-B580-4EA5-9702-8793D400E342}" type="sibTrans" cxnId="{D8E2E57F-2B62-4714-9908-07741BBE3690}">
      <dgm:prSet/>
      <dgm:spPr/>
      <dgm:t>
        <a:bodyPr/>
        <a:lstStyle/>
        <a:p>
          <a:endParaRPr lang="en-US"/>
        </a:p>
      </dgm:t>
    </dgm:pt>
    <dgm:pt modelId="{C3A3C044-72CF-487F-B912-317A5FE24014}">
      <dgm:prSet/>
      <dgm:spPr/>
      <dgm:t>
        <a:bodyPr/>
        <a:lstStyle/>
        <a:p>
          <a:r>
            <a:rPr lang="en-US"/>
            <a:t>Gross margin: 55–60%</a:t>
          </a:r>
        </a:p>
      </dgm:t>
    </dgm:pt>
    <dgm:pt modelId="{69522EF5-F873-4A9D-9C91-D6D791E0CBAB}" type="parTrans" cxnId="{8D5D14DD-37A2-411C-A49E-C375C325C5FA}">
      <dgm:prSet/>
      <dgm:spPr/>
      <dgm:t>
        <a:bodyPr/>
        <a:lstStyle/>
        <a:p>
          <a:endParaRPr lang="en-US"/>
        </a:p>
      </dgm:t>
    </dgm:pt>
    <dgm:pt modelId="{E6D605C6-45C8-401E-82CA-053DF47C8FDE}" type="sibTrans" cxnId="{8D5D14DD-37A2-411C-A49E-C375C325C5FA}">
      <dgm:prSet/>
      <dgm:spPr/>
      <dgm:t>
        <a:bodyPr/>
        <a:lstStyle/>
        <a:p>
          <a:endParaRPr lang="en-US"/>
        </a:p>
      </dgm:t>
    </dgm:pt>
    <dgm:pt modelId="{78FFF23A-3F5D-4818-8EAD-0718590B5111}">
      <dgm:prSet/>
      <dgm:spPr/>
      <dgm:t>
        <a:bodyPr/>
        <a:lstStyle/>
        <a:p>
          <a:r>
            <a:rPr lang="en-US"/>
            <a:t>CAGR: 30–35%</a:t>
          </a:r>
        </a:p>
      </dgm:t>
    </dgm:pt>
    <dgm:pt modelId="{00111DBD-A56D-46D9-8519-F6A29C8E8FEA}" type="parTrans" cxnId="{8DCA64A1-43AE-4A47-AF55-1B68D148C215}">
      <dgm:prSet/>
      <dgm:spPr/>
      <dgm:t>
        <a:bodyPr/>
        <a:lstStyle/>
        <a:p>
          <a:endParaRPr lang="en-US"/>
        </a:p>
      </dgm:t>
    </dgm:pt>
    <dgm:pt modelId="{C59C1F1F-CCBC-45D3-9C29-08ECF9D7A154}" type="sibTrans" cxnId="{8DCA64A1-43AE-4A47-AF55-1B68D148C215}">
      <dgm:prSet/>
      <dgm:spPr/>
      <dgm:t>
        <a:bodyPr/>
        <a:lstStyle/>
        <a:p>
          <a:endParaRPr lang="en-US"/>
        </a:p>
      </dgm:t>
    </dgm:pt>
    <dgm:pt modelId="{2093868B-9020-4082-913D-D150BB1FEB45}" type="pres">
      <dgm:prSet presAssocID="{CA00FEB1-5F9B-4339-A6F6-C382D794D86A}" presName="root" presStyleCnt="0">
        <dgm:presLayoutVars>
          <dgm:dir/>
          <dgm:resizeHandles val="exact"/>
        </dgm:presLayoutVars>
      </dgm:prSet>
      <dgm:spPr/>
    </dgm:pt>
    <dgm:pt modelId="{77303070-5228-486C-9212-BAAD3EB65FE5}" type="pres">
      <dgm:prSet presAssocID="{6B070B79-39E3-44BD-8207-F923E723E654}" presName="compNode" presStyleCnt="0"/>
      <dgm:spPr/>
    </dgm:pt>
    <dgm:pt modelId="{F6AC952B-DDDB-4B62-8D58-9663D6B4EA00}" type="pres">
      <dgm:prSet presAssocID="{6B070B79-39E3-44BD-8207-F923E723E6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A28BCE08-56D7-49CF-8903-DEFFC90B035E}" type="pres">
      <dgm:prSet presAssocID="{6B070B79-39E3-44BD-8207-F923E723E654}" presName="spaceRect" presStyleCnt="0"/>
      <dgm:spPr/>
    </dgm:pt>
    <dgm:pt modelId="{B6CCF93E-A1B6-4722-A757-EF3499CBBC01}" type="pres">
      <dgm:prSet presAssocID="{6B070B79-39E3-44BD-8207-F923E723E654}" presName="textRect" presStyleLbl="revTx" presStyleIdx="0" presStyleCnt="3">
        <dgm:presLayoutVars>
          <dgm:chMax val="1"/>
          <dgm:chPref val="1"/>
        </dgm:presLayoutVars>
      </dgm:prSet>
      <dgm:spPr/>
    </dgm:pt>
    <dgm:pt modelId="{487AA654-898B-4AB7-9030-4FF2C6A6D283}" type="pres">
      <dgm:prSet presAssocID="{7DA8F67D-B580-4EA5-9702-8793D400E342}" presName="sibTrans" presStyleCnt="0"/>
      <dgm:spPr/>
    </dgm:pt>
    <dgm:pt modelId="{C6DBC7D2-EBF1-4695-9AF9-1E47C96E9514}" type="pres">
      <dgm:prSet presAssocID="{C3A3C044-72CF-487F-B912-317A5FE24014}" presName="compNode" presStyleCnt="0"/>
      <dgm:spPr/>
    </dgm:pt>
    <dgm:pt modelId="{F8896BC7-ADCD-49DD-94C0-E4787E844D7F}" type="pres">
      <dgm:prSet presAssocID="{C3A3C044-72CF-487F-B912-317A5FE2401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FF069A7D-8078-42AD-B943-03809157BBB0}" type="pres">
      <dgm:prSet presAssocID="{C3A3C044-72CF-487F-B912-317A5FE24014}" presName="spaceRect" presStyleCnt="0"/>
      <dgm:spPr/>
    </dgm:pt>
    <dgm:pt modelId="{90879BFE-5768-41AE-9E4C-C4A2D9352095}" type="pres">
      <dgm:prSet presAssocID="{C3A3C044-72CF-487F-B912-317A5FE24014}" presName="textRect" presStyleLbl="revTx" presStyleIdx="1" presStyleCnt="3">
        <dgm:presLayoutVars>
          <dgm:chMax val="1"/>
          <dgm:chPref val="1"/>
        </dgm:presLayoutVars>
      </dgm:prSet>
      <dgm:spPr/>
    </dgm:pt>
    <dgm:pt modelId="{704B84BD-114E-4758-B3FE-522EA5FF3E59}" type="pres">
      <dgm:prSet presAssocID="{E6D605C6-45C8-401E-82CA-053DF47C8FDE}" presName="sibTrans" presStyleCnt="0"/>
      <dgm:spPr/>
    </dgm:pt>
    <dgm:pt modelId="{499BC825-F173-4A90-A285-AE11DEB96FDB}" type="pres">
      <dgm:prSet presAssocID="{78FFF23A-3F5D-4818-8EAD-0718590B5111}" presName="compNode" presStyleCnt="0"/>
      <dgm:spPr/>
    </dgm:pt>
    <dgm:pt modelId="{B0087A95-0E0C-457E-BEDE-29FC39824BAE}" type="pres">
      <dgm:prSet presAssocID="{78FFF23A-3F5D-4818-8EAD-0718590B51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B59714A-B383-4F40-8E59-8FA6132DD690}" type="pres">
      <dgm:prSet presAssocID="{78FFF23A-3F5D-4818-8EAD-0718590B5111}" presName="spaceRect" presStyleCnt="0"/>
      <dgm:spPr/>
    </dgm:pt>
    <dgm:pt modelId="{78789736-748E-4C2D-B0D9-BC48796F9AB7}" type="pres">
      <dgm:prSet presAssocID="{78FFF23A-3F5D-4818-8EAD-0718590B511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96DD20E-5C97-4F24-A0BC-AA08A83F4604}" type="presOf" srcId="{78FFF23A-3F5D-4818-8EAD-0718590B5111}" destId="{78789736-748E-4C2D-B0D9-BC48796F9AB7}" srcOrd="0" destOrd="0" presId="urn:microsoft.com/office/officeart/2018/2/layout/IconLabelList"/>
    <dgm:cxn modelId="{66FAEA23-9C53-48FD-9BD5-B0A4E1E9C2E2}" type="presOf" srcId="{CA00FEB1-5F9B-4339-A6F6-C382D794D86A}" destId="{2093868B-9020-4082-913D-D150BB1FEB45}" srcOrd="0" destOrd="0" presId="urn:microsoft.com/office/officeart/2018/2/layout/IconLabelList"/>
    <dgm:cxn modelId="{0B847B39-0056-4E84-B69C-8787D4CE01FC}" type="presOf" srcId="{6B070B79-39E3-44BD-8207-F923E723E654}" destId="{B6CCF93E-A1B6-4722-A757-EF3499CBBC01}" srcOrd="0" destOrd="0" presId="urn:microsoft.com/office/officeart/2018/2/layout/IconLabelList"/>
    <dgm:cxn modelId="{D8E2E57F-2B62-4714-9908-07741BBE3690}" srcId="{CA00FEB1-5F9B-4339-A6F6-C382D794D86A}" destId="{6B070B79-39E3-44BD-8207-F923E723E654}" srcOrd="0" destOrd="0" parTransId="{7CC7C329-F2B6-41EE-9F02-B2C35980C9A8}" sibTransId="{7DA8F67D-B580-4EA5-9702-8793D400E342}"/>
    <dgm:cxn modelId="{366DC888-5D6E-4916-A918-1020A311C7F0}" type="presOf" srcId="{C3A3C044-72CF-487F-B912-317A5FE24014}" destId="{90879BFE-5768-41AE-9E4C-C4A2D9352095}" srcOrd="0" destOrd="0" presId="urn:microsoft.com/office/officeart/2018/2/layout/IconLabelList"/>
    <dgm:cxn modelId="{8DCA64A1-43AE-4A47-AF55-1B68D148C215}" srcId="{CA00FEB1-5F9B-4339-A6F6-C382D794D86A}" destId="{78FFF23A-3F5D-4818-8EAD-0718590B5111}" srcOrd="2" destOrd="0" parTransId="{00111DBD-A56D-46D9-8519-F6A29C8E8FEA}" sibTransId="{C59C1F1F-CCBC-45D3-9C29-08ECF9D7A154}"/>
    <dgm:cxn modelId="{8D5D14DD-37A2-411C-A49E-C375C325C5FA}" srcId="{CA00FEB1-5F9B-4339-A6F6-C382D794D86A}" destId="{C3A3C044-72CF-487F-B912-317A5FE24014}" srcOrd="1" destOrd="0" parTransId="{69522EF5-F873-4A9D-9C91-D6D791E0CBAB}" sibTransId="{E6D605C6-45C8-401E-82CA-053DF47C8FDE}"/>
    <dgm:cxn modelId="{DE424759-95D6-4230-BE5C-6F71F1679994}" type="presParOf" srcId="{2093868B-9020-4082-913D-D150BB1FEB45}" destId="{77303070-5228-486C-9212-BAAD3EB65FE5}" srcOrd="0" destOrd="0" presId="urn:microsoft.com/office/officeart/2018/2/layout/IconLabelList"/>
    <dgm:cxn modelId="{D03FB3F2-32DB-40D8-A5EF-C51639AEA421}" type="presParOf" srcId="{77303070-5228-486C-9212-BAAD3EB65FE5}" destId="{F6AC952B-DDDB-4B62-8D58-9663D6B4EA00}" srcOrd="0" destOrd="0" presId="urn:microsoft.com/office/officeart/2018/2/layout/IconLabelList"/>
    <dgm:cxn modelId="{29C9B9FA-B246-4180-AF39-B9D382DCC490}" type="presParOf" srcId="{77303070-5228-486C-9212-BAAD3EB65FE5}" destId="{A28BCE08-56D7-49CF-8903-DEFFC90B035E}" srcOrd="1" destOrd="0" presId="urn:microsoft.com/office/officeart/2018/2/layout/IconLabelList"/>
    <dgm:cxn modelId="{FD40B6DB-EADA-4A8A-8862-20AF62D9CBA4}" type="presParOf" srcId="{77303070-5228-486C-9212-BAAD3EB65FE5}" destId="{B6CCF93E-A1B6-4722-A757-EF3499CBBC01}" srcOrd="2" destOrd="0" presId="urn:microsoft.com/office/officeart/2018/2/layout/IconLabelList"/>
    <dgm:cxn modelId="{2CB3ED26-0367-4B8A-B479-09A7F7919CA7}" type="presParOf" srcId="{2093868B-9020-4082-913D-D150BB1FEB45}" destId="{487AA654-898B-4AB7-9030-4FF2C6A6D283}" srcOrd="1" destOrd="0" presId="urn:microsoft.com/office/officeart/2018/2/layout/IconLabelList"/>
    <dgm:cxn modelId="{446147CC-C7DE-41E2-B9D2-F9C771BEFA51}" type="presParOf" srcId="{2093868B-9020-4082-913D-D150BB1FEB45}" destId="{C6DBC7D2-EBF1-4695-9AF9-1E47C96E9514}" srcOrd="2" destOrd="0" presId="urn:microsoft.com/office/officeart/2018/2/layout/IconLabelList"/>
    <dgm:cxn modelId="{DC7DCC8B-2FAF-4642-A32D-457B2E09E373}" type="presParOf" srcId="{C6DBC7D2-EBF1-4695-9AF9-1E47C96E9514}" destId="{F8896BC7-ADCD-49DD-94C0-E4787E844D7F}" srcOrd="0" destOrd="0" presId="urn:microsoft.com/office/officeart/2018/2/layout/IconLabelList"/>
    <dgm:cxn modelId="{C2257178-04E6-4840-92F8-695BC3AE3BA1}" type="presParOf" srcId="{C6DBC7D2-EBF1-4695-9AF9-1E47C96E9514}" destId="{FF069A7D-8078-42AD-B943-03809157BBB0}" srcOrd="1" destOrd="0" presId="urn:microsoft.com/office/officeart/2018/2/layout/IconLabelList"/>
    <dgm:cxn modelId="{C145222E-4F37-4836-982D-091103CF2F38}" type="presParOf" srcId="{C6DBC7D2-EBF1-4695-9AF9-1E47C96E9514}" destId="{90879BFE-5768-41AE-9E4C-C4A2D9352095}" srcOrd="2" destOrd="0" presId="urn:microsoft.com/office/officeart/2018/2/layout/IconLabelList"/>
    <dgm:cxn modelId="{16C2285A-2367-42FF-86B8-CD4847CD6F64}" type="presParOf" srcId="{2093868B-9020-4082-913D-D150BB1FEB45}" destId="{704B84BD-114E-4758-B3FE-522EA5FF3E59}" srcOrd="3" destOrd="0" presId="urn:microsoft.com/office/officeart/2018/2/layout/IconLabelList"/>
    <dgm:cxn modelId="{084A0A09-3595-4021-A0AC-0A916BDCB38B}" type="presParOf" srcId="{2093868B-9020-4082-913D-D150BB1FEB45}" destId="{499BC825-F173-4A90-A285-AE11DEB96FDB}" srcOrd="4" destOrd="0" presId="urn:microsoft.com/office/officeart/2018/2/layout/IconLabelList"/>
    <dgm:cxn modelId="{33BCF5E6-69ED-460A-9CCF-1F3A2C445561}" type="presParOf" srcId="{499BC825-F173-4A90-A285-AE11DEB96FDB}" destId="{B0087A95-0E0C-457E-BEDE-29FC39824BAE}" srcOrd="0" destOrd="0" presId="urn:microsoft.com/office/officeart/2018/2/layout/IconLabelList"/>
    <dgm:cxn modelId="{9459A577-A202-480F-AC0B-E5FD8680C322}" type="presParOf" srcId="{499BC825-F173-4A90-A285-AE11DEB96FDB}" destId="{3B59714A-B383-4F40-8E59-8FA6132DD690}" srcOrd="1" destOrd="0" presId="urn:microsoft.com/office/officeart/2018/2/layout/IconLabelList"/>
    <dgm:cxn modelId="{9C1D2650-ECE7-4634-9125-CDA64DA9B993}" type="presParOf" srcId="{499BC825-F173-4A90-A285-AE11DEB96FDB}" destId="{78789736-748E-4C2D-B0D9-BC48796F9AB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32A22DD-4075-4F33-9B78-81ADC9E42BE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B3014B1-3E41-46E4-BB5D-8FAA8DA41449}">
      <dgm:prSet/>
      <dgm:spPr/>
      <dgm:t>
        <a:bodyPr/>
        <a:lstStyle/>
        <a:p>
          <a:r>
            <a:rPr lang="en-US" dirty="0"/>
            <a:t> High Growth: 30–35% CAGR in European pet diagnostics</a:t>
          </a:r>
        </a:p>
      </dgm:t>
    </dgm:pt>
    <dgm:pt modelId="{993AEA36-775A-47BE-B031-82FFF442D0E3}" type="parTrans" cxnId="{2ACB472D-35EA-4DBB-ABFB-F3603AB66605}">
      <dgm:prSet/>
      <dgm:spPr/>
      <dgm:t>
        <a:bodyPr/>
        <a:lstStyle/>
        <a:p>
          <a:endParaRPr lang="en-US"/>
        </a:p>
      </dgm:t>
    </dgm:pt>
    <dgm:pt modelId="{ACFBC49E-626D-4E51-B050-D2946D24EFD7}" type="sibTrans" cxnId="{2ACB472D-35EA-4DBB-ABFB-F3603AB66605}">
      <dgm:prSet/>
      <dgm:spPr/>
      <dgm:t>
        <a:bodyPr/>
        <a:lstStyle/>
        <a:p>
          <a:endParaRPr lang="en-US"/>
        </a:p>
      </dgm:t>
    </dgm:pt>
    <dgm:pt modelId="{B355012B-A09D-4C4F-A150-E9ED8D4F3B7B}">
      <dgm:prSet/>
      <dgm:spPr/>
      <dgm:t>
        <a:bodyPr/>
        <a:lstStyle/>
        <a:p>
          <a:r>
            <a:rPr lang="en-US" dirty="0"/>
            <a:t>Strong Economics: Low cost / high clinic margin</a:t>
          </a:r>
        </a:p>
      </dgm:t>
    </dgm:pt>
    <dgm:pt modelId="{CDDA7161-1969-407E-ADBE-BC4104343D2F}" type="parTrans" cxnId="{FDFBF5B2-444C-4F6D-80D6-BE7F4BA32DDC}">
      <dgm:prSet/>
      <dgm:spPr/>
      <dgm:t>
        <a:bodyPr/>
        <a:lstStyle/>
        <a:p>
          <a:endParaRPr lang="en-US"/>
        </a:p>
      </dgm:t>
    </dgm:pt>
    <dgm:pt modelId="{8A05F835-84C2-48D1-B09A-8D71C44EC353}" type="sibTrans" cxnId="{FDFBF5B2-444C-4F6D-80D6-BE7F4BA32DDC}">
      <dgm:prSet/>
      <dgm:spPr/>
      <dgm:t>
        <a:bodyPr/>
        <a:lstStyle/>
        <a:p>
          <a:endParaRPr lang="en-US"/>
        </a:p>
      </dgm:t>
    </dgm:pt>
    <dgm:pt modelId="{F11F559E-C456-41D6-A392-6E380FBC087B}">
      <dgm:prSet/>
      <dgm:spPr/>
      <dgm:t>
        <a:bodyPr/>
        <a:lstStyle/>
        <a:p>
          <a:r>
            <a:rPr lang="en-US" dirty="0"/>
            <a:t>Scalable Model: B2B distribution across 5 key EU markets</a:t>
          </a:r>
        </a:p>
      </dgm:t>
    </dgm:pt>
    <dgm:pt modelId="{692F3C1C-1BB4-45BE-8290-CC7D617270FE}" type="parTrans" cxnId="{D5A27527-6503-46CD-94E1-77050135E297}">
      <dgm:prSet/>
      <dgm:spPr/>
      <dgm:t>
        <a:bodyPr/>
        <a:lstStyle/>
        <a:p>
          <a:endParaRPr lang="en-US"/>
        </a:p>
      </dgm:t>
    </dgm:pt>
    <dgm:pt modelId="{CCE3C5B2-03C2-4118-ABEF-A7BA5BCE48D1}" type="sibTrans" cxnId="{D5A27527-6503-46CD-94E1-77050135E297}">
      <dgm:prSet/>
      <dgm:spPr/>
      <dgm:t>
        <a:bodyPr/>
        <a:lstStyle/>
        <a:p>
          <a:endParaRPr lang="en-US"/>
        </a:p>
      </dgm:t>
    </dgm:pt>
    <dgm:pt modelId="{172B84B3-11A5-42AF-BD60-02C646E2A933}">
      <dgm:prSet/>
      <dgm:spPr/>
      <dgm:t>
        <a:bodyPr/>
        <a:lstStyle/>
        <a:p>
          <a:r>
            <a:rPr lang="en-US" dirty="0"/>
            <a:t>Regulatory Readiness: Imports Reg, IDO9001+CE-IVD </a:t>
          </a:r>
        </a:p>
      </dgm:t>
    </dgm:pt>
    <dgm:pt modelId="{9C011C83-200C-40F4-BE0F-CFBDB339976A}" type="parTrans" cxnId="{CE9B1B06-524B-4654-8657-CB6DC48B9C84}">
      <dgm:prSet/>
      <dgm:spPr/>
      <dgm:t>
        <a:bodyPr/>
        <a:lstStyle/>
        <a:p>
          <a:endParaRPr lang="en-US"/>
        </a:p>
      </dgm:t>
    </dgm:pt>
    <dgm:pt modelId="{E5CA3FB1-9AF4-4F35-A406-6B3EB7A7905A}" type="sibTrans" cxnId="{CE9B1B06-524B-4654-8657-CB6DC48B9C84}">
      <dgm:prSet/>
      <dgm:spPr/>
      <dgm:t>
        <a:bodyPr/>
        <a:lstStyle/>
        <a:p>
          <a:endParaRPr lang="en-US"/>
        </a:p>
      </dgm:t>
    </dgm:pt>
    <dgm:pt modelId="{EAE58C26-DB1E-413D-A423-3E1D5A2F0E35}">
      <dgm:prSet/>
      <dgm:spPr/>
      <dgm:t>
        <a:bodyPr/>
        <a:lstStyle/>
        <a:p>
          <a:r>
            <a:rPr lang="en-US" dirty="0"/>
            <a:t>Clear Exit Potential: Attractive to strategic acquirers in Vet Sector</a:t>
          </a:r>
        </a:p>
      </dgm:t>
    </dgm:pt>
    <dgm:pt modelId="{8E5741E0-519A-4ABD-86B6-3BF04CF11EE9}" type="parTrans" cxnId="{A7E405C3-8CE6-49D6-A46B-465BA05E358E}">
      <dgm:prSet/>
      <dgm:spPr/>
      <dgm:t>
        <a:bodyPr/>
        <a:lstStyle/>
        <a:p>
          <a:endParaRPr lang="en-US"/>
        </a:p>
      </dgm:t>
    </dgm:pt>
    <dgm:pt modelId="{CE19FD2F-CDD0-4E65-BC17-247DA00A8CDC}" type="sibTrans" cxnId="{A7E405C3-8CE6-49D6-A46B-465BA05E358E}">
      <dgm:prSet/>
      <dgm:spPr/>
      <dgm:t>
        <a:bodyPr/>
        <a:lstStyle/>
        <a:p>
          <a:endParaRPr lang="en-US"/>
        </a:p>
      </dgm:t>
    </dgm:pt>
    <dgm:pt modelId="{C15B80DE-8217-4BFB-8DE9-29B8E2F64EE4}" type="pres">
      <dgm:prSet presAssocID="{E32A22DD-4075-4F33-9B78-81ADC9E42BEC}" presName="root" presStyleCnt="0">
        <dgm:presLayoutVars>
          <dgm:dir/>
          <dgm:resizeHandles val="exact"/>
        </dgm:presLayoutVars>
      </dgm:prSet>
      <dgm:spPr/>
    </dgm:pt>
    <dgm:pt modelId="{7BB8949E-EBC5-4C22-8A14-5772508561F3}" type="pres">
      <dgm:prSet presAssocID="{E32A22DD-4075-4F33-9B78-81ADC9E42BEC}" presName="container" presStyleCnt="0">
        <dgm:presLayoutVars>
          <dgm:dir/>
          <dgm:resizeHandles val="exact"/>
        </dgm:presLayoutVars>
      </dgm:prSet>
      <dgm:spPr/>
    </dgm:pt>
    <dgm:pt modelId="{E422250F-227D-4059-8117-DC8AA1D3C2C0}" type="pres">
      <dgm:prSet presAssocID="{FB3014B1-3E41-46E4-BB5D-8FAA8DA41449}" presName="compNode" presStyleCnt="0"/>
      <dgm:spPr/>
    </dgm:pt>
    <dgm:pt modelId="{70EDC150-F577-4DB3-A8CB-BCD1933A8636}" type="pres">
      <dgm:prSet presAssocID="{FB3014B1-3E41-46E4-BB5D-8FAA8DA41449}" presName="iconBgRect" presStyleLbl="bgShp" presStyleIdx="0" presStyleCnt="5"/>
      <dgm:spPr/>
    </dgm:pt>
    <dgm:pt modelId="{74B68174-C6DB-497A-AE31-63DD44E1E39A}" type="pres">
      <dgm:prSet presAssocID="{FB3014B1-3E41-46E4-BB5D-8FAA8DA4144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0718D656-D4AC-42F8-97AA-4C1E64C1ADE7}" type="pres">
      <dgm:prSet presAssocID="{FB3014B1-3E41-46E4-BB5D-8FAA8DA41449}" presName="spaceRect" presStyleCnt="0"/>
      <dgm:spPr/>
    </dgm:pt>
    <dgm:pt modelId="{AED3A30A-BEB0-45A4-94FC-D2840FCA52E6}" type="pres">
      <dgm:prSet presAssocID="{FB3014B1-3E41-46E4-BB5D-8FAA8DA41449}" presName="textRect" presStyleLbl="revTx" presStyleIdx="0" presStyleCnt="5">
        <dgm:presLayoutVars>
          <dgm:chMax val="1"/>
          <dgm:chPref val="1"/>
        </dgm:presLayoutVars>
      </dgm:prSet>
      <dgm:spPr/>
    </dgm:pt>
    <dgm:pt modelId="{7EEB9448-1B66-4AAC-8E42-D5A27FFEA9DD}" type="pres">
      <dgm:prSet presAssocID="{ACFBC49E-626D-4E51-B050-D2946D24EFD7}" presName="sibTrans" presStyleLbl="sibTrans2D1" presStyleIdx="0" presStyleCnt="0"/>
      <dgm:spPr/>
    </dgm:pt>
    <dgm:pt modelId="{A4634702-78BD-4AE4-840C-6E485AE5026A}" type="pres">
      <dgm:prSet presAssocID="{B355012B-A09D-4C4F-A150-E9ED8D4F3B7B}" presName="compNode" presStyleCnt="0"/>
      <dgm:spPr/>
    </dgm:pt>
    <dgm:pt modelId="{54334FDA-4CFB-42CC-A78C-3E4ED6DFDA3C}" type="pres">
      <dgm:prSet presAssocID="{B355012B-A09D-4C4F-A150-E9ED8D4F3B7B}" presName="iconBgRect" presStyleLbl="bgShp" presStyleIdx="1" presStyleCnt="5"/>
      <dgm:spPr/>
    </dgm:pt>
    <dgm:pt modelId="{7F81F068-FE03-404A-807F-70CD8387D609}" type="pres">
      <dgm:prSet presAssocID="{B355012B-A09D-4C4F-A150-E9ED8D4F3B7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B924EC8-8D08-467F-914F-5B01EDE4A4A6}" type="pres">
      <dgm:prSet presAssocID="{B355012B-A09D-4C4F-A150-E9ED8D4F3B7B}" presName="spaceRect" presStyleCnt="0"/>
      <dgm:spPr/>
    </dgm:pt>
    <dgm:pt modelId="{3DB90FEA-B3AA-43EB-8D0A-C4147EBBCFA6}" type="pres">
      <dgm:prSet presAssocID="{B355012B-A09D-4C4F-A150-E9ED8D4F3B7B}" presName="textRect" presStyleLbl="revTx" presStyleIdx="1" presStyleCnt="5">
        <dgm:presLayoutVars>
          <dgm:chMax val="1"/>
          <dgm:chPref val="1"/>
        </dgm:presLayoutVars>
      </dgm:prSet>
      <dgm:spPr/>
    </dgm:pt>
    <dgm:pt modelId="{3DDC8511-E52B-41B1-B6D4-17E57FC5FFEE}" type="pres">
      <dgm:prSet presAssocID="{8A05F835-84C2-48D1-B09A-8D71C44EC353}" presName="sibTrans" presStyleLbl="sibTrans2D1" presStyleIdx="0" presStyleCnt="0"/>
      <dgm:spPr/>
    </dgm:pt>
    <dgm:pt modelId="{EA55B7BD-EE5F-48FA-9B02-48EA27728CF5}" type="pres">
      <dgm:prSet presAssocID="{F11F559E-C456-41D6-A392-6E380FBC087B}" presName="compNode" presStyleCnt="0"/>
      <dgm:spPr/>
    </dgm:pt>
    <dgm:pt modelId="{6E6C06A6-4C34-45A6-B118-5AE07B593EFB}" type="pres">
      <dgm:prSet presAssocID="{F11F559E-C456-41D6-A392-6E380FBC087B}" presName="iconBgRect" presStyleLbl="bgShp" presStyleIdx="2" presStyleCnt="5"/>
      <dgm:spPr/>
    </dgm:pt>
    <dgm:pt modelId="{8F708C4F-A9E4-42BA-AE7C-1D5E18DA7460}" type="pres">
      <dgm:prSet presAssocID="{F11F559E-C456-41D6-A392-6E380FBC08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484C2A03-FCF5-4F1A-834E-5B582E480337}" type="pres">
      <dgm:prSet presAssocID="{F11F559E-C456-41D6-A392-6E380FBC087B}" presName="spaceRect" presStyleCnt="0"/>
      <dgm:spPr/>
    </dgm:pt>
    <dgm:pt modelId="{778A9202-8A22-453F-A196-8706A9B78D46}" type="pres">
      <dgm:prSet presAssocID="{F11F559E-C456-41D6-A392-6E380FBC087B}" presName="textRect" presStyleLbl="revTx" presStyleIdx="2" presStyleCnt="5">
        <dgm:presLayoutVars>
          <dgm:chMax val="1"/>
          <dgm:chPref val="1"/>
        </dgm:presLayoutVars>
      </dgm:prSet>
      <dgm:spPr/>
    </dgm:pt>
    <dgm:pt modelId="{8EDAE74B-1F3D-48E0-A6F5-DC8F5294F700}" type="pres">
      <dgm:prSet presAssocID="{CCE3C5B2-03C2-4118-ABEF-A7BA5BCE48D1}" presName="sibTrans" presStyleLbl="sibTrans2D1" presStyleIdx="0" presStyleCnt="0"/>
      <dgm:spPr/>
    </dgm:pt>
    <dgm:pt modelId="{79684B28-1806-4C0B-A9CB-C50F96469514}" type="pres">
      <dgm:prSet presAssocID="{172B84B3-11A5-42AF-BD60-02C646E2A933}" presName="compNode" presStyleCnt="0"/>
      <dgm:spPr/>
    </dgm:pt>
    <dgm:pt modelId="{E07273F3-9CBA-4C53-97D3-849FC21374AF}" type="pres">
      <dgm:prSet presAssocID="{172B84B3-11A5-42AF-BD60-02C646E2A933}" presName="iconBgRect" presStyleLbl="bgShp" presStyleIdx="3" presStyleCnt="5"/>
      <dgm:spPr/>
    </dgm:pt>
    <dgm:pt modelId="{C63264CE-206C-4177-AE9B-71A1A94C3001}" type="pres">
      <dgm:prSet presAssocID="{172B84B3-11A5-42AF-BD60-02C646E2A93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BB12DB95-5D9F-4E8D-B1F5-DB0C10544574}" type="pres">
      <dgm:prSet presAssocID="{172B84B3-11A5-42AF-BD60-02C646E2A933}" presName="spaceRect" presStyleCnt="0"/>
      <dgm:spPr/>
    </dgm:pt>
    <dgm:pt modelId="{ADB72862-BEBF-41DE-BFB6-8C2FC219B27D}" type="pres">
      <dgm:prSet presAssocID="{172B84B3-11A5-42AF-BD60-02C646E2A933}" presName="textRect" presStyleLbl="revTx" presStyleIdx="3" presStyleCnt="5">
        <dgm:presLayoutVars>
          <dgm:chMax val="1"/>
          <dgm:chPref val="1"/>
        </dgm:presLayoutVars>
      </dgm:prSet>
      <dgm:spPr/>
    </dgm:pt>
    <dgm:pt modelId="{EB221A44-0C1F-43B9-9E5D-5E138F497E63}" type="pres">
      <dgm:prSet presAssocID="{E5CA3FB1-9AF4-4F35-A406-6B3EB7A7905A}" presName="sibTrans" presStyleLbl="sibTrans2D1" presStyleIdx="0" presStyleCnt="0"/>
      <dgm:spPr/>
    </dgm:pt>
    <dgm:pt modelId="{5BE1109F-8BCF-4702-9C98-08426D3D0CD2}" type="pres">
      <dgm:prSet presAssocID="{EAE58C26-DB1E-413D-A423-3E1D5A2F0E35}" presName="compNode" presStyleCnt="0"/>
      <dgm:spPr/>
    </dgm:pt>
    <dgm:pt modelId="{966FBF0A-7BFE-4A91-95FB-50C4C683AD3D}" type="pres">
      <dgm:prSet presAssocID="{EAE58C26-DB1E-413D-A423-3E1D5A2F0E35}" presName="iconBgRect" presStyleLbl="bgShp" presStyleIdx="4" presStyleCnt="5"/>
      <dgm:spPr/>
    </dgm:pt>
    <dgm:pt modelId="{AD0A8B66-7CE9-49D4-A56A-0119F51A4392}" type="pres">
      <dgm:prSet presAssocID="{EAE58C26-DB1E-413D-A423-3E1D5A2F0E3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D1F840B-1449-4071-B75F-A310F2AE65CD}" type="pres">
      <dgm:prSet presAssocID="{EAE58C26-DB1E-413D-A423-3E1D5A2F0E35}" presName="spaceRect" presStyleCnt="0"/>
      <dgm:spPr/>
    </dgm:pt>
    <dgm:pt modelId="{12176148-EA1A-4F11-9A56-0B9B9EAF886D}" type="pres">
      <dgm:prSet presAssocID="{EAE58C26-DB1E-413D-A423-3E1D5A2F0E3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E9B1B06-524B-4654-8657-CB6DC48B9C84}" srcId="{E32A22DD-4075-4F33-9B78-81ADC9E42BEC}" destId="{172B84B3-11A5-42AF-BD60-02C646E2A933}" srcOrd="3" destOrd="0" parTransId="{9C011C83-200C-40F4-BE0F-CFBDB339976A}" sibTransId="{E5CA3FB1-9AF4-4F35-A406-6B3EB7A7905A}"/>
    <dgm:cxn modelId="{07A6EE0B-C6D8-4782-BB0D-EC6B3CD6BAB3}" type="presOf" srcId="{8A05F835-84C2-48D1-B09A-8D71C44EC353}" destId="{3DDC8511-E52B-41B1-B6D4-17E57FC5FFEE}" srcOrd="0" destOrd="0" presId="urn:microsoft.com/office/officeart/2018/2/layout/IconCircleList"/>
    <dgm:cxn modelId="{05AD3C10-E1E8-4FAE-8D28-58365626636E}" type="presOf" srcId="{FB3014B1-3E41-46E4-BB5D-8FAA8DA41449}" destId="{AED3A30A-BEB0-45A4-94FC-D2840FCA52E6}" srcOrd="0" destOrd="0" presId="urn:microsoft.com/office/officeart/2018/2/layout/IconCircleList"/>
    <dgm:cxn modelId="{D5A27527-6503-46CD-94E1-77050135E297}" srcId="{E32A22DD-4075-4F33-9B78-81ADC9E42BEC}" destId="{F11F559E-C456-41D6-A392-6E380FBC087B}" srcOrd="2" destOrd="0" parTransId="{692F3C1C-1BB4-45BE-8290-CC7D617270FE}" sibTransId="{CCE3C5B2-03C2-4118-ABEF-A7BA5BCE48D1}"/>
    <dgm:cxn modelId="{2ACB472D-35EA-4DBB-ABFB-F3603AB66605}" srcId="{E32A22DD-4075-4F33-9B78-81ADC9E42BEC}" destId="{FB3014B1-3E41-46E4-BB5D-8FAA8DA41449}" srcOrd="0" destOrd="0" parTransId="{993AEA36-775A-47BE-B031-82FFF442D0E3}" sibTransId="{ACFBC49E-626D-4E51-B050-D2946D24EFD7}"/>
    <dgm:cxn modelId="{7EEC4141-B6F8-41E3-BDFC-D739A3C8EF1B}" type="presOf" srcId="{ACFBC49E-626D-4E51-B050-D2946D24EFD7}" destId="{7EEB9448-1B66-4AAC-8E42-D5A27FFEA9DD}" srcOrd="0" destOrd="0" presId="urn:microsoft.com/office/officeart/2018/2/layout/IconCircleList"/>
    <dgm:cxn modelId="{D5CD0143-DADA-4EC8-A729-79134E1A0F6E}" type="presOf" srcId="{172B84B3-11A5-42AF-BD60-02C646E2A933}" destId="{ADB72862-BEBF-41DE-BFB6-8C2FC219B27D}" srcOrd="0" destOrd="0" presId="urn:microsoft.com/office/officeart/2018/2/layout/IconCircleList"/>
    <dgm:cxn modelId="{74399349-5647-43C6-9CCE-DE0661D5B5BD}" type="presOf" srcId="{F11F559E-C456-41D6-A392-6E380FBC087B}" destId="{778A9202-8A22-453F-A196-8706A9B78D46}" srcOrd="0" destOrd="0" presId="urn:microsoft.com/office/officeart/2018/2/layout/IconCircleList"/>
    <dgm:cxn modelId="{C4E2F488-CACA-4E21-B592-2508FF2C64F9}" type="presOf" srcId="{CCE3C5B2-03C2-4118-ABEF-A7BA5BCE48D1}" destId="{8EDAE74B-1F3D-48E0-A6F5-DC8F5294F700}" srcOrd="0" destOrd="0" presId="urn:microsoft.com/office/officeart/2018/2/layout/IconCircleList"/>
    <dgm:cxn modelId="{29783A98-D2D1-4012-888F-7177CDE808BF}" type="presOf" srcId="{E32A22DD-4075-4F33-9B78-81ADC9E42BEC}" destId="{C15B80DE-8217-4BFB-8DE9-29B8E2F64EE4}" srcOrd="0" destOrd="0" presId="urn:microsoft.com/office/officeart/2018/2/layout/IconCircleList"/>
    <dgm:cxn modelId="{96E67AAF-8149-4CEB-A495-250233B65194}" type="presOf" srcId="{E5CA3FB1-9AF4-4F35-A406-6B3EB7A7905A}" destId="{EB221A44-0C1F-43B9-9E5D-5E138F497E63}" srcOrd="0" destOrd="0" presId="urn:microsoft.com/office/officeart/2018/2/layout/IconCircleList"/>
    <dgm:cxn modelId="{FDFBF5B2-444C-4F6D-80D6-BE7F4BA32DDC}" srcId="{E32A22DD-4075-4F33-9B78-81ADC9E42BEC}" destId="{B355012B-A09D-4C4F-A150-E9ED8D4F3B7B}" srcOrd="1" destOrd="0" parTransId="{CDDA7161-1969-407E-ADBE-BC4104343D2F}" sibTransId="{8A05F835-84C2-48D1-B09A-8D71C44EC353}"/>
    <dgm:cxn modelId="{A7E405C3-8CE6-49D6-A46B-465BA05E358E}" srcId="{E32A22DD-4075-4F33-9B78-81ADC9E42BEC}" destId="{EAE58C26-DB1E-413D-A423-3E1D5A2F0E35}" srcOrd="4" destOrd="0" parTransId="{8E5741E0-519A-4ABD-86B6-3BF04CF11EE9}" sibTransId="{CE19FD2F-CDD0-4E65-BC17-247DA00A8CDC}"/>
    <dgm:cxn modelId="{8C6421C3-A0FC-47AB-9CA5-81B76AB97628}" type="presOf" srcId="{B355012B-A09D-4C4F-A150-E9ED8D4F3B7B}" destId="{3DB90FEA-B3AA-43EB-8D0A-C4147EBBCFA6}" srcOrd="0" destOrd="0" presId="urn:microsoft.com/office/officeart/2018/2/layout/IconCircleList"/>
    <dgm:cxn modelId="{11D916E9-71C5-4193-AC48-3DA4EC4E189E}" type="presOf" srcId="{EAE58C26-DB1E-413D-A423-3E1D5A2F0E35}" destId="{12176148-EA1A-4F11-9A56-0B9B9EAF886D}" srcOrd="0" destOrd="0" presId="urn:microsoft.com/office/officeart/2018/2/layout/IconCircleList"/>
    <dgm:cxn modelId="{C20E2547-C8E5-43E5-8095-CB21ED8E5888}" type="presParOf" srcId="{C15B80DE-8217-4BFB-8DE9-29B8E2F64EE4}" destId="{7BB8949E-EBC5-4C22-8A14-5772508561F3}" srcOrd="0" destOrd="0" presId="urn:microsoft.com/office/officeart/2018/2/layout/IconCircleList"/>
    <dgm:cxn modelId="{69939E9F-5D58-436D-944A-0A7C6AEF4038}" type="presParOf" srcId="{7BB8949E-EBC5-4C22-8A14-5772508561F3}" destId="{E422250F-227D-4059-8117-DC8AA1D3C2C0}" srcOrd="0" destOrd="0" presId="urn:microsoft.com/office/officeart/2018/2/layout/IconCircleList"/>
    <dgm:cxn modelId="{4BE8BF51-7437-4952-A49C-DA157B59C145}" type="presParOf" srcId="{E422250F-227D-4059-8117-DC8AA1D3C2C0}" destId="{70EDC150-F577-4DB3-A8CB-BCD1933A8636}" srcOrd="0" destOrd="0" presId="urn:microsoft.com/office/officeart/2018/2/layout/IconCircleList"/>
    <dgm:cxn modelId="{6C280D62-92A4-41D9-B369-6374F5B7FF5A}" type="presParOf" srcId="{E422250F-227D-4059-8117-DC8AA1D3C2C0}" destId="{74B68174-C6DB-497A-AE31-63DD44E1E39A}" srcOrd="1" destOrd="0" presId="urn:microsoft.com/office/officeart/2018/2/layout/IconCircleList"/>
    <dgm:cxn modelId="{09F08924-79EC-483A-A6C7-D4E3B616F3E6}" type="presParOf" srcId="{E422250F-227D-4059-8117-DC8AA1D3C2C0}" destId="{0718D656-D4AC-42F8-97AA-4C1E64C1ADE7}" srcOrd="2" destOrd="0" presId="urn:microsoft.com/office/officeart/2018/2/layout/IconCircleList"/>
    <dgm:cxn modelId="{B245C949-33A3-4F81-B95C-2C8B9064EBAE}" type="presParOf" srcId="{E422250F-227D-4059-8117-DC8AA1D3C2C0}" destId="{AED3A30A-BEB0-45A4-94FC-D2840FCA52E6}" srcOrd="3" destOrd="0" presId="urn:microsoft.com/office/officeart/2018/2/layout/IconCircleList"/>
    <dgm:cxn modelId="{64933201-DF96-43E7-A9C3-13C0FE9E68CD}" type="presParOf" srcId="{7BB8949E-EBC5-4C22-8A14-5772508561F3}" destId="{7EEB9448-1B66-4AAC-8E42-D5A27FFEA9DD}" srcOrd="1" destOrd="0" presId="urn:microsoft.com/office/officeart/2018/2/layout/IconCircleList"/>
    <dgm:cxn modelId="{C7D1C14E-CD14-4A0C-870E-86A36DF4280B}" type="presParOf" srcId="{7BB8949E-EBC5-4C22-8A14-5772508561F3}" destId="{A4634702-78BD-4AE4-840C-6E485AE5026A}" srcOrd="2" destOrd="0" presId="urn:microsoft.com/office/officeart/2018/2/layout/IconCircleList"/>
    <dgm:cxn modelId="{9723B37F-42C7-43D9-8B1E-B2231C21AD6D}" type="presParOf" srcId="{A4634702-78BD-4AE4-840C-6E485AE5026A}" destId="{54334FDA-4CFB-42CC-A78C-3E4ED6DFDA3C}" srcOrd="0" destOrd="0" presId="urn:microsoft.com/office/officeart/2018/2/layout/IconCircleList"/>
    <dgm:cxn modelId="{D2E643FA-9E04-4223-B423-7DE3BFC7EC64}" type="presParOf" srcId="{A4634702-78BD-4AE4-840C-6E485AE5026A}" destId="{7F81F068-FE03-404A-807F-70CD8387D609}" srcOrd="1" destOrd="0" presId="urn:microsoft.com/office/officeart/2018/2/layout/IconCircleList"/>
    <dgm:cxn modelId="{83C080BF-E003-4405-BE39-B82DCE0964EC}" type="presParOf" srcId="{A4634702-78BD-4AE4-840C-6E485AE5026A}" destId="{DB924EC8-8D08-467F-914F-5B01EDE4A4A6}" srcOrd="2" destOrd="0" presId="urn:microsoft.com/office/officeart/2018/2/layout/IconCircleList"/>
    <dgm:cxn modelId="{9C9F18E9-9FB3-4C46-B6DD-833F1E99183D}" type="presParOf" srcId="{A4634702-78BD-4AE4-840C-6E485AE5026A}" destId="{3DB90FEA-B3AA-43EB-8D0A-C4147EBBCFA6}" srcOrd="3" destOrd="0" presId="urn:microsoft.com/office/officeart/2018/2/layout/IconCircleList"/>
    <dgm:cxn modelId="{54630E1A-9E3C-49A3-9DD1-CC4A21839FB9}" type="presParOf" srcId="{7BB8949E-EBC5-4C22-8A14-5772508561F3}" destId="{3DDC8511-E52B-41B1-B6D4-17E57FC5FFEE}" srcOrd="3" destOrd="0" presId="urn:microsoft.com/office/officeart/2018/2/layout/IconCircleList"/>
    <dgm:cxn modelId="{9B2A1848-7105-4971-BD53-D6723FDE0257}" type="presParOf" srcId="{7BB8949E-EBC5-4C22-8A14-5772508561F3}" destId="{EA55B7BD-EE5F-48FA-9B02-48EA27728CF5}" srcOrd="4" destOrd="0" presId="urn:microsoft.com/office/officeart/2018/2/layout/IconCircleList"/>
    <dgm:cxn modelId="{E5F51069-695B-460B-AD84-A7789DC68BC3}" type="presParOf" srcId="{EA55B7BD-EE5F-48FA-9B02-48EA27728CF5}" destId="{6E6C06A6-4C34-45A6-B118-5AE07B593EFB}" srcOrd="0" destOrd="0" presId="urn:microsoft.com/office/officeart/2018/2/layout/IconCircleList"/>
    <dgm:cxn modelId="{6DF1CA56-1CAD-402A-A723-B62D0F0EA436}" type="presParOf" srcId="{EA55B7BD-EE5F-48FA-9B02-48EA27728CF5}" destId="{8F708C4F-A9E4-42BA-AE7C-1D5E18DA7460}" srcOrd="1" destOrd="0" presId="urn:microsoft.com/office/officeart/2018/2/layout/IconCircleList"/>
    <dgm:cxn modelId="{2B9B2BB8-3394-43A9-BAAC-9F6282E3C18E}" type="presParOf" srcId="{EA55B7BD-EE5F-48FA-9B02-48EA27728CF5}" destId="{484C2A03-FCF5-4F1A-834E-5B582E480337}" srcOrd="2" destOrd="0" presId="urn:microsoft.com/office/officeart/2018/2/layout/IconCircleList"/>
    <dgm:cxn modelId="{B8D12113-B29F-41D7-8CA2-0FED4A737871}" type="presParOf" srcId="{EA55B7BD-EE5F-48FA-9B02-48EA27728CF5}" destId="{778A9202-8A22-453F-A196-8706A9B78D46}" srcOrd="3" destOrd="0" presId="urn:microsoft.com/office/officeart/2018/2/layout/IconCircleList"/>
    <dgm:cxn modelId="{EA2CAFCB-4377-452F-AE72-81961EA4436F}" type="presParOf" srcId="{7BB8949E-EBC5-4C22-8A14-5772508561F3}" destId="{8EDAE74B-1F3D-48E0-A6F5-DC8F5294F700}" srcOrd="5" destOrd="0" presId="urn:microsoft.com/office/officeart/2018/2/layout/IconCircleList"/>
    <dgm:cxn modelId="{F7123E70-7FB4-462E-8236-70FFE87835DC}" type="presParOf" srcId="{7BB8949E-EBC5-4C22-8A14-5772508561F3}" destId="{79684B28-1806-4C0B-A9CB-C50F96469514}" srcOrd="6" destOrd="0" presId="urn:microsoft.com/office/officeart/2018/2/layout/IconCircleList"/>
    <dgm:cxn modelId="{182C0D04-719B-4A71-B5D8-FC4E55AA2E93}" type="presParOf" srcId="{79684B28-1806-4C0B-A9CB-C50F96469514}" destId="{E07273F3-9CBA-4C53-97D3-849FC21374AF}" srcOrd="0" destOrd="0" presId="urn:microsoft.com/office/officeart/2018/2/layout/IconCircleList"/>
    <dgm:cxn modelId="{14C2A495-C9B5-4DF2-84A1-76290EAD4817}" type="presParOf" srcId="{79684B28-1806-4C0B-A9CB-C50F96469514}" destId="{C63264CE-206C-4177-AE9B-71A1A94C3001}" srcOrd="1" destOrd="0" presId="urn:microsoft.com/office/officeart/2018/2/layout/IconCircleList"/>
    <dgm:cxn modelId="{EC42F5B5-60A8-4B7D-8ABE-4219853535C0}" type="presParOf" srcId="{79684B28-1806-4C0B-A9CB-C50F96469514}" destId="{BB12DB95-5D9F-4E8D-B1F5-DB0C10544574}" srcOrd="2" destOrd="0" presId="urn:microsoft.com/office/officeart/2018/2/layout/IconCircleList"/>
    <dgm:cxn modelId="{CD52983D-0C76-4320-AB5B-40E12C0D4448}" type="presParOf" srcId="{79684B28-1806-4C0B-A9CB-C50F96469514}" destId="{ADB72862-BEBF-41DE-BFB6-8C2FC219B27D}" srcOrd="3" destOrd="0" presId="urn:microsoft.com/office/officeart/2018/2/layout/IconCircleList"/>
    <dgm:cxn modelId="{E56C77CA-C4DB-47FF-85FE-DB26E9343119}" type="presParOf" srcId="{7BB8949E-EBC5-4C22-8A14-5772508561F3}" destId="{EB221A44-0C1F-43B9-9E5D-5E138F497E63}" srcOrd="7" destOrd="0" presId="urn:microsoft.com/office/officeart/2018/2/layout/IconCircleList"/>
    <dgm:cxn modelId="{2C6F9100-C906-4146-9B98-B51117B4DDBE}" type="presParOf" srcId="{7BB8949E-EBC5-4C22-8A14-5772508561F3}" destId="{5BE1109F-8BCF-4702-9C98-08426D3D0CD2}" srcOrd="8" destOrd="0" presId="urn:microsoft.com/office/officeart/2018/2/layout/IconCircleList"/>
    <dgm:cxn modelId="{C1B54D06-3840-4119-A819-A678858210A5}" type="presParOf" srcId="{5BE1109F-8BCF-4702-9C98-08426D3D0CD2}" destId="{966FBF0A-7BFE-4A91-95FB-50C4C683AD3D}" srcOrd="0" destOrd="0" presId="urn:microsoft.com/office/officeart/2018/2/layout/IconCircleList"/>
    <dgm:cxn modelId="{89790AE5-9264-458E-8C4A-04ADC2F329C7}" type="presParOf" srcId="{5BE1109F-8BCF-4702-9C98-08426D3D0CD2}" destId="{AD0A8B66-7CE9-49D4-A56A-0119F51A4392}" srcOrd="1" destOrd="0" presId="urn:microsoft.com/office/officeart/2018/2/layout/IconCircleList"/>
    <dgm:cxn modelId="{01F4D29D-5A37-4CFA-9D68-7D09E6C84D4B}" type="presParOf" srcId="{5BE1109F-8BCF-4702-9C98-08426D3D0CD2}" destId="{CD1F840B-1449-4071-B75F-A310F2AE65CD}" srcOrd="2" destOrd="0" presId="urn:microsoft.com/office/officeart/2018/2/layout/IconCircleList"/>
    <dgm:cxn modelId="{2BDB5177-E0C8-4D4D-B63E-B4928A5C4E2F}" type="presParOf" srcId="{5BE1109F-8BCF-4702-9C98-08426D3D0CD2}" destId="{12176148-EA1A-4F11-9A56-0B9B9EAF886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149D7-66A8-4A39-8627-8E17E20ADE67}">
      <dsp:nvSpPr>
        <dsp:cNvPr id="0" name=""/>
        <dsp:cNvSpPr/>
      </dsp:nvSpPr>
      <dsp:spPr>
        <a:xfrm>
          <a:off x="1211680" y="987955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E30FB-90D9-4F1D-ABA0-FAE5E97CF380}">
      <dsp:nvSpPr>
        <dsp:cNvPr id="0" name=""/>
        <dsp:cNvSpPr/>
      </dsp:nvSpPr>
      <dsp:spPr>
        <a:xfrm>
          <a:off x="417175" y="2644588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• Developer &amp; Producer of rapid veterinary diagnostic kits (dogs &amp; cats)</a:t>
          </a:r>
        </a:p>
      </dsp:txBody>
      <dsp:txXfrm>
        <a:off x="417175" y="2644588"/>
        <a:ext cx="2889107" cy="720000"/>
      </dsp:txXfrm>
    </dsp:sp>
    <dsp:sp modelId="{C27617AC-318D-44ED-835C-F78FDF8692C6}">
      <dsp:nvSpPr>
        <dsp:cNvPr id="0" name=""/>
        <dsp:cNvSpPr/>
      </dsp:nvSpPr>
      <dsp:spPr>
        <a:xfrm>
          <a:off x="4606381" y="987955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81145-9121-4EB1-9091-05AE7DCA5469}">
      <dsp:nvSpPr>
        <dsp:cNvPr id="0" name=""/>
        <dsp:cNvSpPr/>
      </dsp:nvSpPr>
      <dsp:spPr>
        <a:xfrm>
          <a:off x="3811877" y="2644588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Focus: Allergy (cutaneous, respiratory) + Viral detection</a:t>
          </a:r>
        </a:p>
      </dsp:txBody>
      <dsp:txXfrm>
        <a:off x="3811877" y="2644588"/>
        <a:ext cx="2889107" cy="720000"/>
      </dsp:txXfrm>
    </dsp:sp>
    <dsp:sp modelId="{ACD1FB06-BFAE-4FD3-8E94-0B132931D7BB}">
      <dsp:nvSpPr>
        <dsp:cNvPr id="0" name=""/>
        <dsp:cNvSpPr/>
      </dsp:nvSpPr>
      <dsp:spPr>
        <a:xfrm>
          <a:off x="8001083" y="987955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FD2D0-9A29-4FBD-A81E-3BFABE40ED82}">
      <dsp:nvSpPr>
        <dsp:cNvPr id="0" name=""/>
        <dsp:cNvSpPr/>
      </dsp:nvSpPr>
      <dsp:spPr>
        <a:xfrm>
          <a:off x="7206578" y="2644588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• Headquarters: Europe | Manufacturing &amp; R&amp;D partners: China</a:t>
          </a:r>
        </a:p>
      </dsp:txBody>
      <dsp:txXfrm>
        <a:off x="7206578" y="2644588"/>
        <a:ext cx="288910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5B059-04C4-495C-A1B4-0BB45CD9552C}">
      <dsp:nvSpPr>
        <dsp:cNvPr id="0" name=""/>
        <dsp:cNvSpPr/>
      </dsp:nvSpPr>
      <dsp:spPr>
        <a:xfrm>
          <a:off x="1211680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36D0F-2EA2-490E-81A1-5DFACC342E82}">
      <dsp:nvSpPr>
        <dsp:cNvPr id="0" name=""/>
        <dsp:cNvSpPr/>
      </dsp:nvSpPr>
      <dsp:spPr>
        <a:xfrm>
          <a:off x="417175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Pet population growth +6–8%/year</a:t>
          </a:r>
        </a:p>
      </dsp:txBody>
      <dsp:txXfrm>
        <a:off x="417175" y="2644063"/>
        <a:ext cx="2889107" cy="720000"/>
      </dsp:txXfrm>
    </dsp:sp>
    <dsp:sp modelId="{AC627F7E-5555-4D82-82BA-E29E4DF4AD60}">
      <dsp:nvSpPr>
        <dsp:cNvPr id="0" name=""/>
        <dsp:cNvSpPr/>
      </dsp:nvSpPr>
      <dsp:spPr>
        <a:xfrm>
          <a:off x="4606381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A5CC2-E1C4-461C-81CE-3D455E67FE6E}">
      <dsp:nvSpPr>
        <dsp:cNvPr id="0" name=""/>
        <dsp:cNvSpPr/>
      </dsp:nvSpPr>
      <dsp:spPr>
        <a:xfrm>
          <a:off x="3811877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8–12% canine atopic dermatitis, 6–9% feline respiratory allergies</a:t>
          </a:r>
        </a:p>
      </dsp:txBody>
      <dsp:txXfrm>
        <a:off x="3811877" y="2644063"/>
        <a:ext cx="2889107" cy="720000"/>
      </dsp:txXfrm>
    </dsp:sp>
    <dsp:sp modelId="{72ED57FE-8F9E-4788-8F34-6C03B5A0490C}">
      <dsp:nvSpPr>
        <dsp:cNvPr id="0" name=""/>
        <dsp:cNvSpPr/>
      </dsp:nvSpPr>
      <dsp:spPr>
        <a:xfrm>
          <a:off x="8001083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B0C11-7108-4BF4-8108-2082BD9C6626}">
      <dsp:nvSpPr>
        <dsp:cNvPr id="0" name=""/>
        <dsp:cNvSpPr/>
      </dsp:nvSpPr>
      <dsp:spPr>
        <a:xfrm>
          <a:off x="7206578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Increasing awareness among veterinarians</a:t>
          </a:r>
        </a:p>
      </dsp:txBody>
      <dsp:txXfrm>
        <a:off x="7206578" y="2644063"/>
        <a:ext cx="2889107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0C6ED-C097-4593-90E5-1108B6835D8B}">
      <dsp:nvSpPr>
        <dsp:cNvPr id="0" name=""/>
        <dsp:cNvSpPr/>
      </dsp:nvSpPr>
      <dsp:spPr>
        <a:xfrm>
          <a:off x="1746431" y="284805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5862A-43C6-4559-A752-DCB7BFC10060}">
      <dsp:nvSpPr>
        <dsp:cNvPr id="0" name=""/>
        <dsp:cNvSpPr/>
      </dsp:nvSpPr>
      <dsp:spPr>
        <a:xfrm>
          <a:off x="492464" y="2245911"/>
          <a:ext cx="4320000" cy="201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France €12.6M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Italy €13M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Spain €9M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Germany €15M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Belgium €2M</a:t>
          </a:r>
        </a:p>
      </dsp:txBody>
      <dsp:txXfrm>
        <a:off x="492464" y="2245911"/>
        <a:ext cx="4320000" cy="2015157"/>
      </dsp:txXfrm>
    </dsp:sp>
    <dsp:sp modelId="{8007CD09-A7FE-4BD5-B0C7-C3F793360826}">
      <dsp:nvSpPr>
        <dsp:cNvPr id="0" name=""/>
        <dsp:cNvSpPr/>
      </dsp:nvSpPr>
      <dsp:spPr>
        <a:xfrm>
          <a:off x="6822431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472D4-4EB2-4FFD-8FD7-80BC387465E0}">
      <dsp:nvSpPr>
        <dsp:cNvPr id="0" name=""/>
        <dsp:cNvSpPr/>
      </dsp:nvSpPr>
      <dsp:spPr>
        <a:xfrm>
          <a:off x="5634431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Average CAGR Potential </a:t>
          </a:r>
          <a:br>
            <a:rPr lang="en-US" sz="2000" kern="1200" dirty="0"/>
          </a:br>
          <a:r>
            <a:rPr lang="en-US" sz="2000" kern="1200" dirty="0"/>
            <a:t>32–35%</a:t>
          </a:r>
        </a:p>
      </dsp:txBody>
      <dsp:txXfrm>
        <a:off x="5634431" y="3022743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A06EC-61FE-3242-9D46-1D2D8BEFC28B}">
      <dsp:nvSpPr>
        <dsp:cNvPr id="0" name=""/>
        <dsp:cNvSpPr/>
      </dsp:nvSpPr>
      <dsp:spPr>
        <a:xfrm>
          <a:off x="1283" y="674198"/>
          <a:ext cx="5004902" cy="3002941"/>
        </a:xfrm>
        <a:prstGeom prst="rect">
          <a:avLst/>
        </a:prstGeom>
        <a:noFill/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IDEXX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Hesk</a:t>
          </a:r>
          <a:br>
            <a:rPr lang="en-US" sz="2800" kern="1200" dirty="0">
              <a:solidFill>
                <a:schemeClr val="tx1"/>
              </a:solidFill>
            </a:rPr>
          </a:br>
          <a:r>
            <a:rPr lang="en-US" sz="2800" kern="1200" dirty="0">
              <a:solidFill>
                <a:schemeClr val="tx1"/>
              </a:solidFill>
            </a:rPr>
            <a:t>Zoetis</a:t>
          </a:r>
          <a:br>
            <a:rPr lang="en-US" sz="2800" kern="1200" dirty="0">
              <a:solidFill>
                <a:schemeClr val="tx1"/>
              </a:solidFill>
            </a:rPr>
          </a:br>
          <a:r>
            <a:rPr lang="en-US" sz="2800" kern="1200" dirty="0" err="1">
              <a:solidFill>
                <a:schemeClr val="tx1"/>
              </a:solidFill>
            </a:rPr>
            <a:t>Nextmune</a:t>
          </a:r>
          <a:br>
            <a:rPr lang="en-US" sz="3600" kern="1200" dirty="0">
              <a:solidFill>
                <a:schemeClr val="tx1"/>
              </a:solidFill>
            </a:rPr>
          </a:br>
          <a:endParaRPr lang="en-US" sz="3600" kern="1200" dirty="0">
            <a:solidFill>
              <a:schemeClr val="tx1"/>
            </a:solidFill>
          </a:endParaRPr>
        </a:p>
      </dsp:txBody>
      <dsp:txXfrm>
        <a:off x="1283" y="674198"/>
        <a:ext cx="5004902" cy="3002941"/>
      </dsp:txXfrm>
    </dsp:sp>
    <dsp:sp modelId="{997F746D-338E-F941-8D45-8A3A30141596}">
      <dsp:nvSpPr>
        <dsp:cNvPr id="0" name=""/>
        <dsp:cNvSpPr/>
      </dsp:nvSpPr>
      <dsp:spPr>
        <a:xfrm>
          <a:off x="5506676" y="674198"/>
          <a:ext cx="5004902" cy="3002941"/>
        </a:xfrm>
        <a:prstGeom prst="rect">
          <a:avLst/>
        </a:prstGeom>
        <a:noFill/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DIATECH STRATEGY </a:t>
          </a:r>
          <a:br>
            <a:rPr lang="en-US" sz="3200" kern="1200" dirty="0">
              <a:solidFill>
                <a:schemeClr val="tx1"/>
              </a:solidFill>
            </a:rPr>
          </a:br>
          <a:r>
            <a:rPr lang="en-US" sz="2800" kern="1200" dirty="0">
              <a:solidFill>
                <a:schemeClr val="tx1"/>
              </a:solidFill>
            </a:rPr>
            <a:t>Aggressive positioning on price</a:t>
          </a:r>
          <a:endParaRPr lang="en-US" sz="3200" kern="1200" dirty="0">
            <a:solidFill>
              <a:schemeClr val="tx1"/>
            </a:solidFill>
          </a:endParaRP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= €35/test</a:t>
          </a:r>
          <a:br>
            <a:rPr lang="en-US" sz="3200" kern="1200" dirty="0">
              <a:solidFill>
                <a:schemeClr val="tx1"/>
              </a:solidFill>
            </a:rPr>
          </a:br>
          <a:br>
            <a:rPr lang="en-US" sz="3200" kern="1200" dirty="0">
              <a:solidFill>
                <a:schemeClr val="tx1"/>
              </a:solidFill>
            </a:rPr>
          </a:br>
          <a:r>
            <a:rPr lang="en-US" sz="2000" kern="1200" dirty="0">
              <a:solidFill>
                <a:schemeClr val="tx1"/>
              </a:solidFill>
            </a:rPr>
            <a:t>(Reader not considered)</a:t>
          </a:r>
          <a:endParaRPr lang="en-US" sz="3200" kern="1200" dirty="0">
            <a:solidFill>
              <a:schemeClr val="tx1"/>
            </a:solidFill>
          </a:endParaRPr>
        </a:p>
      </dsp:txBody>
      <dsp:txXfrm>
        <a:off x="5506676" y="674198"/>
        <a:ext cx="5004902" cy="30029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93DA3-1700-470F-8CD6-0501DAA97B28}">
      <dsp:nvSpPr>
        <dsp:cNvPr id="0" name=""/>
        <dsp:cNvSpPr/>
      </dsp:nvSpPr>
      <dsp:spPr>
        <a:xfrm>
          <a:off x="677681" y="578169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2EDEE-7111-4201-8BFE-B0154CC0D47E}">
      <dsp:nvSpPr>
        <dsp:cNvPr id="0" name=""/>
        <dsp:cNvSpPr/>
      </dsp:nvSpPr>
      <dsp:spPr>
        <a:xfrm>
          <a:off x="1079868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38CDE-0AAF-4955-9FAC-9E6A14F54D96}">
      <dsp:nvSpPr>
        <dsp:cNvPr id="0" name=""/>
        <dsp:cNvSpPr/>
      </dsp:nvSpPr>
      <dsp:spPr>
        <a:xfrm>
          <a:off x="74399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Lateral Flow Immunoassay </a:t>
          </a:r>
          <a:br>
            <a:rPr lang="en-US" sz="1500" kern="1200" dirty="0"/>
          </a:br>
          <a:r>
            <a:rPr lang="en-US" sz="1500" kern="1200" dirty="0"/>
            <a:t>(10–15 min readout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Reader Available</a:t>
          </a:r>
        </a:p>
      </dsp:txBody>
      <dsp:txXfrm>
        <a:off x="74399" y="3053169"/>
        <a:ext cx="3093750" cy="720000"/>
      </dsp:txXfrm>
    </dsp:sp>
    <dsp:sp modelId="{8C693446-511E-4728-B1B0-C6A89CEF8AEC}">
      <dsp:nvSpPr>
        <dsp:cNvPr id="0" name=""/>
        <dsp:cNvSpPr/>
      </dsp:nvSpPr>
      <dsp:spPr>
        <a:xfrm>
          <a:off x="4312837" y="578169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077DC-4313-4830-93DD-7288D58F59DA}">
      <dsp:nvSpPr>
        <dsp:cNvPr id="0" name=""/>
        <dsp:cNvSpPr/>
      </dsp:nvSpPr>
      <dsp:spPr>
        <a:xfrm>
          <a:off x="4715024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D79ED-7418-4A4B-9018-4AC5601103FE}">
      <dsp:nvSpPr>
        <dsp:cNvPr id="0" name=""/>
        <dsp:cNvSpPr/>
      </dsp:nvSpPr>
      <dsp:spPr>
        <a:xfrm>
          <a:off x="3709556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• Small sample, easy in-clinic use</a:t>
          </a:r>
        </a:p>
      </dsp:txBody>
      <dsp:txXfrm>
        <a:off x="3709556" y="3053169"/>
        <a:ext cx="3093750" cy="720000"/>
      </dsp:txXfrm>
    </dsp:sp>
    <dsp:sp modelId="{15F4D20B-6F34-4ACF-99AD-7EB46D9BB6BE}">
      <dsp:nvSpPr>
        <dsp:cNvPr id="0" name=""/>
        <dsp:cNvSpPr/>
      </dsp:nvSpPr>
      <dsp:spPr>
        <a:xfrm>
          <a:off x="7947993" y="578169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48223-E38D-4575-B3CD-E0A0A6C2A954}">
      <dsp:nvSpPr>
        <dsp:cNvPr id="0" name=""/>
        <dsp:cNvSpPr/>
      </dsp:nvSpPr>
      <dsp:spPr>
        <a:xfrm>
          <a:off x="8350181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AB9B3-C755-4265-AFF0-0400ACC524C0}">
      <dsp:nvSpPr>
        <dsp:cNvPr id="0" name=""/>
        <dsp:cNvSpPr/>
      </dsp:nvSpPr>
      <dsp:spPr>
        <a:xfrm>
          <a:off x="7344712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Reliable, cost-effective, fast results</a:t>
          </a:r>
        </a:p>
      </dsp:txBody>
      <dsp:txXfrm>
        <a:off x="7344712" y="3053169"/>
        <a:ext cx="3093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12C4E-6721-40B6-B0FE-59926655D0F8}">
      <dsp:nvSpPr>
        <dsp:cNvPr id="0" name=""/>
        <dsp:cNvSpPr/>
      </dsp:nvSpPr>
      <dsp:spPr>
        <a:xfrm>
          <a:off x="677681" y="578169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2881EB-1A94-4A3D-90E1-FA8D734E4601}">
      <dsp:nvSpPr>
        <dsp:cNvPr id="0" name=""/>
        <dsp:cNvSpPr/>
      </dsp:nvSpPr>
      <dsp:spPr>
        <a:xfrm>
          <a:off x="1079868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F1C31-FD35-4EBF-AEB4-35EBE808B464}">
      <dsp:nvSpPr>
        <dsp:cNvPr id="0" name=""/>
        <dsp:cNvSpPr/>
      </dsp:nvSpPr>
      <dsp:spPr>
        <a:xfrm>
          <a:off x="74399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Target: 1,000 clinics → €4–5M revenue</a:t>
          </a:r>
        </a:p>
      </dsp:txBody>
      <dsp:txXfrm>
        <a:off x="74399" y="3053169"/>
        <a:ext cx="3093750" cy="720000"/>
      </dsp:txXfrm>
    </dsp:sp>
    <dsp:sp modelId="{B03E1E70-E94D-4ABC-9561-2776FBE288BD}">
      <dsp:nvSpPr>
        <dsp:cNvPr id="0" name=""/>
        <dsp:cNvSpPr/>
      </dsp:nvSpPr>
      <dsp:spPr>
        <a:xfrm>
          <a:off x="4312837" y="578169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24757A-90EC-4BA1-A5FB-12A82BF9DA75}">
      <dsp:nvSpPr>
        <dsp:cNvPr id="0" name=""/>
        <dsp:cNvSpPr/>
      </dsp:nvSpPr>
      <dsp:spPr>
        <a:xfrm>
          <a:off x="4715024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40F1B-252F-4306-A3B3-0648511B20FB}">
      <dsp:nvSpPr>
        <dsp:cNvPr id="0" name=""/>
        <dsp:cNvSpPr/>
      </dsp:nvSpPr>
      <dsp:spPr>
        <a:xfrm>
          <a:off x="3709556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Direct Sales Force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Or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Distribution: </a:t>
          </a:r>
          <a:r>
            <a:rPr lang="en-US" sz="1300" kern="1200" dirty="0" err="1"/>
            <a:t>Centravet</a:t>
          </a:r>
          <a:r>
            <a:rPr lang="en-US" sz="1300" kern="1200" dirty="0"/>
            <a:t>, Alcyon, </a:t>
          </a:r>
          <a:r>
            <a:rPr lang="en-US" sz="1300" kern="1200" dirty="0" err="1"/>
            <a:t>Coveto</a:t>
          </a:r>
          <a:endParaRPr lang="en-US" sz="1300" kern="1200" dirty="0"/>
        </a:p>
      </dsp:txBody>
      <dsp:txXfrm>
        <a:off x="3709556" y="3053169"/>
        <a:ext cx="3093750" cy="720000"/>
      </dsp:txXfrm>
    </dsp:sp>
    <dsp:sp modelId="{EAF14F05-56B9-4068-8A3E-7BF6D194D71C}">
      <dsp:nvSpPr>
        <dsp:cNvPr id="0" name=""/>
        <dsp:cNvSpPr/>
      </dsp:nvSpPr>
      <dsp:spPr>
        <a:xfrm>
          <a:off x="7947993" y="578169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1705A-F5AF-4F0D-B4B9-72C17DAABB94}">
      <dsp:nvSpPr>
        <dsp:cNvPr id="0" name=""/>
        <dsp:cNvSpPr/>
      </dsp:nvSpPr>
      <dsp:spPr>
        <a:xfrm>
          <a:off x="8350181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45027-B7FC-49ED-951F-ECBABF357E8F}">
      <dsp:nvSpPr>
        <dsp:cNvPr id="0" name=""/>
        <dsp:cNvSpPr/>
      </dsp:nvSpPr>
      <dsp:spPr>
        <a:xfrm>
          <a:off x="7344712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•Timeline: Q1 IMPORT approval → Q2 pilot &amp; First Sales → Q3 rollout → Q4 Sales on bigger scale</a:t>
          </a:r>
        </a:p>
      </dsp:txBody>
      <dsp:txXfrm>
        <a:off x="7344712" y="3053169"/>
        <a:ext cx="3093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ED059-1A52-4A31-BAFA-8D1D1FB252B4}">
      <dsp:nvSpPr>
        <dsp:cNvPr id="0" name=""/>
        <dsp:cNvSpPr/>
      </dsp:nvSpPr>
      <dsp:spPr>
        <a:xfrm>
          <a:off x="677681" y="333481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9DE61-8863-4D31-86CB-AB528B0F2FED}">
      <dsp:nvSpPr>
        <dsp:cNvPr id="0" name=""/>
        <dsp:cNvSpPr/>
      </dsp:nvSpPr>
      <dsp:spPr>
        <a:xfrm>
          <a:off x="1079868" y="735669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880E6-67F6-4B06-B2F8-E9FBCDA07F8A}">
      <dsp:nvSpPr>
        <dsp:cNvPr id="0" name=""/>
        <dsp:cNvSpPr/>
      </dsp:nvSpPr>
      <dsp:spPr>
        <a:xfrm>
          <a:off x="3845124" y="2697642"/>
          <a:ext cx="3093750" cy="120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2. ISO 9001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CE-IVD Certification (EU 2017/746)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2027</a:t>
          </a:r>
        </a:p>
      </dsp:txBody>
      <dsp:txXfrm>
        <a:off x="3845124" y="2697642"/>
        <a:ext cx="3093750" cy="1209375"/>
      </dsp:txXfrm>
    </dsp:sp>
    <dsp:sp modelId="{DB8687D4-EEAD-4805-82BE-D69CAEB168ED}">
      <dsp:nvSpPr>
        <dsp:cNvPr id="0" name=""/>
        <dsp:cNvSpPr/>
      </dsp:nvSpPr>
      <dsp:spPr>
        <a:xfrm>
          <a:off x="4312837" y="333481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D196B-39CF-40F4-AD38-1E475149592F}">
      <dsp:nvSpPr>
        <dsp:cNvPr id="0" name=""/>
        <dsp:cNvSpPr/>
      </dsp:nvSpPr>
      <dsp:spPr>
        <a:xfrm>
          <a:off x="4715024" y="735669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F2DB7-B04D-448C-B3A0-F1680CAD75DD}">
      <dsp:nvSpPr>
        <dsp:cNvPr id="0" name=""/>
        <dsp:cNvSpPr/>
      </dsp:nvSpPr>
      <dsp:spPr>
        <a:xfrm>
          <a:off x="278185" y="2713472"/>
          <a:ext cx="3093750" cy="120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1. Import compliance (DGCCRF + ANSES)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2026</a:t>
          </a:r>
        </a:p>
      </dsp:txBody>
      <dsp:txXfrm>
        <a:off x="278185" y="2713472"/>
        <a:ext cx="3093750" cy="1209375"/>
      </dsp:txXfrm>
    </dsp:sp>
    <dsp:sp modelId="{75ED0A08-A838-40A5-B60D-F4F818212964}">
      <dsp:nvSpPr>
        <dsp:cNvPr id="0" name=""/>
        <dsp:cNvSpPr/>
      </dsp:nvSpPr>
      <dsp:spPr>
        <a:xfrm>
          <a:off x="7947993" y="333481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6246B-184E-46E7-8AD5-24003354B594}">
      <dsp:nvSpPr>
        <dsp:cNvPr id="0" name=""/>
        <dsp:cNvSpPr/>
      </dsp:nvSpPr>
      <dsp:spPr>
        <a:xfrm>
          <a:off x="8350181" y="735669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631AB0-93B1-4BA9-9D8F-22C89B7F17B3}">
      <dsp:nvSpPr>
        <dsp:cNvPr id="0" name=""/>
        <dsp:cNvSpPr/>
      </dsp:nvSpPr>
      <dsp:spPr>
        <a:xfrm>
          <a:off x="7344712" y="2808481"/>
          <a:ext cx="3093750" cy="120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3. </a:t>
          </a:r>
          <a:r>
            <a:rPr lang="en-US" sz="2300" b="1" kern="1200" dirty="0"/>
            <a:t>ATTENTION</a:t>
          </a:r>
          <a:r>
            <a:rPr lang="en-US" sz="2300" kern="1200" dirty="0"/>
            <a:t> </a:t>
          </a:r>
          <a:br>
            <a:rPr lang="en-US" sz="2300" kern="1200" dirty="0"/>
          </a:br>
          <a:r>
            <a:rPr lang="en-US" sz="2300" kern="1200" dirty="0"/>
            <a:t>Veterinary Regulation (EU 2019/6)</a:t>
          </a:r>
        </a:p>
      </dsp:txBody>
      <dsp:txXfrm>
        <a:off x="7344712" y="2808481"/>
        <a:ext cx="3093750" cy="12093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A089C-E772-9449-BED8-76A3647ADC76}">
      <dsp:nvSpPr>
        <dsp:cNvPr id="0" name=""/>
        <dsp:cNvSpPr/>
      </dsp:nvSpPr>
      <dsp:spPr>
        <a:xfrm>
          <a:off x="1742219" y="204"/>
          <a:ext cx="3346868" cy="2008120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Strengths: Fast, simple, affordable, scalable</a:t>
          </a:r>
        </a:p>
      </dsp:txBody>
      <dsp:txXfrm>
        <a:off x="1742219" y="204"/>
        <a:ext cx="3346868" cy="2008120"/>
      </dsp:txXfrm>
    </dsp:sp>
    <dsp:sp modelId="{46465CDC-89F9-6449-BF21-53C26389312A}">
      <dsp:nvSpPr>
        <dsp:cNvPr id="0" name=""/>
        <dsp:cNvSpPr/>
      </dsp:nvSpPr>
      <dsp:spPr>
        <a:xfrm>
          <a:off x="5423774" y="204"/>
          <a:ext cx="3346868" cy="2008120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Weaknesses: New brand, awareness gap</a:t>
          </a:r>
        </a:p>
      </dsp:txBody>
      <dsp:txXfrm>
        <a:off x="5423774" y="204"/>
        <a:ext cx="3346868" cy="2008120"/>
      </dsp:txXfrm>
    </dsp:sp>
    <dsp:sp modelId="{C1FBDE23-FEBA-4B45-8E66-3B6A35127FCA}">
      <dsp:nvSpPr>
        <dsp:cNvPr id="0" name=""/>
        <dsp:cNvSpPr/>
      </dsp:nvSpPr>
      <dsp:spPr>
        <a:xfrm>
          <a:off x="1742219" y="2343012"/>
          <a:ext cx="3346868" cy="2008120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Opportunities: Pet health boom, few rapid test competitors</a:t>
          </a:r>
        </a:p>
      </dsp:txBody>
      <dsp:txXfrm>
        <a:off x="1742219" y="2343012"/>
        <a:ext cx="3346868" cy="2008120"/>
      </dsp:txXfrm>
    </dsp:sp>
    <dsp:sp modelId="{5B7E8406-D4BB-6345-83BA-7F53B66C6D02}">
      <dsp:nvSpPr>
        <dsp:cNvPr id="0" name=""/>
        <dsp:cNvSpPr/>
      </dsp:nvSpPr>
      <dsp:spPr>
        <a:xfrm>
          <a:off x="5423774" y="2343012"/>
          <a:ext cx="3346868" cy="2008120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Threats: Lab incumbents, regulation timing</a:t>
          </a:r>
        </a:p>
      </dsp:txBody>
      <dsp:txXfrm>
        <a:off x="5423774" y="2343012"/>
        <a:ext cx="3346868" cy="20081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C952B-DDDB-4B62-8D58-9663D6B4EA00}">
      <dsp:nvSpPr>
        <dsp:cNvPr id="0" name=""/>
        <dsp:cNvSpPr/>
      </dsp:nvSpPr>
      <dsp:spPr>
        <a:xfrm>
          <a:off x="1211680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CF93E-A1B6-4722-A757-EF3499CBBC01}">
      <dsp:nvSpPr>
        <dsp:cNvPr id="0" name=""/>
        <dsp:cNvSpPr/>
      </dsp:nvSpPr>
      <dsp:spPr>
        <a:xfrm>
          <a:off x="417175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Revenue forecast: €2M (2027) → €40–50M (2032)</a:t>
          </a:r>
        </a:p>
      </dsp:txBody>
      <dsp:txXfrm>
        <a:off x="417175" y="2644063"/>
        <a:ext cx="2889107" cy="720000"/>
      </dsp:txXfrm>
    </dsp:sp>
    <dsp:sp modelId="{F8896BC7-ADCD-49DD-94C0-E4787E844D7F}">
      <dsp:nvSpPr>
        <dsp:cNvPr id="0" name=""/>
        <dsp:cNvSpPr/>
      </dsp:nvSpPr>
      <dsp:spPr>
        <a:xfrm>
          <a:off x="4606381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79BFE-5768-41AE-9E4C-C4A2D9352095}">
      <dsp:nvSpPr>
        <dsp:cNvPr id="0" name=""/>
        <dsp:cNvSpPr/>
      </dsp:nvSpPr>
      <dsp:spPr>
        <a:xfrm>
          <a:off x="3811877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Gross margin: 55–60%</a:t>
          </a:r>
        </a:p>
      </dsp:txBody>
      <dsp:txXfrm>
        <a:off x="3811877" y="2644063"/>
        <a:ext cx="2889107" cy="720000"/>
      </dsp:txXfrm>
    </dsp:sp>
    <dsp:sp modelId="{B0087A95-0E0C-457E-BEDE-29FC39824BAE}">
      <dsp:nvSpPr>
        <dsp:cNvPr id="0" name=""/>
        <dsp:cNvSpPr/>
      </dsp:nvSpPr>
      <dsp:spPr>
        <a:xfrm>
          <a:off x="8001083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89736-748E-4C2D-B0D9-BC48796F9AB7}">
      <dsp:nvSpPr>
        <dsp:cNvPr id="0" name=""/>
        <dsp:cNvSpPr/>
      </dsp:nvSpPr>
      <dsp:spPr>
        <a:xfrm>
          <a:off x="7206578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CAGR: 30–35%</a:t>
          </a:r>
        </a:p>
      </dsp:txBody>
      <dsp:txXfrm>
        <a:off x="7206578" y="2644063"/>
        <a:ext cx="2889107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DC150-F577-4DB3-A8CB-BCD1933A8636}">
      <dsp:nvSpPr>
        <dsp:cNvPr id="0" name=""/>
        <dsp:cNvSpPr/>
      </dsp:nvSpPr>
      <dsp:spPr>
        <a:xfrm>
          <a:off x="81796" y="908655"/>
          <a:ext cx="897150" cy="8971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68174-C6DB-497A-AE31-63DD44E1E39A}">
      <dsp:nvSpPr>
        <dsp:cNvPr id="0" name=""/>
        <dsp:cNvSpPr/>
      </dsp:nvSpPr>
      <dsp:spPr>
        <a:xfrm>
          <a:off x="270198" y="1097056"/>
          <a:ext cx="520347" cy="5203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3A30A-BEB0-45A4-94FC-D2840FCA52E6}">
      <dsp:nvSpPr>
        <dsp:cNvPr id="0" name=""/>
        <dsp:cNvSpPr/>
      </dsp:nvSpPr>
      <dsp:spPr>
        <a:xfrm>
          <a:off x="117119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High Growth: 30–35% CAGR in European pet diagnostics</a:t>
          </a:r>
        </a:p>
      </dsp:txBody>
      <dsp:txXfrm>
        <a:off x="1171193" y="908655"/>
        <a:ext cx="2114711" cy="897150"/>
      </dsp:txXfrm>
    </dsp:sp>
    <dsp:sp modelId="{54334FDA-4CFB-42CC-A78C-3E4ED6DFDA3C}">
      <dsp:nvSpPr>
        <dsp:cNvPr id="0" name=""/>
        <dsp:cNvSpPr/>
      </dsp:nvSpPr>
      <dsp:spPr>
        <a:xfrm>
          <a:off x="3654377" y="908655"/>
          <a:ext cx="897150" cy="8971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81F068-FE03-404A-807F-70CD8387D609}">
      <dsp:nvSpPr>
        <dsp:cNvPr id="0" name=""/>
        <dsp:cNvSpPr/>
      </dsp:nvSpPr>
      <dsp:spPr>
        <a:xfrm>
          <a:off x="3842778" y="1097056"/>
          <a:ext cx="520347" cy="5203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90FEA-B3AA-43EB-8D0A-C4147EBBCFA6}">
      <dsp:nvSpPr>
        <dsp:cNvPr id="0" name=""/>
        <dsp:cNvSpPr/>
      </dsp:nvSpPr>
      <dsp:spPr>
        <a:xfrm>
          <a:off x="474377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Strong Economics: Low cost / high clinic margin</a:t>
          </a:r>
        </a:p>
      </dsp:txBody>
      <dsp:txXfrm>
        <a:off x="4743773" y="908655"/>
        <a:ext cx="2114711" cy="897150"/>
      </dsp:txXfrm>
    </dsp:sp>
    <dsp:sp modelId="{6E6C06A6-4C34-45A6-B118-5AE07B593EFB}">
      <dsp:nvSpPr>
        <dsp:cNvPr id="0" name=""/>
        <dsp:cNvSpPr/>
      </dsp:nvSpPr>
      <dsp:spPr>
        <a:xfrm>
          <a:off x="7226957" y="908655"/>
          <a:ext cx="897150" cy="8971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08C4F-A9E4-42BA-AE7C-1D5E18DA7460}">
      <dsp:nvSpPr>
        <dsp:cNvPr id="0" name=""/>
        <dsp:cNvSpPr/>
      </dsp:nvSpPr>
      <dsp:spPr>
        <a:xfrm>
          <a:off x="7415358" y="1097056"/>
          <a:ext cx="520347" cy="5203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A9202-8A22-453F-A196-8706A9B78D46}">
      <dsp:nvSpPr>
        <dsp:cNvPr id="0" name=""/>
        <dsp:cNvSpPr/>
      </dsp:nvSpPr>
      <dsp:spPr>
        <a:xfrm>
          <a:off x="831635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Scalable Model: B2B distribution across 5 key EU markets</a:t>
          </a:r>
        </a:p>
      </dsp:txBody>
      <dsp:txXfrm>
        <a:off x="8316353" y="908655"/>
        <a:ext cx="2114711" cy="897150"/>
      </dsp:txXfrm>
    </dsp:sp>
    <dsp:sp modelId="{E07273F3-9CBA-4C53-97D3-849FC21374AF}">
      <dsp:nvSpPr>
        <dsp:cNvPr id="0" name=""/>
        <dsp:cNvSpPr/>
      </dsp:nvSpPr>
      <dsp:spPr>
        <a:xfrm>
          <a:off x="81796" y="2545532"/>
          <a:ext cx="897150" cy="89715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264CE-206C-4177-AE9B-71A1A94C3001}">
      <dsp:nvSpPr>
        <dsp:cNvPr id="0" name=""/>
        <dsp:cNvSpPr/>
      </dsp:nvSpPr>
      <dsp:spPr>
        <a:xfrm>
          <a:off x="270198" y="2733934"/>
          <a:ext cx="520347" cy="5203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72862-BEBF-41DE-BFB6-8C2FC219B27D}">
      <dsp:nvSpPr>
        <dsp:cNvPr id="0" name=""/>
        <dsp:cNvSpPr/>
      </dsp:nvSpPr>
      <dsp:spPr>
        <a:xfrm>
          <a:off x="1171193" y="2545532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Regulatory Readiness: Imports Reg, IDO9001+CE-IVD </a:t>
          </a:r>
        </a:p>
      </dsp:txBody>
      <dsp:txXfrm>
        <a:off x="1171193" y="2545532"/>
        <a:ext cx="2114711" cy="897150"/>
      </dsp:txXfrm>
    </dsp:sp>
    <dsp:sp modelId="{966FBF0A-7BFE-4A91-95FB-50C4C683AD3D}">
      <dsp:nvSpPr>
        <dsp:cNvPr id="0" name=""/>
        <dsp:cNvSpPr/>
      </dsp:nvSpPr>
      <dsp:spPr>
        <a:xfrm>
          <a:off x="3654377" y="2545532"/>
          <a:ext cx="897150" cy="89715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A8B66-7CE9-49D4-A56A-0119F51A4392}">
      <dsp:nvSpPr>
        <dsp:cNvPr id="0" name=""/>
        <dsp:cNvSpPr/>
      </dsp:nvSpPr>
      <dsp:spPr>
        <a:xfrm>
          <a:off x="3842778" y="2733934"/>
          <a:ext cx="520347" cy="5203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76148-EA1A-4F11-9A56-0B9B9EAF886D}">
      <dsp:nvSpPr>
        <dsp:cNvPr id="0" name=""/>
        <dsp:cNvSpPr/>
      </dsp:nvSpPr>
      <dsp:spPr>
        <a:xfrm>
          <a:off x="4743773" y="2545532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Clear Exit Potential: Attractive to strategic acquirers in Vet Sector</a:t>
          </a:r>
        </a:p>
      </dsp:txBody>
      <dsp:txXfrm>
        <a:off x="4743773" y="2545532"/>
        <a:ext cx="2114711" cy="8971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gi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gi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gif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gif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.gif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83" y="1198418"/>
            <a:ext cx="3199566" cy="44611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DIATECH 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 Precision You Trust, Care They Deserve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9829" y="1782128"/>
            <a:ext cx="6904693" cy="231482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>
                <a:effectLst/>
                <a:latin typeface="Calibri" panose="020F0502020204030204" pitchFamily="34" charset="0"/>
              </a:rPr>
              <a:t>Plan for </a:t>
            </a:r>
            <a:r>
              <a:rPr lang="en-US" sz="4000" dirty="0">
                <a:effectLst/>
                <a:latin typeface="Calibri" panose="020F0502020204030204" pitchFamily="34" charset="0"/>
              </a:rPr>
              <a:t>Veterinary Diagnostics in Europe, 2026–2032</a:t>
            </a:r>
            <a:endParaRPr sz="4000" dirty="0"/>
          </a:p>
        </p:txBody>
      </p:sp>
      <p:pic>
        <p:nvPicPr>
          <p:cNvPr id="5" name="Picture 4" descr="A logo with text overlay&#10;&#10;AI-generated content may be incorrect.">
            <a:extLst>
              <a:ext uri="{FF2B5EF4-FFF2-40B4-BE49-F238E27FC236}">
                <a16:creationId xmlns:a16="http://schemas.microsoft.com/office/drawing/2014/main" id="{B696B4FD-3B14-F3DD-ECB8-EA9085BB4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412" y="5075872"/>
            <a:ext cx="2252830" cy="678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E89644-EEE0-5D42-798F-DF808B10444A}"/>
              </a:ext>
            </a:extLst>
          </p:cNvPr>
          <p:cNvSpPr txBox="1"/>
          <p:nvPr/>
        </p:nvSpPr>
        <p:spPr>
          <a:xfrm>
            <a:off x="7563526" y="4910958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Author</a:t>
            </a:r>
            <a:endParaRPr lang="en-B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9234" y="1153572"/>
            <a:ext cx="8019591" cy="434160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800" dirty="0"/>
              <a:t>• €40–50M market by 20</a:t>
            </a:r>
            <a:r>
              <a:rPr lang="fr-FR" sz="2800" dirty="0"/>
              <a:t>32</a:t>
            </a:r>
            <a:endParaRPr sz="2800" dirty="0"/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Rapid-test opportunity underpenetrated in Europe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DIATECH = </a:t>
            </a:r>
            <a:r>
              <a:rPr lang="fr-FR" sz="2800" dirty="0" err="1"/>
              <a:t>Quality</a:t>
            </a:r>
            <a:r>
              <a:rPr lang="fr-FR" sz="2800" dirty="0"/>
              <a:t>, </a:t>
            </a:r>
            <a:r>
              <a:rPr sz="2800" dirty="0"/>
              <a:t>High-precision, cost-efficient newcomer</a:t>
            </a:r>
          </a:p>
        </p:txBody>
      </p:sp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514EDA89-9C3F-4E2D-452A-288AC6984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991" y="6325127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557188"/>
            <a:ext cx="10512862" cy="1133499"/>
          </a:xfrm>
        </p:spPr>
        <p:txBody>
          <a:bodyPr>
            <a:normAutofit/>
          </a:bodyPr>
          <a:lstStyle/>
          <a:p>
            <a:r>
              <a:rPr lang="en-US" sz="5100"/>
              <a:t>Company Overview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42DB85C1-9311-590F-50AA-12CCB0A8E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1867166"/>
              </p:ext>
            </p:extLst>
          </p:nvPr>
        </p:nvGraphicFramePr>
        <p:xfrm>
          <a:off x="837981" y="1828800"/>
          <a:ext cx="10512862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815D5BEC-9590-5699-E416-9C48765C68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2991" y="6325127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Market Context &amp; Epidemiology</a:t>
            </a:r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0195B445-662F-8C76-2525-7AD9D9F259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134982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CCA6F657-47E0-0A27-D414-6E9D05106C2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European Market Size &amp; Growth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DF37E1-E2F7-D07B-6066-1A643DC11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798691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550ABF24-7F46-3646-CA12-372C8D278B6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55C846-3DAF-630F-4B15-DB7BB7441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268833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1DABCC0B-BF3B-6139-B09E-6DCA85E6403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Go-to-Market &amp; Distribution Strategy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B2B network across Europe</a:t>
            </a:r>
          </a:p>
          <a:p>
            <a:pPr marL="0" indent="0">
              <a:buNone/>
            </a:pPr>
            <a:r>
              <a:rPr dirty="0"/>
              <a:t>• KOL veterinarians &amp; trade shows</a:t>
            </a:r>
          </a:p>
          <a:p>
            <a:pPr marL="0" indent="0">
              <a:buNone/>
            </a:pPr>
            <a:r>
              <a:rPr dirty="0"/>
              <a:t>• Progressive rollout France → Italy/Spain → Germany/Benelux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Product &amp; Value Proposition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9A9744-C958-EB2F-13EA-56515EB526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011858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64EE2C71-4449-4E59-38CE-8474C8F354C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First Step : France Launch 2026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876817-BAB3-4B71-4446-21D0A641A9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091768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593BC7DF-86FB-1399-4F3E-052B7D17786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Regulatory Roadmap (EU)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87E8B-3D4A-285D-23C5-7A1326D71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600200"/>
            <a:ext cx="10253572" cy="4525963"/>
          </a:xfrm>
        </p:spPr>
        <p:txBody>
          <a:bodyPr>
            <a:normAutofit lnSpcReduction="10000"/>
          </a:bodyPr>
          <a:lstStyle/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DIATECH will be a company active in the field of in vitro diagnostics (IVD) for veterinary use, and potentially, at a later stage, in the field of human IVD.</a:t>
            </a:r>
            <a:endParaRPr lang="fr-BE" sz="2000" dirty="0">
              <a:solidFill>
                <a:prstClr val="black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In a highly regulated environment, DIATECH aims to structure its quality approach in order to guarantee compliance, customer satisfaction, brand image, and credibility on the European market.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strategy is to benefit from relative low requirement on veterinary diagnostic to speed entry in the market. When confidence in operations will be confirmed, ISO 9001 regulations is mandatory.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REMARK : for IVD regarding epidemics in animals, regulations are stricter and ISO9001 will be mandatory.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endParaRPr lang="fr-BE" sz="2000" dirty="0">
              <a:solidFill>
                <a:prstClr val="black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BE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D41DC-6085-D488-CC7C-689E67CE3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C22E9E-41B1-F0BF-020E-03C479D4F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81614-9504-9378-F1C8-2B33E06F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Regulatory Roadmap (EU)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26B4297-3CF7-E41F-9758-59F734FD6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1A8C71-4714-D245-2368-5F02341E00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027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SWOT Summary (Europe)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138158-EB22-63F1-DA8E-D1E95B50FD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099590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Financial &amp; ROI Summary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FC36D-5792-9F4F-DE2A-F0129DFAD4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5613562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Investment Highlights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AA0C34-0286-CD34-B7BB-EF9459A943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7639016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dirty="0"/>
              <a:t>DIATECH </a:t>
            </a: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dirty="0"/>
              <a:t>innovation that connects diagnostics and care.”</a:t>
            </a:r>
          </a:p>
        </p:txBody>
      </p:sp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6DBA5257-2853-AD39-6662-3FBEE77CAE3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58443" y="5476974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558</Words>
  <Application>Microsoft Macintosh PowerPoint</Application>
  <PresentationFormat>Custom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DIATECH    Precision You Trust, Care They Deserve</vt:lpstr>
      <vt:lpstr>Executive Summary</vt:lpstr>
      <vt:lpstr>Company Overview</vt:lpstr>
      <vt:lpstr>Market Context &amp; Epidemiology</vt:lpstr>
      <vt:lpstr>European Market Size &amp; Growth</vt:lpstr>
      <vt:lpstr>Competitive Landscape</vt:lpstr>
      <vt:lpstr>Go-to-Market &amp; Distribution Strategy</vt:lpstr>
      <vt:lpstr>Product &amp; Value Proposition</vt:lpstr>
      <vt:lpstr>First Step : France Launch 2026</vt:lpstr>
      <vt:lpstr>Regulatory Roadmap (EU)</vt:lpstr>
      <vt:lpstr>Regulatory Roadmap (EU)</vt:lpstr>
      <vt:lpstr>SWOT Summary (Europe)</vt:lpstr>
      <vt:lpstr>Financial &amp; ROI Summary</vt:lpstr>
      <vt:lpstr>Investment Highlights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Claude havaux</cp:lastModifiedBy>
  <cp:revision>7</cp:revision>
  <dcterms:created xsi:type="dcterms:W3CDTF">2013-01-27T09:14:16Z</dcterms:created>
  <dcterms:modified xsi:type="dcterms:W3CDTF">2026-02-03T10:17:21Z</dcterms:modified>
  <cp:category/>
</cp:coreProperties>
</file>