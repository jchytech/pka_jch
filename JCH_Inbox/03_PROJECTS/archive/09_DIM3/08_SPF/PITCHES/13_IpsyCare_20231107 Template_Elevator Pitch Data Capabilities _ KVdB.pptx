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5"/>
  </p:sldMasterIdLst>
  <p:notesMasterIdLst>
    <p:notesMasterId r:id="rId10"/>
  </p:notesMasterIdLst>
  <p:sldIdLst>
    <p:sldId id="261" r:id="rId6"/>
    <p:sldId id="263" r:id="rId7"/>
    <p:sldId id="264" r:id="rId8"/>
    <p:sldId id="259" r:id="rId9"/>
  </p:sldIdLst>
  <p:sldSz cx="12192000" cy="6858000"/>
  <p:notesSz cx="6858000" cy="9144000"/>
  <p:defaultTex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0E4AD"/>
    <a:srgbClr val="3A81D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30" autoAdjust="0"/>
    <p:restoredTop sz="79262" autoAdjust="0"/>
  </p:normalViewPr>
  <p:slideViewPr>
    <p:cSldViewPr snapToGrid="0">
      <p:cViewPr>
        <p:scale>
          <a:sx n="75" d="100"/>
          <a:sy n="75" d="100"/>
        </p:scale>
        <p:origin x="974" y="-29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presProps" Target="presProps.xml"/><Relationship Id="rId5" Type="http://schemas.openxmlformats.org/officeDocument/2006/relationships/slideMaster" Target="slideMasters/slideMaster1.xml"/><Relationship Id="rId10" Type="http://schemas.openxmlformats.org/officeDocument/2006/relationships/notesMaster" Target="notesMasters/notesMaster1.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B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4DB481-70A1-4771-855B-D7E60E876D84}" type="datetimeFigureOut">
              <a:rPr lang="nl-BE" smtClean="0"/>
              <a:t>6/11/2023</a:t>
            </a:fld>
            <a:endParaRPr lang="nl-B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B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B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819DD7-5F44-400E-95B9-DFA6740CEEC0}" type="slidenum">
              <a:rPr lang="nl-BE" smtClean="0"/>
              <a:t>‹nr.›</a:t>
            </a:fld>
            <a:endParaRPr lang="nl-BE"/>
          </a:p>
        </p:txBody>
      </p:sp>
    </p:spTree>
    <p:extLst>
      <p:ext uri="{BB962C8B-B14F-4D97-AF65-F5344CB8AC3E}">
        <p14:creationId xmlns:p14="http://schemas.microsoft.com/office/powerpoint/2010/main" val="23729156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BE" dirty="0" err="1"/>
              <a:t>iPSYcare</a:t>
            </a:r>
            <a:r>
              <a:rPr lang="nl-BE" dirty="0"/>
              <a:t> staat voor ‘</a:t>
            </a:r>
            <a:r>
              <a:rPr lang="nl-BE" dirty="0" err="1"/>
              <a:t>improved</a:t>
            </a:r>
            <a:r>
              <a:rPr lang="nl-BE" dirty="0"/>
              <a:t> </a:t>
            </a:r>
            <a:r>
              <a:rPr lang="nl-BE" dirty="0" err="1"/>
              <a:t>psychiatric</a:t>
            </a:r>
            <a:r>
              <a:rPr lang="nl-BE" dirty="0"/>
              <a:t> care </a:t>
            </a:r>
            <a:r>
              <a:rPr lang="nl-BE" dirty="0" err="1"/>
              <a:t>and</a:t>
            </a:r>
            <a:r>
              <a:rPr lang="nl-BE" dirty="0"/>
              <a:t> research’. Het verwijst naar een nieuwe, te construeren databank met relevante beleidsinformatie over zorggebruik. Het is een project van deze partners.</a:t>
            </a:r>
          </a:p>
        </p:txBody>
      </p:sp>
      <p:sp>
        <p:nvSpPr>
          <p:cNvPr id="4" name="Tijdelijke aanduiding voor dianummer 3"/>
          <p:cNvSpPr>
            <a:spLocks noGrp="1"/>
          </p:cNvSpPr>
          <p:nvPr>
            <p:ph type="sldNum" sz="quarter" idx="5"/>
          </p:nvPr>
        </p:nvSpPr>
        <p:spPr/>
        <p:txBody>
          <a:bodyPr/>
          <a:lstStyle/>
          <a:p>
            <a:fld id="{BA819DD7-5F44-400E-95B9-DFA6740CEEC0}" type="slidenum">
              <a:rPr lang="nl-BE" smtClean="0"/>
              <a:t>1</a:t>
            </a:fld>
            <a:endParaRPr lang="nl-BE"/>
          </a:p>
        </p:txBody>
      </p:sp>
    </p:spTree>
    <p:extLst>
      <p:ext uri="{BB962C8B-B14F-4D97-AF65-F5344CB8AC3E}">
        <p14:creationId xmlns:p14="http://schemas.microsoft.com/office/powerpoint/2010/main" val="16170636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BE" dirty="0"/>
              <a:t>Het KCE-rapport van december 2019 én het rapport van de HGR </a:t>
            </a:r>
            <a:r>
              <a:rPr lang="nl-BE" dirty="0" err="1"/>
              <a:t>dd</a:t>
            </a:r>
            <a:r>
              <a:rPr lang="nl-BE" dirty="0"/>
              <a:t> augustus vorig jaar wijzen allebei op het gebrek aan kennis over het gebruik van geestelijke gezondheidszorg. Het verschil met de somatische zorg is groot, en de bestaande databanken van het </a:t>
            </a:r>
            <a:r>
              <a:rPr lang="nl-BE" dirty="0" err="1"/>
              <a:t>Intermutualistisch</a:t>
            </a:r>
            <a:r>
              <a:rPr lang="nl-BE" dirty="0"/>
              <a:t> Agentschap en de Minimale Psychiatrische Gegevens hebben allebei belangrijke tekortkomingen. Onvoldoende kennis over zorggebruik is problematisch, in het licht van planning en beleid.</a:t>
            </a:r>
          </a:p>
        </p:txBody>
      </p:sp>
      <p:sp>
        <p:nvSpPr>
          <p:cNvPr id="4" name="Tijdelijke aanduiding voor dianummer 3"/>
          <p:cNvSpPr>
            <a:spLocks noGrp="1"/>
          </p:cNvSpPr>
          <p:nvPr>
            <p:ph type="sldNum" sz="quarter" idx="5"/>
          </p:nvPr>
        </p:nvSpPr>
        <p:spPr/>
        <p:txBody>
          <a:bodyPr/>
          <a:lstStyle/>
          <a:p>
            <a:fld id="{BA819DD7-5F44-400E-95B9-DFA6740CEEC0}" type="slidenum">
              <a:rPr lang="nl-BE" smtClean="0"/>
              <a:t>2</a:t>
            </a:fld>
            <a:endParaRPr lang="nl-BE"/>
          </a:p>
        </p:txBody>
      </p:sp>
    </p:spTree>
    <p:extLst>
      <p:ext uri="{BB962C8B-B14F-4D97-AF65-F5344CB8AC3E}">
        <p14:creationId xmlns:p14="http://schemas.microsoft.com/office/powerpoint/2010/main" val="25993685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BE" dirty="0"/>
              <a:t>In ons project zullen we een nieuwe databank creëren met </a:t>
            </a:r>
            <a:r>
              <a:rPr lang="nl-BE" dirty="0" err="1"/>
              <a:t>gepseudonimiseerde</a:t>
            </a:r>
            <a:r>
              <a:rPr lang="nl-BE" dirty="0"/>
              <a:t> zorgdata van de patiënten die omwille van psychische problemen behandeld werden in de participerende ziekenhuizen. De databank en het bijbehorende dashboard zullen inzicht geven in welke zorg verschaft wordt, aan wie, en hoe mensen zich doorheen de zorg bewegen. Dit is relevante informatie die kan bijdragen aan een efficiënte zorgorganisatie, zowel voor de betrokken ziekenhuizen als voor beleidsmakers.</a:t>
            </a:r>
          </a:p>
        </p:txBody>
      </p:sp>
      <p:sp>
        <p:nvSpPr>
          <p:cNvPr id="4" name="Tijdelijke aanduiding voor dianummer 3"/>
          <p:cNvSpPr>
            <a:spLocks noGrp="1"/>
          </p:cNvSpPr>
          <p:nvPr>
            <p:ph type="sldNum" sz="quarter" idx="5"/>
          </p:nvPr>
        </p:nvSpPr>
        <p:spPr/>
        <p:txBody>
          <a:bodyPr/>
          <a:lstStyle/>
          <a:p>
            <a:fld id="{BA819DD7-5F44-400E-95B9-DFA6740CEEC0}" type="slidenum">
              <a:rPr lang="nl-BE" smtClean="0"/>
              <a:t>3</a:t>
            </a:fld>
            <a:endParaRPr lang="nl-BE"/>
          </a:p>
        </p:txBody>
      </p:sp>
    </p:spTree>
    <p:extLst>
      <p:ext uri="{BB962C8B-B14F-4D97-AF65-F5344CB8AC3E}">
        <p14:creationId xmlns:p14="http://schemas.microsoft.com/office/powerpoint/2010/main" val="8899930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BE" dirty="0"/>
              <a:t>De noden in de ggz zijn groot. Een goed management van het zorgbeleid is dan ook essentieel.</a:t>
            </a:r>
          </a:p>
        </p:txBody>
      </p:sp>
      <p:sp>
        <p:nvSpPr>
          <p:cNvPr id="4" name="Tijdelijke aanduiding voor dianummer 3"/>
          <p:cNvSpPr>
            <a:spLocks noGrp="1"/>
          </p:cNvSpPr>
          <p:nvPr>
            <p:ph type="sldNum" sz="quarter" idx="5"/>
          </p:nvPr>
        </p:nvSpPr>
        <p:spPr/>
        <p:txBody>
          <a:bodyPr/>
          <a:lstStyle/>
          <a:p>
            <a:fld id="{BA819DD7-5F44-400E-95B9-DFA6740CEEC0}" type="slidenum">
              <a:rPr lang="nl-BE" smtClean="0"/>
              <a:t>4</a:t>
            </a:fld>
            <a:endParaRPr lang="nl-BE"/>
          </a:p>
        </p:txBody>
      </p:sp>
    </p:spTree>
    <p:extLst>
      <p:ext uri="{BB962C8B-B14F-4D97-AF65-F5344CB8AC3E}">
        <p14:creationId xmlns:p14="http://schemas.microsoft.com/office/powerpoint/2010/main" val="2094328530"/>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jp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dia">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grpSp>
        <p:nvGrpSpPr>
          <p:cNvPr id="34" name="object 2">
            <a:extLst>
              <a:ext uri="{FF2B5EF4-FFF2-40B4-BE49-F238E27FC236}">
                <a16:creationId xmlns:a16="http://schemas.microsoft.com/office/drawing/2014/main" id="{87F104F1-7F82-BAB2-C43D-3402B666763B}"/>
              </a:ext>
            </a:extLst>
          </p:cNvPr>
          <p:cNvGrpSpPr/>
          <p:nvPr userDrawn="1"/>
        </p:nvGrpSpPr>
        <p:grpSpPr>
          <a:xfrm>
            <a:off x="0" y="457199"/>
            <a:ext cx="9000490" cy="3966210"/>
            <a:chOff x="0" y="457199"/>
            <a:chExt cx="9000490" cy="3966210"/>
          </a:xfrm>
        </p:grpSpPr>
        <p:pic>
          <p:nvPicPr>
            <p:cNvPr id="35" name="object 3">
              <a:extLst>
                <a:ext uri="{FF2B5EF4-FFF2-40B4-BE49-F238E27FC236}">
                  <a16:creationId xmlns:a16="http://schemas.microsoft.com/office/drawing/2014/main" id="{BC13BD00-B479-9F6F-DD88-4F55436306DC}"/>
                </a:ext>
              </a:extLst>
            </p:cNvPr>
            <p:cNvPicPr/>
            <p:nvPr/>
          </p:nvPicPr>
          <p:blipFill>
            <a:blip r:embed="rId3" cstate="print"/>
            <a:stretch>
              <a:fillRect/>
            </a:stretch>
          </p:blipFill>
          <p:spPr>
            <a:xfrm>
              <a:off x="0" y="457199"/>
              <a:ext cx="9000008" cy="2741866"/>
            </a:xfrm>
            <a:prstGeom prst="rect">
              <a:avLst/>
            </a:prstGeom>
          </p:spPr>
        </p:pic>
        <p:sp>
          <p:nvSpPr>
            <p:cNvPr id="36" name="object 4">
              <a:extLst>
                <a:ext uri="{FF2B5EF4-FFF2-40B4-BE49-F238E27FC236}">
                  <a16:creationId xmlns:a16="http://schemas.microsoft.com/office/drawing/2014/main" id="{B574C4C1-F522-2ABE-B94C-0DFCC0A30E71}"/>
                </a:ext>
              </a:extLst>
            </p:cNvPr>
            <p:cNvSpPr/>
            <p:nvPr/>
          </p:nvSpPr>
          <p:spPr>
            <a:xfrm>
              <a:off x="0" y="3199061"/>
              <a:ext cx="9000490" cy="1224280"/>
            </a:xfrm>
            <a:custGeom>
              <a:avLst/>
              <a:gdLst/>
              <a:ahLst/>
              <a:cxnLst/>
              <a:rect l="l" t="t" r="r" b="b"/>
              <a:pathLst>
                <a:path w="9000490" h="1224279">
                  <a:moveTo>
                    <a:pt x="8999994" y="0"/>
                  </a:moveTo>
                  <a:lnTo>
                    <a:pt x="0" y="0"/>
                  </a:lnTo>
                  <a:lnTo>
                    <a:pt x="0" y="1224000"/>
                  </a:lnTo>
                  <a:lnTo>
                    <a:pt x="8748001" y="1224000"/>
                  </a:lnTo>
                  <a:lnTo>
                    <a:pt x="8793299" y="1219940"/>
                  </a:lnTo>
                  <a:lnTo>
                    <a:pt x="8835932" y="1208234"/>
                  </a:lnTo>
                  <a:lnTo>
                    <a:pt x="8875190" y="1189594"/>
                  </a:lnTo>
                  <a:lnTo>
                    <a:pt x="8910360" y="1164731"/>
                  </a:lnTo>
                  <a:lnTo>
                    <a:pt x="8940731" y="1134358"/>
                  </a:lnTo>
                  <a:lnTo>
                    <a:pt x="8965591" y="1099186"/>
                  </a:lnTo>
                  <a:lnTo>
                    <a:pt x="8984230" y="1059927"/>
                  </a:lnTo>
                  <a:lnTo>
                    <a:pt x="8995934" y="1017292"/>
                  </a:lnTo>
                  <a:lnTo>
                    <a:pt x="8999994" y="971994"/>
                  </a:lnTo>
                  <a:lnTo>
                    <a:pt x="8999994" y="0"/>
                  </a:lnTo>
                  <a:close/>
                </a:path>
              </a:pathLst>
            </a:custGeom>
            <a:solidFill>
              <a:srgbClr val="F5F7F8"/>
            </a:solidFill>
          </p:spPr>
          <p:txBody>
            <a:bodyPr wrap="square" lIns="0" tIns="0" rIns="0" bIns="0" rtlCol="0"/>
            <a:lstStyle/>
            <a:p>
              <a:endParaRPr/>
            </a:p>
          </p:txBody>
        </p:sp>
        <p:sp>
          <p:nvSpPr>
            <p:cNvPr id="37" name="object 5">
              <a:extLst>
                <a:ext uri="{FF2B5EF4-FFF2-40B4-BE49-F238E27FC236}">
                  <a16:creationId xmlns:a16="http://schemas.microsoft.com/office/drawing/2014/main" id="{634F2AE3-EEE5-D751-FDB0-2BB0F45913CE}"/>
                </a:ext>
              </a:extLst>
            </p:cNvPr>
            <p:cNvSpPr/>
            <p:nvPr/>
          </p:nvSpPr>
          <p:spPr>
            <a:xfrm>
              <a:off x="826787" y="3661838"/>
              <a:ext cx="284480" cy="284480"/>
            </a:xfrm>
            <a:custGeom>
              <a:avLst/>
              <a:gdLst/>
              <a:ahLst/>
              <a:cxnLst/>
              <a:rect l="l" t="t" r="r" b="b"/>
              <a:pathLst>
                <a:path w="284480" h="284479">
                  <a:moveTo>
                    <a:pt x="153822" y="0"/>
                  </a:moveTo>
                  <a:lnTo>
                    <a:pt x="110254" y="3161"/>
                  </a:lnTo>
                  <a:lnTo>
                    <a:pt x="69308" y="19541"/>
                  </a:lnTo>
                  <a:lnTo>
                    <a:pt x="34297" y="48895"/>
                  </a:lnTo>
                  <a:lnTo>
                    <a:pt x="10298" y="87764"/>
                  </a:lnTo>
                  <a:lnTo>
                    <a:pt x="0" y="130640"/>
                  </a:lnTo>
                  <a:lnTo>
                    <a:pt x="3159" y="174208"/>
                  </a:lnTo>
                  <a:lnTo>
                    <a:pt x="19537" y="215155"/>
                  </a:lnTo>
                  <a:lnTo>
                    <a:pt x="48890" y="250165"/>
                  </a:lnTo>
                  <a:lnTo>
                    <a:pt x="87760" y="274170"/>
                  </a:lnTo>
                  <a:lnTo>
                    <a:pt x="130638" y="284472"/>
                  </a:lnTo>
                  <a:lnTo>
                    <a:pt x="174208" y="281312"/>
                  </a:lnTo>
                  <a:lnTo>
                    <a:pt x="215154" y="264932"/>
                  </a:lnTo>
                  <a:lnTo>
                    <a:pt x="250159" y="235573"/>
                  </a:lnTo>
                  <a:lnTo>
                    <a:pt x="274166" y="196702"/>
                  </a:lnTo>
                  <a:lnTo>
                    <a:pt x="284470" y="153824"/>
                  </a:lnTo>
                  <a:lnTo>
                    <a:pt x="281312" y="110254"/>
                  </a:lnTo>
                  <a:lnTo>
                    <a:pt x="264931" y="69308"/>
                  </a:lnTo>
                  <a:lnTo>
                    <a:pt x="235567" y="34303"/>
                  </a:lnTo>
                  <a:lnTo>
                    <a:pt x="196698" y="10299"/>
                  </a:lnTo>
                  <a:lnTo>
                    <a:pt x="153822" y="0"/>
                  </a:lnTo>
                  <a:close/>
                </a:path>
              </a:pathLst>
            </a:custGeom>
            <a:solidFill>
              <a:srgbClr val="317EC1"/>
            </a:solidFill>
          </p:spPr>
          <p:txBody>
            <a:bodyPr wrap="square" lIns="0" tIns="0" rIns="0" bIns="0" rtlCol="0"/>
            <a:lstStyle/>
            <a:p>
              <a:endParaRPr/>
            </a:p>
          </p:txBody>
        </p:sp>
        <p:sp>
          <p:nvSpPr>
            <p:cNvPr id="38" name="object 6">
              <a:extLst>
                <a:ext uri="{FF2B5EF4-FFF2-40B4-BE49-F238E27FC236}">
                  <a16:creationId xmlns:a16="http://schemas.microsoft.com/office/drawing/2014/main" id="{1906CBC1-A5CA-0738-5200-72B6F76D75A9}"/>
                </a:ext>
              </a:extLst>
            </p:cNvPr>
            <p:cNvSpPr/>
            <p:nvPr/>
          </p:nvSpPr>
          <p:spPr>
            <a:xfrm>
              <a:off x="504647" y="3353942"/>
              <a:ext cx="929005" cy="899160"/>
            </a:xfrm>
            <a:custGeom>
              <a:avLst/>
              <a:gdLst/>
              <a:ahLst/>
              <a:cxnLst/>
              <a:rect l="l" t="t" r="r" b="b"/>
              <a:pathLst>
                <a:path w="929005" h="899160">
                  <a:moveTo>
                    <a:pt x="423837" y="846721"/>
                  </a:moveTo>
                  <a:lnTo>
                    <a:pt x="411518" y="777455"/>
                  </a:lnTo>
                  <a:lnTo>
                    <a:pt x="394741" y="738657"/>
                  </a:lnTo>
                  <a:lnTo>
                    <a:pt x="372351" y="699820"/>
                  </a:lnTo>
                  <a:lnTo>
                    <a:pt x="345440" y="663003"/>
                  </a:lnTo>
                  <a:lnTo>
                    <a:pt x="344284" y="661593"/>
                  </a:lnTo>
                  <a:lnTo>
                    <a:pt x="343230" y="660107"/>
                  </a:lnTo>
                  <a:lnTo>
                    <a:pt x="342061" y="658672"/>
                  </a:lnTo>
                  <a:lnTo>
                    <a:pt x="183959" y="468769"/>
                  </a:lnTo>
                  <a:lnTo>
                    <a:pt x="158026" y="430923"/>
                  </a:lnTo>
                  <a:lnTo>
                    <a:pt x="137388" y="387870"/>
                  </a:lnTo>
                  <a:lnTo>
                    <a:pt x="122542" y="341274"/>
                  </a:lnTo>
                  <a:lnTo>
                    <a:pt x="113957" y="292836"/>
                  </a:lnTo>
                  <a:lnTo>
                    <a:pt x="112141" y="244246"/>
                  </a:lnTo>
                  <a:lnTo>
                    <a:pt x="117576" y="197192"/>
                  </a:lnTo>
                  <a:lnTo>
                    <a:pt x="130746" y="153365"/>
                  </a:lnTo>
                  <a:lnTo>
                    <a:pt x="152158" y="114465"/>
                  </a:lnTo>
                  <a:lnTo>
                    <a:pt x="182283" y="82169"/>
                  </a:lnTo>
                  <a:lnTo>
                    <a:pt x="191211" y="75222"/>
                  </a:lnTo>
                  <a:lnTo>
                    <a:pt x="190855" y="74790"/>
                  </a:lnTo>
                  <a:lnTo>
                    <a:pt x="149186" y="108915"/>
                  </a:lnTo>
                  <a:lnTo>
                    <a:pt x="113055" y="146304"/>
                  </a:lnTo>
                  <a:lnTo>
                    <a:pt x="83794" y="183794"/>
                  </a:lnTo>
                  <a:lnTo>
                    <a:pt x="58953" y="223278"/>
                  </a:lnTo>
                  <a:lnTo>
                    <a:pt x="38481" y="264426"/>
                  </a:lnTo>
                  <a:lnTo>
                    <a:pt x="22377" y="306920"/>
                  </a:lnTo>
                  <a:lnTo>
                    <a:pt x="10617" y="350431"/>
                  </a:lnTo>
                  <a:lnTo>
                    <a:pt x="3162" y="394614"/>
                  </a:lnTo>
                  <a:lnTo>
                    <a:pt x="0" y="439153"/>
                  </a:lnTo>
                  <a:lnTo>
                    <a:pt x="1092" y="483704"/>
                  </a:lnTo>
                  <a:lnTo>
                    <a:pt x="6426" y="527964"/>
                  </a:lnTo>
                  <a:lnTo>
                    <a:pt x="15989" y="571576"/>
                  </a:lnTo>
                  <a:lnTo>
                    <a:pt x="29730" y="614222"/>
                  </a:lnTo>
                  <a:lnTo>
                    <a:pt x="46304" y="652475"/>
                  </a:lnTo>
                  <a:lnTo>
                    <a:pt x="65963" y="688568"/>
                  </a:lnTo>
                  <a:lnTo>
                    <a:pt x="88988" y="723125"/>
                  </a:lnTo>
                  <a:lnTo>
                    <a:pt x="94030" y="729830"/>
                  </a:lnTo>
                  <a:lnTo>
                    <a:pt x="94856" y="730961"/>
                  </a:lnTo>
                  <a:lnTo>
                    <a:pt x="134696" y="776732"/>
                  </a:lnTo>
                  <a:lnTo>
                    <a:pt x="164693" y="804710"/>
                  </a:lnTo>
                  <a:lnTo>
                    <a:pt x="198018" y="830719"/>
                  </a:lnTo>
                  <a:lnTo>
                    <a:pt x="237502" y="855560"/>
                  </a:lnTo>
                  <a:lnTo>
                    <a:pt x="278663" y="876033"/>
                  </a:lnTo>
                  <a:lnTo>
                    <a:pt x="333006" y="894626"/>
                  </a:lnTo>
                  <a:lnTo>
                    <a:pt x="372872" y="899109"/>
                  </a:lnTo>
                  <a:lnTo>
                    <a:pt x="400570" y="891247"/>
                  </a:lnTo>
                  <a:lnTo>
                    <a:pt x="417195" y="873099"/>
                  </a:lnTo>
                  <a:lnTo>
                    <a:pt x="423837" y="846721"/>
                  </a:lnTo>
                  <a:close/>
                </a:path>
                <a:path w="929005" h="899160">
                  <a:moveTo>
                    <a:pt x="928674" y="458558"/>
                  </a:moveTo>
                  <a:lnTo>
                    <a:pt x="927658" y="417423"/>
                  </a:lnTo>
                  <a:lnTo>
                    <a:pt x="922439" y="373468"/>
                  </a:lnTo>
                  <a:lnTo>
                    <a:pt x="912812" y="329044"/>
                  </a:lnTo>
                  <a:lnTo>
                    <a:pt x="899566" y="287820"/>
                  </a:lnTo>
                  <a:lnTo>
                    <a:pt x="882370" y="247662"/>
                  </a:lnTo>
                  <a:lnTo>
                    <a:pt x="861225" y="208915"/>
                  </a:lnTo>
                  <a:lnTo>
                    <a:pt x="835723" y="171335"/>
                  </a:lnTo>
                  <a:lnTo>
                    <a:pt x="834136" y="169265"/>
                  </a:lnTo>
                  <a:lnTo>
                    <a:pt x="833310" y="168135"/>
                  </a:lnTo>
                  <a:lnTo>
                    <a:pt x="797534" y="126873"/>
                  </a:lnTo>
                  <a:lnTo>
                    <a:pt x="768210" y="98818"/>
                  </a:lnTo>
                  <a:lnTo>
                    <a:pt x="729386" y="68630"/>
                  </a:lnTo>
                  <a:lnTo>
                    <a:pt x="688428" y="43154"/>
                  </a:lnTo>
                  <a:lnTo>
                    <a:pt x="645718" y="22377"/>
                  </a:lnTo>
                  <a:lnTo>
                    <a:pt x="605878" y="7823"/>
                  </a:lnTo>
                  <a:lnTo>
                    <a:pt x="555294" y="0"/>
                  </a:lnTo>
                  <a:lnTo>
                    <a:pt x="527608" y="7848"/>
                  </a:lnTo>
                  <a:lnTo>
                    <a:pt x="510984" y="25996"/>
                  </a:lnTo>
                  <a:lnTo>
                    <a:pt x="504355" y="52374"/>
                  </a:lnTo>
                  <a:lnTo>
                    <a:pt x="506603" y="84950"/>
                  </a:lnTo>
                  <a:lnTo>
                    <a:pt x="533438" y="160439"/>
                  </a:lnTo>
                  <a:lnTo>
                    <a:pt x="555828" y="199275"/>
                  </a:lnTo>
                  <a:lnTo>
                    <a:pt x="582739" y="236093"/>
                  </a:lnTo>
                  <a:lnTo>
                    <a:pt x="583882" y="237502"/>
                  </a:lnTo>
                  <a:lnTo>
                    <a:pt x="584936" y="238988"/>
                  </a:lnTo>
                  <a:lnTo>
                    <a:pt x="586105" y="240423"/>
                  </a:lnTo>
                  <a:lnTo>
                    <a:pt x="744207" y="430326"/>
                  </a:lnTo>
                  <a:lnTo>
                    <a:pt x="770153" y="468172"/>
                  </a:lnTo>
                  <a:lnTo>
                    <a:pt x="790790" y="511238"/>
                  </a:lnTo>
                  <a:lnTo>
                    <a:pt x="805649" y="557822"/>
                  </a:lnTo>
                  <a:lnTo>
                    <a:pt x="814222" y="606259"/>
                  </a:lnTo>
                  <a:lnTo>
                    <a:pt x="816038" y="654862"/>
                  </a:lnTo>
                  <a:lnTo>
                    <a:pt x="810602" y="701916"/>
                  </a:lnTo>
                  <a:lnTo>
                    <a:pt x="797433" y="745731"/>
                  </a:lnTo>
                  <a:lnTo>
                    <a:pt x="776020" y="784644"/>
                  </a:lnTo>
                  <a:lnTo>
                    <a:pt x="745883" y="816927"/>
                  </a:lnTo>
                  <a:lnTo>
                    <a:pt x="736955" y="823874"/>
                  </a:lnTo>
                  <a:lnTo>
                    <a:pt x="737958" y="825093"/>
                  </a:lnTo>
                  <a:lnTo>
                    <a:pt x="792467" y="778243"/>
                  </a:lnTo>
                  <a:lnTo>
                    <a:pt x="826262" y="740435"/>
                  </a:lnTo>
                  <a:lnTo>
                    <a:pt x="857377" y="696722"/>
                  </a:lnTo>
                  <a:lnTo>
                    <a:pt x="887806" y="640765"/>
                  </a:lnTo>
                  <a:lnTo>
                    <a:pt x="907402" y="589445"/>
                  </a:lnTo>
                  <a:lnTo>
                    <a:pt x="917397" y="552500"/>
                  </a:lnTo>
                  <a:lnTo>
                    <a:pt x="917397" y="552145"/>
                  </a:lnTo>
                  <a:lnTo>
                    <a:pt x="918222" y="548551"/>
                  </a:lnTo>
                  <a:lnTo>
                    <a:pt x="918781" y="545922"/>
                  </a:lnTo>
                  <a:lnTo>
                    <a:pt x="924826" y="510019"/>
                  </a:lnTo>
                  <a:lnTo>
                    <a:pt x="925842" y="501802"/>
                  </a:lnTo>
                  <a:lnTo>
                    <a:pt x="928585" y="463143"/>
                  </a:lnTo>
                  <a:lnTo>
                    <a:pt x="928674" y="458558"/>
                  </a:lnTo>
                  <a:close/>
                </a:path>
              </a:pathLst>
            </a:custGeom>
            <a:solidFill>
              <a:srgbClr val="6BBE9F"/>
            </a:solidFill>
          </p:spPr>
          <p:txBody>
            <a:bodyPr wrap="square" lIns="0" tIns="0" rIns="0" bIns="0" rtlCol="0"/>
            <a:lstStyle/>
            <a:p>
              <a:endParaRPr/>
            </a:p>
          </p:txBody>
        </p:sp>
        <p:sp>
          <p:nvSpPr>
            <p:cNvPr id="39" name="object 7">
              <a:extLst>
                <a:ext uri="{FF2B5EF4-FFF2-40B4-BE49-F238E27FC236}">
                  <a16:creationId xmlns:a16="http://schemas.microsoft.com/office/drawing/2014/main" id="{A0DF0131-FFA5-16FD-C978-D100F1B0A6F1}"/>
                </a:ext>
              </a:extLst>
            </p:cNvPr>
            <p:cNvSpPr/>
            <p:nvPr/>
          </p:nvSpPr>
          <p:spPr>
            <a:xfrm>
              <a:off x="504647" y="3353358"/>
              <a:ext cx="929005" cy="900430"/>
            </a:xfrm>
            <a:custGeom>
              <a:avLst/>
              <a:gdLst/>
              <a:ahLst/>
              <a:cxnLst/>
              <a:rect l="l" t="t" r="r" b="b"/>
              <a:pathLst>
                <a:path w="929005" h="900429">
                  <a:moveTo>
                    <a:pt x="426364" y="52705"/>
                  </a:moveTo>
                  <a:lnTo>
                    <a:pt x="419900" y="26289"/>
                  </a:lnTo>
                  <a:lnTo>
                    <a:pt x="403390" y="8039"/>
                  </a:lnTo>
                  <a:lnTo>
                    <a:pt x="375742" y="0"/>
                  </a:lnTo>
                  <a:lnTo>
                    <a:pt x="340017" y="3784"/>
                  </a:lnTo>
                  <a:lnTo>
                    <a:pt x="274421" y="26733"/>
                  </a:lnTo>
                  <a:lnTo>
                    <a:pt x="230301" y="49377"/>
                  </a:lnTo>
                  <a:lnTo>
                    <a:pt x="188417" y="76974"/>
                  </a:lnTo>
                  <a:lnTo>
                    <a:pt x="149186" y="109499"/>
                  </a:lnTo>
                  <a:lnTo>
                    <a:pt x="113017" y="146926"/>
                  </a:lnTo>
                  <a:lnTo>
                    <a:pt x="83794" y="184378"/>
                  </a:lnTo>
                  <a:lnTo>
                    <a:pt x="58953" y="223862"/>
                  </a:lnTo>
                  <a:lnTo>
                    <a:pt x="38481" y="265010"/>
                  </a:lnTo>
                  <a:lnTo>
                    <a:pt x="22377" y="307505"/>
                  </a:lnTo>
                  <a:lnTo>
                    <a:pt x="10617" y="351015"/>
                  </a:lnTo>
                  <a:lnTo>
                    <a:pt x="3162" y="395198"/>
                  </a:lnTo>
                  <a:lnTo>
                    <a:pt x="0" y="439737"/>
                  </a:lnTo>
                  <a:lnTo>
                    <a:pt x="1092" y="484289"/>
                  </a:lnTo>
                  <a:lnTo>
                    <a:pt x="6426" y="528548"/>
                  </a:lnTo>
                  <a:lnTo>
                    <a:pt x="15989" y="572160"/>
                  </a:lnTo>
                  <a:lnTo>
                    <a:pt x="32067" y="620179"/>
                  </a:lnTo>
                  <a:lnTo>
                    <a:pt x="51701" y="663448"/>
                  </a:lnTo>
                  <a:lnTo>
                    <a:pt x="74777" y="703199"/>
                  </a:lnTo>
                  <a:lnTo>
                    <a:pt x="126174" y="769162"/>
                  </a:lnTo>
                  <a:lnTo>
                    <a:pt x="154762" y="796518"/>
                  </a:lnTo>
                  <a:lnTo>
                    <a:pt x="188099" y="823569"/>
                  </a:lnTo>
                  <a:lnTo>
                    <a:pt x="188823" y="822706"/>
                  </a:lnTo>
                  <a:lnTo>
                    <a:pt x="185826" y="820445"/>
                  </a:lnTo>
                  <a:lnTo>
                    <a:pt x="182854" y="818121"/>
                  </a:lnTo>
                  <a:lnTo>
                    <a:pt x="150037" y="783234"/>
                  </a:lnTo>
                  <a:lnTo>
                    <a:pt x="128866" y="744194"/>
                  </a:lnTo>
                  <a:lnTo>
                    <a:pt x="115976" y="700278"/>
                  </a:lnTo>
                  <a:lnTo>
                    <a:pt x="110832" y="653186"/>
                  </a:lnTo>
                  <a:lnTo>
                    <a:pt x="112966" y="604608"/>
                  </a:lnTo>
                  <a:lnTo>
                    <a:pt x="121856" y="556221"/>
                  </a:lnTo>
                  <a:lnTo>
                    <a:pt x="137007" y="509727"/>
                  </a:lnTo>
                  <a:lnTo>
                    <a:pt x="157911" y="466801"/>
                  </a:lnTo>
                  <a:lnTo>
                    <a:pt x="184086" y="429120"/>
                  </a:lnTo>
                  <a:lnTo>
                    <a:pt x="344576" y="238823"/>
                  </a:lnTo>
                  <a:lnTo>
                    <a:pt x="345630" y="237324"/>
                  </a:lnTo>
                  <a:lnTo>
                    <a:pt x="373951" y="199275"/>
                  </a:lnTo>
                  <a:lnTo>
                    <a:pt x="396582" y="160591"/>
                  </a:lnTo>
                  <a:lnTo>
                    <a:pt x="413600" y="121907"/>
                  </a:lnTo>
                  <a:lnTo>
                    <a:pt x="423900" y="85267"/>
                  </a:lnTo>
                  <a:lnTo>
                    <a:pt x="426364" y="52705"/>
                  </a:lnTo>
                  <a:close/>
                </a:path>
                <a:path w="929005" h="900429">
                  <a:moveTo>
                    <a:pt x="928649" y="458292"/>
                  </a:moveTo>
                  <a:lnTo>
                    <a:pt x="927658" y="417931"/>
                  </a:lnTo>
                  <a:lnTo>
                    <a:pt x="922299" y="372897"/>
                  </a:lnTo>
                  <a:lnTo>
                    <a:pt x="912749" y="329272"/>
                  </a:lnTo>
                  <a:lnTo>
                    <a:pt x="895794" y="279234"/>
                  </a:lnTo>
                  <a:lnTo>
                    <a:pt x="877341" y="238544"/>
                  </a:lnTo>
                  <a:lnTo>
                    <a:pt x="858253" y="204431"/>
                  </a:lnTo>
                  <a:lnTo>
                    <a:pt x="832840" y="167767"/>
                  </a:lnTo>
                  <a:lnTo>
                    <a:pt x="802563" y="132270"/>
                  </a:lnTo>
                  <a:lnTo>
                    <a:pt x="768223" y="99390"/>
                  </a:lnTo>
                  <a:lnTo>
                    <a:pt x="739660" y="77190"/>
                  </a:lnTo>
                  <a:lnTo>
                    <a:pt x="739343" y="77558"/>
                  </a:lnTo>
                  <a:lnTo>
                    <a:pt x="742340" y="79819"/>
                  </a:lnTo>
                  <a:lnTo>
                    <a:pt x="745312" y="82143"/>
                  </a:lnTo>
                  <a:lnTo>
                    <a:pt x="778141" y="117030"/>
                  </a:lnTo>
                  <a:lnTo>
                    <a:pt x="799299" y="156083"/>
                  </a:lnTo>
                  <a:lnTo>
                    <a:pt x="812203" y="199986"/>
                  </a:lnTo>
                  <a:lnTo>
                    <a:pt x="817333" y="247078"/>
                  </a:lnTo>
                  <a:lnTo>
                    <a:pt x="815213" y="295656"/>
                  </a:lnTo>
                  <a:lnTo>
                    <a:pt x="806323" y="344043"/>
                  </a:lnTo>
                  <a:lnTo>
                    <a:pt x="791171" y="390550"/>
                  </a:lnTo>
                  <a:lnTo>
                    <a:pt x="770255" y="433476"/>
                  </a:lnTo>
                  <a:lnTo>
                    <a:pt x="744080" y="471144"/>
                  </a:lnTo>
                  <a:lnTo>
                    <a:pt x="583590" y="661441"/>
                  </a:lnTo>
                  <a:lnTo>
                    <a:pt x="582536" y="662940"/>
                  </a:lnTo>
                  <a:lnTo>
                    <a:pt x="554228" y="700989"/>
                  </a:lnTo>
                  <a:lnTo>
                    <a:pt x="531583" y="739673"/>
                  </a:lnTo>
                  <a:lnTo>
                    <a:pt x="514578" y="778357"/>
                  </a:lnTo>
                  <a:lnTo>
                    <a:pt x="501815" y="847559"/>
                  </a:lnTo>
                  <a:lnTo>
                    <a:pt x="508279" y="873975"/>
                  </a:lnTo>
                  <a:lnTo>
                    <a:pt x="524776" y="892225"/>
                  </a:lnTo>
                  <a:lnTo>
                    <a:pt x="552424" y="900264"/>
                  </a:lnTo>
                  <a:lnTo>
                    <a:pt x="592315" y="896035"/>
                  </a:lnTo>
                  <a:lnTo>
                    <a:pt x="631088" y="884224"/>
                  </a:lnTo>
                  <a:lnTo>
                    <a:pt x="669810" y="867435"/>
                  </a:lnTo>
                  <a:lnTo>
                    <a:pt x="709536" y="845375"/>
                  </a:lnTo>
                  <a:lnTo>
                    <a:pt x="751992" y="815213"/>
                  </a:lnTo>
                  <a:lnTo>
                    <a:pt x="789114" y="781900"/>
                  </a:lnTo>
                  <a:lnTo>
                    <a:pt x="821524" y="746340"/>
                  </a:lnTo>
                  <a:lnTo>
                    <a:pt x="833196" y="731647"/>
                  </a:lnTo>
                  <a:lnTo>
                    <a:pt x="835418" y="728776"/>
                  </a:lnTo>
                  <a:lnTo>
                    <a:pt x="858774" y="694766"/>
                  </a:lnTo>
                  <a:lnTo>
                    <a:pt x="866444" y="681977"/>
                  </a:lnTo>
                  <a:lnTo>
                    <a:pt x="867054" y="680974"/>
                  </a:lnTo>
                  <a:lnTo>
                    <a:pt x="869975" y="675843"/>
                  </a:lnTo>
                  <a:lnTo>
                    <a:pt x="872248" y="671741"/>
                  </a:lnTo>
                  <a:lnTo>
                    <a:pt x="874826" y="666940"/>
                  </a:lnTo>
                  <a:lnTo>
                    <a:pt x="875157" y="666267"/>
                  </a:lnTo>
                  <a:lnTo>
                    <a:pt x="877366" y="662063"/>
                  </a:lnTo>
                  <a:lnTo>
                    <a:pt x="879170" y="658520"/>
                  </a:lnTo>
                  <a:lnTo>
                    <a:pt x="880922" y="654964"/>
                  </a:lnTo>
                  <a:lnTo>
                    <a:pt x="881532" y="653770"/>
                  </a:lnTo>
                  <a:lnTo>
                    <a:pt x="882091" y="652576"/>
                  </a:lnTo>
                  <a:lnTo>
                    <a:pt x="884326" y="647979"/>
                  </a:lnTo>
                  <a:lnTo>
                    <a:pt x="885939" y="644550"/>
                  </a:lnTo>
                  <a:lnTo>
                    <a:pt x="902030" y="605142"/>
                  </a:lnTo>
                  <a:lnTo>
                    <a:pt x="904671" y="597420"/>
                  </a:lnTo>
                  <a:lnTo>
                    <a:pt x="905065" y="596328"/>
                  </a:lnTo>
                  <a:lnTo>
                    <a:pt x="915644" y="559587"/>
                  </a:lnTo>
                  <a:lnTo>
                    <a:pt x="924471" y="512737"/>
                  </a:lnTo>
                  <a:lnTo>
                    <a:pt x="928471" y="465416"/>
                  </a:lnTo>
                  <a:lnTo>
                    <a:pt x="928585" y="462102"/>
                  </a:lnTo>
                  <a:lnTo>
                    <a:pt x="928649" y="458292"/>
                  </a:lnTo>
                  <a:close/>
                </a:path>
              </a:pathLst>
            </a:custGeom>
            <a:solidFill>
              <a:srgbClr val="317EC1"/>
            </a:solidFill>
          </p:spPr>
          <p:txBody>
            <a:bodyPr wrap="square" lIns="0" tIns="0" rIns="0" bIns="0" rtlCol="0"/>
            <a:lstStyle/>
            <a:p>
              <a:endParaRPr/>
            </a:p>
          </p:txBody>
        </p:sp>
        <p:pic>
          <p:nvPicPr>
            <p:cNvPr id="40" name="object 8">
              <a:extLst>
                <a:ext uri="{FF2B5EF4-FFF2-40B4-BE49-F238E27FC236}">
                  <a16:creationId xmlns:a16="http://schemas.microsoft.com/office/drawing/2014/main" id="{67E3F0D2-DB0C-A01D-8211-5FE486758774}"/>
                </a:ext>
              </a:extLst>
            </p:cNvPr>
            <p:cNvPicPr/>
            <p:nvPr/>
          </p:nvPicPr>
          <p:blipFill>
            <a:blip r:embed="rId4" cstate="print"/>
            <a:stretch>
              <a:fillRect/>
            </a:stretch>
          </p:blipFill>
          <p:spPr>
            <a:xfrm>
              <a:off x="1728025" y="3537534"/>
              <a:ext cx="108724" cy="126225"/>
            </a:xfrm>
            <a:prstGeom prst="rect">
              <a:avLst/>
            </a:prstGeom>
          </p:spPr>
        </p:pic>
        <p:pic>
          <p:nvPicPr>
            <p:cNvPr id="41" name="object 9">
              <a:extLst>
                <a:ext uri="{FF2B5EF4-FFF2-40B4-BE49-F238E27FC236}">
                  <a16:creationId xmlns:a16="http://schemas.microsoft.com/office/drawing/2014/main" id="{ECA66947-B15C-3AE3-7688-3BFDF874B580}"/>
                </a:ext>
              </a:extLst>
            </p:cNvPr>
            <p:cNvPicPr/>
            <p:nvPr/>
          </p:nvPicPr>
          <p:blipFill>
            <a:blip r:embed="rId5" cstate="print"/>
            <a:stretch>
              <a:fillRect/>
            </a:stretch>
          </p:blipFill>
          <p:spPr>
            <a:xfrm>
              <a:off x="1856755" y="3570711"/>
              <a:ext cx="205736" cy="94678"/>
            </a:xfrm>
            <a:prstGeom prst="rect">
              <a:avLst/>
            </a:prstGeom>
          </p:spPr>
        </p:pic>
        <p:pic>
          <p:nvPicPr>
            <p:cNvPr id="42" name="object 10">
              <a:extLst>
                <a:ext uri="{FF2B5EF4-FFF2-40B4-BE49-F238E27FC236}">
                  <a16:creationId xmlns:a16="http://schemas.microsoft.com/office/drawing/2014/main" id="{75080E52-40FE-AFB4-7593-B9380DE1BFE7}"/>
                </a:ext>
              </a:extLst>
            </p:cNvPr>
            <p:cNvPicPr/>
            <p:nvPr/>
          </p:nvPicPr>
          <p:blipFill>
            <a:blip r:embed="rId6" cstate="print"/>
            <a:stretch>
              <a:fillRect/>
            </a:stretch>
          </p:blipFill>
          <p:spPr>
            <a:xfrm>
              <a:off x="2081621" y="3534835"/>
              <a:ext cx="219811" cy="129823"/>
            </a:xfrm>
            <a:prstGeom prst="rect">
              <a:avLst/>
            </a:prstGeom>
          </p:spPr>
        </p:pic>
        <p:pic>
          <p:nvPicPr>
            <p:cNvPr id="43" name="object 11">
              <a:extLst>
                <a:ext uri="{FF2B5EF4-FFF2-40B4-BE49-F238E27FC236}">
                  <a16:creationId xmlns:a16="http://schemas.microsoft.com/office/drawing/2014/main" id="{A06F61BF-3B04-4300-64C8-7A8D7F967FCC}"/>
                </a:ext>
              </a:extLst>
            </p:cNvPr>
            <p:cNvPicPr/>
            <p:nvPr/>
          </p:nvPicPr>
          <p:blipFill>
            <a:blip r:embed="rId7" cstate="print"/>
            <a:stretch>
              <a:fillRect/>
            </a:stretch>
          </p:blipFill>
          <p:spPr>
            <a:xfrm>
              <a:off x="1728025" y="3753999"/>
              <a:ext cx="1613839" cy="355833"/>
            </a:xfrm>
            <a:prstGeom prst="rect">
              <a:avLst/>
            </a:prstGeom>
          </p:spPr>
        </p:pic>
      </p:grpSp>
      <p:sp>
        <p:nvSpPr>
          <p:cNvPr id="2" name="Title 1">
            <a:extLst>
              <a:ext uri="{FF2B5EF4-FFF2-40B4-BE49-F238E27FC236}">
                <a16:creationId xmlns:a16="http://schemas.microsoft.com/office/drawing/2014/main" id="{F874641E-B71B-64FE-A1EF-A3E0D26A5B24}"/>
              </a:ext>
            </a:extLst>
          </p:cNvPr>
          <p:cNvSpPr>
            <a:spLocks noGrp="1"/>
          </p:cNvSpPr>
          <p:nvPr>
            <p:ph type="title"/>
          </p:nvPr>
        </p:nvSpPr>
        <p:spPr>
          <a:xfrm>
            <a:off x="254228" y="768350"/>
            <a:ext cx="8656092" cy="743340"/>
          </a:xfrm>
        </p:spPr>
        <p:txBody>
          <a:bodyPr anchor="b"/>
          <a:lstStyle>
            <a:lvl1pPr>
              <a:defRPr sz="3600" b="1">
                <a:solidFill>
                  <a:schemeClr val="bg1"/>
                </a:solidFill>
              </a:defRPr>
            </a:lvl1pPr>
          </a:lstStyle>
          <a:p>
            <a:r>
              <a:rPr lang="nl-NL"/>
              <a:t>Klik om stijl te bewerken</a:t>
            </a:r>
            <a:endParaRPr lang="nl-BE" dirty="0"/>
          </a:p>
        </p:txBody>
      </p:sp>
      <p:sp>
        <p:nvSpPr>
          <p:cNvPr id="3" name="Text Placeholder 2">
            <a:extLst>
              <a:ext uri="{FF2B5EF4-FFF2-40B4-BE49-F238E27FC236}">
                <a16:creationId xmlns:a16="http://schemas.microsoft.com/office/drawing/2014/main" id="{04EEA6DA-7E90-62DB-D597-376CD233078E}"/>
              </a:ext>
            </a:extLst>
          </p:cNvPr>
          <p:cNvSpPr>
            <a:spLocks noGrp="1"/>
          </p:cNvSpPr>
          <p:nvPr>
            <p:ph type="body" idx="1"/>
          </p:nvPr>
        </p:nvSpPr>
        <p:spPr>
          <a:xfrm>
            <a:off x="250250" y="1755311"/>
            <a:ext cx="8660070" cy="1223294"/>
          </a:xfrm>
        </p:spPr>
        <p:txBody>
          <a:bodyPr/>
          <a:lstStyle>
            <a:lvl1pPr marL="0" indent="0">
              <a:buNone/>
              <a:defRPr sz="2000" b="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l-NL"/>
              <a:t>Klikken om de tekststijl van het model te bewerken</a:t>
            </a:r>
          </a:p>
        </p:txBody>
      </p:sp>
      <p:pic>
        <p:nvPicPr>
          <p:cNvPr id="16" name="object 11">
            <a:extLst>
              <a:ext uri="{FF2B5EF4-FFF2-40B4-BE49-F238E27FC236}">
                <a16:creationId xmlns:a16="http://schemas.microsoft.com/office/drawing/2014/main" id="{06A92530-9E02-4793-53B0-47528CD65A90}"/>
              </a:ext>
            </a:extLst>
          </p:cNvPr>
          <p:cNvPicPr/>
          <p:nvPr userDrawn="1"/>
        </p:nvPicPr>
        <p:blipFill>
          <a:blip r:embed="rId8" cstate="print"/>
          <a:stretch>
            <a:fillRect/>
          </a:stretch>
        </p:blipFill>
        <p:spPr>
          <a:xfrm>
            <a:off x="11187825" y="5999869"/>
            <a:ext cx="824293" cy="609260"/>
          </a:xfrm>
          <a:prstGeom prst="rect">
            <a:avLst/>
          </a:prstGeom>
        </p:spPr>
      </p:pic>
    </p:spTree>
    <p:extLst>
      <p:ext uri="{BB962C8B-B14F-4D97-AF65-F5344CB8AC3E}">
        <p14:creationId xmlns:p14="http://schemas.microsoft.com/office/powerpoint/2010/main" val="22892699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AE3556-DC65-8464-439E-11FCF2B15343}"/>
              </a:ext>
            </a:extLst>
          </p:cNvPr>
          <p:cNvSpPr>
            <a:spLocks noGrp="1"/>
          </p:cNvSpPr>
          <p:nvPr>
            <p:ph type="title"/>
          </p:nvPr>
        </p:nvSpPr>
        <p:spPr/>
        <p:txBody>
          <a:bodyPr/>
          <a:lstStyle/>
          <a:p>
            <a:r>
              <a:rPr lang="nl-NL"/>
              <a:t>Klik om stijl te bewerken</a:t>
            </a:r>
            <a:endParaRPr lang="nl-BE"/>
          </a:p>
        </p:txBody>
      </p:sp>
      <p:sp>
        <p:nvSpPr>
          <p:cNvPr id="3" name="Content Placeholder 2">
            <a:extLst>
              <a:ext uri="{FF2B5EF4-FFF2-40B4-BE49-F238E27FC236}">
                <a16:creationId xmlns:a16="http://schemas.microsoft.com/office/drawing/2014/main" id="{A6AE9DC1-8370-22D6-21BC-66A9E3F75ECC}"/>
              </a:ext>
            </a:extLst>
          </p:cNvPr>
          <p:cNvSpPr>
            <a:spLocks noGrp="1"/>
          </p:cNvSpPr>
          <p:nvPr>
            <p:ph idx="1"/>
          </p:nvPr>
        </p:nvSpPr>
        <p:spPr>
          <a:xfrm>
            <a:off x="838200" y="1690688"/>
            <a:ext cx="10515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grpSp>
        <p:nvGrpSpPr>
          <p:cNvPr id="8" name="object 2">
            <a:extLst>
              <a:ext uri="{FF2B5EF4-FFF2-40B4-BE49-F238E27FC236}">
                <a16:creationId xmlns:a16="http://schemas.microsoft.com/office/drawing/2014/main" id="{5C575522-FEA4-FEBE-C213-4CA6F5E6CA48}"/>
              </a:ext>
            </a:extLst>
          </p:cNvPr>
          <p:cNvGrpSpPr/>
          <p:nvPr userDrawn="1"/>
        </p:nvGrpSpPr>
        <p:grpSpPr>
          <a:xfrm>
            <a:off x="235008" y="6311872"/>
            <a:ext cx="367030" cy="353060"/>
            <a:chOff x="235008" y="6311872"/>
            <a:chExt cx="367030" cy="353060"/>
          </a:xfrm>
        </p:grpSpPr>
        <p:pic>
          <p:nvPicPr>
            <p:cNvPr id="9" name="object 3">
              <a:extLst>
                <a:ext uri="{FF2B5EF4-FFF2-40B4-BE49-F238E27FC236}">
                  <a16:creationId xmlns:a16="http://schemas.microsoft.com/office/drawing/2014/main" id="{CC6E584C-21D8-CE2C-F34F-B64FB464876E}"/>
                </a:ext>
              </a:extLst>
            </p:cNvPr>
            <p:cNvPicPr/>
            <p:nvPr/>
          </p:nvPicPr>
          <p:blipFill>
            <a:blip r:embed="rId2" cstate="print"/>
            <a:stretch>
              <a:fillRect/>
            </a:stretch>
          </p:blipFill>
          <p:spPr>
            <a:xfrm>
              <a:off x="362136" y="6432114"/>
              <a:ext cx="112745" cy="112741"/>
            </a:xfrm>
            <a:prstGeom prst="rect">
              <a:avLst/>
            </a:prstGeom>
          </p:spPr>
        </p:pic>
        <p:sp>
          <p:nvSpPr>
            <p:cNvPr id="10" name="object 4">
              <a:extLst>
                <a:ext uri="{FF2B5EF4-FFF2-40B4-BE49-F238E27FC236}">
                  <a16:creationId xmlns:a16="http://schemas.microsoft.com/office/drawing/2014/main" id="{24720FD1-2745-51F3-9226-B9E1B446B8C7}"/>
                </a:ext>
              </a:extLst>
            </p:cNvPr>
            <p:cNvSpPr/>
            <p:nvPr/>
          </p:nvSpPr>
          <p:spPr>
            <a:xfrm>
              <a:off x="235000" y="6312128"/>
              <a:ext cx="367030" cy="352425"/>
            </a:xfrm>
            <a:custGeom>
              <a:avLst/>
              <a:gdLst/>
              <a:ahLst/>
              <a:cxnLst/>
              <a:rect l="l" t="t" r="r" b="b"/>
              <a:pathLst>
                <a:path w="367030" h="352425">
                  <a:moveTo>
                    <a:pt x="167411" y="327253"/>
                  </a:moveTo>
                  <a:lnTo>
                    <a:pt x="157810" y="294513"/>
                  </a:lnTo>
                  <a:lnTo>
                    <a:pt x="136398" y="260680"/>
                  </a:lnTo>
                  <a:lnTo>
                    <a:pt x="135940" y="260121"/>
                  </a:lnTo>
                  <a:lnTo>
                    <a:pt x="135521" y="259537"/>
                  </a:lnTo>
                  <a:lnTo>
                    <a:pt x="135064" y="258965"/>
                  </a:lnTo>
                  <a:lnTo>
                    <a:pt x="72440" y="183743"/>
                  </a:lnTo>
                  <a:lnTo>
                    <a:pt x="52298" y="147193"/>
                  </a:lnTo>
                  <a:lnTo>
                    <a:pt x="43992" y="104394"/>
                  </a:lnTo>
                  <a:lnTo>
                    <a:pt x="49758" y="62992"/>
                  </a:lnTo>
                  <a:lnTo>
                    <a:pt x="71767" y="30619"/>
                  </a:lnTo>
                  <a:lnTo>
                    <a:pt x="72936" y="29667"/>
                  </a:lnTo>
                  <a:lnTo>
                    <a:pt x="74117" y="28752"/>
                  </a:lnTo>
                  <a:lnTo>
                    <a:pt x="75311" y="27863"/>
                  </a:lnTo>
                  <a:lnTo>
                    <a:pt x="75209" y="27736"/>
                  </a:lnTo>
                  <a:lnTo>
                    <a:pt x="44348" y="56032"/>
                  </a:lnTo>
                  <a:lnTo>
                    <a:pt x="17322" y="97307"/>
                  </a:lnTo>
                  <a:lnTo>
                    <a:pt x="2603" y="142684"/>
                  </a:lnTo>
                  <a:lnTo>
                    <a:pt x="0" y="189661"/>
                  </a:lnTo>
                  <a:lnTo>
                    <a:pt x="9347" y="235775"/>
                  </a:lnTo>
                  <a:lnTo>
                    <a:pt x="29959" y="277533"/>
                  </a:lnTo>
                  <a:lnTo>
                    <a:pt x="62420" y="314680"/>
                  </a:lnTo>
                  <a:lnTo>
                    <a:pt x="104444" y="342531"/>
                  </a:lnTo>
                  <a:lnTo>
                    <a:pt x="134112" y="352171"/>
                  </a:lnTo>
                  <a:lnTo>
                    <a:pt x="160274" y="349631"/>
                  </a:lnTo>
                  <a:lnTo>
                    <a:pt x="167411" y="327253"/>
                  </a:lnTo>
                  <a:close/>
                </a:path>
                <a:path w="367030" h="352425">
                  <a:moveTo>
                    <a:pt x="366991" y="163195"/>
                  </a:moveTo>
                  <a:lnTo>
                    <a:pt x="357695" y="117119"/>
                  </a:lnTo>
                  <a:lnTo>
                    <a:pt x="336804" y="74688"/>
                  </a:lnTo>
                  <a:lnTo>
                    <a:pt x="303847" y="37198"/>
                  </a:lnTo>
                  <a:lnTo>
                    <a:pt x="248678" y="4457"/>
                  </a:lnTo>
                  <a:lnTo>
                    <a:pt x="233591" y="0"/>
                  </a:lnTo>
                  <a:lnTo>
                    <a:pt x="206514" y="2616"/>
                  </a:lnTo>
                  <a:lnTo>
                    <a:pt x="199377" y="25006"/>
                  </a:lnTo>
                  <a:lnTo>
                    <a:pt x="208978" y="57734"/>
                  </a:lnTo>
                  <a:lnTo>
                    <a:pt x="230390" y="91579"/>
                  </a:lnTo>
                  <a:lnTo>
                    <a:pt x="230835" y="92138"/>
                  </a:lnTo>
                  <a:lnTo>
                    <a:pt x="231254" y="92722"/>
                  </a:lnTo>
                  <a:lnTo>
                    <a:pt x="231711" y="93294"/>
                  </a:lnTo>
                  <a:lnTo>
                    <a:pt x="294335" y="168516"/>
                  </a:lnTo>
                  <a:lnTo>
                    <a:pt x="314490" y="205066"/>
                  </a:lnTo>
                  <a:lnTo>
                    <a:pt x="322783" y="247853"/>
                  </a:lnTo>
                  <a:lnTo>
                    <a:pt x="317030" y="289255"/>
                  </a:lnTo>
                  <a:lnTo>
                    <a:pt x="295821" y="320459"/>
                  </a:lnTo>
                  <a:lnTo>
                    <a:pt x="321665" y="297599"/>
                  </a:lnTo>
                  <a:lnTo>
                    <a:pt x="349465" y="255765"/>
                  </a:lnTo>
                  <a:lnTo>
                    <a:pt x="364299" y="210362"/>
                  </a:lnTo>
                  <a:lnTo>
                    <a:pt x="364413" y="209804"/>
                  </a:lnTo>
                  <a:lnTo>
                    <a:pt x="366991" y="163195"/>
                  </a:lnTo>
                  <a:close/>
                </a:path>
              </a:pathLst>
            </a:custGeom>
            <a:solidFill>
              <a:srgbClr val="6BBE9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1" name="object 5">
              <a:extLst>
                <a:ext uri="{FF2B5EF4-FFF2-40B4-BE49-F238E27FC236}">
                  <a16:creationId xmlns:a16="http://schemas.microsoft.com/office/drawing/2014/main" id="{41983FAF-7BF9-F790-6911-4F079BD4D37E}"/>
                </a:ext>
              </a:extLst>
            </p:cNvPr>
            <p:cNvSpPr/>
            <p:nvPr/>
          </p:nvSpPr>
          <p:spPr>
            <a:xfrm>
              <a:off x="235000" y="6311874"/>
              <a:ext cx="367030" cy="353060"/>
            </a:xfrm>
            <a:custGeom>
              <a:avLst/>
              <a:gdLst/>
              <a:ahLst/>
              <a:cxnLst/>
              <a:rect l="l" t="t" r="r" b="b"/>
              <a:pathLst>
                <a:path w="367030" h="353059">
                  <a:moveTo>
                    <a:pt x="168376" y="25158"/>
                  </a:moveTo>
                  <a:lnTo>
                    <a:pt x="161378" y="2730"/>
                  </a:lnTo>
                  <a:lnTo>
                    <a:pt x="134899" y="0"/>
                  </a:lnTo>
                  <a:lnTo>
                    <a:pt x="108267" y="8674"/>
                  </a:lnTo>
                  <a:lnTo>
                    <a:pt x="74193" y="28587"/>
                  </a:lnTo>
                  <a:lnTo>
                    <a:pt x="45364" y="55333"/>
                  </a:lnTo>
                  <a:lnTo>
                    <a:pt x="17322" y="97561"/>
                  </a:lnTo>
                  <a:lnTo>
                    <a:pt x="2603" y="142938"/>
                  </a:lnTo>
                  <a:lnTo>
                    <a:pt x="0" y="189915"/>
                  </a:lnTo>
                  <a:lnTo>
                    <a:pt x="9169" y="235165"/>
                  </a:lnTo>
                  <a:lnTo>
                    <a:pt x="30454" y="278803"/>
                  </a:lnTo>
                  <a:lnTo>
                    <a:pt x="62445" y="314960"/>
                  </a:lnTo>
                  <a:lnTo>
                    <a:pt x="70396" y="320509"/>
                  </a:lnTo>
                  <a:lnTo>
                    <a:pt x="49034" y="288658"/>
                  </a:lnTo>
                  <a:lnTo>
                    <a:pt x="43548" y="247218"/>
                  </a:lnTo>
                  <a:lnTo>
                    <a:pt x="52108" y="204482"/>
                  </a:lnTo>
                  <a:lnTo>
                    <a:pt x="72478" y="168059"/>
                  </a:lnTo>
                  <a:lnTo>
                    <a:pt x="136055" y="92684"/>
                  </a:lnTo>
                  <a:lnTo>
                    <a:pt x="136474" y="92100"/>
                  </a:lnTo>
                  <a:lnTo>
                    <a:pt x="136931" y="91541"/>
                  </a:lnTo>
                  <a:lnTo>
                    <a:pt x="158559" y="57835"/>
                  </a:lnTo>
                  <a:lnTo>
                    <a:pt x="168376" y="25158"/>
                  </a:lnTo>
                  <a:close/>
                </a:path>
                <a:path w="367030" h="353059">
                  <a:moveTo>
                    <a:pt x="367004" y="163309"/>
                  </a:moveTo>
                  <a:lnTo>
                    <a:pt x="357873" y="118300"/>
                  </a:lnTo>
                  <a:lnTo>
                    <a:pt x="336550" y="74422"/>
                  </a:lnTo>
                  <a:lnTo>
                    <a:pt x="303860" y="37465"/>
                  </a:lnTo>
                  <a:lnTo>
                    <a:pt x="296189" y="31965"/>
                  </a:lnTo>
                  <a:lnTo>
                    <a:pt x="317741" y="64109"/>
                  </a:lnTo>
                  <a:lnTo>
                    <a:pt x="323240" y="105549"/>
                  </a:lnTo>
                  <a:lnTo>
                    <a:pt x="314667" y="148285"/>
                  </a:lnTo>
                  <a:lnTo>
                    <a:pt x="294297" y="184708"/>
                  </a:lnTo>
                  <a:lnTo>
                    <a:pt x="230720" y="260083"/>
                  </a:lnTo>
                  <a:lnTo>
                    <a:pt x="230301" y="260667"/>
                  </a:lnTo>
                  <a:lnTo>
                    <a:pt x="229844" y="261226"/>
                  </a:lnTo>
                  <a:lnTo>
                    <a:pt x="208216" y="294932"/>
                  </a:lnTo>
                  <a:lnTo>
                    <a:pt x="198412" y="327596"/>
                  </a:lnTo>
                  <a:lnTo>
                    <a:pt x="205397" y="350024"/>
                  </a:lnTo>
                  <a:lnTo>
                    <a:pt x="232676" y="352844"/>
                  </a:lnTo>
                  <a:lnTo>
                    <a:pt x="237553" y="351853"/>
                  </a:lnTo>
                  <a:lnTo>
                    <a:pt x="285318" y="329844"/>
                  </a:lnTo>
                  <a:lnTo>
                    <a:pt x="317474" y="301548"/>
                  </a:lnTo>
                  <a:lnTo>
                    <a:pt x="348576" y="257378"/>
                  </a:lnTo>
                  <a:lnTo>
                    <a:pt x="364083" y="211277"/>
                  </a:lnTo>
                  <a:lnTo>
                    <a:pt x="364464" y="209245"/>
                  </a:lnTo>
                  <a:lnTo>
                    <a:pt x="367004" y="163309"/>
                  </a:lnTo>
                  <a:close/>
                </a:path>
              </a:pathLst>
            </a:custGeom>
            <a:solidFill>
              <a:srgbClr val="317EC1"/>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pic>
        <p:nvPicPr>
          <p:cNvPr id="13" name="object 7">
            <a:extLst>
              <a:ext uri="{FF2B5EF4-FFF2-40B4-BE49-F238E27FC236}">
                <a16:creationId xmlns:a16="http://schemas.microsoft.com/office/drawing/2014/main" id="{F40AE3D1-B212-E689-82CE-55A61CF8D855}"/>
              </a:ext>
            </a:extLst>
          </p:cNvPr>
          <p:cNvPicPr/>
          <p:nvPr userDrawn="1"/>
        </p:nvPicPr>
        <p:blipFill>
          <a:blip r:embed="rId3" cstate="print"/>
          <a:stretch>
            <a:fillRect/>
          </a:stretch>
        </p:blipFill>
        <p:spPr>
          <a:xfrm>
            <a:off x="11602948" y="6338934"/>
            <a:ext cx="412140" cy="304625"/>
          </a:xfrm>
          <a:prstGeom prst="rect">
            <a:avLst/>
          </a:prstGeom>
        </p:spPr>
      </p:pic>
      <p:sp>
        <p:nvSpPr>
          <p:cNvPr id="14" name="Slide Number Placeholder 5">
            <a:extLst>
              <a:ext uri="{FF2B5EF4-FFF2-40B4-BE49-F238E27FC236}">
                <a16:creationId xmlns:a16="http://schemas.microsoft.com/office/drawing/2014/main" id="{2A41BA1E-EB5C-EFF9-008D-06DAE83F8863}"/>
              </a:ext>
            </a:extLst>
          </p:cNvPr>
          <p:cNvSpPr>
            <a:spLocks noGrp="1"/>
          </p:cNvSpPr>
          <p:nvPr>
            <p:ph type="sldNum" sz="quarter" idx="4"/>
          </p:nvPr>
        </p:nvSpPr>
        <p:spPr>
          <a:xfrm>
            <a:off x="11602948" y="-14857"/>
            <a:ext cx="523349" cy="365125"/>
          </a:xfrm>
          <a:prstGeom prst="rect">
            <a:avLst/>
          </a:prstGeom>
        </p:spPr>
        <p:txBody>
          <a:bodyPr/>
          <a:lstStyle>
            <a:lvl1pPr>
              <a:defRPr b="1">
                <a:solidFill>
                  <a:schemeClr val="bg1"/>
                </a:solidFill>
                <a:latin typeface="Open Sans" pitchFamily="2" charset="0"/>
                <a:ea typeface="Open Sans" pitchFamily="2" charset="0"/>
                <a:cs typeface="Open Sans" pitchFamily="2" charset="0"/>
              </a:defRPr>
            </a:lvl1pPr>
          </a:lstStyle>
          <a:p>
            <a:fld id="{B7B886DB-A2D9-4379-A7BE-E36474F7753C}" type="slidenum">
              <a:rPr lang="nl-BE" smtClean="0"/>
              <a:pPr/>
              <a:t>‹nr.›</a:t>
            </a:fld>
            <a:endParaRPr lang="nl-BE" dirty="0"/>
          </a:p>
        </p:txBody>
      </p:sp>
    </p:spTree>
    <p:extLst>
      <p:ext uri="{BB962C8B-B14F-4D97-AF65-F5344CB8AC3E}">
        <p14:creationId xmlns:p14="http://schemas.microsoft.com/office/powerpoint/2010/main" val="22669211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ection">
    <p:spTree>
      <p:nvGrpSpPr>
        <p:cNvPr id="1" name=""/>
        <p:cNvGrpSpPr/>
        <p:nvPr/>
      </p:nvGrpSpPr>
      <p:grpSpPr>
        <a:xfrm>
          <a:off x="0" y="0"/>
          <a:ext cx="0" cy="0"/>
          <a:chOff x="0" y="0"/>
          <a:chExt cx="0" cy="0"/>
        </a:xfrm>
      </p:grpSpPr>
      <p:pic>
        <p:nvPicPr>
          <p:cNvPr id="16" name="object 2">
            <a:extLst>
              <a:ext uri="{FF2B5EF4-FFF2-40B4-BE49-F238E27FC236}">
                <a16:creationId xmlns:a16="http://schemas.microsoft.com/office/drawing/2014/main" id="{FDC1CD14-E509-81A6-3D9B-7A0F03C8ABFE}"/>
              </a:ext>
            </a:extLst>
          </p:cNvPr>
          <p:cNvPicPr/>
          <p:nvPr userDrawn="1"/>
        </p:nvPicPr>
        <p:blipFill>
          <a:blip r:embed="rId2" cstate="print"/>
          <a:stretch>
            <a:fillRect/>
          </a:stretch>
        </p:blipFill>
        <p:spPr>
          <a:xfrm>
            <a:off x="0" y="-18853"/>
            <a:ext cx="12192113" cy="6164999"/>
          </a:xfrm>
          <a:prstGeom prst="rect">
            <a:avLst/>
          </a:prstGeom>
        </p:spPr>
      </p:pic>
      <p:sp>
        <p:nvSpPr>
          <p:cNvPr id="3" name="Subtitle 2">
            <a:extLst>
              <a:ext uri="{FF2B5EF4-FFF2-40B4-BE49-F238E27FC236}">
                <a16:creationId xmlns:a16="http://schemas.microsoft.com/office/drawing/2014/main" id="{85897A47-F02A-A83F-50C1-60381F008C6D}"/>
              </a:ext>
            </a:extLst>
          </p:cNvPr>
          <p:cNvSpPr>
            <a:spLocks noGrp="1"/>
          </p:cNvSpPr>
          <p:nvPr>
            <p:ph type="subTitle" idx="1"/>
          </p:nvPr>
        </p:nvSpPr>
        <p:spPr>
          <a:xfrm>
            <a:off x="1209166" y="1886547"/>
            <a:ext cx="9144000" cy="1655762"/>
          </a:xfrm>
        </p:spPr>
        <p:txBody>
          <a:bodyPr/>
          <a:lstStyle>
            <a:lvl1pPr marL="0" indent="0" algn="l">
              <a:buNone/>
              <a:defRPr sz="4000" b="1">
                <a:solidFill>
                  <a:schemeClr val="bg1"/>
                </a:solidFill>
                <a:latin typeface="Open Sans" pitchFamily="2" charset="0"/>
                <a:ea typeface="Open Sans" pitchFamily="2" charset="0"/>
                <a:cs typeface="Open Sans"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Klikken om de ondertitelstijl van het model te bewerken</a:t>
            </a:r>
            <a:endParaRPr lang="nl-BE" dirty="0"/>
          </a:p>
        </p:txBody>
      </p:sp>
      <p:sp>
        <p:nvSpPr>
          <p:cNvPr id="7" name="Title 6">
            <a:extLst>
              <a:ext uri="{FF2B5EF4-FFF2-40B4-BE49-F238E27FC236}">
                <a16:creationId xmlns:a16="http://schemas.microsoft.com/office/drawing/2014/main" id="{023BA5CD-072F-50AF-D911-8D244D5E3349}"/>
              </a:ext>
            </a:extLst>
          </p:cNvPr>
          <p:cNvSpPr>
            <a:spLocks noGrp="1"/>
          </p:cNvSpPr>
          <p:nvPr>
            <p:ph type="title"/>
          </p:nvPr>
        </p:nvSpPr>
        <p:spPr>
          <a:xfrm>
            <a:off x="1209166" y="668852"/>
            <a:ext cx="10515600" cy="1129468"/>
          </a:xfrm>
        </p:spPr>
        <p:txBody>
          <a:bodyPr>
            <a:normAutofit/>
          </a:bodyPr>
          <a:lstStyle>
            <a:lvl1pPr>
              <a:defRPr sz="2800" b="0">
                <a:solidFill>
                  <a:schemeClr val="bg1"/>
                </a:solidFill>
              </a:defRPr>
            </a:lvl1pPr>
          </a:lstStyle>
          <a:p>
            <a:r>
              <a:rPr lang="nl-NL"/>
              <a:t>Klik om stijl te bewerken</a:t>
            </a:r>
            <a:endParaRPr lang="nl-BE" dirty="0"/>
          </a:p>
        </p:txBody>
      </p:sp>
      <p:grpSp>
        <p:nvGrpSpPr>
          <p:cNvPr id="9" name="object 3">
            <a:extLst>
              <a:ext uri="{FF2B5EF4-FFF2-40B4-BE49-F238E27FC236}">
                <a16:creationId xmlns:a16="http://schemas.microsoft.com/office/drawing/2014/main" id="{5ADBAF25-17B5-35B6-8825-CC1F39EBE85B}"/>
              </a:ext>
            </a:extLst>
          </p:cNvPr>
          <p:cNvGrpSpPr/>
          <p:nvPr userDrawn="1"/>
        </p:nvGrpSpPr>
        <p:grpSpPr>
          <a:xfrm>
            <a:off x="232043" y="6311872"/>
            <a:ext cx="367030" cy="353060"/>
            <a:chOff x="232043" y="6311872"/>
            <a:chExt cx="367030" cy="353060"/>
          </a:xfrm>
        </p:grpSpPr>
        <p:pic>
          <p:nvPicPr>
            <p:cNvPr id="10" name="object 4">
              <a:extLst>
                <a:ext uri="{FF2B5EF4-FFF2-40B4-BE49-F238E27FC236}">
                  <a16:creationId xmlns:a16="http://schemas.microsoft.com/office/drawing/2014/main" id="{23E84108-543B-7FF8-907A-AD845A71D48F}"/>
                </a:ext>
              </a:extLst>
            </p:cNvPr>
            <p:cNvPicPr/>
            <p:nvPr/>
          </p:nvPicPr>
          <p:blipFill>
            <a:blip r:embed="rId3" cstate="print"/>
            <a:stretch>
              <a:fillRect/>
            </a:stretch>
          </p:blipFill>
          <p:spPr>
            <a:xfrm>
              <a:off x="359165" y="6432114"/>
              <a:ext cx="112745" cy="112741"/>
            </a:xfrm>
            <a:prstGeom prst="rect">
              <a:avLst/>
            </a:prstGeom>
          </p:spPr>
        </p:pic>
        <p:sp>
          <p:nvSpPr>
            <p:cNvPr id="11" name="object 5">
              <a:extLst>
                <a:ext uri="{FF2B5EF4-FFF2-40B4-BE49-F238E27FC236}">
                  <a16:creationId xmlns:a16="http://schemas.microsoft.com/office/drawing/2014/main" id="{B4383AD5-3B75-8A4E-2E8D-17BE28E65DCF}"/>
                </a:ext>
              </a:extLst>
            </p:cNvPr>
            <p:cNvSpPr/>
            <p:nvPr/>
          </p:nvSpPr>
          <p:spPr>
            <a:xfrm>
              <a:off x="232041" y="6312128"/>
              <a:ext cx="367030" cy="352425"/>
            </a:xfrm>
            <a:custGeom>
              <a:avLst/>
              <a:gdLst/>
              <a:ahLst/>
              <a:cxnLst/>
              <a:rect l="l" t="t" r="r" b="b"/>
              <a:pathLst>
                <a:path w="367030" h="352425">
                  <a:moveTo>
                    <a:pt x="167398" y="327253"/>
                  </a:moveTo>
                  <a:lnTo>
                    <a:pt x="157797" y="294513"/>
                  </a:lnTo>
                  <a:lnTo>
                    <a:pt x="136385" y="260680"/>
                  </a:lnTo>
                  <a:lnTo>
                    <a:pt x="135928" y="260121"/>
                  </a:lnTo>
                  <a:lnTo>
                    <a:pt x="135509" y="259537"/>
                  </a:lnTo>
                  <a:lnTo>
                    <a:pt x="135051" y="258965"/>
                  </a:lnTo>
                  <a:lnTo>
                    <a:pt x="72428" y="183743"/>
                  </a:lnTo>
                  <a:lnTo>
                    <a:pt x="52285" y="147193"/>
                  </a:lnTo>
                  <a:lnTo>
                    <a:pt x="43992" y="104394"/>
                  </a:lnTo>
                  <a:lnTo>
                    <a:pt x="49745" y="62992"/>
                  </a:lnTo>
                  <a:lnTo>
                    <a:pt x="71755" y="30619"/>
                  </a:lnTo>
                  <a:lnTo>
                    <a:pt x="72923" y="29667"/>
                  </a:lnTo>
                  <a:lnTo>
                    <a:pt x="74104" y="28752"/>
                  </a:lnTo>
                  <a:lnTo>
                    <a:pt x="75298" y="27863"/>
                  </a:lnTo>
                  <a:lnTo>
                    <a:pt x="75196" y="27736"/>
                  </a:lnTo>
                  <a:lnTo>
                    <a:pt x="44335" y="56032"/>
                  </a:lnTo>
                  <a:lnTo>
                    <a:pt x="17322" y="97307"/>
                  </a:lnTo>
                  <a:lnTo>
                    <a:pt x="2590" y="142684"/>
                  </a:lnTo>
                  <a:lnTo>
                    <a:pt x="0" y="189661"/>
                  </a:lnTo>
                  <a:lnTo>
                    <a:pt x="9334" y="235775"/>
                  </a:lnTo>
                  <a:lnTo>
                    <a:pt x="29946" y="277533"/>
                  </a:lnTo>
                  <a:lnTo>
                    <a:pt x="62407" y="314680"/>
                  </a:lnTo>
                  <a:lnTo>
                    <a:pt x="104432" y="342531"/>
                  </a:lnTo>
                  <a:lnTo>
                    <a:pt x="134112" y="352171"/>
                  </a:lnTo>
                  <a:lnTo>
                    <a:pt x="160261" y="349631"/>
                  </a:lnTo>
                  <a:lnTo>
                    <a:pt x="167398" y="327253"/>
                  </a:lnTo>
                  <a:close/>
                </a:path>
                <a:path w="367030" h="352425">
                  <a:moveTo>
                    <a:pt x="366979" y="163182"/>
                  </a:moveTo>
                  <a:lnTo>
                    <a:pt x="357682" y="117106"/>
                  </a:lnTo>
                  <a:lnTo>
                    <a:pt x="336791" y="74676"/>
                  </a:lnTo>
                  <a:lnTo>
                    <a:pt x="303847" y="37198"/>
                  </a:lnTo>
                  <a:lnTo>
                    <a:pt x="248678" y="4457"/>
                  </a:lnTo>
                  <a:lnTo>
                    <a:pt x="233578" y="0"/>
                  </a:lnTo>
                  <a:lnTo>
                    <a:pt x="206502" y="2628"/>
                  </a:lnTo>
                  <a:lnTo>
                    <a:pt x="199364" y="25006"/>
                  </a:lnTo>
                  <a:lnTo>
                    <a:pt x="208965" y="57734"/>
                  </a:lnTo>
                  <a:lnTo>
                    <a:pt x="230390" y="91579"/>
                  </a:lnTo>
                  <a:lnTo>
                    <a:pt x="230835" y="92138"/>
                  </a:lnTo>
                  <a:lnTo>
                    <a:pt x="231254" y="92722"/>
                  </a:lnTo>
                  <a:lnTo>
                    <a:pt x="231711" y="93294"/>
                  </a:lnTo>
                  <a:lnTo>
                    <a:pt x="294335" y="168516"/>
                  </a:lnTo>
                  <a:lnTo>
                    <a:pt x="314477" y="205066"/>
                  </a:lnTo>
                  <a:lnTo>
                    <a:pt x="322770" y="247853"/>
                  </a:lnTo>
                  <a:lnTo>
                    <a:pt x="317017" y="289255"/>
                  </a:lnTo>
                  <a:lnTo>
                    <a:pt x="295808" y="320459"/>
                  </a:lnTo>
                  <a:lnTo>
                    <a:pt x="321652" y="297599"/>
                  </a:lnTo>
                  <a:lnTo>
                    <a:pt x="349453" y="255752"/>
                  </a:lnTo>
                  <a:lnTo>
                    <a:pt x="364286" y="210362"/>
                  </a:lnTo>
                  <a:lnTo>
                    <a:pt x="364401" y="209804"/>
                  </a:lnTo>
                  <a:lnTo>
                    <a:pt x="366979" y="163182"/>
                  </a:lnTo>
                  <a:close/>
                </a:path>
              </a:pathLst>
            </a:custGeom>
            <a:solidFill>
              <a:srgbClr val="6BBE9F"/>
            </a:solidFill>
          </p:spPr>
          <p:txBody>
            <a:bodyPr wrap="square" lIns="0" tIns="0" rIns="0" bIns="0" rtlCol="0"/>
            <a:lstStyle/>
            <a:p>
              <a:endParaRPr/>
            </a:p>
          </p:txBody>
        </p:sp>
        <p:sp>
          <p:nvSpPr>
            <p:cNvPr id="12" name="object 6">
              <a:extLst>
                <a:ext uri="{FF2B5EF4-FFF2-40B4-BE49-F238E27FC236}">
                  <a16:creationId xmlns:a16="http://schemas.microsoft.com/office/drawing/2014/main" id="{D5795769-0F1E-C75E-9D76-EE334BF60B8B}"/>
                </a:ext>
              </a:extLst>
            </p:cNvPr>
            <p:cNvSpPr/>
            <p:nvPr/>
          </p:nvSpPr>
          <p:spPr>
            <a:xfrm>
              <a:off x="232041" y="6311874"/>
              <a:ext cx="367030" cy="353060"/>
            </a:xfrm>
            <a:custGeom>
              <a:avLst/>
              <a:gdLst/>
              <a:ahLst/>
              <a:cxnLst/>
              <a:rect l="l" t="t" r="r" b="b"/>
              <a:pathLst>
                <a:path w="367030" h="353059">
                  <a:moveTo>
                    <a:pt x="168363" y="25158"/>
                  </a:moveTo>
                  <a:lnTo>
                    <a:pt x="161378" y="2730"/>
                  </a:lnTo>
                  <a:lnTo>
                    <a:pt x="134886" y="0"/>
                  </a:lnTo>
                  <a:lnTo>
                    <a:pt x="108254" y="8674"/>
                  </a:lnTo>
                  <a:lnTo>
                    <a:pt x="74193" y="28587"/>
                  </a:lnTo>
                  <a:lnTo>
                    <a:pt x="45262" y="55422"/>
                  </a:lnTo>
                  <a:lnTo>
                    <a:pt x="17322" y="97561"/>
                  </a:lnTo>
                  <a:lnTo>
                    <a:pt x="2590" y="142938"/>
                  </a:lnTo>
                  <a:lnTo>
                    <a:pt x="0" y="189915"/>
                  </a:lnTo>
                  <a:lnTo>
                    <a:pt x="9169" y="235178"/>
                  </a:lnTo>
                  <a:lnTo>
                    <a:pt x="30441" y="278803"/>
                  </a:lnTo>
                  <a:lnTo>
                    <a:pt x="62420" y="314960"/>
                  </a:lnTo>
                  <a:lnTo>
                    <a:pt x="70383" y="320509"/>
                  </a:lnTo>
                  <a:lnTo>
                    <a:pt x="49034" y="288658"/>
                  </a:lnTo>
                  <a:lnTo>
                    <a:pt x="43535" y="247218"/>
                  </a:lnTo>
                  <a:lnTo>
                    <a:pt x="52095" y="204482"/>
                  </a:lnTo>
                  <a:lnTo>
                    <a:pt x="72466" y="168059"/>
                  </a:lnTo>
                  <a:lnTo>
                    <a:pt x="136042" y="92684"/>
                  </a:lnTo>
                  <a:lnTo>
                    <a:pt x="136461" y="92100"/>
                  </a:lnTo>
                  <a:lnTo>
                    <a:pt x="136918" y="91541"/>
                  </a:lnTo>
                  <a:lnTo>
                    <a:pt x="158559" y="57835"/>
                  </a:lnTo>
                  <a:lnTo>
                    <a:pt x="168363" y="25158"/>
                  </a:lnTo>
                  <a:close/>
                </a:path>
                <a:path w="367030" h="353059">
                  <a:moveTo>
                    <a:pt x="366991" y="163309"/>
                  </a:moveTo>
                  <a:lnTo>
                    <a:pt x="357860" y="118287"/>
                  </a:lnTo>
                  <a:lnTo>
                    <a:pt x="336537" y="74422"/>
                  </a:lnTo>
                  <a:lnTo>
                    <a:pt x="303834" y="37465"/>
                  </a:lnTo>
                  <a:lnTo>
                    <a:pt x="296176" y="31965"/>
                  </a:lnTo>
                  <a:lnTo>
                    <a:pt x="317728" y="64109"/>
                  </a:lnTo>
                  <a:lnTo>
                    <a:pt x="323227" y="105549"/>
                  </a:lnTo>
                  <a:lnTo>
                    <a:pt x="314655" y="148285"/>
                  </a:lnTo>
                  <a:lnTo>
                    <a:pt x="294297" y="184708"/>
                  </a:lnTo>
                  <a:lnTo>
                    <a:pt x="230720" y="260083"/>
                  </a:lnTo>
                  <a:lnTo>
                    <a:pt x="230301" y="260667"/>
                  </a:lnTo>
                  <a:lnTo>
                    <a:pt x="229844" y="261226"/>
                  </a:lnTo>
                  <a:lnTo>
                    <a:pt x="208203" y="294932"/>
                  </a:lnTo>
                  <a:lnTo>
                    <a:pt x="198399" y="327596"/>
                  </a:lnTo>
                  <a:lnTo>
                    <a:pt x="205384" y="350024"/>
                  </a:lnTo>
                  <a:lnTo>
                    <a:pt x="232676" y="352844"/>
                  </a:lnTo>
                  <a:lnTo>
                    <a:pt x="237540" y="351853"/>
                  </a:lnTo>
                  <a:lnTo>
                    <a:pt x="285305" y="329844"/>
                  </a:lnTo>
                  <a:lnTo>
                    <a:pt x="317474" y="301548"/>
                  </a:lnTo>
                  <a:lnTo>
                    <a:pt x="348564" y="257365"/>
                  </a:lnTo>
                  <a:lnTo>
                    <a:pt x="364083" y="211264"/>
                  </a:lnTo>
                  <a:lnTo>
                    <a:pt x="364451" y="209257"/>
                  </a:lnTo>
                  <a:lnTo>
                    <a:pt x="366991" y="163309"/>
                  </a:lnTo>
                  <a:close/>
                </a:path>
              </a:pathLst>
            </a:custGeom>
            <a:solidFill>
              <a:srgbClr val="317EC1"/>
            </a:solidFill>
          </p:spPr>
          <p:txBody>
            <a:bodyPr wrap="square" lIns="0" tIns="0" rIns="0" bIns="0" rtlCol="0"/>
            <a:lstStyle/>
            <a:p>
              <a:endParaRPr/>
            </a:p>
          </p:txBody>
        </p:sp>
      </p:grpSp>
      <p:pic>
        <p:nvPicPr>
          <p:cNvPr id="14" name="object 8">
            <a:extLst>
              <a:ext uri="{FF2B5EF4-FFF2-40B4-BE49-F238E27FC236}">
                <a16:creationId xmlns:a16="http://schemas.microsoft.com/office/drawing/2014/main" id="{56382CFE-B1E4-425D-79A9-5EABF2C4F499}"/>
              </a:ext>
            </a:extLst>
          </p:cNvPr>
          <p:cNvPicPr/>
          <p:nvPr userDrawn="1"/>
        </p:nvPicPr>
        <p:blipFill>
          <a:blip r:embed="rId4" cstate="print"/>
          <a:stretch>
            <a:fillRect/>
          </a:stretch>
        </p:blipFill>
        <p:spPr>
          <a:xfrm>
            <a:off x="11599976" y="6338934"/>
            <a:ext cx="412140" cy="304625"/>
          </a:xfrm>
          <a:prstGeom prst="rect">
            <a:avLst/>
          </a:prstGeom>
        </p:spPr>
      </p:pic>
      <p:sp>
        <p:nvSpPr>
          <p:cNvPr id="15" name="object 9">
            <a:extLst>
              <a:ext uri="{FF2B5EF4-FFF2-40B4-BE49-F238E27FC236}">
                <a16:creationId xmlns:a16="http://schemas.microsoft.com/office/drawing/2014/main" id="{E82A36C7-79D3-B2D9-C72D-C13BC7981F71}"/>
              </a:ext>
            </a:extLst>
          </p:cNvPr>
          <p:cNvSpPr/>
          <p:nvPr userDrawn="1"/>
        </p:nvSpPr>
        <p:spPr>
          <a:xfrm>
            <a:off x="1300245" y="1584960"/>
            <a:ext cx="5184140" cy="0"/>
          </a:xfrm>
          <a:custGeom>
            <a:avLst/>
            <a:gdLst/>
            <a:ahLst/>
            <a:cxnLst/>
            <a:rect l="l" t="t" r="r" b="b"/>
            <a:pathLst>
              <a:path w="5184140">
                <a:moveTo>
                  <a:pt x="0" y="0"/>
                </a:moveTo>
                <a:lnTo>
                  <a:pt x="5184000" y="0"/>
                </a:lnTo>
              </a:path>
            </a:pathLst>
          </a:custGeom>
          <a:ln w="25400">
            <a:solidFill>
              <a:srgbClr val="FFFFFF"/>
            </a:solidFill>
          </a:ln>
        </p:spPr>
        <p:txBody>
          <a:bodyPr wrap="square" lIns="0" tIns="0" rIns="0" bIns="0" rtlCol="0"/>
          <a:lstStyle/>
          <a:p>
            <a:endParaRPr/>
          </a:p>
        </p:txBody>
      </p:sp>
      <p:pic>
        <p:nvPicPr>
          <p:cNvPr id="19" name="object 6">
            <a:extLst>
              <a:ext uri="{FF2B5EF4-FFF2-40B4-BE49-F238E27FC236}">
                <a16:creationId xmlns:a16="http://schemas.microsoft.com/office/drawing/2014/main" id="{0A34DBDC-06F7-7C7E-423F-86060EDD624E}"/>
              </a:ext>
            </a:extLst>
          </p:cNvPr>
          <p:cNvPicPr/>
          <p:nvPr userDrawn="1"/>
        </p:nvPicPr>
        <p:blipFill>
          <a:blip r:embed="rId5" cstate="print"/>
          <a:stretch>
            <a:fillRect/>
          </a:stretch>
        </p:blipFill>
        <p:spPr>
          <a:xfrm>
            <a:off x="664819" y="6381838"/>
            <a:ext cx="639229" cy="227756"/>
          </a:xfrm>
          <a:prstGeom prst="rect">
            <a:avLst/>
          </a:prstGeom>
        </p:spPr>
      </p:pic>
    </p:spTree>
    <p:extLst>
      <p:ext uri="{BB962C8B-B14F-4D97-AF65-F5344CB8AC3E}">
        <p14:creationId xmlns:p14="http://schemas.microsoft.com/office/powerpoint/2010/main" val="18191631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81B5E-E302-B988-DD5F-F0CB7E261BC4}"/>
              </a:ext>
            </a:extLst>
          </p:cNvPr>
          <p:cNvSpPr>
            <a:spLocks noGrp="1"/>
          </p:cNvSpPr>
          <p:nvPr>
            <p:ph type="title"/>
          </p:nvPr>
        </p:nvSpPr>
        <p:spPr/>
        <p:txBody>
          <a:bodyPr/>
          <a:lstStyle/>
          <a:p>
            <a:r>
              <a:rPr lang="nl-NL"/>
              <a:t>Klik om stijl te bewerken</a:t>
            </a:r>
            <a:endParaRPr lang="nl-BE"/>
          </a:p>
        </p:txBody>
      </p:sp>
      <p:sp>
        <p:nvSpPr>
          <p:cNvPr id="3" name="Content Placeholder 2">
            <a:extLst>
              <a:ext uri="{FF2B5EF4-FFF2-40B4-BE49-F238E27FC236}">
                <a16:creationId xmlns:a16="http://schemas.microsoft.com/office/drawing/2014/main" id="{03A29465-4E1D-4DFF-9E13-9F5732C382A1}"/>
              </a:ext>
            </a:extLst>
          </p:cNvPr>
          <p:cNvSpPr>
            <a:spLocks noGrp="1"/>
          </p:cNvSpPr>
          <p:nvPr>
            <p:ph sz="half" idx="1"/>
          </p:nvPr>
        </p:nvSpPr>
        <p:spPr>
          <a:xfrm>
            <a:off x="838200" y="1825625"/>
            <a:ext cx="5181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Content Placeholder 3">
            <a:extLst>
              <a:ext uri="{FF2B5EF4-FFF2-40B4-BE49-F238E27FC236}">
                <a16:creationId xmlns:a16="http://schemas.microsoft.com/office/drawing/2014/main" id="{3A4EB563-A831-8A84-973C-88C6987BC5EE}"/>
              </a:ext>
            </a:extLst>
          </p:cNvPr>
          <p:cNvSpPr>
            <a:spLocks noGrp="1"/>
          </p:cNvSpPr>
          <p:nvPr>
            <p:ph sz="half" idx="2"/>
          </p:nvPr>
        </p:nvSpPr>
        <p:spPr>
          <a:xfrm>
            <a:off x="6172200" y="1825625"/>
            <a:ext cx="5181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8" name="Slide Number Placeholder 5">
            <a:extLst>
              <a:ext uri="{FF2B5EF4-FFF2-40B4-BE49-F238E27FC236}">
                <a16:creationId xmlns:a16="http://schemas.microsoft.com/office/drawing/2014/main" id="{9529BCFE-BD02-1B55-D59C-46DB4E6DF3C0}"/>
              </a:ext>
            </a:extLst>
          </p:cNvPr>
          <p:cNvSpPr>
            <a:spLocks noGrp="1"/>
          </p:cNvSpPr>
          <p:nvPr>
            <p:ph type="sldNum" sz="quarter" idx="4"/>
          </p:nvPr>
        </p:nvSpPr>
        <p:spPr>
          <a:xfrm>
            <a:off x="11602948" y="-14857"/>
            <a:ext cx="523349" cy="365125"/>
          </a:xfrm>
          <a:prstGeom prst="rect">
            <a:avLst/>
          </a:prstGeom>
        </p:spPr>
        <p:txBody>
          <a:bodyPr/>
          <a:lstStyle>
            <a:lvl1pPr>
              <a:defRPr b="1">
                <a:solidFill>
                  <a:schemeClr val="bg1"/>
                </a:solidFill>
                <a:latin typeface="Open Sans" pitchFamily="2" charset="0"/>
                <a:ea typeface="Open Sans" pitchFamily="2" charset="0"/>
                <a:cs typeface="Open Sans" pitchFamily="2" charset="0"/>
              </a:defRPr>
            </a:lvl1pPr>
          </a:lstStyle>
          <a:p>
            <a:fld id="{B7B886DB-A2D9-4379-A7BE-E36474F7753C}" type="slidenum">
              <a:rPr lang="nl-BE" smtClean="0"/>
              <a:pPr/>
              <a:t>‹nr.›</a:t>
            </a:fld>
            <a:endParaRPr lang="nl-BE" dirty="0"/>
          </a:p>
        </p:txBody>
      </p:sp>
    </p:spTree>
    <p:extLst>
      <p:ext uri="{BB962C8B-B14F-4D97-AF65-F5344CB8AC3E}">
        <p14:creationId xmlns:p14="http://schemas.microsoft.com/office/powerpoint/2010/main" val="5852078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BB2B6-DF7C-FF03-59FC-EAF799D70212}"/>
              </a:ext>
            </a:extLst>
          </p:cNvPr>
          <p:cNvSpPr>
            <a:spLocks noGrp="1"/>
          </p:cNvSpPr>
          <p:nvPr>
            <p:ph type="title"/>
          </p:nvPr>
        </p:nvSpPr>
        <p:spPr>
          <a:xfrm>
            <a:off x="839788" y="365125"/>
            <a:ext cx="10515600" cy="1325563"/>
          </a:xfrm>
        </p:spPr>
        <p:txBody>
          <a:bodyPr/>
          <a:lstStyle/>
          <a:p>
            <a:r>
              <a:rPr lang="nl-NL"/>
              <a:t>Klik om stijl te bewerken</a:t>
            </a:r>
            <a:endParaRPr lang="nl-BE"/>
          </a:p>
        </p:txBody>
      </p:sp>
      <p:sp>
        <p:nvSpPr>
          <p:cNvPr id="3" name="Text Placeholder 2">
            <a:extLst>
              <a:ext uri="{FF2B5EF4-FFF2-40B4-BE49-F238E27FC236}">
                <a16:creationId xmlns:a16="http://schemas.microsoft.com/office/drawing/2014/main" id="{24234D9E-B2CC-42A0-0F44-A1943C5BAAAC}"/>
              </a:ext>
            </a:extLst>
          </p:cNvPr>
          <p:cNvSpPr>
            <a:spLocks noGrp="1"/>
          </p:cNvSpPr>
          <p:nvPr>
            <p:ph type="body" idx="1"/>
          </p:nvPr>
        </p:nvSpPr>
        <p:spPr>
          <a:xfrm>
            <a:off x="839788" y="1681163"/>
            <a:ext cx="5157787" cy="823912"/>
          </a:xfrm>
        </p:spPr>
        <p:txBody>
          <a:bodyPr anchor="b"/>
          <a:lstStyle>
            <a:lvl1pPr marL="0" indent="0">
              <a:buNone/>
              <a:defRPr sz="2400" b="1">
                <a:solidFill>
                  <a:srgbClr val="40E4A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4" name="Content Placeholder 3">
            <a:extLst>
              <a:ext uri="{FF2B5EF4-FFF2-40B4-BE49-F238E27FC236}">
                <a16:creationId xmlns:a16="http://schemas.microsoft.com/office/drawing/2014/main" id="{C25B8615-B898-10A7-9DBE-F3ADF8F89222}"/>
              </a:ext>
            </a:extLst>
          </p:cNvPr>
          <p:cNvSpPr>
            <a:spLocks noGrp="1"/>
          </p:cNvSpPr>
          <p:nvPr>
            <p:ph sz="half" idx="2"/>
          </p:nvPr>
        </p:nvSpPr>
        <p:spPr>
          <a:xfrm>
            <a:off x="839788" y="2505075"/>
            <a:ext cx="5157787" cy="368458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5" name="Text Placeholder 4">
            <a:extLst>
              <a:ext uri="{FF2B5EF4-FFF2-40B4-BE49-F238E27FC236}">
                <a16:creationId xmlns:a16="http://schemas.microsoft.com/office/drawing/2014/main" id="{7C1FEAFC-A829-E94F-0E85-69C3BAEC8EF9}"/>
              </a:ext>
            </a:extLst>
          </p:cNvPr>
          <p:cNvSpPr>
            <a:spLocks noGrp="1"/>
          </p:cNvSpPr>
          <p:nvPr>
            <p:ph type="body" sz="quarter" idx="3"/>
          </p:nvPr>
        </p:nvSpPr>
        <p:spPr>
          <a:xfrm>
            <a:off x="6172200" y="1681163"/>
            <a:ext cx="5183188" cy="823912"/>
          </a:xfrm>
        </p:spPr>
        <p:txBody>
          <a:bodyPr anchor="b"/>
          <a:lstStyle>
            <a:lvl1pPr marL="0" indent="0">
              <a:buNone/>
              <a:defRPr sz="2400" b="1">
                <a:solidFill>
                  <a:srgbClr val="40E4A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6" name="Content Placeholder 5">
            <a:extLst>
              <a:ext uri="{FF2B5EF4-FFF2-40B4-BE49-F238E27FC236}">
                <a16:creationId xmlns:a16="http://schemas.microsoft.com/office/drawing/2014/main" id="{1EBDA103-6D8C-E774-6EA6-F46F9DC13655}"/>
              </a:ext>
            </a:extLst>
          </p:cNvPr>
          <p:cNvSpPr>
            <a:spLocks noGrp="1"/>
          </p:cNvSpPr>
          <p:nvPr>
            <p:ph sz="quarter" idx="4"/>
          </p:nvPr>
        </p:nvSpPr>
        <p:spPr>
          <a:xfrm>
            <a:off x="6172200" y="2505075"/>
            <a:ext cx="5183188" cy="368458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dirty="0"/>
          </a:p>
        </p:txBody>
      </p:sp>
      <p:sp>
        <p:nvSpPr>
          <p:cNvPr id="10" name="Slide Number Placeholder 5">
            <a:extLst>
              <a:ext uri="{FF2B5EF4-FFF2-40B4-BE49-F238E27FC236}">
                <a16:creationId xmlns:a16="http://schemas.microsoft.com/office/drawing/2014/main" id="{0637D8A5-A365-ECB6-7F19-4621C5076C7F}"/>
              </a:ext>
            </a:extLst>
          </p:cNvPr>
          <p:cNvSpPr>
            <a:spLocks noGrp="1"/>
          </p:cNvSpPr>
          <p:nvPr>
            <p:ph type="sldNum" sz="quarter" idx="12"/>
          </p:nvPr>
        </p:nvSpPr>
        <p:spPr>
          <a:xfrm>
            <a:off x="11602948" y="-14857"/>
            <a:ext cx="523349" cy="365125"/>
          </a:xfrm>
          <a:prstGeom prst="rect">
            <a:avLst/>
          </a:prstGeom>
        </p:spPr>
        <p:txBody>
          <a:bodyPr/>
          <a:lstStyle>
            <a:lvl1pPr>
              <a:defRPr b="1">
                <a:solidFill>
                  <a:schemeClr val="bg1"/>
                </a:solidFill>
                <a:latin typeface="Open Sans" pitchFamily="2" charset="0"/>
                <a:ea typeface="Open Sans" pitchFamily="2" charset="0"/>
                <a:cs typeface="Open Sans" pitchFamily="2" charset="0"/>
              </a:defRPr>
            </a:lvl1pPr>
          </a:lstStyle>
          <a:p>
            <a:fld id="{B7B886DB-A2D9-4379-A7BE-E36474F7753C}" type="slidenum">
              <a:rPr lang="nl-BE" smtClean="0"/>
              <a:pPr/>
              <a:t>‹nr.›</a:t>
            </a:fld>
            <a:endParaRPr lang="nl-BE" dirty="0"/>
          </a:p>
        </p:txBody>
      </p:sp>
    </p:spTree>
    <p:extLst>
      <p:ext uri="{BB962C8B-B14F-4D97-AF65-F5344CB8AC3E}">
        <p14:creationId xmlns:p14="http://schemas.microsoft.com/office/powerpoint/2010/main" val="38601967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8EFD4-1AE3-B955-B08F-F93DB45408D9}"/>
              </a:ext>
            </a:extLst>
          </p:cNvPr>
          <p:cNvSpPr>
            <a:spLocks noGrp="1"/>
          </p:cNvSpPr>
          <p:nvPr>
            <p:ph type="title"/>
          </p:nvPr>
        </p:nvSpPr>
        <p:spPr>
          <a:xfrm>
            <a:off x="839788" y="457200"/>
            <a:ext cx="3932237" cy="1600200"/>
          </a:xfrm>
        </p:spPr>
        <p:txBody>
          <a:bodyPr anchor="b"/>
          <a:lstStyle>
            <a:lvl1pPr>
              <a:defRPr sz="3200"/>
            </a:lvl1pPr>
          </a:lstStyle>
          <a:p>
            <a:r>
              <a:rPr lang="nl-NL"/>
              <a:t>Klik om stijl te bewerken</a:t>
            </a:r>
            <a:endParaRPr lang="nl-BE"/>
          </a:p>
        </p:txBody>
      </p:sp>
      <p:sp>
        <p:nvSpPr>
          <p:cNvPr id="3" name="Content Placeholder 2">
            <a:extLst>
              <a:ext uri="{FF2B5EF4-FFF2-40B4-BE49-F238E27FC236}">
                <a16:creationId xmlns:a16="http://schemas.microsoft.com/office/drawing/2014/main" id="{A8F9A2EC-B401-ACF5-252B-FA6A967B42F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ext Placeholder 3">
            <a:extLst>
              <a:ext uri="{FF2B5EF4-FFF2-40B4-BE49-F238E27FC236}">
                <a16:creationId xmlns:a16="http://schemas.microsoft.com/office/drawing/2014/main" id="{A15E4D99-07E4-454B-E466-29D834677D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8" name="Slide Number Placeholder 5">
            <a:extLst>
              <a:ext uri="{FF2B5EF4-FFF2-40B4-BE49-F238E27FC236}">
                <a16:creationId xmlns:a16="http://schemas.microsoft.com/office/drawing/2014/main" id="{86E4A79B-16D6-66DD-C126-66E5E8B36532}"/>
              </a:ext>
            </a:extLst>
          </p:cNvPr>
          <p:cNvSpPr>
            <a:spLocks noGrp="1"/>
          </p:cNvSpPr>
          <p:nvPr>
            <p:ph type="sldNum" sz="quarter" idx="4"/>
          </p:nvPr>
        </p:nvSpPr>
        <p:spPr>
          <a:xfrm>
            <a:off x="11602948" y="-14857"/>
            <a:ext cx="523349" cy="365125"/>
          </a:xfrm>
          <a:prstGeom prst="rect">
            <a:avLst/>
          </a:prstGeom>
        </p:spPr>
        <p:txBody>
          <a:bodyPr/>
          <a:lstStyle>
            <a:lvl1pPr>
              <a:defRPr b="1">
                <a:solidFill>
                  <a:schemeClr val="bg1"/>
                </a:solidFill>
                <a:latin typeface="Open Sans" pitchFamily="2" charset="0"/>
                <a:ea typeface="Open Sans" pitchFamily="2" charset="0"/>
                <a:cs typeface="Open Sans" pitchFamily="2" charset="0"/>
              </a:defRPr>
            </a:lvl1pPr>
          </a:lstStyle>
          <a:p>
            <a:fld id="{B7B886DB-A2D9-4379-A7BE-E36474F7753C}" type="slidenum">
              <a:rPr lang="nl-BE" smtClean="0"/>
              <a:pPr/>
              <a:t>‹nr.›</a:t>
            </a:fld>
            <a:endParaRPr lang="nl-BE" dirty="0"/>
          </a:p>
        </p:txBody>
      </p:sp>
    </p:spTree>
    <p:extLst>
      <p:ext uri="{BB962C8B-B14F-4D97-AF65-F5344CB8AC3E}">
        <p14:creationId xmlns:p14="http://schemas.microsoft.com/office/powerpoint/2010/main" val="20788515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DC0CB3-0DD7-73D8-A250-25FAB28D2242}"/>
              </a:ext>
            </a:extLst>
          </p:cNvPr>
          <p:cNvSpPr>
            <a:spLocks noGrp="1"/>
          </p:cNvSpPr>
          <p:nvPr>
            <p:ph type="title"/>
          </p:nvPr>
        </p:nvSpPr>
        <p:spPr>
          <a:xfrm>
            <a:off x="839788" y="457200"/>
            <a:ext cx="3932237" cy="1600200"/>
          </a:xfrm>
        </p:spPr>
        <p:txBody>
          <a:bodyPr anchor="b"/>
          <a:lstStyle>
            <a:lvl1pPr>
              <a:defRPr sz="3200"/>
            </a:lvl1pPr>
          </a:lstStyle>
          <a:p>
            <a:r>
              <a:rPr lang="nl-NL"/>
              <a:t>Klik om stijl te bewerken</a:t>
            </a:r>
            <a:endParaRPr lang="nl-BE"/>
          </a:p>
        </p:txBody>
      </p:sp>
      <p:sp>
        <p:nvSpPr>
          <p:cNvPr id="3" name="Picture Placeholder 2">
            <a:extLst>
              <a:ext uri="{FF2B5EF4-FFF2-40B4-BE49-F238E27FC236}">
                <a16:creationId xmlns:a16="http://schemas.microsoft.com/office/drawing/2014/main" id="{0EF721B4-5505-B2B9-B1A5-6178F7EE8BF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nl-NL"/>
              <a:t>Klik op het pictogram als u een afbeelding wilt toevoegen</a:t>
            </a:r>
            <a:endParaRPr lang="nl-BE"/>
          </a:p>
        </p:txBody>
      </p:sp>
      <p:sp>
        <p:nvSpPr>
          <p:cNvPr id="4" name="Text Placeholder 3">
            <a:extLst>
              <a:ext uri="{FF2B5EF4-FFF2-40B4-BE49-F238E27FC236}">
                <a16:creationId xmlns:a16="http://schemas.microsoft.com/office/drawing/2014/main" id="{43BD7333-DFD3-4560-AEC4-7D217C6FB4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8" name="Slide Number Placeholder 5">
            <a:extLst>
              <a:ext uri="{FF2B5EF4-FFF2-40B4-BE49-F238E27FC236}">
                <a16:creationId xmlns:a16="http://schemas.microsoft.com/office/drawing/2014/main" id="{F77E74F8-3E91-BE44-D969-25C21F4D8998}"/>
              </a:ext>
            </a:extLst>
          </p:cNvPr>
          <p:cNvSpPr>
            <a:spLocks noGrp="1"/>
          </p:cNvSpPr>
          <p:nvPr>
            <p:ph type="sldNum" sz="quarter" idx="4"/>
          </p:nvPr>
        </p:nvSpPr>
        <p:spPr>
          <a:xfrm>
            <a:off x="11602948" y="-14857"/>
            <a:ext cx="523349" cy="365125"/>
          </a:xfrm>
          <a:prstGeom prst="rect">
            <a:avLst/>
          </a:prstGeom>
        </p:spPr>
        <p:txBody>
          <a:bodyPr/>
          <a:lstStyle>
            <a:lvl1pPr>
              <a:defRPr b="1">
                <a:solidFill>
                  <a:schemeClr val="bg1"/>
                </a:solidFill>
                <a:latin typeface="Open Sans" pitchFamily="2" charset="0"/>
                <a:ea typeface="Open Sans" pitchFamily="2" charset="0"/>
                <a:cs typeface="Open Sans" pitchFamily="2" charset="0"/>
              </a:defRPr>
            </a:lvl1pPr>
          </a:lstStyle>
          <a:p>
            <a:fld id="{B7B886DB-A2D9-4379-A7BE-E36474F7753C}" type="slidenum">
              <a:rPr lang="nl-BE" smtClean="0"/>
              <a:pPr/>
              <a:t>‹nr.›</a:t>
            </a:fld>
            <a:endParaRPr lang="nl-BE" dirty="0"/>
          </a:p>
        </p:txBody>
      </p:sp>
    </p:spTree>
    <p:extLst>
      <p:ext uri="{BB962C8B-B14F-4D97-AF65-F5344CB8AC3E}">
        <p14:creationId xmlns:p14="http://schemas.microsoft.com/office/powerpoint/2010/main" val="16539865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3.png"/><Relationship Id="rId5" Type="http://schemas.openxmlformats.org/officeDocument/2006/relationships/slideLayout" Target="../slideLayouts/slideLayout5.xml"/><Relationship Id="rId10"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E08DEB-8C9E-2CE0-5336-A9EE6F81BA3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l-NL"/>
              <a:t>Klik om stijl te bewerken</a:t>
            </a:r>
            <a:endParaRPr lang="nl-BE" dirty="0"/>
          </a:p>
        </p:txBody>
      </p:sp>
      <p:sp>
        <p:nvSpPr>
          <p:cNvPr id="3" name="Text Placeholder 2">
            <a:extLst>
              <a:ext uri="{FF2B5EF4-FFF2-40B4-BE49-F238E27FC236}">
                <a16:creationId xmlns:a16="http://schemas.microsoft.com/office/drawing/2014/main" id="{5D0B43F1-F4E9-15BE-95C2-08C1F0A758C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dirty="0"/>
          </a:p>
        </p:txBody>
      </p:sp>
      <p:pic>
        <p:nvPicPr>
          <p:cNvPr id="7" name="object 8">
            <a:extLst>
              <a:ext uri="{FF2B5EF4-FFF2-40B4-BE49-F238E27FC236}">
                <a16:creationId xmlns:a16="http://schemas.microsoft.com/office/drawing/2014/main" id="{4B14FE71-589E-9289-D19E-20A004D6B7A2}"/>
              </a:ext>
            </a:extLst>
          </p:cNvPr>
          <p:cNvPicPr/>
          <p:nvPr userDrawn="1"/>
        </p:nvPicPr>
        <p:blipFill>
          <a:blip r:embed="rId9" cstate="print"/>
          <a:stretch>
            <a:fillRect/>
          </a:stretch>
        </p:blipFill>
        <p:spPr>
          <a:xfrm>
            <a:off x="2801951" y="0"/>
            <a:ext cx="9390049" cy="297002"/>
          </a:xfrm>
          <a:prstGeom prst="rect">
            <a:avLst/>
          </a:prstGeom>
        </p:spPr>
      </p:pic>
      <p:grpSp>
        <p:nvGrpSpPr>
          <p:cNvPr id="9" name="object 2">
            <a:extLst>
              <a:ext uri="{FF2B5EF4-FFF2-40B4-BE49-F238E27FC236}">
                <a16:creationId xmlns:a16="http://schemas.microsoft.com/office/drawing/2014/main" id="{75DA99F9-BB91-38A3-177F-46B9C276E87B}"/>
              </a:ext>
            </a:extLst>
          </p:cNvPr>
          <p:cNvGrpSpPr/>
          <p:nvPr userDrawn="1"/>
        </p:nvGrpSpPr>
        <p:grpSpPr>
          <a:xfrm>
            <a:off x="235008" y="6311872"/>
            <a:ext cx="367030" cy="353060"/>
            <a:chOff x="235008" y="6311872"/>
            <a:chExt cx="367030" cy="353060"/>
          </a:xfrm>
        </p:grpSpPr>
        <p:pic>
          <p:nvPicPr>
            <p:cNvPr id="10" name="object 3">
              <a:extLst>
                <a:ext uri="{FF2B5EF4-FFF2-40B4-BE49-F238E27FC236}">
                  <a16:creationId xmlns:a16="http://schemas.microsoft.com/office/drawing/2014/main" id="{30771BAE-A610-6814-E11A-A8525C2EAD46}"/>
                </a:ext>
              </a:extLst>
            </p:cNvPr>
            <p:cNvPicPr/>
            <p:nvPr/>
          </p:nvPicPr>
          <p:blipFill>
            <a:blip r:embed="rId10" cstate="print"/>
            <a:stretch>
              <a:fillRect/>
            </a:stretch>
          </p:blipFill>
          <p:spPr>
            <a:xfrm>
              <a:off x="362136" y="6432114"/>
              <a:ext cx="112745" cy="112741"/>
            </a:xfrm>
            <a:prstGeom prst="rect">
              <a:avLst/>
            </a:prstGeom>
          </p:spPr>
        </p:pic>
        <p:sp>
          <p:nvSpPr>
            <p:cNvPr id="11" name="object 4">
              <a:extLst>
                <a:ext uri="{FF2B5EF4-FFF2-40B4-BE49-F238E27FC236}">
                  <a16:creationId xmlns:a16="http://schemas.microsoft.com/office/drawing/2014/main" id="{3A9F2DA8-CDC2-E8B5-CFD2-69494A3753C4}"/>
                </a:ext>
              </a:extLst>
            </p:cNvPr>
            <p:cNvSpPr/>
            <p:nvPr/>
          </p:nvSpPr>
          <p:spPr>
            <a:xfrm>
              <a:off x="235000" y="6312128"/>
              <a:ext cx="367030" cy="352425"/>
            </a:xfrm>
            <a:custGeom>
              <a:avLst/>
              <a:gdLst/>
              <a:ahLst/>
              <a:cxnLst/>
              <a:rect l="l" t="t" r="r" b="b"/>
              <a:pathLst>
                <a:path w="367030" h="352425">
                  <a:moveTo>
                    <a:pt x="167411" y="327253"/>
                  </a:moveTo>
                  <a:lnTo>
                    <a:pt x="157810" y="294513"/>
                  </a:lnTo>
                  <a:lnTo>
                    <a:pt x="136398" y="260680"/>
                  </a:lnTo>
                  <a:lnTo>
                    <a:pt x="135940" y="260121"/>
                  </a:lnTo>
                  <a:lnTo>
                    <a:pt x="135521" y="259537"/>
                  </a:lnTo>
                  <a:lnTo>
                    <a:pt x="135064" y="258965"/>
                  </a:lnTo>
                  <a:lnTo>
                    <a:pt x="72440" y="183743"/>
                  </a:lnTo>
                  <a:lnTo>
                    <a:pt x="52298" y="147193"/>
                  </a:lnTo>
                  <a:lnTo>
                    <a:pt x="43992" y="104394"/>
                  </a:lnTo>
                  <a:lnTo>
                    <a:pt x="49758" y="62992"/>
                  </a:lnTo>
                  <a:lnTo>
                    <a:pt x="71767" y="30619"/>
                  </a:lnTo>
                  <a:lnTo>
                    <a:pt x="72936" y="29667"/>
                  </a:lnTo>
                  <a:lnTo>
                    <a:pt x="74117" y="28752"/>
                  </a:lnTo>
                  <a:lnTo>
                    <a:pt x="75311" y="27863"/>
                  </a:lnTo>
                  <a:lnTo>
                    <a:pt x="75209" y="27736"/>
                  </a:lnTo>
                  <a:lnTo>
                    <a:pt x="44348" y="56032"/>
                  </a:lnTo>
                  <a:lnTo>
                    <a:pt x="17322" y="97307"/>
                  </a:lnTo>
                  <a:lnTo>
                    <a:pt x="2603" y="142684"/>
                  </a:lnTo>
                  <a:lnTo>
                    <a:pt x="0" y="189661"/>
                  </a:lnTo>
                  <a:lnTo>
                    <a:pt x="9347" y="235775"/>
                  </a:lnTo>
                  <a:lnTo>
                    <a:pt x="29959" y="277533"/>
                  </a:lnTo>
                  <a:lnTo>
                    <a:pt x="62420" y="314680"/>
                  </a:lnTo>
                  <a:lnTo>
                    <a:pt x="104444" y="342531"/>
                  </a:lnTo>
                  <a:lnTo>
                    <a:pt x="134112" y="352171"/>
                  </a:lnTo>
                  <a:lnTo>
                    <a:pt x="160274" y="349631"/>
                  </a:lnTo>
                  <a:lnTo>
                    <a:pt x="167411" y="327253"/>
                  </a:lnTo>
                  <a:close/>
                </a:path>
                <a:path w="367030" h="352425">
                  <a:moveTo>
                    <a:pt x="366991" y="163195"/>
                  </a:moveTo>
                  <a:lnTo>
                    <a:pt x="357695" y="117119"/>
                  </a:lnTo>
                  <a:lnTo>
                    <a:pt x="336804" y="74688"/>
                  </a:lnTo>
                  <a:lnTo>
                    <a:pt x="303847" y="37198"/>
                  </a:lnTo>
                  <a:lnTo>
                    <a:pt x="248678" y="4457"/>
                  </a:lnTo>
                  <a:lnTo>
                    <a:pt x="233591" y="0"/>
                  </a:lnTo>
                  <a:lnTo>
                    <a:pt x="206514" y="2616"/>
                  </a:lnTo>
                  <a:lnTo>
                    <a:pt x="199377" y="25006"/>
                  </a:lnTo>
                  <a:lnTo>
                    <a:pt x="208978" y="57734"/>
                  </a:lnTo>
                  <a:lnTo>
                    <a:pt x="230390" y="91579"/>
                  </a:lnTo>
                  <a:lnTo>
                    <a:pt x="230835" y="92138"/>
                  </a:lnTo>
                  <a:lnTo>
                    <a:pt x="231254" y="92722"/>
                  </a:lnTo>
                  <a:lnTo>
                    <a:pt x="231711" y="93294"/>
                  </a:lnTo>
                  <a:lnTo>
                    <a:pt x="294335" y="168516"/>
                  </a:lnTo>
                  <a:lnTo>
                    <a:pt x="314490" y="205066"/>
                  </a:lnTo>
                  <a:lnTo>
                    <a:pt x="322783" y="247853"/>
                  </a:lnTo>
                  <a:lnTo>
                    <a:pt x="317030" y="289255"/>
                  </a:lnTo>
                  <a:lnTo>
                    <a:pt x="295821" y="320459"/>
                  </a:lnTo>
                  <a:lnTo>
                    <a:pt x="321665" y="297599"/>
                  </a:lnTo>
                  <a:lnTo>
                    <a:pt x="349465" y="255765"/>
                  </a:lnTo>
                  <a:lnTo>
                    <a:pt x="364299" y="210362"/>
                  </a:lnTo>
                  <a:lnTo>
                    <a:pt x="364413" y="209804"/>
                  </a:lnTo>
                  <a:lnTo>
                    <a:pt x="366991" y="163195"/>
                  </a:lnTo>
                  <a:close/>
                </a:path>
              </a:pathLst>
            </a:custGeom>
            <a:solidFill>
              <a:srgbClr val="6BBE9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2" name="object 5">
              <a:extLst>
                <a:ext uri="{FF2B5EF4-FFF2-40B4-BE49-F238E27FC236}">
                  <a16:creationId xmlns:a16="http://schemas.microsoft.com/office/drawing/2014/main" id="{E113C700-90D6-EED2-9753-EDA01ECEB940}"/>
                </a:ext>
              </a:extLst>
            </p:cNvPr>
            <p:cNvSpPr/>
            <p:nvPr/>
          </p:nvSpPr>
          <p:spPr>
            <a:xfrm>
              <a:off x="235000" y="6311874"/>
              <a:ext cx="367030" cy="353060"/>
            </a:xfrm>
            <a:custGeom>
              <a:avLst/>
              <a:gdLst/>
              <a:ahLst/>
              <a:cxnLst/>
              <a:rect l="l" t="t" r="r" b="b"/>
              <a:pathLst>
                <a:path w="367030" h="353059">
                  <a:moveTo>
                    <a:pt x="168376" y="25158"/>
                  </a:moveTo>
                  <a:lnTo>
                    <a:pt x="161378" y="2730"/>
                  </a:lnTo>
                  <a:lnTo>
                    <a:pt x="134899" y="0"/>
                  </a:lnTo>
                  <a:lnTo>
                    <a:pt x="108267" y="8674"/>
                  </a:lnTo>
                  <a:lnTo>
                    <a:pt x="74193" y="28587"/>
                  </a:lnTo>
                  <a:lnTo>
                    <a:pt x="45364" y="55333"/>
                  </a:lnTo>
                  <a:lnTo>
                    <a:pt x="17322" y="97561"/>
                  </a:lnTo>
                  <a:lnTo>
                    <a:pt x="2603" y="142938"/>
                  </a:lnTo>
                  <a:lnTo>
                    <a:pt x="0" y="189915"/>
                  </a:lnTo>
                  <a:lnTo>
                    <a:pt x="9169" y="235165"/>
                  </a:lnTo>
                  <a:lnTo>
                    <a:pt x="30454" y="278803"/>
                  </a:lnTo>
                  <a:lnTo>
                    <a:pt x="62445" y="314960"/>
                  </a:lnTo>
                  <a:lnTo>
                    <a:pt x="70396" y="320509"/>
                  </a:lnTo>
                  <a:lnTo>
                    <a:pt x="49034" y="288658"/>
                  </a:lnTo>
                  <a:lnTo>
                    <a:pt x="43548" y="247218"/>
                  </a:lnTo>
                  <a:lnTo>
                    <a:pt x="52108" y="204482"/>
                  </a:lnTo>
                  <a:lnTo>
                    <a:pt x="72478" y="168059"/>
                  </a:lnTo>
                  <a:lnTo>
                    <a:pt x="136055" y="92684"/>
                  </a:lnTo>
                  <a:lnTo>
                    <a:pt x="136474" y="92100"/>
                  </a:lnTo>
                  <a:lnTo>
                    <a:pt x="136931" y="91541"/>
                  </a:lnTo>
                  <a:lnTo>
                    <a:pt x="158559" y="57835"/>
                  </a:lnTo>
                  <a:lnTo>
                    <a:pt x="168376" y="25158"/>
                  </a:lnTo>
                  <a:close/>
                </a:path>
                <a:path w="367030" h="353059">
                  <a:moveTo>
                    <a:pt x="367004" y="163309"/>
                  </a:moveTo>
                  <a:lnTo>
                    <a:pt x="357873" y="118300"/>
                  </a:lnTo>
                  <a:lnTo>
                    <a:pt x="336550" y="74422"/>
                  </a:lnTo>
                  <a:lnTo>
                    <a:pt x="303860" y="37465"/>
                  </a:lnTo>
                  <a:lnTo>
                    <a:pt x="296189" y="31965"/>
                  </a:lnTo>
                  <a:lnTo>
                    <a:pt x="317741" y="64109"/>
                  </a:lnTo>
                  <a:lnTo>
                    <a:pt x="323240" y="105549"/>
                  </a:lnTo>
                  <a:lnTo>
                    <a:pt x="314667" y="148285"/>
                  </a:lnTo>
                  <a:lnTo>
                    <a:pt x="294297" y="184708"/>
                  </a:lnTo>
                  <a:lnTo>
                    <a:pt x="230720" y="260083"/>
                  </a:lnTo>
                  <a:lnTo>
                    <a:pt x="230301" y="260667"/>
                  </a:lnTo>
                  <a:lnTo>
                    <a:pt x="229844" y="261226"/>
                  </a:lnTo>
                  <a:lnTo>
                    <a:pt x="208216" y="294932"/>
                  </a:lnTo>
                  <a:lnTo>
                    <a:pt x="198412" y="327596"/>
                  </a:lnTo>
                  <a:lnTo>
                    <a:pt x="205397" y="350024"/>
                  </a:lnTo>
                  <a:lnTo>
                    <a:pt x="232676" y="352844"/>
                  </a:lnTo>
                  <a:lnTo>
                    <a:pt x="237553" y="351853"/>
                  </a:lnTo>
                  <a:lnTo>
                    <a:pt x="285318" y="329844"/>
                  </a:lnTo>
                  <a:lnTo>
                    <a:pt x="317474" y="301548"/>
                  </a:lnTo>
                  <a:lnTo>
                    <a:pt x="348576" y="257378"/>
                  </a:lnTo>
                  <a:lnTo>
                    <a:pt x="364083" y="211277"/>
                  </a:lnTo>
                  <a:lnTo>
                    <a:pt x="364464" y="209245"/>
                  </a:lnTo>
                  <a:lnTo>
                    <a:pt x="367004" y="163309"/>
                  </a:lnTo>
                  <a:close/>
                </a:path>
              </a:pathLst>
            </a:custGeom>
            <a:solidFill>
              <a:srgbClr val="317EC1"/>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pic>
        <p:nvPicPr>
          <p:cNvPr id="14" name="object 7">
            <a:extLst>
              <a:ext uri="{FF2B5EF4-FFF2-40B4-BE49-F238E27FC236}">
                <a16:creationId xmlns:a16="http://schemas.microsoft.com/office/drawing/2014/main" id="{DBF5BB71-E57B-C2A9-545C-9232166B9ED9}"/>
              </a:ext>
            </a:extLst>
          </p:cNvPr>
          <p:cNvPicPr/>
          <p:nvPr userDrawn="1"/>
        </p:nvPicPr>
        <p:blipFill>
          <a:blip r:embed="rId11" cstate="print"/>
          <a:stretch>
            <a:fillRect/>
          </a:stretch>
        </p:blipFill>
        <p:spPr>
          <a:xfrm>
            <a:off x="11602948" y="6338934"/>
            <a:ext cx="412140" cy="304625"/>
          </a:xfrm>
          <a:prstGeom prst="rect">
            <a:avLst/>
          </a:prstGeom>
        </p:spPr>
      </p:pic>
      <p:sp>
        <p:nvSpPr>
          <p:cNvPr id="15" name="Slide Number Placeholder 5">
            <a:extLst>
              <a:ext uri="{FF2B5EF4-FFF2-40B4-BE49-F238E27FC236}">
                <a16:creationId xmlns:a16="http://schemas.microsoft.com/office/drawing/2014/main" id="{19F1CD4F-12BE-A8EA-6F96-020FF0B8EAAB}"/>
              </a:ext>
            </a:extLst>
          </p:cNvPr>
          <p:cNvSpPr>
            <a:spLocks noGrp="1"/>
          </p:cNvSpPr>
          <p:nvPr>
            <p:ph type="sldNum" sz="quarter" idx="4"/>
          </p:nvPr>
        </p:nvSpPr>
        <p:spPr>
          <a:xfrm>
            <a:off x="11602948" y="-14857"/>
            <a:ext cx="523349" cy="365125"/>
          </a:xfrm>
          <a:prstGeom prst="rect">
            <a:avLst/>
          </a:prstGeom>
        </p:spPr>
        <p:txBody>
          <a:bodyPr/>
          <a:lstStyle>
            <a:lvl1pPr>
              <a:defRPr b="1">
                <a:solidFill>
                  <a:schemeClr val="bg1"/>
                </a:solidFill>
                <a:latin typeface="Open Sans" pitchFamily="2" charset="0"/>
                <a:ea typeface="Open Sans" pitchFamily="2" charset="0"/>
                <a:cs typeface="Open Sans" pitchFamily="2" charset="0"/>
              </a:defRPr>
            </a:lvl1pPr>
          </a:lstStyle>
          <a:p>
            <a:fld id="{B7B886DB-A2D9-4379-A7BE-E36474F7753C}" type="slidenum">
              <a:rPr lang="nl-BE" smtClean="0"/>
              <a:pPr/>
              <a:t>‹nr.›</a:t>
            </a:fld>
            <a:endParaRPr lang="nl-BE" dirty="0"/>
          </a:p>
        </p:txBody>
      </p:sp>
      <p:pic>
        <p:nvPicPr>
          <p:cNvPr id="18" name="object 6">
            <a:extLst>
              <a:ext uri="{FF2B5EF4-FFF2-40B4-BE49-F238E27FC236}">
                <a16:creationId xmlns:a16="http://schemas.microsoft.com/office/drawing/2014/main" id="{2B456AD3-D7C6-53C4-4DFD-4B74D6D2990C}"/>
              </a:ext>
            </a:extLst>
          </p:cNvPr>
          <p:cNvPicPr/>
          <p:nvPr userDrawn="1"/>
        </p:nvPicPr>
        <p:blipFill>
          <a:blip r:embed="rId12" cstate="print"/>
          <a:stretch>
            <a:fillRect/>
          </a:stretch>
        </p:blipFill>
        <p:spPr>
          <a:xfrm>
            <a:off x="664819" y="6381838"/>
            <a:ext cx="639229" cy="227756"/>
          </a:xfrm>
          <a:prstGeom prst="rect">
            <a:avLst/>
          </a:prstGeom>
        </p:spPr>
      </p:pic>
    </p:spTree>
    <p:extLst>
      <p:ext uri="{BB962C8B-B14F-4D97-AF65-F5344CB8AC3E}">
        <p14:creationId xmlns:p14="http://schemas.microsoft.com/office/powerpoint/2010/main" val="2436764894"/>
      </p:ext>
    </p:extLst>
  </p:cSld>
  <p:clrMap bg1="lt1" tx1="dk1" bg2="lt2" tx2="dk2" accent1="accent1" accent2="accent2" accent3="accent3" accent4="accent4" accent5="accent5" accent6="accent6" hlink="hlink" folHlink="folHlink"/>
  <p:sldLayoutIdLst>
    <p:sldLayoutId id="2147483651" r:id="rId1"/>
    <p:sldLayoutId id="2147483650" r:id="rId2"/>
    <p:sldLayoutId id="2147483649" r:id="rId3"/>
    <p:sldLayoutId id="2147483652" r:id="rId4"/>
    <p:sldLayoutId id="2147483653" r:id="rId5"/>
    <p:sldLayoutId id="2147483656" r:id="rId6"/>
    <p:sldLayoutId id="2147483657" r:id="rId7"/>
  </p:sldLayoutIdLst>
  <p:hf hdr="0" ftr="0" dt="0"/>
  <p:txStyles>
    <p:titleStyle>
      <a:lvl1pPr algn="l" defTabSz="914400" rtl="0" eaLnBrk="1" latinLnBrk="0" hangingPunct="1">
        <a:lnSpc>
          <a:spcPct val="90000"/>
        </a:lnSpc>
        <a:spcBef>
          <a:spcPct val="0"/>
        </a:spcBef>
        <a:buNone/>
        <a:defRPr sz="4400" kern="1200">
          <a:solidFill>
            <a:srgbClr val="3A81D7"/>
          </a:solidFill>
          <a:latin typeface="Open Sans" pitchFamily="2" charset="0"/>
          <a:ea typeface="Open Sans" pitchFamily="2" charset="0"/>
          <a:cs typeface="Open Sans"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en Sans" pitchFamily="2" charset="0"/>
          <a:ea typeface="Open Sans" pitchFamily="2" charset="0"/>
          <a:cs typeface="Open Sans"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3A81D7"/>
          </a:solidFill>
          <a:latin typeface="Open Sans" pitchFamily="2" charset="0"/>
          <a:ea typeface="Open Sans" pitchFamily="2" charset="0"/>
          <a:cs typeface="Open Sans"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itchFamily="2" charset="0"/>
          <a:ea typeface="Open Sans" pitchFamily="2" charset="0"/>
          <a:cs typeface="Open Sans"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jpeg"/><Relationship Id="rId4" Type="http://schemas.openxmlformats.org/officeDocument/2006/relationships/image" Target="../media/image14.jpeg"/><Relationship Id="rId9" Type="http://schemas.openxmlformats.org/officeDocument/2006/relationships/image" Target="../media/image19.png"/></Relationships>
</file>

<file path=ppt/slides/_rels/slide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openxmlformats.org/officeDocument/2006/relationships/image" Target="../media/image21.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4F3D2D-90AE-5CED-85AC-9A588D3A5260}"/>
              </a:ext>
            </a:extLst>
          </p:cNvPr>
          <p:cNvSpPr>
            <a:spLocks noGrp="1"/>
          </p:cNvSpPr>
          <p:nvPr>
            <p:ph type="title"/>
          </p:nvPr>
        </p:nvSpPr>
        <p:spPr/>
        <p:txBody>
          <a:bodyPr/>
          <a:lstStyle/>
          <a:p>
            <a:r>
              <a:rPr lang="nl-BE" dirty="0" err="1"/>
              <a:t>iPSYcare</a:t>
            </a:r>
            <a:endParaRPr lang="nl-BE" dirty="0"/>
          </a:p>
        </p:txBody>
      </p:sp>
      <p:sp>
        <p:nvSpPr>
          <p:cNvPr id="3" name="Text Placeholder 2">
            <a:extLst>
              <a:ext uri="{FF2B5EF4-FFF2-40B4-BE49-F238E27FC236}">
                <a16:creationId xmlns:a16="http://schemas.microsoft.com/office/drawing/2014/main" id="{42F236A5-F5EA-C998-004A-4684FBC62B69}"/>
              </a:ext>
            </a:extLst>
          </p:cNvPr>
          <p:cNvSpPr>
            <a:spLocks noGrp="1"/>
          </p:cNvSpPr>
          <p:nvPr>
            <p:ph type="body" idx="1"/>
          </p:nvPr>
        </p:nvSpPr>
        <p:spPr/>
        <p:txBody>
          <a:bodyPr/>
          <a:lstStyle/>
          <a:p>
            <a:r>
              <a:rPr lang="nl-BE" dirty="0" err="1"/>
              <a:t>Improved</a:t>
            </a:r>
            <a:r>
              <a:rPr lang="nl-BE" dirty="0"/>
              <a:t> </a:t>
            </a:r>
            <a:r>
              <a:rPr lang="nl-BE" dirty="0" err="1"/>
              <a:t>PSYchiatric</a:t>
            </a:r>
            <a:r>
              <a:rPr lang="nl-BE" dirty="0"/>
              <a:t> Care </a:t>
            </a:r>
            <a:r>
              <a:rPr lang="nl-BE" dirty="0" err="1"/>
              <a:t>And</a:t>
            </a:r>
            <a:r>
              <a:rPr lang="nl-BE" dirty="0"/>
              <a:t> </a:t>
            </a:r>
            <a:r>
              <a:rPr lang="nl-BE" dirty="0" err="1"/>
              <a:t>REsearch</a:t>
            </a:r>
            <a:endParaRPr lang="nl-BE" dirty="0"/>
          </a:p>
        </p:txBody>
      </p:sp>
      <p:sp>
        <p:nvSpPr>
          <p:cNvPr id="13" name="Rechthoek: afgeronde hoeken 12">
            <a:extLst>
              <a:ext uri="{FF2B5EF4-FFF2-40B4-BE49-F238E27FC236}">
                <a16:creationId xmlns:a16="http://schemas.microsoft.com/office/drawing/2014/main" id="{5103FC6C-49BE-84A2-6B50-CD438EB7C5E4}"/>
              </a:ext>
            </a:extLst>
          </p:cNvPr>
          <p:cNvSpPr/>
          <p:nvPr/>
        </p:nvSpPr>
        <p:spPr>
          <a:xfrm>
            <a:off x="5495925" y="-518160"/>
            <a:ext cx="3414395" cy="3575685"/>
          </a:xfrm>
          <a:prstGeom prst="roundRect">
            <a:avLst>
              <a:gd name="adj" fmla="val 1217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grpSp>
        <p:nvGrpSpPr>
          <p:cNvPr id="4" name="Groep 3">
            <a:extLst>
              <a:ext uri="{FF2B5EF4-FFF2-40B4-BE49-F238E27FC236}">
                <a16:creationId xmlns:a16="http://schemas.microsoft.com/office/drawing/2014/main" id="{D372F502-FD8D-2970-5FA2-D3824553B30F}"/>
              </a:ext>
            </a:extLst>
          </p:cNvPr>
          <p:cNvGrpSpPr/>
          <p:nvPr/>
        </p:nvGrpSpPr>
        <p:grpSpPr>
          <a:xfrm>
            <a:off x="5708025" y="78989"/>
            <a:ext cx="2990193" cy="2699521"/>
            <a:chOff x="3993313" y="843003"/>
            <a:chExt cx="3849327" cy="3066753"/>
          </a:xfrm>
        </p:grpSpPr>
        <p:grpSp>
          <p:nvGrpSpPr>
            <p:cNvPr id="5" name="Groep 4">
              <a:extLst>
                <a:ext uri="{FF2B5EF4-FFF2-40B4-BE49-F238E27FC236}">
                  <a16:creationId xmlns:a16="http://schemas.microsoft.com/office/drawing/2014/main" id="{456E6A4E-5D11-CA15-9D71-E62DF375402E}"/>
                </a:ext>
              </a:extLst>
            </p:cNvPr>
            <p:cNvGrpSpPr/>
            <p:nvPr/>
          </p:nvGrpSpPr>
          <p:grpSpPr>
            <a:xfrm>
              <a:off x="3993313" y="843003"/>
              <a:ext cx="3849327" cy="2102173"/>
              <a:chOff x="1663903" y="486069"/>
              <a:chExt cx="3849327" cy="2102173"/>
            </a:xfrm>
          </p:grpSpPr>
          <p:pic>
            <p:nvPicPr>
              <p:cNvPr id="7" name="Picture 12" descr="Home">
                <a:extLst>
                  <a:ext uri="{FF2B5EF4-FFF2-40B4-BE49-F238E27FC236}">
                    <a16:creationId xmlns:a16="http://schemas.microsoft.com/office/drawing/2014/main" id="{14104662-4797-F7DC-0DA0-E56299DA52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27143" y="2147082"/>
                <a:ext cx="1414066" cy="41919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14" descr="Afbeeldingsresultaat voor multiversum">
                <a:extLst>
                  <a:ext uri="{FF2B5EF4-FFF2-40B4-BE49-F238E27FC236}">
                    <a16:creationId xmlns:a16="http://schemas.microsoft.com/office/drawing/2014/main" id="{A6EE8D6D-7D81-3F52-9CE0-F2A84FC56F5D}"/>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30868" t="6466" r="33223" b="45495"/>
              <a:stretch/>
            </p:blipFill>
            <p:spPr bwMode="auto">
              <a:xfrm>
                <a:off x="1663903" y="510988"/>
                <a:ext cx="1175660" cy="1125423"/>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Homepage GZA Ziekenhuizen">
                <a:extLst>
                  <a:ext uri="{FF2B5EF4-FFF2-40B4-BE49-F238E27FC236}">
                    <a16:creationId xmlns:a16="http://schemas.microsoft.com/office/drawing/2014/main" id="{13A2BB16-CE76-072B-1558-F49545685516}"/>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3143" t="2430" r="15197" b="41951"/>
              <a:stretch/>
            </p:blipFill>
            <p:spPr bwMode="auto">
              <a:xfrm>
                <a:off x="4282197" y="678209"/>
                <a:ext cx="1231033" cy="476546"/>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6" descr="Nieuwe naam en nieuw logo | UPC Duffel">
                <a:extLst>
                  <a:ext uri="{FF2B5EF4-FFF2-40B4-BE49-F238E27FC236}">
                    <a16:creationId xmlns:a16="http://schemas.microsoft.com/office/drawing/2014/main" id="{036CD28F-CD8B-ADF1-D160-8CD426FA0167}"/>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2070" t="20069" r="14870" b="13780"/>
              <a:stretch/>
            </p:blipFill>
            <p:spPr bwMode="auto">
              <a:xfrm>
                <a:off x="1705082" y="1485583"/>
                <a:ext cx="1922063" cy="1102659"/>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8" descr="Nieuw logo en huisstijl voor Bethanië | Bethanië">
                <a:extLst>
                  <a:ext uri="{FF2B5EF4-FFF2-40B4-BE49-F238E27FC236}">
                    <a16:creationId xmlns:a16="http://schemas.microsoft.com/office/drawing/2014/main" id="{A53A764A-AFD0-E9BA-A294-E4276FFB284E}"/>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r="4310"/>
              <a:stretch/>
            </p:blipFill>
            <p:spPr bwMode="auto">
              <a:xfrm>
                <a:off x="2785903" y="486069"/>
                <a:ext cx="1976429" cy="1129551"/>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0" descr="Afbeeldingsresultaat voor opz geel">
                <a:extLst>
                  <a:ext uri="{FF2B5EF4-FFF2-40B4-BE49-F238E27FC236}">
                    <a16:creationId xmlns:a16="http://schemas.microsoft.com/office/drawing/2014/main" id="{589019D2-2A7A-EC30-2A72-22177EEA6378}"/>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b="45330"/>
              <a:stretch/>
            </p:blipFill>
            <p:spPr bwMode="auto">
              <a:xfrm>
                <a:off x="3358775" y="1671509"/>
                <a:ext cx="2065464" cy="467120"/>
              </a:xfrm>
              <a:prstGeom prst="rect">
                <a:avLst/>
              </a:prstGeom>
              <a:noFill/>
              <a:extLst>
                <a:ext uri="{909E8E84-426E-40DD-AFC4-6F175D3DCCD1}">
                  <a14:hiddenFill xmlns:a14="http://schemas.microsoft.com/office/drawing/2010/main">
                    <a:solidFill>
                      <a:srgbClr val="FFFFFF"/>
                    </a:solidFill>
                  </a14:hiddenFill>
                </a:ext>
              </a:extLst>
            </p:spPr>
          </p:pic>
        </p:grpSp>
        <p:pic>
          <p:nvPicPr>
            <p:cNvPr id="6" name="Picture 2" descr="Privacy - Wij Zijn Bereikbaar">
              <a:extLst>
                <a:ext uri="{FF2B5EF4-FFF2-40B4-BE49-F238E27FC236}">
                  <a16:creationId xmlns:a16="http://schemas.microsoft.com/office/drawing/2014/main" id="{8DDC3611-D280-50BE-4C22-F39EABBDDC3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128199" y="3007574"/>
              <a:ext cx="3597486" cy="902182"/>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9739439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D7A7E-BD39-D4AF-44D5-5300600737DC}"/>
              </a:ext>
            </a:extLst>
          </p:cNvPr>
          <p:cNvSpPr>
            <a:spLocks noGrp="1"/>
          </p:cNvSpPr>
          <p:nvPr>
            <p:ph type="title"/>
          </p:nvPr>
        </p:nvSpPr>
        <p:spPr/>
        <p:txBody>
          <a:bodyPr/>
          <a:lstStyle/>
          <a:p>
            <a:r>
              <a:rPr lang="nl-BE" dirty="0"/>
              <a:t>Probleem</a:t>
            </a:r>
          </a:p>
        </p:txBody>
      </p:sp>
      <p:sp>
        <p:nvSpPr>
          <p:cNvPr id="7" name="Slide Number Placeholder 6">
            <a:extLst>
              <a:ext uri="{FF2B5EF4-FFF2-40B4-BE49-F238E27FC236}">
                <a16:creationId xmlns:a16="http://schemas.microsoft.com/office/drawing/2014/main" id="{082C4266-F4BC-24D1-A2FB-B2B88F4FE24A}"/>
              </a:ext>
            </a:extLst>
          </p:cNvPr>
          <p:cNvSpPr>
            <a:spLocks noGrp="1"/>
          </p:cNvSpPr>
          <p:nvPr>
            <p:ph type="sldNum" sz="quarter" idx="12"/>
          </p:nvPr>
        </p:nvSpPr>
        <p:spPr/>
        <p:txBody>
          <a:bodyPr/>
          <a:lstStyle/>
          <a:p>
            <a:fld id="{B7B886DB-A2D9-4379-A7BE-E36474F7753C}" type="slidenum">
              <a:rPr lang="nl-BE" smtClean="0"/>
              <a:pPr/>
              <a:t>2</a:t>
            </a:fld>
            <a:endParaRPr lang="nl-BE" dirty="0"/>
          </a:p>
        </p:txBody>
      </p:sp>
      <p:sp>
        <p:nvSpPr>
          <p:cNvPr id="11" name="Tijdelijke aanduiding voor inhoud 10">
            <a:extLst>
              <a:ext uri="{FF2B5EF4-FFF2-40B4-BE49-F238E27FC236}">
                <a16:creationId xmlns:a16="http://schemas.microsoft.com/office/drawing/2014/main" id="{DE48D7DC-40E1-7BB7-9A7A-283E95BC2989}"/>
              </a:ext>
            </a:extLst>
          </p:cNvPr>
          <p:cNvSpPr>
            <a:spLocks noGrp="1"/>
          </p:cNvSpPr>
          <p:nvPr>
            <p:ph sz="half" idx="2"/>
          </p:nvPr>
        </p:nvSpPr>
        <p:spPr>
          <a:xfrm>
            <a:off x="839789" y="5167313"/>
            <a:ext cx="4656772" cy="1078072"/>
          </a:xfrm>
        </p:spPr>
        <p:txBody>
          <a:bodyPr>
            <a:normAutofit fontScale="62500" lnSpcReduction="20000"/>
          </a:bodyPr>
          <a:lstStyle/>
          <a:p>
            <a:pPr marL="0" indent="0">
              <a:lnSpc>
                <a:spcPct val="120000"/>
              </a:lnSpc>
              <a:buNone/>
            </a:pPr>
            <a:r>
              <a:rPr lang="en-US" sz="2800" i="1" dirty="0"/>
              <a:t>“It can be concluded that </a:t>
            </a:r>
            <a:r>
              <a:rPr lang="en-US" sz="2800" i="1" dirty="0">
                <a:solidFill>
                  <a:srgbClr val="FF0000"/>
                </a:solidFill>
              </a:rPr>
              <a:t>the quality of the available knowledge on mental health </a:t>
            </a:r>
            <a:r>
              <a:rPr lang="en-US" sz="2800" i="1" dirty="0"/>
              <a:t>needs and its related </a:t>
            </a:r>
            <a:r>
              <a:rPr lang="en-US" sz="2800" i="1" dirty="0">
                <a:solidFill>
                  <a:srgbClr val="FF0000"/>
                </a:solidFill>
              </a:rPr>
              <a:t>services use is rather low</a:t>
            </a:r>
            <a:r>
              <a:rPr lang="en-US" sz="2800" i="1" dirty="0"/>
              <a:t>.”</a:t>
            </a:r>
            <a:endParaRPr lang="nl-BE" sz="2800" i="1" dirty="0"/>
          </a:p>
          <a:p>
            <a:pPr>
              <a:lnSpc>
                <a:spcPct val="120000"/>
              </a:lnSpc>
            </a:pPr>
            <a:endParaRPr lang="nl-BE" dirty="0"/>
          </a:p>
        </p:txBody>
      </p:sp>
      <p:sp>
        <p:nvSpPr>
          <p:cNvPr id="13" name="Tijdelijke aanduiding voor inhoud 12">
            <a:extLst>
              <a:ext uri="{FF2B5EF4-FFF2-40B4-BE49-F238E27FC236}">
                <a16:creationId xmlns:a16="http://schemas.microsoft.com/office/drawing/2014/main" id="{5602AFB0-BCE7-0DC7-77E8-EE8007DA1D59}"/>
              </a:ext>
            </a:extLst>
          </p:cNvPr>
          <p:cNvSpPr>
            <a:spLocks noGrp="1"/>
          </p:cNvSpPr>
          <p:nvPr>
            <p:ph sz="quarter" idx="4"/>
          </p:nvPr>
        </p:nvSpPr>
        <p:spPr>
          <a:xfrm>
            <a:off x="8779940" y="1194575"/>
            <a:ext cx="3084682" cy="4995088"/>
          </a:xfrm>
        </p:spPr>
        <p:txBody>
          <a:bodyPr>
            <a:normAutofit fontScale="62500" lnSpcReduction="20000"/>
          </a:bodyPr>
          <a:lstStyle/>
          <a:p>
            <a:pPr marL="0" indent="0">
              <a:lnSpc>
                <a:spcPct val="120000"/>
              </a:lnSpc>
              <a:buNone/>
            </a:pPr>
            <a:r>
              <a:rPr lang="nl-BE" sz="2800" i="1" dirty="0"/>
              <a:t>“Er was en er is nog steeds een </a:t>
            </a:r>
            <a:r>
              <a:rPr lang="nl-BE" sz="2800" i="1" dirty="0">
                <a:solidFill>
                  <a:srgbClr val="FF0000"/>
                </a:solidFill>
              </a:rPr>
              <a:t>gebrek aan gegevens over</a:t>
            </a:r>
            <a:r>
              <a:rPr lang="nl-BE" sz="2800" i="1" dirty="0"/>
              <a:t> de prevalentie van geestelijke gezondheidsproblemen onder de bevolking, de behoefte aan zorg en </a:t>
            </a:r>
            <a:r>
              <a:rPr lang="nl-BE" sz="2800" i="1" dirty="0">
                <a:solidFill>
                  <a:srgbClr val="FF0000"/>
                </a:solidFill>
              </a:rPr>
              <a:t>het zorgaanbod</a:t>
            </a:r>
            <a:r>
              <a:rPr lang="nl-BE" sz="2800" i="1" dirty="0"/>
              <a:t> […] Bijgevolg wordt bij het beantwoorden van beleidsvragen en maatschappelijke uitdagingen niet op de meest efficiënte manier gebruik gemaakt van bestaande deskundigheid.”</a:t>
            </a:r>
          </a:p>
          <a:p>
            <a:pPr marL="0" indent="0">
              <a:lnSpc>
                <a:spcPct val="120000"/>
              </a:lnSpc>
              <a:buNone/>
            </a:pPr>
            <a:endParaRPr lang="nl-BE" dirty="0"/>
          </a:p>
        </p:txBody>
      </p:sp>
      <p:pic>
        <p:nvPicPr>
          <p:cNvPr id="17" name="Afbeelding 16">
            <a:extLst>
              <a:ext uri="{FF2B5EF4-FFF2-40B4-BE49-F238E27FC236}">
                <a16:creationId xmlns:a16="http://schemas.microsoft.com/office/drawing/2014/main" id="{09C3F4BF-D08D-2132-3005-CEA2F4CF6654}"/>
              </a:ext>
            </a:extLst>
          </p:cNvPr>
          <p:cNvPicPr>
            <a:picLocks noChangeAspect="1"/>
          </p:cNvPicPr>
          <p:nvPr/>
        </p:nvPicPr>
        <p:blipFill rotWithShape="1">
          <a:blip r:embed="rId3"/>
          <a:srcRect l="18916" t="17040" r="20486" b="6309"/>
          <a:stretch/>
        </p:blipFill>
        <p:spPr>
          <a:xfrm>
            <a:off x="836612" y="1690688"/>
            <a:ext cx="4292049" cy="322913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8" name="Afbeelding 17">
            <a:extLst>
              <a:ext uri="{FF2B5EF4-FFF2-40B4-BE49-F238E27FC236}">
                <a16:creationId xmlns:a16="http://schemas.microsoft.com/office/drawing/2014/main" id="{B48C2685-90D7-EEDE-32D3-3A889997FC2E}"/>
              </a:ext>
            </a:extLst>
          </p:cNvPr>
          <p:cNvPicPr>
            <a:picLocks noChangeAspect="1"/>
          </p:cNvPicPr>
          <p:nvPr/>
        </p:nvPicPr>
        <p:blipFill rotWithShape="1">
          <a:blip r:embed="rId4"/>
          <a:srcRect l="46312" t="15167" r="28094" b="19834"/>
          <a:stretch/>
        </p:blipFill>
        <p:spPr>
          <a:xfrm>
            <a:off x="5922752" y="1194575"/>
            <a:ext cx="2780988" cy="397273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7947413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D7A7E-BD39-D4AF-44D5-5300600737DC}"/>
              </a:ext>
            </a:extLst>
          </p:cNvPr>
          <p:cNvSpPr>
            <a:spLocks noGrp="1"/>
          </p:cNvSpPr>
          <p:nvPr>
            <p:ph type="title"/>
          </p:nvPr>
        </p:nvSpPr>
        <p:spPr/>
        <p:txBody>
          <a:bodyPr/>
          <a:lstStyle/>
          <a:p>
            <a:r>
              <a:rPr lang="nl-BE" dirty="0"/>
              <a:t>Oplossing</a:t>
            </a:r>
          </a:p>
        </p:txBody>
      </p:sp>
      <p:sp>
        <p:nvSpPr>
          <p:cNvPr id="7" name="Slide Number Placeholder 6">
            <a:extLst>
              <a:ext uri="{FF2B5EF4-FFF2-40B4-BE49-F238E27FC236}">
                <a16:creationId xmlns:a16="http://schemas.microsoft.com/office/drawing/2014/main" id="{082C4266-F4BC-24D1-A2FB-B2B88F4FE24A}"/>
              </a:ext>
            </a:extLst>
          </p:cNvPr>
          <p:cNvSpPr>
            <a:spLocks noGrp="1"/>
          </p:cNvSpPr>
          <p:nvPr>
            <p:ph type="sldNum" sz="quarter" idx="12"/>
          </p:nvPr>
        </p:nvSpPr>
        <p:spPr/>
        <p:txBody>
          <a:bodyPr/>
          <a:lstStyle/>
          <a:p>
            <a:fld id="{B7B886DB-A2D9-4379-A7BE-E36474F7753C}" type="slidenum">
              <a:rPr lang="nl-BE" smtClean="0"/>
              <a:pPr/>
              <a:t>3</a:t>
            </a:fld>
            <a:endParaRPr lang="nl-BE" dirty="0"/>
          </a:p>
        </p:txBody>
      </p:sp>
      <p:grpSp>
        <p:nvGrpSpPr>
          <p:cNvPr id="16" name="Groep 15">
            <a:extLst>
              <a:ext uri="{FF2B5EF4-FFF2-40B4-BE49-F238E27FC236}">
                <a16:creationId xmlns:a16="http://schemas.microsoft.com/office/drawing/2014/main" id="{D7AAFFA3-EBD9-427B-06EA-77075CD42E8F}"/>
              </a:ext>
            </a:extLst>
          </p:cNvPr>
          <p:cNvGrpSpPr/>
          <p:nvPr/>
        </p:nvGrpSpPr>
        <p:grpSpPr>
          <a:xfrm>
            <a:off x="184259" y="1523918"/>
            <a:ext cx="11830049" cy="4900209"/>
            <a:chOff x="200025" y="1224366"/>
            <a:chExt cx="11830049" cy="4900209"/>
          </a:xfrm>
        </p:grpSpPr>
        <p:sp>
          <p:nvSpPr>
            <p:cNvPr id="17" name="Afgeronde rechthoek 6">
              <a:extLst>
                <a:ext uri="{FF2B5EF4-FFF2-40B4-BE49-F238E27FC236}">
                  <a16:creationId xmlns:a16="http://schemas.microsoft.com/office/drawing/2014/main" id="{1541AB84-0A7B-C397-9FBB-285C17351180}"/>
                </a:ext>
              </a:extLst>
            </p:cNvPr>
            <p:cNvSpPr/>
            <p:nvPr/>
          </p:nvSpPr>
          <p:spPr>
            <a:xfrm>
              <a:off x="200025" y="1457325"/>
              <a:ext cx="3943350" cy="18288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BE" sz="1800" b="0" i="0" u="none" strike="noStrike" kern="1200" cap="none" spc="0" normalizeH="0" baseline="0" noProof="0" dirty="0">
                  <a:ln>
                    <a:noFill/>
                  </a:ln>
                  <a:solidFill>
                    <a:prstClr val="white"/>
                  </a:solidFill>
                  <a:effectLst/>
                  <a:uLnTx/>
                  <a:uFillTx/>
                  <a:latin typeface="Calibri" panose="020F0502020204030204"/>
                  <a:ea typeface="+mn-ea"/>
                  <a:cs typeface="+mn-cs"/>
                </a:rPr>
                <a:t>PZ / PAAZ</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BE" sz="1600" b="0" i="0" u="none" strike="noStrike" kern="1200" cap="none" spc="0" normalizeH="0" baseline="0" noProof="0" dirty="0">
                  <a:ln>
                    <a:noFill/>
                  </a:ln>
                  <a:solidFill>
                    <a:prstClr val="white"/>
                  </a:solidFill>
                  <a:effectLst/>
                  <a:uLnTx/>
                  <a:uFillTx/>
                  <a:latin typeface="Calibri" panose="020F0502020204030204"/>
                  <a:ea typeface="+mn-ea"/>
                  <a:cs typeface="+mn-cs"/>
                </a:rPr>
                <a:t>Tabel Setting</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BE" sz="1600" b="0" i="0" u="none" strike="noStrike" kern="1200" cap="none" spc="0" normalizeH="0" baseline="0" noProof="0" dirty="0">
                  <a:ln>
                    <a:noFill/>
                  </a:ln>
                  <a:solidFill>
                    <a:prstClr val="white"/>
                  </a:solidFill>
                  <a:effectLst/>
                  <a:uLnTx/>
                  <a:uFillTx/>
                  <a:latin typeface="Calibri" panose="020F0502020204030204"/>
                  <a:ea typeface="+mn-ea"/>
                  <a:cs typeface="+mn-cs"/>
                </a:rPr>
                <a:t>Tabel Afdelingsgegevens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BE" sz="1600" b="0" i="0" u="none" strike="noStrike" kern="1200" cap="none" spc="0" normalizeH="0" baseline="0" noProof="0" dirty="0">
                  <a:ln>
                    <a:noFill/>
                  </a:ln>
                  <a:solidFill>
                    <a:prstClr val="white"/>
                  </a:solidFill>
                  <a:effectLst/>
                  <a:uLnTx/>
                  <a:uFillTx/>
                  <a:latin typeface="Calibri" panose="020F0502020204030204"/>
                  <a:ea typeface="+mn-ea"/>
                  <a:cs typeface="+mn-cs"/>
                </a:rPr>
                <a:t>Tabel Patiëntgegevens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BE" sz="1600" b="0" i="0" u="none" strike="noStrike" kern="1200" cap="none" spc="0" normalizeH="0" baseline="0" noProof="0" dirty="0">
                  <a:ln>
                    <a:noFill/>
                  </a:ln>
                  <a:solidFill>
                    <a:prstClr val="white"/>
                  </a:solidFill>
                  <a:effectLst/>
                  <a:uLnTx/>
                  <a:uFillTx/>
                  <a:latin typeface="Calibri" panose="020F0502020204030204"/>
                  <a:ea typeface="+mn-ea"/>
                  <a:cs typeface="+mn-cs"/>
                </a:rPr>
                <a:t>Tabel Opnamegegevens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BE" sz="1600" b="0" i="0" u="none" strike="noStrike" kern="1200" cap="none" spc="0" normalizeH="0" baseline="0" noProof="0" dirty="0">
                  <a:ln>
                    <a:noFill/>
                  </a:ln>
                  <a:solidFill>
                    <a:prstClr val="white"/>
                  </a:solidFill>
                  <a:effectLst/>
                  <a:uLnTx/>
                  <a:uFillTx/>
                  <a:latin typeface="Calibri" panose="020F0502020204030204"/>
                  <a:ea typeface="+mn-ea"/>
                  <a:cs typeface="+mn-cs"/>
                </a:rPr>
                <a:t>Tabel Behandelingsgegevens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nl-BE"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 name="Afgeronde rechthoek 7">
              <a:extLst>
                <a:ext uri="{FF2B5EF4-FFF2-40B4-BE49-F238E27FC236}">
                  <a16:creationId xmlns:a16="http://schemas.microsoft.com/office/drawing/2014/main" id="{E90EFAA2-9CC4-EE6E-8254-F957183EED3D}"/>
                </a:ext>
              </a:extLst>
            </p:cNvPr>
            <p:cNvSpPr/>
            <p:nvPr/>
          </p:nvSpPr>
          <p:spPr>
            <a:xfrm>
              <a:off x="4143375" y="4295775"/>
              <a:ext cx="3943350" cy="18288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BE" sz="1800" b="0" i="0" u="none" strike="noStrike" kern="1200" cap="none" spc="0" normalizeH="0" baseline="0" noProof="0" dirty="0">
                  <a:ln>
                    <a:noFill/>
                  </a:ln>
                  <a:solidFill>
                    <a:prstClr val="white"/>
                  </a:solidFill>
                  <a:effectLst/>
                  <a:uLnTx/>
                  <a:uFillTx/>
                  <a:latin typeface="Calibri" panose="020F0502020204030204"/>
                  <a:ea typeface="+mn-ea"/>
                  <a:cs typeface="+mn-cs"/>
                </a:rPr>
                <a:t>eHealth</a:t>
              </a:r>
            </a:p>
          </p:txBody>
        </p:sp>
        <p:sp>
          <p:nvSpPr>
            <p:cNvPr id="19" name="Afgeronde rechthoek 8">
              <a:extLst>
                <a:ext uri="{FF2B5EF4-FFF2-40B4-BE49-F238E27FC236}">
                  <a16:creationId xmlns:a16="http://schemas.microsoft.com/office/drawing/2014/main" id="{B45A4935-4577-19AD-E297-431F3AD961C6}"/>
                </a:ext>
              </a:extLst>
            </p:cNvPr>
            <p:cNvSpPr/>
            <p:nvPr/>
          </p:nvSpPr>
          <p:spPr>
            <a:xfrm>
              <a:off x="4462462" y="2976162"/>
              <a:ext cx="3305175" cy="18288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BE" sz="1800" b="0" i="0" u="none" strike="noStrike" kern="1200" cap="none" spc="0" normalizeH="0" baseline="0" noProof="0" dirty="0">
                  <a:ln>
                    <a:noFill/>
                  </a:ln>
                  <a:solidFill>
                    <a:prstClr val="white"/>
                  </a:solidFill>
                  <a:effectLst/>
                  <a:uLnTx/>
                  <a:uFillTx/>
                  <a:latin typeface="Calibri" panose="020F0502020204030204"/>
                  <a:ea typeface="+mn-ea"/>
                  <a:cs typeface="+mn-cs"/>
                </a:rPr>
                <a:t>eHealth / Coderingsdienst</a:t>
              </a:r>
            </a:p>
          </p:txBody>
        </p:sp>
        <p:sp>
          <p:nvSpPr>
            <p:cNvPr id="20" name="Afgeronde rechthoek 9">
              <a:extLst>
                <a:ext uri="{FF2B5EF4-FFF2-40B4-BE49-F238E27FC236}">
                  <a16:creationId xmlns:a16="http://schemas.microsoft.com/office/drawing/2014/main" id="{BFC21FC0-1AD3-0A47-7E0D-636CD91A6FEB}"/>
                </a:ext>
              </a:extLst>
            </p:cNvPr>
            <p:cNvSpPr/>
            <p:nvPr/>
          </p:nvSpPr>
          <p:spPr>
            <a:xfrm>
              <a:off x="8086724" y="1224366"/>
              <a:ext cx="3943350" cy="254753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BE" sz="1800" b="0" i="0" u="none" strike="noStrike" kern="1200" cap="none" spc="0" normalizeH="0" baseline="0" noProof="0" dirty="0" err="1">
                  <a:ln>
                    <a:noFill/>
                  </a:ln>
                  <a:solidFill>
                    <a:prstClr val="white"/>
                  </a:solidFill>
                  <a:effectLst/>
                  <a:uLnTx/>
                  <a:uFillTx/>
                  <a:latin typeface="Calibri" panose="020F0502020204030204"/>
                  <a:ea typeface="+mn-ea"/>
                  <a:cs typeface="+mn-cs"/>
                </a:rPr>
                <a:t>UAntwerpen</a:t>
              </a:r>
              <a:endParaRPr kumimoji="0" lang="nl-BE" sz="1800" b="0" i="0" u="none" strike="noStrike" kern="1200" cap="none" spc="0" normalizeH="0" baseline="0" noProof="0" dirty="0">
                <a:ln>
                  <a:noFill/>
                </a:ln>
                <a:solidFill>
                  <a:prstClr val="white"/>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BE" sz="1600" b="0" i="0" u="none" strike="noStrike" kern="1200" cap="none" spc="0" normalizeH="0" baseline="0" noProof="0" dirty="0">
                  <a:ln>
                    <a:noFill/>
                  </a:ln>
                  <a:solidFill>
                    <a:prstClr val="white"/>
                  </a:solidFill>
                  <a:effectLst/>
                  <a:uLnTx/>
                  <a:uFillTx/>
                  <a:latin typeface="Calibri" panose="020F0502020204030204"/>
                  <a:ea typeface="+mn-ea"/>
                  <a:cs typeface="+mn-cs"/>
                </a:rPr>
                <a:t>Tabel Setting</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BE" sz="1600" b="0" i="0" u="none" strike="noStrike" kern="1200" cap="none" spc="0" normalizeH="0" baseline="0" noProof="0" dirty="0">
                  <a:ln>
                    <a:noFill/>
                  </a:ln>
                  <a:solidFill>
                    <a:prstClr val="white"/>
                  </a:solidFill>
                  <a:effectLst/>
                  <a:uLnTx/>
                  <a:uFillTx/>
                  <a:latin typeface="Calibri" panose="020F0502020204030204"/>
                  <a:ea typeface="+mn-ea"/>
                  <a:cs typeface="+mn-cs"/>
                </a:rPr>
                <a:t>Tabel Afdelingsgegevens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BE" sz="1600" b="0" i="0" u="none" strike="noStrike" kern="1200" cap="none" spc="0" normalizeH="0" baseline="0" noProof="0" dirty="0">
                  <a:ln>
                    <a:noFill/>
                  </a:ln>
                  <a:solidFill>
                    <a:prstClr val="white"/>
                  </a:solidFill>
                  <a:effectLst/>
                  <a:uLnTx/>
                  <a:uFillTx/>
                  <a:latin typeface="Calibri" panose="020F0502020204030204"/>
                  <a:ea typeface="+mn-ea"/>
                  <a:cs typeface="+mn-cs"/>
                </a:rPr>
                <a:t>Tabel Patiëntgegevens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BE" sz="1600" b="0" i="0" u="none" strike="noStrike" kern="1200" cap="none" spc="0" normalizeH="0" baseline="0" noProof="0" dirty="0">
                  <a:ln>
                    <a:noFill/>
                  </a:ln>
                  <a:solidFill>
                    <a:prstClr val="white"/>
                  </a:solidFill>
                  <a:effectLst/>
                  <a:uLnTx/>
                  <a:uFillTx/>
                  <a:latin typeface="Calibri" panose="020F0502020204030204"/>
                  <a:ea typeface="+mn-ea"/>
                  <a:cs typeface="+mn-cs"/>
                </a:rPr>
                <a:t>Tabel Opnamegegevens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BE" sz="1600" b="0" i="0" u="none" strike="noStrike" kern="1200" cap="none" spc="0" normalizeH="0" baseline="0" noProof="0" dirty="0">
                  <a:ln>
                    <a:noFill/>
                  </a:ln>
                  <a:solidFill>
                    <a:prstClr val="white"/>
                  </a:solidFill>
                  <a:effectLst/>
                  <a:uLnTx/>
                  <a:uFillTx/>
                  <a:latin typeface="Calibri" panose="020F0502020204030204"/>
                  <a:ea typeface="+mn-ea"/>
                  <a:cs typeface="+mn-cs"/>
                </a:rPr>
                <a:t>Tabel Behandelingsgegevens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BE" sz="1800" b="0" i="0" u="none" strike="noStrike" kern="1200" cap="none" spc="0" normalizeH="0" baseline="0" noProof="0" dirty="0">
                <a:ln>
                  <a:noFill/>
                </a:ln>
                <a:solidFill>
                  <a:prstClr val="white"/>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nl-BE" sz="1800" b="0" i="0" u="none" strike="noStrike" kern="1200" cap="none" spc="0" normalizeH="0" baseline="0" noProof="0" dirty="0">
                  <a:ln>
                    <a:noFill/>
                  </a:ln>
                  <a:solidFill>
                    <a:prstClr val="white"/>
                  </a:solidFill>
                  <a:effectLst/>
                  <a:uLnTx/>
                  <a:uFillTx/>
                  <a:latin typeface="Calibri" panose="020F0502020204030204"/>
                  <a:ea typeface="+mn-ea"/>
                  <a:cs typeface="+mn-cs"/>
                </a:rPr>
                <a:t>Met INSZ- en RIZIV-nummers </a:t>
              </a:r>
              <a:r>
                <a:rPr kumimoji="0" lang="nl-BE" sz="1800" b="0" i="0" u="none" strike="noStrike" kern="1200" cap="none" spc="0" normalizeH="0" baseline="0" noProof="0" dirty="0" err="1">
                  <a:ln>
                    <a:noFill/>
                  </a:ln>
                  <a:solidFill>
                    <a:prstClr val="white"/>
                  </a:solidFill>
                  <a:effectLst/>
                  <a:uLnTx/>
                  <a:uFillTx/>
                  <a:latin typeface="Calibri" panose="020F0502020204030204"/>
                  <a:ea typeface="+mn-ea"/>
                  <a:cs typeface="+mn-cs"/>
                </a:rPr>
                <a:t>gepseudonimiseerd</a:t>
              </a:r>
              <a:r>
                <a:rPr kumimoji="0" lang="nl-BE" sz="1800" b="0" i="0" u="none" strike="noStrike" kern="1200" cap="none" spc="0" normalizeH="0" baseline="0" noProof="0" dirty="0">
                  <a:ln>
                    <a:noFill/>
                  </a:ln>
                  <a:solidFill>
                    <a:prstClr val="white"/>
                  </a:solidFill>
                  <a:effectLst/>
                  <a:uLnTx/>
                  <a:uFillTx/>
                  <a:latin typeface="Calibri" panose="020F0502020204030204"/>
                  <a:ea typeface="+mn-ea"/>
                  <a:cs typeface="+mn-cs"/>
                </a:rPr>
                <a: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nl-BE"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1" name="Rechthoek 20">
              <a:extLst>
                <a:ext uri="{FF2B5EF4-FFF2-40B4-BE49-F238E27FC236}">
                  <a16:creationId xmlns:a16="http://schemas.microsoft.com/office/drawing/2014/main" id="{73277501-63BF-0C7D-EEEF-2327A6358481}"/>
                </a:ext>
              </a:extLst>
            </p:cNvPr>
            <p:cNvSpPr/>
            <p:nvPr/>
          </p:nvSpPr>
          <p:spPr>
            <a:xfrm>
              <a:off x="2992140" y="1909761"/>
              <a:ext cx="1052916" cy="7048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BE" sz="1600" b="0" i="0" u="none" strike="noStrike" kern="1200" cap="none" spc="0" normalizeH="0" baseline="0" noProof="0" dirty="0">
                  <a:ln>
                    <a:noFill/>
                  </a:ln>
                  <a:solidFill>
                    <a:prstClr val="white"/>
                  </a:solidFill>
                  <a:effectLst/>
                  <a:uLnTx/>
                  <a:uFillTx/>
                  <a:latin typeface="Calibri" panose="020F0502020204030204"/>
                  <a:ea typeface="+mn-ea"/>
                  <a:cs typeface="+mn-cs"/>
                </a:rPr>
                <a:t>Encryptie-sleutel</a:t>
              </a:r>
            </a:p>
          </p:txBody>
        </p:sp>
        <p:cxnSp>
          <p:nvCxnSpPr>
            <p:cNvPr id="22" name="Gebogen verbindingslijn 11">
              <a:extLst>
                <a:ext uri="{FF2B5EF4-FFF2-40B4-BE49-F238E27FC236}">
                  <a16:creationId xmlns:a16="http://schemas.microsoft.com/office/drawing/2014/main" id="{5D363806-4DEB-95BB-7BD5-48055DCD8E7C}"/>
                </a:ext>
              </a:extLst>
            </p:cNvPr>
            <p:cNvCxnSpPr>
              <a:stCxn id="17" idx="2"/>
            </p:cNvCxnSpPr>
            <p:nvPr/>
          </p:nvCxnSpPr>
          <p:spPr>
            <a:xfrm rot="16200000" flipH="1">
              <a:off x="2181225" y="3276600"/>
              <a:ext cx="1924050" cy="1943100"/>
            </a:xfrm>
            <a:prstGeom prst="bentConnector2">
              <a:avLst/>
            </a:prstGeom>
            <a:ln>
              <a:tailEnd type="triangle"/>
            </a:ln>
          </p:spPr>
          <p:style>
            <a:lnRef idx="3">
              <a:schemeClr val="accent1"/>
            </a:lnRef>
            <a:fillRef idx="0">
              <a:schemeClr val="accent1"/>
            </a:fillRef>
            <a:effectRef idx="2">
              <a:schemeClr val="accent1"/>
            </a:effectRef>
            <a:fontRef idx="minor">
              <a:schemeClr val="tx1"/>
            </a:fontRef>
          </p:style>
        </p:cxnSp>
        <p:sp>
          <p:nvSpPr>
            <p:cNvPr id="23" name="Tekstvak 22">
              <a:extLst>
                <a:ext uri="{FF2B5EF4-FFF2-40B4-BE49-F238E27FC236}">
                  <a16:creationId xmlns:a16="http://schemas.microsoft.com/office/drawing/2014/main" id="{83899D1F-1AB6-0C9D-64CA-62AC739BBBCE}"/>
                </a:ext>
              </a:extLst>
            </p:cNvPr>
            <p:cNvSpPr txBox="1"/>
            <p:nvPr/>
          </p:nvSpPr>
          <p:spPr>
            <a:xfrm>
              <a:off x="485775" y="4632280"/>
              <a:ext cx="3143250" cy="784830"/>
            </a:xfrm>
            <a:prstGeom prst="rect">
              <a:avLst/>
            </a:prstGeom>
            <a:solidFill>
              <a:schemeClr val="bg1"/>
            </a:solidFill>
            <a:ln>
              <a:solidFill>
                <a:schemeClr val="accent1"/>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BE" sz="1500" b="0" i="0" u="none" strike="noStrike" kern="1200" cap="none" spc="0" normalizeH="0" baseline="0" noProof="0" dirty="0">
                  <a:ln>
                    <a:noFill/>
                  </a:ln>
                  <a:solidFill>
                    <a:prstClr val="black"/>
                  </a:solidFill>
                  <a:effectLst/>
                  <a:uLnTx/>
                  <a:uFillTx/>
                  <a:latin typeface="Calibri" panose="020F0502020204030204"/>
                  <a:ea typeface="+mn-ea"/>
                  <a:cs typeface="+mn-cs"/>
                </a:rPr>
                <a:t>Alle data </a:t>
              </a:r>
              <a:r>
                <a:rPr kumimoji="0" lang="nl-BE" sz="1500" b="0" i="0" u="none" strike="noStrike" kern="1200" cap="none" spc="0" normalizeH="0" baseline="0" noProof="0" dirty="0" err="1">
                  <a:ln>
                    <a:noFill/>
                  </a:ln>
                  <a:solidFill>
                    <a:prstClr val="black"/>
                  </a:solidFill>
                  <a:effectLst/>
                  <a:uLnTx/>
                  <a:uFillTx/>
                  <a:latin typeface="Calibri" panose="020F0502020204030204"/>
                  <a:ea typeface="+mn-ea"/>
                  <a:cs typeface="+mn-cs"/>
                </a:rPr>
                <a:t>geëncrypteerd</a:t>
              </a:r>
              <a:r>
                <a:rPr kumimoji="0" lang="nl-BE" sz="1500" b="0" i="0" u="none" strike="noStrike" kern="1200" cap="none" spc="0" normalizeH="0" baseline="0" noProof="0" dirty="0">
                  <a:ln>
                    <a:noFill/>
                  </a:ln>
                  <a:solidFill>
                    <a:prstClr val="black"/>
                  </a:solidFill>
                  <a:effectLst/>
                  <a:uLnTx/>
                  <a:uFillTx/>
                  <a:latin typeface="Calibri" panose="020F0502020204030204"/>
                  <a:ea typeface="+mn-ea"/>
                  <a:cs typeface="+mn-cs"/>
                </a:rPr>
                <a:t>, tenzij INSZ-nummer, RIZIV-nummer behandelend arts(en) en opnamenummer</a:t>
              </a:r>
            </a:p>
          </p:txBody>
        </p:sp>
        <p:cxnSp>
          <p:nvCxnSpPr>
            <p:cNvPr id="24" name="Gebogen verbindingslijn 13">
              <a:extLst>
                <a:ext uri="{FF2B5EF4-FFF2-40B4-BE49-F238E27FC236}">
                  <a16:creationId xmlns:a16="http://schemas.microsoft.com/office/drawing/2014/main" id="{544CB65C-9E6D-BE2C-3BFC-8A1CDAE5E428}"/>
                </a:ext>
              </a:extLst>
            </p:cNvPr>
            <p:cNvCxnSpPr>
              <a:stCxn id="18" idx="3"/>
              <a:endCxn id="20" idx="2"/>
            </p:cNvCxnSpPr>
            <p:nvPr/>
          </p:nvCxnSpPr>
          <p:spPr>
            <a:xfrm flipV="1">
              <a:off x="8086725" y="3771899"/>
              <a:ext cx="1971674" cy="1438276"/>
            </a:xfrm>
            <a:prstGeom prst="bentConnector2">
              <a:avLst/>
            </a:prstGeom>
            <a:ln>
              <a:tailEnd type="triangle"/>
            </a:ln>
          </p:spPr>
          <p:style>
            <a:lnRef idx="3">
              <a:schemeClr val="accent1"/>
            </a:lnRef>
            <a:fillRef idx="0">
              <a:schemeClr val="accent1"/>
            </a:fillRef>
            <a:effectRef idx="2">
              <a:schemeClr val="accent1"/>
            </a:effectRef>
            <a:fontRef idx="minor">
              <a:schemeClr val="tx1"/>
            </a:fontRef>
          </p:style>
        </p:cxnSp>
        <p:sp>
          <p:nvSpPr>
            <p:cNvPr id="25" name="Tekstvak 24">
              <a:extLst>
                <a:ext uri="{FF2B5EF4-FFF2-40B4-BE49-F238E27FC236}">
                  <a16:creationId xmlns:a16="http://schemas.microsoft.com/office/drawing/2014/main" id="{982AC082-07CA-E4B6-CA2E-20B526EAFE6E}"/>
                </a:ext>
              </a:extLst>
            </p:cNvPr>
            <p:cNvSpPr txBox="1"/>
            <p:nvPr/>
          </p:nvSpPr>
          <p:spPr>
            <a:xfrm>
              <a:off x="8601075" y="4632280"/>
              <a:ext cx="3109912" cy="784830"/>
            </a:xfrm>
            <a:prstGeom prst="rect">
              <a:avLst/>
            </a:prstGeom>
            <a:solidFill>
              <a:schemeClr val="bg1"/>
            </a:solidFill>
            <a:ln>
              <a:solidFill>
                <a:schemeClr val="accent1"/>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BE" sz="1500" b="0" i="0" u="none" strike="noStrike" kern="1200" cap="none" spc="0" normalizeH="0" baseline="0" noProof="0" dirty="0">
                  <a:ln>
                    <a:noFill/>
                  </a:ln>
                  <a:solidFill>
                    <a:prstClr val="black"/>
                  </a:solidFill>
                  <a:effectLst/>
                  <a:uLnTx/>
                  <a:uFillTx/>
                  <a:latin typeface="Calibri" panose="020F0502020204030204"/>
                  <a:ea typeface="+mn-ea"/>
                  <a:cs typeface="+mn-cs"/>
                </a:rPr>
                <a:t>Alle data </a:t>
              </a:r>
              <a:r>
                <a:rPr kumimoji="0" lang="nl-BE" sz="1500" b="0" i="0" u="none" strike="noStrike" kern="1200" cap="none" spc="0" normalizeH="0" baseline="0" noProof="0" dirty="0" err="1">
                  <a:ln>
                    <a:noFill/>
                  </a:ln>
                  <a:solidFill>
                    <a:prstClr val="black"/>
                  </a:solidFill>
                  <a:effectLst/>
                  <a:uLnTx/>
                  <a:uFillTx/>
                  <a:latin typeface="Calibri" panose="020F0502020204030204"/>
                  <a:ea typeface="+mn-ea"/>
                  <a:cs typeface="+mn-cs"/>
                </a:rPr>
                <a:t>geëncrypteerd</a:t>
              </a:r>
              <a:r>
                <a:rPr kumimoji="0" lang="nl-BE" sz="1500" b="0" i="0" u="none" strike="noStrike" kern="1200" cap="none" spc="0" normalizeH="0" baseline="0" noProof="0" dirty="0">
                  <a:ln>
                    <a:noFill/>
                  </a:ln>
                  <a:solidFill>
                    <a:prstClr val="black"/>
                  </a:solidFill>
                  <a:effectLst/>
                  <a:uLnTx/>
                  <a:uFillTx/>
                  <a:latin typeface="Calibri" panose="020F0502020204030204"/>
                  <a:ea typeface="+mn-ea"/>
                  <a:cs typeface="+mn-cs"/>
                </a:rPr>
                <a:t>; RIZIV-nummer(s) </a:t>
              </a:r>
              <a:r>
                <a:rPr kumimoji="0" lang="nl-BE" sz="1500" b="0" i="0" u="none" strike="noStrike" kern="1200" cap="none" spc="0" normalizeH="0" baseline="0" noProof="0" dirty="0" err="1">
                  <a:ln>
                    <a:noFill/>
                  </a:ln>
                  <a:solidFill>
                    <a:prstClr val="black"/>
                  </a:solidFill>
                  <a:effectLst/>
                  <a:uLnTx/>
                  <a:uFillTx/>
                  <a:latin typeface="Calibri" panose="020F0502020204030204"/>
                  <a:ea typeface="+mn-ea"/>
                  <a:cs typeface="+mn-cs"/>
                </a:rPr>
                <a:t>gepseudonimiseerd</a:t>
              </a:r>
              <a:r>
                <a:rPr kumimoji="0" lang="nl-BE" sz="1500" b="0" i="0" u="none" strike="noStrike" kern="1200" cap="none" spc="0" normalizeH="0" baseline="0" noProof="0" dirty="0">
                  <a:ln>
                    <a:noFill/>
                  </a:ln>
                  <a:solidFill>
                    <a:prstClr val="black"/>
                  </a:solidFill>
                  <a:effectLst/>
                  <a:uLnTx/>
                  <a:uFillTx/>
                  <a:latin typeface="Calibri" panose="020F0502020204030204"/>
                  <a:ea typeface="+mn-ea"/>
                  <a:cs typeface="+mn-cs"/>
                </a:rPr>
                <a:t>; INSZ- en opnamenummer geanonimiseerd</a:t>
              </a:r>
            </a:p>
          </p:txBody>
        </p:sp>
        <p:sp>
          <p:nvSpPr>
            <p:cNvPr id="26" name="Rechthoek 25">
              <a:extLst>
                <a:ext uri="{FF2B5EF4-FFF2-40B4-BE49-F238E27FC236}">
                  <a16:creationId xmlns:a16="http://schemas.microsoft.com/office/drawing/2014/main" id="{135C930D-4911-D1D0-3A6A-CC159C2E0931}"/>
                </a:ext>
              </a:extLst>
            </p:cNvPr>
            <p:cNvSpPr/>
            <p:nvPr/>
          </p:nvSpPr>
          <p:spPr>
            <a:xfrm>
              <a:off x="10862696" y="1723785"/>
              <a:ext cx="1052916" cy="7048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BE" sz="1600" b="0" i="0" u="none" strike="noStrike" kern="1200" cap="none" spc="0" normalizeH="0" baseline="0" noProof="0" dirty="0">
                  <a:ln>
                    <a:noFill/>
                  </a:ln>
                  <a:solidFill>
                    <a:prstClr val="white"/>
                  </a:solidFill>
                  <a:effectLst/>
                  <a:uLnTx/>
                  <a:uFillTx/>
                  <a:latin typeface="Calibri" panose="020F0502020204030204"/>
                  <a:ea typeface="+mn-ea"/>
                  <a:cs typeface="+mn-cs"/>
                </a:rPr>
                <a:t>Encryptie-sleutel</a:t>
              </a:r>
            </a:p>
          </p:txBody>
        </p:sp>
      </p:grpSp>
    </p:spTree>
    <p:extLst>
      <p:ext uri="{BB962C8B-B14F-4D97-AF65-F5344CB8AC3E}">
        <p14:creationId xmlns:p14="http://schemas.microsoft.com/office/powerpoint/2010/main" val="7863631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5794C-45C2-C732-D9B2-75295137D601}"/>
              </a:ext>
            </a:extLst>
          </p:cNvPr>
          <p:cNvSpPr>
            <a:spLocks noGrp="1"/>
          </p:cNvSpPr>
          <p:nvPr>
            <p:ph type="title"/>
          </p:nvPr>
        </p:nvSpPr>
        <p:spPr/>
        <p:txBody>
          <a:bodyPr/>
          <a:lstStyle/>
          <a:p>
            <a:r>
              <a:rPr lang="nl-BE" dirty="0" err="1"/>
              <a:t>Closing</a:t>
            </a:r>
            <a:r>
              <a:rPr lang="nl-BE" dirty="0"/>
              <a:t> statement</a:t>
            </a:r>
          </a:p>
        </p:txBody>
      </p:sp>
      <p:sp>
        <p:nvSpPr>
          <p:cNvPr id="3" name="Content Placeholder 2">
            <a:extLst>
              <a:ext uri="{FF2B5EF4-FFF2-40B4-BE49-F238E27FC236}">
                <a16:creationId xmlns:a16="http://schemas.microsoft.com/office/drawing/2014/main" id="{0B6FB1DB-33E4-C795-E899-F09C2F74FC16}"/>
              </a:ext>
            </a:extLst>
          </p:cNvPr>
          <p:cNvSpPr>
            <a:spLocks noGrp="1"/>
          </p:cNvSpPr>
          <p:nvPr>
            <p:ph idx="1"/>
          </p:nvPr>
        </p:nvSpPr>
        <p:spPr/>
        <p:txBody>
          <a:bodyPr/>
          <a:lstStyle/>
          <a:p>
            <a:pPr rtl="0" fontAlgn="ctr">
              <a:lnSpc>
                <a:spcPct val="150000"/>
              </a:lnSpc>
              <a:spcBef>
                <a:spcPts val="0"/>
              </a:spcBef>
              <a:spcAft>
                <a:spcPts val="0"/>
              </a:spcAft>
              <a:buFont typeface="Arial" panose="020B0604020202020204" pitchFamily="34" charset="0"/>
              <a:buChar char="•"/>
            </a:pPr>
            <a:r>
              <a:rPr lang="nl-BE" dirty="0"/>
              <a:t>Met </a:t>
            </a:r>
            <a:r>
              <a:rPr lang="nl-BE" dirty="0" err="1"/>
              <a:t>iPSYcare</a:t>
            </a:r>
            <a:r>
              <a:rPr lang="nl-BE" dirty="0"/>
              <a:t> maken we een begin van een </a:t>
            </a:r>
            <a:r>
              <a:rPr lang="nl-BE" dirty="0" err="1">
                <a:solidFill>
                  <a:srgbClr val="FF0000"/>
                </a:solidFill>
              </a:rPr>
              <a:t>datagedreven</a:t>
            </a:r>
            <a:r>
              <a:rPr lang="nl-BE" dirty="0">
                <a:solidFill>
                  <a:srgbClr val="FF0000"/>
                </a:solidFill>
              </a:rPr>
              <a:t> geestelijke gezondheidszorg</a:t>
            </a:r>
            <a:r>
              <a:rPr lang="nl-BE" dirty="0"/>
              <a:t>.</a:t>
            </a:r>
          </a:p>
          <a:p>
            <a:pPr rtl="0" fontAlgn="ctr">
              <a:lnSpc>
                <a:spcPct val="150000"/>
              </a:lnSpc>
              <a:spcBef>
                <a:spcPts val="0"/>
              </a:spcBef>
              <a:spcAft>
                <a:spcPts val="0"/>
              </a:spcAft>
              <a:buFont typeface="Arial" panose="020B0604020202020204" pitchFamily="34" charset="0"/>
              <a:buChar char="•"/>
            </a:pPr>
            <a:r>
              <a:rPr lang="nl-BE" dirty="0"/>
              <a:t>We zetten in op een </a:t>
            </a:r>
            <a:r>
              <a:rPr lang="nl-BE" dirty="0">
                <a:solidFill>
                  <a:srgbClr val="FF0000"/>
                </a:solidFill>
              </a:rPr>
              <a:t>uniforme registratie </a:t>
            </a:r>
            <a:r>
              <a:rPr lang="nl-BE" dirty="0"/>
              <a:t>bij alle partners d.m.v. een lerend netwerk.</a:t>
            </a:r>
          </a:p>
          <a:p>
            <a:pPr rtl="0" fontAlgn="ctr">
              <a:lnSpc>
                <a:spcPct val="150000"/>
              </a:lnSpc>
              <a:spcBef>
                <a:spcPts val="0"/>
              </a:spcBef>
              <a:spcAft>
                <a:spcPts val="0"/>
              </a:spcAft>
              <a:buFont typeface="Arial" panose="020B0604020202020204" pitchFamily="34" charset="0"/>
              <a:buChar char="•"/>
            </a:pPr>
            <a:r>
              <a:rPr lang="nl-BE" dirty="0"/>
              <a:t>Internationale varianten van </a:t>
            </a:r>
            <a:r>
              <a:rPr lang="nl-BE" dirty="0" err="1"/>
              <a:t>iPSYcare</a:t>
            </a:r>
            <a:r>
              <a:rPr lang="nl-BE" dirty="0"/>
              <a:t> bevatten data uit de ganse ggz (en breder) en hebben hun waarde al bewezen.</a:t>
            </a:r>
          </a:p>
        </p:txBody>
      </p:sp>
      <p:sp>
        <p:nvSpPr>
          <p:cNvPr id="4" name="Slide Number Placeholder 3">
            <a:extLst>
              <a:ext uri="{FF2B5EF4-FFF2-40B4-BE49-F238E27FC236}">
                <a16:creationId xmlns:a16="http://schemas.microsoft.com/office/drawing/2014/main" id="{A55D8B33-4875-D360-32A0-A84FE80C42CE}"/>
              </a:ext>
            </a:extLst>
          </p:cNvPr>
          <p:cNvSpPr>
            <a:spLocks noGrp="1"/>
          </p:cNvSpPr>
          <p:nvPr>
            <p:ph type="sldNum" sz="quarter" idx="4"/>
          </p:nvPr>
        </p:nvSpPr>
        <p:spPr/>
        <p:txBody>
          <a:bodyPr/>
          <a:lstStyle/>
          <a:p>
            <a:fld id="{B7B886DB-A2D9-4379-A7BE-E36474F7753C}" type="slidenum">
              <a:rPr lang="nl-BE" smtClean="0"/>
              <a:pPr/>
              <a:t>4</a:t>
            </a:fld>
            <a:endParaRPr lang="nl-BE" dirty="0"/>
          </a:p>
        </p:txBody>
      </p:sp>
    </p:spTree>
    <p:extLst>
      <p:ext uri="{BB962C8B-B14F-4D97-AF65-F5344CB8AC3E}">
        <p14:creationId xmlns:p14="http://schemas.microsoft.com/office/powerpoint/2010/main" val="4139197612"/>
      </p:ext>
    </p:extLst>
  </p:cSld>
  <p:clrMapOvr>
    <a:masterClrMapping/>
  </p:clrMapOvr>
</p:sld>
</file>

<file path=ppt/theme/theme1.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PT_SPF_FOD_NL  -  Compatibility Mode" id="{AC7CE67D-4221-49AB-89BA-FF84E34BEC24}" vid="{3276DD71-921A-4B32-913A-6A69B0D2622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_dlc_DocId xmlns="8247bf9c-2a0b-40c0-b0f6-d32f34df39e5">MUZPPSAQRH72-1036-32</_dlc_DocId>
    <_dlc_DocIdUrl xmlns="8247bf9c-2a0b-40c0-b0f6-d32f34df39e5">
      <Url>https://collab.health.fgov.be/Fonctionnement_procedures/CommProcedures/_layouts/DocIdRedir.aspx?ID=MUZPPSAQRH72-1036-32</Url>
      <Description>MUZPPSAQRH72-1036-32</Description>
    </_dlc_DocIdUrl>
  </documentManagement>
</p:properties>
</file>

<file path=customXml/item3.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4.xml><?xml version="1.0" encoding="utf-8"?>
<ct:contentTypeSchema xmlns:ct="http://schemas.microsoft.com/office/2006/metadata/contentType" xmlns:ma="http://schemas.microsoft.com/office/2006/metadata/properties/metaAttributes" ct:_="" ma:_="" ma:contentTypeName="Document" ma:contentTypeID="0x010100626C1213BB63CA4EB3976ED56B796316" ma:contentTypeVersion="1" ma:contentTypeDescription="Create a new document." ma:contentTypeScope="" ma:versionID="88d77c723ae31a149cdcdba33ac70b40">
  <xsd:schema xmlns:xsd="http://www.w3.org/2001/XMLSchema" xmlns:xs="http://www.w3.org/2001/XMLSchema" xmlns:p="http://schemas.microsoft.com/office/2006/metadata/properties" xmlns:ns1="http://schemas.microsoft.com/sharepoint/v3" xmlns:ns2="8247bf9c-2a0b-40c0-b0f6-d32f34df39e5" targetNamespace="http://schemas.microsoft.com/office/2006/metadata/properties" ma:root="true" ma:fieldsID="173738bc67a1dfd39e9f2ca6500eba07" ns1:_="" ns2:_="">
    <xsd:import namespace="http://schemas.microsoft.com/sharepoint/v3"/>
    <xsd:import namespace="8247bf9c-2a0b-40c0-b0f6-d32f34df39e5"/>
    <xsd:element name="properties">
      <xsd:complexType>
        <xsd:sequence>
          <xsd:element name="documentManagement">
            <xsd:complexType>
              <xsd:all>
                <xsd:element ref="ns2:_dlc_DocId" minOccurs="0"/>
                <xsd:element ref="ns2:_dlc_DocIdUrl" minOccurs="0"/>
                <xsd:element ref="ns2:_dlc_DocIdPersistId" minOccurs="0"/>
                <xsd:element ref="ns1:PublishingStartDate" minOccurs="0"/>
                <xsd:element ref="ns1:PublishingExpirationDat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11" nillable="true" ma:displayName="Scheduling Start Date" ma:description="" ma:hidden="true" ma:internalName="PublishingStartDate">
      <xsd:simpleType>
        <xsd:restriction base="dms:Unknown"/>
      </xsd:simpleType>
    </xsd:element>
    <xsd:element name="PublishingExpirationDate" ma:index="12" nillable="true" ma:displayName="Scheduling End Date" ma:description="" ma:hidden="tru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8247bf9c-2a0b-40c0-b0f6-d32f34df39e5"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9CACE9A-064E-47AE-AAC7-DCF4187B7341}">
  <ds:schemaRefs>
    <ds:schemaRef ds:uri="http://schemas.microsoft.com/sharepoint/v3/contenttype/forms"/>
  </ds:schemaRefs>
</ds:datastoreItem>
</file>

<file path=customXml/itemProps2.xml><?xml version="1.0" encoding="utf-8"?>
<ds:datastoreItem xmlns:ds="http://schemas.openxmlformats.org/officeDocument/2006/customXml" ds:itemID="{955A0C91-D235-4887-9CBA-2A1A25FC7E81}">
  <ds:schemaRefs>
    <ds:schemaRef ds:uri="http://schemas.microsoft.com/office/2006/metadata/properties"/>
    <ds:schemaRef ds:uri="http://schemas.microsoft.com/office/infopath/2007/PartnerControls"/>
    <ds:schemaRef ds:uri="http://schemas.microsoft.com/sharepoint/v3"/>
    <ds:schemaRef ds:uri="8247bf9c-2a0b-40c0-b0f6-d32f34df39e5"/>
  </ds:schemaRefs>
</ds:datastoreItem>
</file>

<file path=customXml/itemProps3.xml><?xml version="1.0" encoding="utf-8"?>
<ds:datastoreItem xmlns:ds="http://schemas.openxmlformats.org/officeDocument/2006/customXml" ds:itemID="{D0A618D5-95A9-4E93-A8F5-C50EF2A84471}">
  <ds:schemaRefs>
    <ds:schemaRef ds:uri="http://schemas.microsoft.com/sharepoint/events"/>
  </ds:schemaRefs>
</ds:datastoreItem>
</file>

<file path=customXml/itemProps4.xml><?xml version="1.0" encoding="utf-8"?>
<ds:datastoreItem xmlns:ds="http://schemas.openxmlformats.org/officeDocument/2006/customXml" ds:itemID="{A4D9A75F-3D8D-4122-8317-8F0A195B9CF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8247bf9c-2a0b-40c0-b0f6-d32f34df39e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PPT_SPF_FOD_UK</Template>
  <TotalTime>0</TotalTime>
  <Words>410</Words>
  <Application>Microsoft Office PowerPoint</Application>
  <PresentationFormat>Breedbeeld</PresentationFormat>
  <Paragraphs>41</Paragraphs>
  <Slides>4</Slides>
  <Notes>4</Notes>
  <HiddenSlides>0</HiddenSlides>
  <MMClips>0</MMClips>
  <ScaleCrop>false</ScaleCrop>
  <HeadingPairs>
    <vt:vector size="6" baseType="variant">
      <vt:variant>
        <vt:lpstr>Gebruikte lettertypen</vt:lpstr>
      </vt:variant>
      <vt:variant>
        <vt:i4>3</vt:i4>
      </vt:variant>
      <vt:variant>
        <vt:lpstr>Thema</vt:lpstr>
      </vt:variant>
      <vt:variant>
        <vt:i4>1</vt:i4>
      </vt:variant>
      <vt:variant>
        <vt:lpstr>Diatitels</vt:lpstr>
      </vt:variant>
      <vt:variant>
        <vt:i4>4</vt:i4>
      </vt:variant>
    </vt:vector>
  </HeadingPairs>
  <TitlesOfParts>
    <vt:vector size="8" baseType="lpstr">
      <vt:lpstr>Arial</vt:lpstr>
      <vt:lpstr>Calibri</vt:lpstr>
      <vt:lpstr>Open Sans</vt:lpstr>
      <vt:lpstr>Kantoorthema</vt:lpstr>
      <vt:lpstr>iPSYcare</vt:lpstr>
      <vt:lpstr>Probleem</vt:lpstr>
      <vt:lpstr>Oplossing</vt:lpstr>
      <vt:lpstr>Closing statement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PROJECTNAME</dc:title>
  <dc:creator>Andries Nelissen (SPF Santé Publique - FOD Volksgezondheid)</dc:creator>
  <cp:lastModifiedBy>Kris Van den Broeck</cp:lastModifiedBy>
  <cp:revision>3</cp:revision>
  <dcterms:created xsi:type="dcterms:W3CDTF">2023-10-20T07:50:02Z</dcterms:created>
  <dcterms:modified xsi:type="dcterms:W3CDTF">2023-11-06T09:56:40Z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0x010100626C1213BB63CA4EB3976ED56B796316</vt:lpwstr>
  </property>
  <property fmtid="{D5CDD505-2E9C-101B-9397-08002B2CF9AE}" pid="3" name="_dlc_DocIdItemGuid">
    <vt:lpwstr>94d7dbae-45f8-44f4-adea-da255fbf1e87</vt:lpwstr>
  </property>
</Properties>
</file>