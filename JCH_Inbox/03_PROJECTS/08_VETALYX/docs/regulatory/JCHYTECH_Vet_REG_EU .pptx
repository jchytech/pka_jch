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273"/>
    <p:restoredTop sz="94635"/>
  </p:normalViewPr>
  <p:slideViewPr>
    <p:cSldViewPr snapToGrid="0" snapToObjects="1">
      <p:cViewPr varScale="1">
        <p:scale>
          <a:sx n="120" d="100"/>
          <a:sy n="120" d="100"/>
        </p:scale>
        <p:origin x="247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JCHYTECH – Pan-EU Veterinary Diagnostic Dossier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Allergy Kits (Canine/Feline) – France, Germany, Spain, Italy, Belgium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Veterinary diagnostic kits fall outside Regulation (EU) 2017/746 (IVDR).</a:t>
            </a:r>
          </a:p>
          <a:p>
            <a:r>
              <a:t>ABP content (e.g., sera/antibodies) triggers Border Control (CHED-A/TRACES NT).</a:t>
            </a:r>
          </a:p>
          <a:p>
            <a:r>
              <a:t>Allergy kits are non-notifiable; no national validation required.</a:t>
            </a:r>
          </a:p>
          <a:p>
            <a:r>
              <a:t>Main obligations: product safety, CLP/REACH, local-language IFUs, EPR packaging.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Not under IVDR; ANSES &amp; DGAL oversight.</a:t>
            </a:r>
          </a:p>
          <a:p>
            <a:r>
              <a:t>Border: SIVEP/BCP + CHED-A via TRACES if ABP.</a:t>
            </a:r>
          </a:p>
          <a:p>
            <a:r>
              <a:t>Label/IFU: French.</a:t>
            </a:r>
          </a:p>
          <a:p>
            <a:r>
              <a:t>EPR: national producer obligations.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Germany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Outside IVDR; product safety principles.</a:t>
            </a:r>
          </a:p>
          <a:p>
            <a:r>
              <a:t>FLI authorization for notifiable diseases only.</a:t>
            </a:r>
          </a:p>
          <a:p>
            <a:r>
              <a:t>Label/IFU: German.</a:t>
            </a:r>
          </a:p>
          <a:p>
            <a:r>
              <a:t>EPR: VerpackG/LUCID registration.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Outside IVDR; MAPA oversees notifiable diseases.</a:t>
            </a:r>
          </a:p>
          <a:p>
            <a:r>
              <a:t>EPR: Royal Decree 1055/2022 – register + SCRAP.</a:t>
            </a:r>
          </a:p>
          <a:p>
            <a:r>
              <a:t>Label/IFU: Spanish.</a:t>
            </a:r>
          </a:p>
          <a:p>
            <a:r>
              <a:t>Border: CHED-A/TRACES if ABP.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Italy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Outside IVDR; guidance under Ministry of Health.</a:t>
            </a:r>
          </a:p>
          <a:p>
            <a:r>
              <a:t>IZS network for reference testing.</a:t>
            </a:r>
          </a:p>
          <a:p>
            <a:r>
              <a:t>Label/IFU: Italian.</a:t>
            </a:r>
          </a:p>
          <a:p>
            <a:r>
              <a:t>EPR: CONAI registration.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Belgium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Outside IVDR; FASFC/AFSCA &amp; Sciensano reference.</a:t>
            </a:r>
          </a:p>
          <a:p>
            <a:r>
              <a:t>Label/IFU: FR &amp; NL (DE optional).</a:t>
            </a:r>
          </a:p>
          <a:p>
            <a:r>
              <a:t>EPR: Fost Plus / Valipac.</a:t>
            </a:r>
          </a:p>
          <a:p>
            <a:r>
              <a:t>Border: CHED-A/TRACES if ABP.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Comparative Overview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6473801"/>
              </p:ext>
            </p:extLst>
          </p:nvPr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Theme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FR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BE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IVDR applicability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dirty="0"/>
                        <a:t>FR+NL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EPR Packaging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EPR national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VerpackG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RD 1055/2022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CONAI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Fost+/Valipac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ABP Border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SIVEP/CHED-A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BCP/CHED-A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BCP/CHED-A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BCP/CHED-A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dirty="0"/>
                        <a:t>BCP/CHED-A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Major Discrepancies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Language requirements differ (France FR, Germany DE, Spain ES, Italy IT, Belgium FR+NL).</a:t>
            </a:r>
          </a:p>
          <a:p>
            <a:r>
              <a:t>Distinct EPR packaging systems with separate registrations.</a:t>
            </a:r>
          </a:p>
          <a:p>
            <a:r>
              <a:t>Different national reference bodies for notifiable diseases.</a:t>
            </a:r>
          </a:p>
          <a:p>
            <a:r>
              <a:t>Border control nomenclature and booking procedures vary.</a:t>
            </a:r>
          </a:p>
          <a:p>
            <a:r>
              <a:t>Belgium uniquely bilingual for IFUs.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347</Words>
  <Application>Microsoft Macintosh PowerPoint</Application>
  <PresentationFormat>On-screen Show (4:3)</PresentationFormat>
  <Paragraphs>76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JCHYTECH – Pan-EU Veterinary Diagnostic Dossier</vt:lpstr>
      <vt:lpstr>Executive Summary</vt:lpstr>
      <vt:lpstr>France</vt:lpstr>
      <vt:lpstr>Germany</vt:lpstr>
      <vt:lpstr>Spain</vt:lpstr>
      <vt:lpstr>Italy</vt:lpstr>
      <vt:lpstr>Belgium</vt:lpstr>
      <vt:lpstr>Comparative Overview</vt:lpstr>
      <vt:lpstr>Major Discrepancies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Jean-Claude Havaux - Brevo</cp:lastModifiedBy>
  <cp:revision>2</cp:revision>
  <dcterms:created xsi:type="dcterms:W3CDTF">2013-01-27T09:14:16Z</dcterms:created>
  <dcterms:modified xsi:type="dcterms:W3CDTF">2025-11-10T09:14:17Z</dcterms:modified>
  <cp:category/>
</cp:coreProperties>
</file>