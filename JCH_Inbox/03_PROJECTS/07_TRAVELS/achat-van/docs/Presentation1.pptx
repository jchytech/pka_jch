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FA534-E621-31C5-71E5-D4B92421D3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495EE5-3DC5-3C60-76B5-9914DDC914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77FC4-C564-BC14-7CA8-D558DA453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4F192-0DAB-7D46-98BF-49AD98F8002C}" type="datetimeFigureOut">
              <a:rPr lang="en-BE" smtClean="0"/>
              <a:t>31/05/2026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23C5F0-7B37-5C73-03B5-ADEE61BF2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2C2A1-EF27-8AAF-706E-F167F432A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23BEF-0D09-F343-9173-64AD95092171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571434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CE87F-419E-A88E-F47E-AB5F2D2DC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1CC18-3CFD-5A4D-6002-2CFBABEECD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0AF958-CAEE-BDEE-E95F-0B2B82B9F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4F192-0DAB-7D46-98BF-49AD98F8002C}" type="datetimeFigureOut">
              <a:rPr lang="en-BE" smtClean="0"/>
              <a:t>31/05/2026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32E989-DCE2-1D28-EAAD-E8D16CD22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2E36E-13B9-C1CA-BFFF-39FA1F796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23BEF-0D09-F343-9173-64AD95092171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33367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CD06C-4262-4106-808C-248FC2B03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F4E439-642F-FA5C-1083-8FFF371D0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0D9671-04CF-E42D-B343-9869FE6F4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4F192-0DAB-7D46-98BF-49AD98F8002C}" type="datetimeFigureOut">
              <a:rPr lang="en-BE" smtClean="0"/>
              <a:t>31/05/2026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97C4A5-CBC7-4A41-5F64-040193CD2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A36B2-90C2-48EF-DE56-5DE2BD79F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23BEF-0D09-F343-9173-64AD95092171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56316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FD4FB-12E7-31DE-BBBC-E60E49042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7C1B6-72CA-A4F7-B376-D45C64AE82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3260F8-6210-EFED-416A-733553087D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538379-FCDF-3677-23F8-870D35D46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4F192-0DAB-7D46-98BF-49AD98F8002C}" type="datetimeFigureOut">
              <a:rPr lang="en-BE" smtClean="0"/>
              <a:t>31/05/2026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DD4762-FF7C-3A88-5A62-69F860281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B19D14-57BE-FC7E-C436-19CDFDF7F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23BEF-0D09-F343-9173-64AD95092171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670777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72CE9-274B-E3A1-8AF8-EE51C5E7E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66133C-73BD-022E-E18C-2AC63162BA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E3D5D6-F4DD-8E1C-E184-C40DD9B8E8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10C875-F658-12C0-EF6E-8D2C6BF672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1439CB-ED67-2529-1830-96A08BDC27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66D9F0-D257-E591-1D08-39B7D92E3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4F192-0DAB-7D46-98BF-49AD98F8002C}" type="datetimeFigureOut">
              <a:rPr lang="en-BE" smtClean="0"/>
              <a:t>31/05/2026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274968-D6C3-7908-1520-D02F0E29F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9E3E76-56AF-FD26-D656-5D46D1E10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23BEF-0D09-F343-9173-64AD95092171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747464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BF77D-B167-B007-C084-31AEF2817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3EE654-B1FF-359C-1EE3-6A3C21BDF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4F192-0DAB-7D46-98BF-49AD98F8002C}" type="datetimeFigureOut">
              <a:rPr lang="en-BE" smtClean="0"/>
              <a:t>31/05/2026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E7F39C-B479-AC66-1585-648C0E40C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F5D07C-068B-2813-3D25-C6A5B702A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23BEF-0D09-F343-9173-64AD95092171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637929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6E2150-4B06-41D0-C0F6-5B86A6EF2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4F192-0DAB-7D46-98BF-49AD98F8002C}" type="datetimeFigureOut">
              <a:rPr lang="en-BE" smtClean="0"/>
              <a:t>31/05/2026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D0E8C1-D901-1670-0188-098E47C63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B2A9C8-543E-188B-988B-AA20AD183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23BEF-0D09-F343-9173-64AD95092171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426579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B64E1-B6D4-D1CA-8F47-801F05019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73D36-4A80-16C0-987C-56A271C2B1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EE0299-BD8E-B21F-4D06-F247A7300C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42D07E-9BE0-42EB-2D61-F1C3BD904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4F192-0DAB-7D46-98BF-49AD98F8002C}" type="datetimeFigureOut">
              <a:rPr lang="en-BE" smtClean="0"/>
              <a:t>31/05/2026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4143F4-6D3F-DEBA-2889-F0E64A167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B78CAF-1E2A-3031-62A9-B9B920DA4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23BEF-0D09-F343-9173-64AD95092171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742789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50F0A-79C6-AED9-CDC2-13D3C90BE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CD73D9-1D97-40DB-42CD-46838DBFEF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9A719A-6F3E-6B6C-3AD8-49CBDCC5BD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40C779-42F0-9E6E-E1FC-7A161CE10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4F192-0DAB-7D46-98BF-49AD98F8002C}" type="datetimeFigureOut">
              <a:rPr lang="en-BE" smtClean="0"/>
              <a:t>31/05/2026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D5812-63A6-5096-50E7-5BC3C3B35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053C9A-A3C3-62E8-80CD-B7C293013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23BEF-0D09-F343-9173-64AD95092171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329230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99FAA-1C0D-BAB5-2F96-82F30AFDC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B911C4-3D82-772F-3E44-CFC70A3819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ADCB17-E04B-FD7B-915F-6814B56F0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4F192-0DAB-7D46-98BF-49AD98F8002C}" type="datetimeFigureOut">
              <a:rPr lang="en-BE" smtClean="0"/>
              <a:t>31/05/2026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DD461D-79B3-C906-525C-AB461A7DD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967390-5AD8-BDD1-AFFF-0877C51FD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23BEF-0D09-F343-9173-64AD95092171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34974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0A1438-ADD9-41A4-CA5C-93DF92BCF9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4EE832-4FFA-D7CF-C26D-B55CFE39A4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E42DA-D3A6-F08F-B99E-D4305D1D6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4F192-0DAB-7D46-98BF-49AD98F8002C}" type="datetimeFigureOut">
              <a:rPr lang="en-BE" smtClean="0"/>
              <a:t>31/05/2026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D23A7B-E8FA-AADA-D5BA-449958B89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AA5739-1E7B-A98F-B5A4-8C5B9F1C2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23BEF-0D09-F343-9173-64AD95092171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887142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2007E1-9065-C73D-F8FB-87387C2B0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1D37B5-DBEC-9F27-FC87-84F9B207F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9733F-974F-9F8F-25E3-CDC73D908D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D4F192-0DAB-7D46-98BF-49AD98F8002C}" type="datetimeFigureOut">
              <a:rPr lang="en-BE" smtClean="0"/>
              <a:t>31/05/2026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A3C399-63CB-2689-20D1-E93AA702ED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8DB071-4A32-0009-3E68-B32F4B6C51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A23BEF-0D09-F343-9173-64AD95092171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509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5E0BF1B-E3D9-7A7C-8447-396CA778A478}"/>
              </a:ext>
            </a:extLst>
          </p:cNvPr>
          <p:cNvSpPr/>
          <p:nvPr/>
        </p:nvSpPr>
        <p:spPr>
          <a:xfrm>
            <a:off x="127591" y="722126"/>
            <a:ext cx="4848445" cy="48706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sz="3200" dirty="0"/>
              <a:t>Wildnexus</a:t>
            </a:r>
          </a:p>
          <a:p>
            <a:pPr algn="ctr"/>
            <a:endParaRPr lang="en-BE" sz="3200" dirty="0"/>
          </a:p>
          <a:p>
            <a:pPr algn="ctr"/>
            <a:endParaRPr lang="en-BE" sz="3200" dirty="0"/>
          </a:p>
          <a:p>
            <a:pPr algn="ctr"/>
            <a:endParaRPr lang="en-BE" sz="3200" dirty="0"/>
          </a:p>
          <a:p>
            <a:pPr algn="ctr"/>
            <a:endParaRPr lang="en-BE" sz="3200" dirty="0"/>
          </a:p>
          <a:p>
            <a:pPr algn="ctr"/>
            <a:endParaRPr lang="en-BE" sz="3200" dirty="0"/>
          </a:p>
          <a:p>
            <a:pPr algn="ctr"/>
            <a:endParaRPr lang="en-BE" sz="3200" dirty="0"/>
          </a:p>
          <a:p>
            <a:pPr algn="ctr"/>
            <a:endParaRPr lang="en-BE" sz="3200" dirty="0"/>
          </a:p>
          <a:p>
            <a:pPr algn="ctr"/>
            <a:endParaRPr lang="en-BE" sz="3200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964D770-9F3E-B45E-B1CC-BBF978C4028C}"/>
              </a:ext>
            </a:extLst>
          </p:cNvPr>
          <p:cNvSpPr/>
          <p:nvPr/>
        </p:nvSpPr>
        <p:spPr>
          <a:xfrm>
            <a:off x="340242" y="1616148"/>
            <a:ext cx="4405425" cy="103844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Wildnexus Sensu Stricto</a:t>
            </a:r>
          </a:p>
          <a:p>
            <a:pPr algn="ctr"/>
            <a:endParaRPr lang="en-BE" dirty="0"/>
          </a:p>
          <a:p>
            <a:pPr algn="ctr"/>
            <a:endParaRPr lang="en-BE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3345007-3CCE-F3B9-67BD-1B87E4956C76}"/>
              </a:ext>
            </a:extLst>
          </p:cNvPr>
          <p:cNvSpPr/>
          <p:nvPr/>
        </p:nvSpPr>
        <p:spPr>
          <a:xfrm>
            <a:off x="756685" y="2130054"/>
            <a:ext cx="1786270" cy="33669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SATELLITE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500974A-0253-39B2-7C79-8AEAE92A8650}"/>
              </a:ext>
            </a:extLst>
          </p:cNvPr>
          <p:cNvSpPr/>
          <p:nvPr/>
        </p:nvSpPr>
        <p:spPr>
          <a:xfrm>
            <a:off x="2670100" y="3041792"/>
            <a:ext cx="1786270" cy="336698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Birdnet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531F938-4E0D-AC2B-3FEF-793D990800D2}"/>
              </a:ext>
            </a:extLst>
          </p:cNvPr>
          <p:cNvSpPr/>
          <p:nvPr/>
        </p:nvSpPr>
        <p:spPr>
          <a:xfrm>
            <a:off x="2670100" y="3449372"/>
            <a:ext cx="1786270" cy="336698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Insectnet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EF72C79-951F-76B2-8D7C-DA1A58875698}"/>
              </a:ext>
            </a:extLst>
          </p:cNvPr>
          <p:cNvSpPr/>
          <p:nvPr/>
        </p:nvSpPr>
        <p:spPr>
          <a:xfrm>
            <a:off x="2670100" y="3849866"/>
            <a:ext cx="1786270" cy="336698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Eventnet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08639E5-0A7E-F28E-DFAA-3E71BD41A92D}"/>
              </a:ext>
            </a:extLst>
          </p:cNvPr>
          <p:cNvSpPr/>
          <p:nvPr/>
        </p:nvSpPr>
        <p:spPr>
          <a:xfrm>
            <a:off x="2663456" y="2130054"/>
            <a:ext cx="1786270" cy="33669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BASE</a:t>
            </a:r>
          </a:p>
        </p:txBody>
      </p:sp>
      <p:sp>
        <p:nvSpPr>
          <p:cNvPr id="14" name="Left-right Arrow 13">
            <a:extLst>
              <a:ext uri="{FF2B5EF4-FFF2-40B4-BE49-F238E27FC236}">
                <a16:creationId xmlns:a16="http://schemas.microsoft.com/office/drawing/2014/main" id="{88BB152A-F26D-BC28-A9E1-FD8E77AB64F6}"/>
              </a:ext>
            </a:extLst>
          </p:cNvPr>
          <p:cNvSpPr/>
          <p:nvPr/>
        </p:nvSpPr>
        <p:spPr>
          <a:xfrm>
            <a:off x="2133156" y="3543737"/>
            <a:ext cx="536944" cy="164799"/>
          </a:xfrm>
          <a:prstGeom prst="left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5" name="Left-right Arrow 14">
            <a:extLst>
              <a:ext uri="{FF2B5EF4-FFF2-40B4-BE49-F238E27FC236}">
                <a16:creationId xmlns:a16="http://schemas.microsoft.com/office/drawing/2014/main" id="{C058FD75-63BE-3113-883C-567BC360A6D9}"/>
              </a:ext>
            </a:extLst>
          </p:cNvPr>
          <p:cNvSpPr/>
          <p:nvPr/>
        </p:nvSpPr>
        <p:spPr>
          <a:xfrm rot="16200000">
            <a:off x="3303182" y="2626238"/>
            <a:ext cx="513907" cy="194933"/>
          </a:xfrm>
          <a:prstGeom prst="left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AB8E128F-EB04-66DC-0E21-CB40841E0356}"/>
              </a:ext>
            </a:extLst>
          </p:cNvPr>
          <p:cNvSpPr/>
          <p:nvPr/>
        </p:nvSpPr>
        <p:spPr>
          <a:xfrm>
            <a:off x="7682022" y="544920"/>
            <a:ext cx="1901456" cy="2255876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sz="3200" dirty="0"/>
              <a:t>Vetalyx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9E2B076-C69D-70BB-ECEE-B0C62A6743D5}"/>
              </a:ext>
            </a:extLst>
          </p:cNvPr>
          <p:cNvSpPr/>
          <p:nvPr/>
        </p:nvSpPr>
        <p:spPr>
          <a:xfrm>
            <a:off x="5665380" y="544919"/>
            <a:ext cx="1901456" cy="2255876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dirty="0"/>
          </a:p>
          <a:p>
            <a:pPr algn="ctr"/>
            <a:endParaRPr lang="en-BE" dirty="0"/>
          </a:p>
          <a:p>
            <a:pPr algn="ctr"/>
            <a:endParaRPr lang="en-BE" dirty="0"/>
          </a:p>
          <a:p>
            <a:pPr algn="ctr"/>
            <a:endParaRPr lang="en-BE" dirty="0"/>
          </a:p>
          <a:p>
            <a:pPr algn="ctr"/>
            <a:endParaRPr lang="en-BE" dirty="0"/>
          </a:p>
          <a:p>
            <a:pPr algn="ctr"/>
            <a:r>
              <a:rPr lang="en-BE" dirty="0"/>
              <a:t>ARTEON</a:t>
            </a:r>
          </a:p>
          <a:p>
            <a:pPr algn="ctr"/>
            <a:endParaRPr lang="en-BE" dirty="0"/>
          </a:p>
          <a:p>
            <a:pPr algn="ctr"/>
            <a:endParaRPr lang="en-BE" dirty="0"/>
          </a:p>
          <a:p>
            <a:pPr algn="ctr"/>
            <a:endParaRPr lang="en-BE" dirty="0"/>
          </a:p>
          <a:p>
            <a:pPr algn="ctr"/>
            <a:endParaRPr lang="en-BE" dirty="0"/>
          </a:p>
          <a:p>
            <a:pPr algn="ctr"/>
            <a:endParaRPr lang="en-BE" dirty="0"/>
          </a:p>
          <a:p>
            <a:pPr algn="ctr"/>
            <a:endParaRPr lang="en-BE" dirty="0"/>
          </a:p>
          <a:p>
            <a:pPr algn="ctr"/>
            <a:endParaRPr lang="en-BE" dirty="0"/>
          </a:p>
          <a:p>
            <a:pPr algn="ctr"/>
            <a:endParaRPr lang="en-BE" dirty="0"/>
          </a:p>
          <a:p>
            <a:pPr algn="ctr"/>
            <a:endParaRPr lang="en-BE" dirty="0"/>
          </a:p>
          <a:p>
            <a:pPr algn="ctr"/>
            <a:endParaRPr lang="en-BE" dirty="0"/>
          </a:p>
          <a:p>
            <a:pPr algn="ctr"/>
            <a:endParaRPr lang="en-BE" dirty="0"/>
          </a:p>
          <a:p>
            <a:pPr algn="ctr"/>
            <a:endParaRPr lang="en-BE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03E447D-600D-0265-2958-3AA4CF636375}"/>
              </a:ext>
            </a:extLst>
          </p:cNvPr>
          <p:cNvGrpSpPr/>
          <p:nvPr/>
        </p:nvGrpSpPr>
        <p:grpSpPr>
          <a:xfrm>
            <a:off x="5722973" y="973769"/>
            <a:ext cx="1786270" cy="1594884"/>
            <a:chOff x="5621076" y="2476499"/>
            <a:chExt cx="1786270" cy="1594884"/>
          </a:xfrm>
        </p:grpSpPr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2D9AB0DC-2704-1B23-97E0-57B62EA27076}"/>
                </a:ext>
              </a:extLst>
            </p:cNvPr>
            <p:cNvSpPr/>
            <p:nvPr/>
          </p:nvSpPr>
          <p:spPr>
            <a:xfrm>
              <a:off x="5621076" y="2476499"/>
              <a:ext cx="1786270" cy="336698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BE" dirty="0"/>
                <a:t>Print shop</a:t>
              </a:r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258EEA0E-1456-72E4-C3AD-5067FF1F3525}"/>
                </a:ext>
              </a:extLst>
            </p:cNvPr>
            <p:cNvSpPr/>
            <p:nvPr/>
          </p:nvSpPr>
          <p:spPr>
            <a:xfrm>
              <a:off x="5621076" y="2884079"/>
              <a:ext cx="1786270" cy="336698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BE" dirty="0"/>
                <a:t>Wildlens blog</a:t>
              </a:r>
            </a:p>
          </p:txBody>
        </p:sp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CC3ADA40-56C9-2BFC-055D-32AFB1E9B9C0}"/>
                </a:ext>
              </a:extLst>
            </p:cNvPr>
            <p:cNvSpPr/>
            <p:nvPr/>
          </p:nvSpPr>
          <p:spPr>
            <a:xfrm>
              <a:off x="5621076" y="3284573"/>
              <a:ext cx="1786270" cy="336698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BE" dirty="0"/>
                <a:t>Photo expert</a:t>
              </a:r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1C5DA2A5-0EF2-5294-EDED-96F85E6A6766}"/>
                </a:ext>
              </a:extLst>
            </p:cNvPr>
            <p:cNvSpPr/>
            <p:nvPr/>
          </p:nvSpPr>
          <p:spPr>
            <a:xfrm>
              <a:off x="5621076" y="3734685"/>
              <a:ext cx="1786270" cy="336698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BE" dirty="0"/>
                <a:t>Photo JCH</a:t>
              </a:r>
            </a:p>
          </p:txBody>
        </p:sp>
      </p:grp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29528158-358D-8F06-83AC-9A3E768192D0}"/>
              </a:ext>
            </a:extLst>
          </p:cNvPr>
          <p:cNvSpPr/>
          <p:nvPr/>
        </p:nvSpPr>
        <p:spPr>
          <a:xfrm>
            <a:off x="5722973" y="3041792"/>
            <a:ext cx="1901456" cy="2255876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dirty="0"/>
          </a:p>
          <a:p>
            <a:pPr algn="ctr"/>
            <a:endParaRPr lang="en-BE" dirty="0"/>
          </a:p>
          <a:p>
            <a:pPr algn="ctr"/>
            <a:endParaRPr lang="en-BE" dirty="0"/>
          </a:p>
          <a:p>
            <a:pPr algn="ctr"/>
            <a:endParaRPr lang="en-BE" dirty="0"/>
          </a:p>
          <a:p>
            <a:pPr algn="ctr"/>
            <a:endParaRPr lang="en-BE" dirty="0"/>
          </a:p>
          <a:p>
            <a:pPr algn="ctr"/>
            <a:r>
              <a:rPr lang="en-BE" dirty="0"/>
              <a:t>IoT Van</a:t>
            </a:r>
          </a:p>
          <a:p>
            <a:pPr algn="ctr"/>
            <a:endParaRPr lang="en-BE" dirty="0"/>
          </a:p>
          <a:p>
            <a:pPr algn="ctr"/>
            <a:endParaRPr lang="en-BE" dirty="0"/>
          </a:p>
          <a:p>
            <a:pPr algn="ctr"/>
            <a:endParaRPr lang="en-BE" dirty="0"/>
          </a:p>
          <a:p>
            <a:pPr algn="ctr"/>
            <a:endParaRPr lang="en-BE" dirty="0"/>
          </a:p>
          <a:p>
            <a:pPr algn="ctr"/>
            <a:endParaRPr lang="en-BE" dirty="0"/>
          </a:p>
          <a:p>
            <a:pPr algn="ctr"/>
            <a:endParaRPr lang="en-BE" dirty="0"/>
          </a:p>
          <a:p>
            <a:pPr algn="ctr"/>
            <a:endParaRPr lang="en-BE" dirty="0"/>
          </a:p>
          <a:p>
            <a:pPr algn="ctr"/>
            <a:endParaRPr lang="en-BE" dirty="0"/>
          </a:p>
          <a:p>
            <a:pPr algn="ctr"/>
            <a:endParaRPr lang="en-BE" dirty="0"/>
          </a:p>
          <a:p>
            <a:pPr algn="ctr"/>
            <a:endParaRPr lang="en-BE" dirty="0"/>
          </a:p>
          <a:p>
            <a:pPr algn="ctr"/>
            <a:endParaRPr lang="en-BE" dirty="0"/>
          </a:p>
          <a:p>
            <a:pPr algn="ctr"/>
            <a:endParaRPr lang="en-BE" dirty="0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AA1A01BF-6DED-2EBA-14F4-E9F32B18EA74}"/>
              </a:ext>
            </a:extLst>
          </p:cNvPr>
          <p:cNvSpPr/>
          <p:nvPr/>
        </p:nvSpPr>
        <p:spPr>
          <a:xfrm>
            <a:off x="7749362" y="3041792"/>
            <a:ext cx="1901456" cy="2255876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dirty="0"/>
          </a:p>
          <a:p>
            <a:pPr algn="ctr"/>
            <a:endParaRPr lang="en-BE" dirty="0"/>
          </a:p>
          <a:p>
            <a:pPr algn="ctr"/>
            <a:endParaRPr lang="en-BE" dirty="0"/>
          </a:p>
          <a:p>
            <a:pPr algn="ctr"/>
            <a:endParaRPr lang="en-BE" dirty="0"/>
          </a:p>
          <a:p>
            <a:pPr algn="ctr"/>
            <a:endParaRPr lang="en-BE" dirty="0"/>
          </a:p>
          <a:p>
            <a:pPr algn="ctr"/>
            <a:r>
              <a:rPr lang="en-BE" dirty="0"/>
              <a:t>Travels</a:t>
            </a:r>
          </a:p>
          <a:p>
            <a:pPr algn="ctr"/>
            <a:endParaRPr lang="en-BE" dirty="0"/>
          </a:p>
          <a:p>
            <a:pPr algn="ctr"/>
            <a:endParaRPr lang="en-BE" dirty="0"/>
          </a:p>
          <a:p>
            <a:pPr algn="ctr"/>
            <a:endParaRPr lang="en-BE" dirty="0"/>
          </a:p>
          <a:p>
            <a:pPr algn="ctr"/>
            <a:endParaRPr lang="en-BE" dirty="0"/>
          </a:p>
          <a:p>
            <a:pPr algn="ctr"/>
            <a:endParaRPr lang="en-BE" dirty="0"/>
          </a:p>
          <a:p>
            <a:pPr algn="ctr"/>
            <a:endParaRPr lang="en-BE" dirty="0"/>
          </a:p>
          <a:p>
            <a:pPr algn="ctr"/>
            <a:endParaRPr lang="en-BE" dirty="0"/>
          </a:p>
          <a:p>
            <a:pPr algn="ctr"/>
            <a:endParaRPr lang="en-BE" dirty="0"/>
          </a:p>
          <a:p>
            <a:pPr algn="ctr"/>
            <a:endParaRPr lang="en-BE" dirty="0"/>
          </a:p>
          <a:p>
            <a:pPr algn="ctr"/>
            <a:endParaRPr lang="en-BE" dirty="0"/>
          </a:p>
          <a:p>
            <a:pPr algn="ctr"/>
            <a:endParaRPr lang="en-BE" dirty="0"/>
          </a:p>
          <a:p>
            <a:pPr algn="ctr"/>
            <a:endParaRPr lang="en-BE" dirty="0"/>
          </a:p>
        </p:txBody>
      </p:sp>
      <p:sp>
        <p:nvSpPr>
          <p:cNvPr id="28" name="Bent Up Arrow 27">
            <a:extLst>
              <a:ext uri="{FF2B5EF4-FFF2-40B4-BE49-F238E27FC236}">
                <a16:creationId xmlns:a16="http://schemas.microsoft.com/office/drawing/2014/main" id="{37DAFBF9-1842-B88C-E1DF-DAE47DC856A3}"/>
              </a:ext>
            </a:extLst>
          </p:cNvPr>
          <p:cNvSpPr/>
          <p:nvPr/>
        </p:nvSpPr>
        <p:spPr>
          <a:xfrm>
            <a:off x="1240021" y="4035048"/>
            <a:ext cx="5241851" cy="629985"/>
          </a:xfrm>
          <a:prstGeom prst="bentUp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4E58C8B-8FA7-4970-4B51-BFC064C5BDB9}"/>
              </a:ext>
            </a:extLst>
          </p:cNvPr>
          <p:cNvSpPr/>
          <p:nvPr/>
        </p:nvSpPr>
        <p:spPr>
          <a:xfrm>
            <a:off x="346886" y="2944780"/>
            <a:ext cx="1786270" cy="210568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RPI Mobile</a:t>
            </a:r>
          </a:p>
        </p:txBody>
      </p:sp>
    </p:spTree>
    <p:extLst>
      <p:ext uri="{BB962C8B-B14F-4D97-AF65-F5344CB8AC3E}">
        <p14:creationId xmlns:p14="http://schemas.microsoft.com/office/powerpoint/2010/main" val="36188495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24</Words>
  <Application>Microsoft Macintosh PowerPoint</Application>
  <PresentationFormat>Widescreen</PresentationFormat>
  <Paragraphs>67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Jean Claude havaux</dc:creator>
  <cp:lastModifiedBy>Jean Claude havaux</cp:lastModifiedBy>
  <cp:revision>1</cp:revision>
  <dcterms:created xsi:type="dcterms:W3CDTF">2026-05-31T12:52:21Z</dcterms:created>
  <dcterms:modified xsi:type="dcterms:W3CDTF">2026-05-31T13:09:50Z</dcterms:modified>
</cp:coreProperties>
</file>