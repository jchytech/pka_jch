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8" r:id="rId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703"/>
  </p:normalViewPr>
  <p:slideViewPr>
    <p:cSldViewPr snapToGrid="0">
      <p:cViewPr>
        <p:scale>
          <a:sx n="127" d="100"/>
          <a:sy n="127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057B3-A16D-975E-18D4-7FDB4B746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0C98E6-37A3-0972-1A9A-17D00B3FD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10301-7478-E9D6-90A5-298DCC94A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DE3-B5B9-084E-8110-559A4FBD9F1F}" type="datetimeFigureOut">
              <a:rPr lang="en-BE" smtClean="0"/>
              <a:t>04/10/2022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F2DF2-1853-8596-4BE9-21B30F9BF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F5A6E-726A-C04A-1230-AD363FC2A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A673-FE94-4F49-A357-ECB54A48EE1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61975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D64A-97BE-C5BE-B5DA-0920A7D64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60ADB-3AEC-DF12-9BD0-001E4CED8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52631-BA30-FDB6-68E1-5C1384555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DE3-B5B9-084E-8110-559A4FBD9F1F}" type="datetimeFigureOut">
              <a:rPr lang="en-BE" smtClean="0"/>
              <a:t>04/10/2022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12348-0EDF-F9FF-267C-D86AFDC6D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AFF3C-254E-59BA-452F-FD3D46883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A673-FE94-4F49-A357-ECB54A48EE1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52794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E216-8571-8AC8-F33E-CC7510D90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0736-59DD-B3EA-9854-F654A67A9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656E7-FF9B-A6D5-41BB-8EEBC9C52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DE3-B5B9-084E-8110-559A4FBD9F1F}" type="datetimeFigureOut">
              <a:rPr lang="en-BE" smtClean="0"/>
              <a:t>04/10/2022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C9A80-A723-451D-5834-2277AFE48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3C9FF-B02E-53A3-B14F-D6FE7F90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A673-FE94-4F49-A357-ECB54A48EE1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839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1B32-0568-78B9-EECB-8057D96F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A18F6-7F1D-B013-AC61-31C21127F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60420-5C2C-79C2-399C-020AFCDD4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8B68B-B3C2-A508-1FDC-561860387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DE3-B5B9-084E-8110-559A4FBD9F1F}" type="datetimeFigureOut">
              <a:rPr lang="en-BE" smtClean="0"/>
              <a:t>04/10/2022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EDB09-ED6D-E089-FFED-C1CE1CB39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9875A-2A4E-474B-DE55-EE282D021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A673-FE94-4F49-A357-ECB54A48EE1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299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3F98F-A36C-656D-9079-01FC2AAE7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B9493-522E-FD4F-5870-8815979EC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5D282-08EB-A3F0-7CAE-545CD6165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B2BC3F-76C2-4AA9-BBE7-80CD96382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27F2AB-45E0-ECFB-4051-DD6129CC5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CED25-0FB7-2B96-C1D1-805461F5E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DE3-B5B9-084E-8110-559A4FBD9F1F}" type="datetimeFigureOut">
              <a:rPr lang="en-BE" smtClean="0"/>
              <a:t>04/10/2022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16C14C-6E27-F792-BA34-913EE6BB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1086D1-1751-AA17-8CB6-4AFF1228F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A673-FE94-4F49-A357-ECB54A48EE1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27029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32FB7-1B4A-626E-3D9E-6DBEB6A7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AFF452-22AF-CBA5-6663-A3CDC909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DE3-B5B9-084E-8110-559A4FBD9F1F}" type="datetimeFigureOut">
              <a:rPr lang="en-BE" smtClean="0"/>
              <a:t>04/10/2022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46610-4841-1F4B-A25B-830EBC65C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222CC-65F9-F505-55E1-4D0CFAB1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A673-FE94-4F49-A357-ECB54A48EE1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8382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1F84D-AD6D-F15D-E8B8-38AB127D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DE3-B5B9-084E-8110-559A4FBD9F1F}" type="datetimeFigureOut">
              <a:rPr lang="en-BE" smtClean="0"/>
              <a:t>04/10/2022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6CE10-FD7B-7C9F-F096-29FB9D160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07E12-D3DE-114D-0C84-AB1E9D7C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A673-FE94-4F49-A357-ECB54A48EE1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80763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E239A-C697-C165-DC21-0E8B56B3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4F5C8-E93E-3B6E-BCF4-3AD377E32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7A320-0252-6AF8-2205-1597CB073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F9AD1-138E-3EC7-DFA3-3628C0120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DE3-B5B9-084E-8110-559A4FBD9F1F}" type="datetimeFigureOut">
              <a:rPr lang="en-BE" smtClean="0"/>
              <a:t>04/10/2022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6C876-CA9B-5799-6DFD-F5B402AC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E164C-B1FC-8E43-C63F-1B270A66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A673-FE94-4F49-A357-ECB54A48EE1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5424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6B7C9-6DED-710B-55B5-178A0685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92F818-81CD-2485-B801-6216EB8B6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1770C-3645-DBAA-FFED-DC20D3505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38076-426E-FA58-C9C2-41E1D201D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DE3-B5B9-084E-8110-559A4FBD9F1F}" type="datetimeFigureOut">
              <a:rPr lang="en-BE" smtClean="0"/>
              <a:t>04/10/2022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CD2C1-1635-9540-92DA-52C7BBD1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ADF72-E94E-5261-9A31-031C54A17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A673-FE94-4F49-A357-ECB54A48EE1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61942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1236-F92B-1418-7248-9225AB399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85DC62-A30F-3DF3-0C40-7D4BB3538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43416-236E-47EF-4BD4-7303D17C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DE3-B5B9-084E-8110-559A4FBD9F1F}" type="datetimeFigureOut">
              <a:rPr lang="en-BE" smtClean="0"/>
              <a:t>04/10/2022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CC19B-005B-662E-7B4D-A4C670964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68A3C-8935-011F-B7E7-5A12E2623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A673-FE94-4F49-A357-ECB54A48EE1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5726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FCDE9-1493-DF4D-9A9E-A03C886E1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6643EA-3244-90C2-0695-C59B1E82C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F7373-8542-28D7-3008-AEC6BE7BC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DE3-B5B9-084E-8110-559A4FBD9F1F}" type="datetimeFigureOut">
              <a:rPr lang="en-BE" smtClean="0"/>
              <a:t>04/10/2022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0E268-F0FD-73D8-755C-43BE7EBBA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8DFE3-C2B6-0CF7-E894-B6C208D3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A673-FE94-4F49-A357-ECB54A48EE1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44039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B9F88A-6B71-8E73-6A01-BF3D069A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3C84A-3F2A-13E8-4371-69ACE3C6F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701D5-FDB8-B03A-9669-369EA153D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2FDE3-B5B9-084E-8110-559A4FBD9F1F}" type="datetimeFigureOut">
              <a:rPr lang="en-BE" smtClean="0"/>
              <a:t>04/10/2022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A8B43-114A-081F-85FC-FC4A4B4E1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04324-B179-894D-61E6-988EEE91D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CA673-FE94-4F49-A357-ECB54A48EE1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09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8AB0D79-FF9F-75CC-605F-5DA51C78ED19}"/>
              </a:ext>
            </a:extLst>
          </p:cNvPr>
          <p:cNvSpPr/>
          <p:nvPr/>
        </p:nvSpPr>
        <p:spPr>
          <a:xfrm>
            <a:off x="501410" y="606311"/>
            <a:ext cx="10951952" cy="7719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Transversal catalog of Baxter divisions medical devices / Dim3 Platform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C8DC4AB-A0DA-7DD7-D507-21E9A14F4511}"/>
              </a:ext>
            </a:extLst>
          </p:cNvPr>
          <p:cNvSpPr/>
          <p:nvPr/>
        </p:nvSpPr>
        <p:spPr>
          <a:xfrm>
            <a:off x="501410" y="1516931"/>
            <a:ext cx="2438401" cy="5801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Installed Base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11A11B0-B482-9393-569C-79C410D3DDEC}"/>
              </a:ext>
            </a:extLst>
          </p:cNvPr>
          <p:cNvSpPr/>
          <p:nvPr/>
        </p:nvSpPr>
        <p:spPr>
          <a:xfrm>
            <a:off x="6177110" y="1506997"/>
            <a:ext cx="2438401" cy="5801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Baxter</a:t>
            </a:r>
          </a:p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New MedTech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25AA9D-D322-7C8C-F2D1-2251CA8AF733}"/>
              </a:ext>
            </a:extLst>
          </p:cNvPr>
          <p:cNvSpPr/>
          <p:nvPr/>
        </p:nvSpPr>
        <p:spPr>
          <a:xfrm>
            <a:off x="3339260" y="1506996"/>
            <a:ext cx="2438401" cy="5801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Refurbishing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3CBEDA4-7E75-75E1-41ED-AF7C01CF4DBE}"/>
              </a:ext>
            </a:extLst>
          </p:cNvPr>
          <p:cNvSpPr/>
          <p:nvPr/>
        </p:nvSpPr>
        <p:spPr>
          <a:xfrm>
            <a:off x="9014961" y="1506995"/>
            <a:ext cx="2438401" cy="5801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OEM Baxter</a:t>
            </a:r>
          </a:p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New MedTech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36B5AEA-2C8B-CC2F-B817-B89FE8EE7E89}"/>
              </a:ext>
            </a:extLst>
          </p:cNvPr>
          <p:cNvSpPr/>
          <p:nvPr/>
        </p:nvSpPr>
        <p:spPr>
          <a:xfrm>
            <a:off x="528029" y="2227333"/>
            <a:ext cx="10925328" cy="3736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Not able to send data / technical or regulatory … reasons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FC1A34-9815-68B3-A322-01F660002C3A}"/>
              </a:ext>
            </a:extLst>
          </p:cNvPr>
          <p:cNvSpPr/>
          <p:nvPr/>
        </p:nvSpPr>
        <p:spPr>
          <a:xfrm>
            <a:off x="3986546" y="2677676"/>
            <a:ext cx="3582230" cy="3736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Able to send data FDA/CE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2CD795-C4BA-6D3A-68EC-B786D3A74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305" y="5618002"/>
            <a:ext cx="1670602" cy="3736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38FC4C-1B04-33F5-3983-65A225E09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716" y="3450023"/>
            <a:ext cx="1393884" cy="311718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37CCA30-F846-E3BB-617C-2B893C0CB8A9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10079658" y="2677676"/>
            <a:ext cx="0" cy="77234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A81442-5217-4D57-7266-C7B92F17695F}"/>
              </a:ext>
            </a:extLst>
          </p:cNvPr>
          <p:cNvCxnSpPr>
            <a:cxnSpLocks/>
          </p:cNvCxnSpPr>
          <p:nvPr/>
        </p:nvCxnSpPr>
        <p:spPr>
          <a:xfrm>
            <a:off x="5968606" y="3128019"/>
            <a:ext cx="0" cy="242555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63FE07F-579A-9661-D8C0-DE9482D7E6F5}"/>
              </a:ext>
            </a:extLst>
          </p:cNvPr>
          <p:cNvCxnSpPr>
            <a:cxnSpLocks/>
          </p:cNvCxnSpPr>
          <p:nvPr/>
        </p:nvCxnSpPr>
        <p:spPr>
          <a:xfrm flipH="1">
            <a:off x="7134829" y="3851031"/>
            <a:ext cx="2853232" cy="182858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5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C8DC4AB-A0DA-7DD7-D507-21E9A14F4511}"/>
              </a:ext>
            </a:extLst>
          </p:cNvPr>
          <p:cNvSpPr/>
          <p:nvPr/>
        </p:nvSpPr>
        <p:spPr>
          <a:xfrm>
            <a:off x="441120" y="1094900"/>
            <a:ext cx="2438401" cy="5801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Installed Base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11A11B0-B482-9393-569C-79C410D3DDEC}"/>
              </a:ext>
            </a:extLst>
          </p:cNvPr>
          <p:cNvSpPr/>
          <p:nvPr/>
        </p:nvSpPr>
        <p:spPr>
          <a:xfrm>
            <a:off x="6116820" y="1084966"/>
            <a:ext cx="2438401" cy="5801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Baxter</a:t>
            </a:r>
          </a:p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New MedTech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25AA9D-D322-7C8C-F2D1-2251CA8AF733}"/>
              </a:ext>
            </a:extLst>
          </p:cNvPr>
          <p:cNvSpPr/>
          <p:nvPr/>
        </p:nvSpPr>
        <p:spPr>
          <a:xfrm>
            <a:off x="3278970" y="1084965"/>
            <a:ext cx="2438401" cy="5801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Refurbishing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3CBEDA4-7E75-75E1-41ED-AF7C01CF4DBE}"/>
              </a:ext>
            </a:extLst>
          </p:cNvPr>
          <p:cNvSpPr/>
          <p:nvPr/>
        </p:nvSpPr>
        <p:spPr>
          <a:xfrm>
            <a:off x="8954671" y="1084964"/>
            <a:ext cx="2438401" cy="5801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OEM Baxter</a:t>
            </a:r>
          </a:p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New MedTech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FC1A34-9815-68B3-A322-01F660002C3A}"/>
              </a:ext>
            </a:extLst>
          </p:cNvPr>
          <p:cNvSpPr/>
          <p:nvPr/>
        </p:nvSpPr>
        <p:spPr>
          <a:xfrm>
            <a:off x="490136" y="1787247"/>
            <a:ext cx="10902935" cy="3736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Able to send data FDA/CE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2CD795-C4BA-6D3A-68EC-B786D3A74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241" y="5640564"/>
            <a:ext cx="2557157" cy="5718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38FC4C-1B04-33F5-3983-65A225E09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125" y="3791226"/>
            <a:ext cx="1393884" cy="311718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A81442-5217-4D57-7266-C7B92F17695F}"/>
              </a:ext>
            </a:extLst>
          </p:cNvPr>
          <p:cNvCxnSpPr>
            <a:cxnSpLocks/>
          </p:cNvCxnSpPr>
          <p:nvPr/>
        </p:nvCxnSpPr>
        <p:spPr>
          <a:xfrm>
            <a:off x="5024841" y="2704732"/>
            <a:ext cx="0" cy="279642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885695C-BDBC-BD4D-4E7E-1395B737BE8E}"/>
              </a:ext>
            </a:extLst>
          </p:cNvPr>
          <p:cNvSpPr/>
          <p:nvPr/>
        </p:nvSpPr>
        <p:spPr>
          <a:xfrm>
            <a:off x="513895" y="2238896"/>
            <a:ext cx="5203461" cy="37360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Hospital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C6BF3BF-CBD2-259D-718F-696FF3AD0154}"/>
              </a:ext>
            </a:extLst>
          </p:cNvPr>
          <p:cNvSpPr/>
          <p:nvPr/>
        </p:nvSpPr>
        <p:spPr>
          <a:xfrm>
            <a:off x="7074059" y="2252382"/>
            <a:ext cx="4319012" cy="37360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Homecare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B38AA28-A3AC-95D3-B624-A7D4AA7E7B15}"/>
              </a:ext>
            </a:extLst>
          </p:cNvPr>
          <p:cNvCxnSpPr>
            <a:cxnSpLocks/>
          </p:cNvCxnSpPr>
          <p:nvPr/>
        </p:nvCxnSpPr>
        <p:spPr>
          <a:xfrm>
            <a:off x="9154067" y="2704732"/>
            <a:ext cx="0" cy="110173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EC8B492-50C8-C3B9-FE34-7C18A1910D1E}"/>
              </a:ext>
            </a:extLst>
          </p:cNvPr>
          <p:cNvSpPr/>
          <p:nvPr/>
        </p:nvSpPr>
        <p:spPr>
          <a:xfrm>
            <a:off x="441120" y="184280"/>
            <a:ext cx="10951952" cy="7719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Transversal catalog of Baxter divisions medical devices / Dim3 Platform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5F29E70-E040-56B3-DEEC-96A76957CB07}"/>
              </a:ext>
            </a:extLst>
          </p:cNvPr>
          <p:cNvCxnSpPr>
            <a:cxnSpLocks/>
          </p:cNvCxnSpPr>
          <p:nvPr/>
        </p:nvCxnSpPr>
        <p:spPr>
          <a:xfrm flipH="1">
            <a:off x="6188799" y="4232017"/>
            <a:ext cx="2965268" cy="147174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5BD2F95-F7BF-C900-EF11-B6AC5A9D0151}"/>
              </a:ext>
            </a:extLst>
          </p:cNvPr>
          <p:cNvCxnSpPr/>
          <p:nvPr/>
        </p:nvCxnSpPr>
        <p:spPr>
          <a:xfrm>
            <a:off x="5928527" y="2441749"/>
            <a:ext cx="964642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38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67</Words>
  <Application>Microsoft Macintosh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 Claude havaux</dc:creator>
  <cp:lastModifiedBy>Jean Claude havaux</cp:lastModifiedBy>
  <cp:revision>2</cp:revision>
  <dcterms:created xsi:type="dcterms:W3CDTF">2022-10-04T07:08:53Z</dcterms:created>
  <dcterms:modified xsi:type="dcterms:W3CDTF">2022-10-04T08:00:00Z</dcterms:modified>
</cp:coreProperties>
</file>