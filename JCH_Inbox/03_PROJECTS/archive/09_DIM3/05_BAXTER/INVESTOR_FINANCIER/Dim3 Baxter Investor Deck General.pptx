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4"/>
  </p:sldMasterIdLst>
  <p:notesMasterIdLst>
    <p:notesMasterId r:id="rId31"/>
  </p:notesMasterIdLst>
  <p:handoutMasterIdLst>
    <p:handoutMasterId r:id="rId32"/>
  </p:handoutMasterIdLst>
  <p:sldIdLst>
    <p:sldId id="450" r:id="rId5"/>
    <p:sldId id="464" r:id="rId6"/>
    <p:sldId id="562" r:id="rId7"/>
    <p:sldId id="695" r:id="rId8"/>
    <p:sldId id="477" r:id="rId9"/>
    <p:sldId id="479" r:id="rId10"/>
    <p:sldId id="563" r:id="rId11"/>
    <p:sldId id="560" r:id="rId12"/>
    <p:sldId id="603" r:id="rId13"/>
    <p:sldId id="500" r:id="rId14"/>
    <p:sldId id="604" r:id="rId15"/>
    <p:sldId id="605" r:id="rId16"/>
    <p:sldId id="590" r:id="rId17"/>
    <p:sldId id="493" r:id="rId18"/>
    <p:sldId id="561" r:id="rId19"/>
    <p:sldId id="693" r:id="rId20"/>
    <p:sldId id="694" r:id="rId21"/>
    <p:sldId id="564" r:id="rId22"/>
    <p:sldId id="536" r:id="rId23"/>
    <p:sldId id="583" r:id="rId24"/>
    <p:sldId id="532" r:id="rId25"/>
    <p:sldId id="543" r:id="rId26"/>
    <p:sldId id="566" r:id="rId27"/>
    <p:sldId id="525" r:id="rId28"/>
    <p:sldId id="471" r:id="rId29"/>
    <p:sldId id="52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D40E069-043C-634C-9A0A-165B14577120}">
          <p14:sldIdLst>
            <p14:sldId id="450"/>
            <p14:sldId id="464"/>
            <p14:sldId id="562"/>
            <p14:sldId id="695"/>
            <p14:sldId id="477"/>
            <p14:sldId id="479"/>
            <p14:sldId id="563"/>
            <p14:sldId id="560"/>
            <p14:sldId id="603"/>
            <p14:sldId id="500"/>
            <p14:sldId id="604"/>
            <p14:sldId id="605"/>
          </p14:sldIdLst>
        </p14:section>
        <p14:section name="Untitled Section" id="{FAE4F635-09DC-2846-B039-9E0FE3FC5ACF}">
          <p14:sldIdLst>
            <p14:sldId id="590"/>
            <p14:sldId id="493"/>
            <p14:sldId id="561"/>
            <p14:sldId id="693"/>
            <p14:sldId id="694"/>
            <p14:sldId id="564"/>
            <p14:sldId id="536"/>
            <p14:sldId id="583"/>
            <p14:sldId id="532"/>
            <p14:sldId id="543"/>
            <p14:sldId id="566"/>
            <p14:sldId id="525"/>
            <p14:sldId id="471"/>
            <p14:sldId id="52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PRIG" initials="SPRIG" lastIdx="12" clrIdx="0">
    <p:extLst>
      <p:ext uri="{19B8F6BF-5375-455C-9EA6-DF929625EA0E}">
        <p15:presenceInfo xmlns:p15="http://schemas.microsoft.com/office/powerpoint/2012/main" userId="SPRIG" providerId="None"/>
      </p:ext>
    </p:extLst>
  </p:cmAuthor>
  <p:cmAuthor id="2" name="Thierry Keutgen" initials="TK" lastIdx="20" clrIdx="1">
    <p:extLst>
      <p:ext uri="{19B8F6BF-5375-455C-9EA6-DF929625EA0E}">
        <p15:presenceInfo xmlns:p15="http://schemas.microsoft.com/office/powerpoint/2012/main" userId="Thierry Keutg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0F3168"/>
    <a:srgbClr val="00164B"/>
    <a:srgbClr val="1A1B38"/>
    <a:srgbClr val="00ADEF"/>
    <a:srgbClr val="002B69"/>
    <a:srgbClr val="06A8F5"/>
    <a:srgbClr val="E1E1E6"/>
    <a:srgbClr val="0005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64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lly%20Traugott\AppData\Local\Microsoft\Windows\INetCache\Content.Outlook\99A6TBDL\20201005-Use%20of%20procee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730699770412832E-2"/>
          <c:y val="3.7952849900417918E-2"/>
          <c:w val="0.73025592041507503"/>
          <c:h val="0.863001350491172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54B9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A17-4F94-8579-2F1E4F24720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B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Well-nourished</c:v>
                </c:pt>
                <c:pt idx="1">
                  <c:v>Malnourished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6.3</c:v>
                </c:pt>
                <c:pt idx="1">
                  <c:v>10.6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17-4F94-8579-2F1E4F2472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6"/>
        <c:overlap val="-100"/>
        <c:axId val="1090510352"/>
        <c:axId val="1090521832"/>
      </c:barChart>
      <c:catAx>
        <c:axId val="1090510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Montserrat Medium" panose="00000600000000000000" pitchFamily="2" charset="0"/>
                <a:ea typeface="+mn-ea"/>
                <a:cs typeface="+mn-cs"/>
              </a:defRPr>
            </a:pPr>
            <a:endParaRPr lang="en-BE"/>
          </a:p>
        </c:txPr>
        <c:crossAx val="1090521832"/>
        <c:crosses val="autoZero"/>
        <c:auto val="1"/>
        <c:lblAlgn val="ctr"/>
        <c:lblOffset val="100"/>
        <c:noMultiLvlLbl val="0"/>
      </c:catAx>
      <c:valAx>
        <c:axId val="1090521832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90510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B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Pitch!$B$10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1F2-455F-9B77-14E91FD48FDF}"/>
              </c:ext>
            </c:extLst>
          </c:dPt>
          <c:dPt>
            <c:idx val="1"/>
            <c:bubble3D val="0"/>
            <c:spPr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1F2-455F-9B77-14E91FD48FDF}"/>
              </c:ext>
            </c:extLst>
          </c:dPt>
          <c:dPt>
            <c:idx val="2"/>
            <c:bubble3D val="0"/>
            <c:spPr>
              <a:solidFill>
                <a:srgbClr val="CCCCCF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F1F2-455F-9B77-14E91FD48FDF}"/>
              </c:ext>
            </c:extLst>
          </c:dPt>
          <c:dPt>
            <c:idx val="3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F1F2-455F-9B77-14E91FD48FDF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F1F2-455F-9B77-14E91FD48FDF}"/>
              </c:ext>
            </c:extLst>
          </c:dPt>
          <c:dLbls>
            <c:dLbl>
              <c:idx val="0"/>
              <c:layout>
                <c:manualLayout>
                  <c:x val="1.2862785104973622E-2"/>
                  <c:y val="4.674318272046052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BE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F2-455F-9B77-14E91FD48FDF}"/>
                </c:ext>
              </c:extLst>
            </c:dLbl>
            <c:dLbl>
              <c:idx val="1"/>
              <c:layout>
                <c:manualLayout>
                  <c:x val="0.11210169509382788"/>
                  <c:y val="0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spc="0" baseline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baseline="0"/>
                      <a:t>Operations
</a:t>
                    </a:r>
                    <a:fld id="{9657AD73-2F3C-47DC-9BB6-FBC1A2CA3FC0}" type="PERCENTAGE">
                      <a:rPr lang="en-US" baseline="0"/>
                      <a:pPr>
                        <a:defRPr sz="90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</a:defRPr>
                      </a:pPr>
                      <a:t>[PERCENTAGE]</a:t>
                    </a:fld>
                    <a:endParaRPr lang="en-US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spc="0" baseline="0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BE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042376836696517"/>
                      <c:h val="0.22481727559979878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1F2-455F-9B77-14E91FD48FDF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spc="0" baseline="0">
                      <a:solidFill>
                        <a:srgbClr val="CCCCC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B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F1F2-455F-9B77-14E91FD48FDF}"/>
                </c:ext>
              </c:extLst>
            </c:dLbl>
            <c:dLbl>
              <c:idx val="3"/>
              <c:layout>
                <c:manualLayout>
                  <c:x val="3.5283893652677577E-3"/>
                  <c:y val="-4.9237630886804626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spc="0" baseline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Product Development</a:t>
                    </a:r>
                    <a:r>
                      <a:rPr lang="en-US" baseline="0"/>
                      <a:t>
</a:t>
                    </a:r>
                    <a:fld id="{3FE90026-E5A2-423C-8EB4-BF8CA5CD0D05}" type="PERCENTAGE">
                      <a:rPr lang="en-US" baseline="0" dirty="0"/>
                      <a:pPr>
                        <a:defRPr sz="9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defRPr>
                      </a:pPr>
                      <a:t>[PERCENTAGE]</a:t>
                    </a:fld>
                    <a:endParaRPr lang="en-US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spc="0" baseline="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BE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908963109161143"/>
                      <c:h val="0.2308260135973400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F1F2-455F-9B77-14E91FD48FDF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spc="0" baseline="0">
                      <a:solidFill>
                        <a:schemeClr val="accent3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B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9-F1F2-455F-9B77-14E91FD48F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BE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Pitch!$A$11:$A$15</c:f>
              <c:strCache>
                <c:ptCount val="5"/>
                <c:pt idx="0">
                  <c:v>Sales &amp; Marketing </c:v>
                </c:pt>
                <c:pt idx="1">
                  <c:v>Excellence in operations</c:v>
                </c:pt>
                <c:pt idx="2">
                  <c:v>G&amp;A</c:v>
                </c:pt>
                <c:pt idx="3">
                  <c:v>R&amp;D </c:v>
                </c:pt>
                <c:pt idx="4">
                  <c:v>Oncology </c:v>
                </c:pt>
              </c:strCache>
            </c:strRef>
          </c:cat>
          <c:val>
            <c:numRef>
              <c:f>Pitch!$B$11:$B$15</c:f>
              <c:numCache>
                <c:formatCode>0%</c:formatCode>
                <c:ptCount val="5"/>
                <c:pt idx="0">
                  <c:v>0.30252572153907825</c:v>
                </c:pt>
                <c:pt idx="1">
                  <c:v>0.30829799272621738</c:v>
                </c:pt>
                <c:pt idx="2" formatCode="0.0%">
                  <c:v>9.514445829910835E-2</c:v>
                </c:pt>
                <c:pt idx="3">
                  <c:v>0.23808108812261564</c:v>
                </c:pt>
                <c:pt idx="4">
                  <c:v>5.5950739312980384E-2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1F2-455F-9B77-14E91FD48FDF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B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62F2BE-124A-403B-852E-2BDDE9EB39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759FB7-44B5-45DE-B8C6-855D551DD1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49631-0EE9-457A-9285-29FA3AA75010}" type="datetimeFigureOut">
              <a:rPr lang="en-US" smtClean="0"/>
              <a:t>9/8/22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D5DD3-C518-41B3-90B3-51E7B7A90A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E5E8C-B9F1-4868-A32B-8F4C1DB790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40DEE-1928-4994-8833-9F6890FC4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420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6T10:04:59.8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11F1C-C3BB-44A6-BC10-BFAABA978017}" type="datetimeFigureOut">
              <a:rPr lang="fr-BE" smtClean="0"/>
              <a:t>8/09/22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1F10AD-1EFD-4681-B8E5-021025CC2A4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45641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891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Animation?</a:t>
            </a:r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883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1F10AD-1EFD-4681-B8E5-021025CC2A4E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9223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60983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78982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/>
              <a:t>Dim3 offers expert tools that trigger, assess and sustain a cycle of nutritional well being, improving care, operational efficiencies and reducing costs</a:t>
            </a:r>
            <a:endParaRPr lang="fr-BE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37011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101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References to be adapted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20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36482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21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10276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You mention optimisation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throughout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the full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journey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- how do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you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think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this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will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be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realised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(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given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the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fact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that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the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different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actors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in the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journey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typically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work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with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plenty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of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different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systems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); how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will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integration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work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in reality?</a:t>
            </a:r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25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37307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140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03"/>
          <a:stretch/>
        </p:blipFill>
        <p:spPr>
          <a:xfrm>
            <a:off x="8193386" y="0"/>
            <a:ext cx="3998614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344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810"/>
          <a:stretch/>
        </p:blipFill>
        <p:spPr>
          <a:xfrm>
            <a:off x="0" y="0"/>
            <a:ext cx="8069943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49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entere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9118"/>
          </a:xfrm>
          <a:prstGeom prst="rect">
            <a:avLst/>
          </a:prstGeom>
        </p:spPr>
        <p:txBody>
          <a:bodyPr anchor="ctr"/>
          <a:lstStyle>
            <a:lvl1pPr algn="ctr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8B51EA-405C-2F4F-8AD9-3FC3F4F2C7A1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F1D077-6C39-F740-9C94-D13CB157B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723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7067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54A90C-AF95-9E4F-9E29-D15DA63CF4F0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3DEB0A-2281-FC4F-9A9D-A507E3BF3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0151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776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26489"/>
            <a:ext cx="10515599" cy="487910"/>
          </a:xfrm>
          <a:prstGeom prst="rect">
            <a:avLst/>
          </a:prstGeom>
        </p:spPr>
        <p:txBody>
          <a:bodyPr anchor="t"/>
          <a:lstStyle>
            <a:lvl1pPr algn="l">
              <a:defRPr sz="3200">
                <a:solidFill>
                  <a:srgbClr val="072C62"/>
                </a:solidFill>
                <a:latin typeface="+mj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5A6FA2-A924-1F42-B37F-4B25E559254E}"/>
              </a:ext>
            </a:extLst>
          </p:cNvPr>
          <p:cNvCxnSpPr/>
          <p:nvPr/>
        </p:nvCxnSpPr>
        <p:spPr>
          <a:xfrm>
            <a:off x="838200" y="959372"/>
            <a:ext cx="10515600" cy="0"/>
          </a:xfrm>
          <a:prstGeom prst="line">
            <a:avLst/>
          </a:prstGeom>
          <a:ln>
            <a:solidFill>
              <a:schemeClr val="dk1">
                <a:alpha val="49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ECA6AE3-43C7-E942-A200-AD671DD21C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049979"/>
            <a:ext cx="10515601" cy="369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72C6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B25F65-2C19-874B-A9F3-35F8E1AF8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8366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242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70370" y="496973"/>
            <a:ext cx="9783430" cy="590914"/>
          </a:xfrm>
          <a:prstGeom prst="rect">
            <a:avLst/>
          </a:prstGeom>
        </p:spPr>
        <p:txBody>
          <a:bodyPr anchor="ctr"/>
          <a:lstStyle>
            <a:lvl1pPr algn="l">
              <a:defRPr sz="6000">
                <a:latin typeface="+mn-lt"/>
              </a:defRPr>
            </a:lvl1pPr>
          </a:lstStyle>
          <a:p>
            <a:r>
              <a:rPr lang="en-US"/>
              <a:t>Product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0809BF1-E616-A040-B666-EE47C99237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38200" y="375546"/>
            <a:ext cx="732170" cy="732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Logo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D8FBF5-B5D6-6B44-8CB4-89D9C9BEF38F}"/>
              </a:ext>
            </a:extLst>
          </p:cNvPr>
          <p:cNvCxnSpPr/>
          <p:nvPr/>
        </p:nvCxnSpPr>
        <p:spPr>
          <a:xfrm>
            <a:off x="838200" y="129930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42DAD30-F03C-E64A-A106-DBD318003F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424429"/>
            <a:ext cx="10515601" cy="369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25D00D4-F5AF-5E4E-B055-B42E87192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0271"/>
            <a:ext cx="10515600" cy="4204033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/>
            </a:lvl1pPr>
            <a:lvl2pPr>
              <a:buSzPct val="80000"/>
              <a:defRPr sz="2400"/>
            </a:lvl2pPr>
            <a:lvl3pPr>
              <a:buSzPct val="80000"/>
              <a:defRPr sz="2000"/>
            </a:lvl3pPr>
            <a:lvl4pPr>
              <a:buSzPct val="80000"/>
              <a:defRPr sz="1800"/>
            </a:lvl4pPr>
            <a:lvl5pPr>
              <a:buSzPct val="80000"/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1145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514064"/>
            <a:ext cx="5157787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000" b="1">
                <a:solidFill>
                  <a:srgbClr val="3477B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118901"/>
            <a:ext cx="5157787" cy="3968390"/>
          </a:xfrm>
          <a:prstGeom prst="rect">
            <a:avLst/>
          </a:prstGeom>
        </p:spPr>
        <p:txBody>
          <a:bodyPr/>
          <a:lstStyle>
            <a:lvl1pPr>
              <a:buSzPct val="80000"/>
              <a:defRPr>
                <a:solidFill>
                  <a:srgbClr val="072C62"/>
                </a:solidFill>
              </a:defRPr>
            </a:lvl1pPr>
            <a:lvl2pPr>
              <a:buSzPct val="80000"/>
              <a:defRPr>
                <a:solidFill>
                  <a:srgbClr val="072C62"/>
                </a:solidFill>
              </a:defRPr>
            </a:lvl2pPr>
            <a:lvl3pPr>
              <a:buSzPct val="80000"/>
              <a:defRPr>
                <a:solidFill>
                  <a:srgbClr val="072C62"/>
                </a:solidFill>
              </a:defRPr>
            </a:lvl3pPr>
            <a:lvl4pPr>
              <a:buSzPct val="80000"/>
              <a:defRPr>
                <a:solidFill>
                  <a:srgbClr val="072C62"/>
                </a:solidFill>
              </a:defRPr>
            </a:lvl4pPr>
            <a:lvl5pPr>
              <a:buSzPct val="80000"/>
              <a:defRPr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514064"/>
            <a:ext cx="5183188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lang="en-US" sz="2000" b="1" i="0" kern="1200" dirty="0">
                <a:solidFill>
                  <a:srgbClr val="3477B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118901"/>
            <a:ext cx="5183188" cy="3968390"/>
          </a:xfrm>
          <a:prstGeom prst="rect">
            <a:avLst/>
          </a:prstGeom>
        </p:spPr>
        <p:txBody>
          <a:bodyPr/>
          <a:lstStyle>
            <a:lvl1pPr>
              <a:buSzPct val="80000"/>
              <a:defRPr>
                <a:solidFill>
                  <a:srgbClr val="072C62"/>
                </a:solidFill>
              </a:defRPr>
            </a:lvl1pPr>
            <a:lvl2pPr>
              <a:buSzPct val="80000"/>
              <a:defRPr>
                <a:solidFill>
                  <a:srgbClr val="072C62"/>
                </a:solidFill>
              </a:defRPr>
            </a:lvl2pPr>
            <a:lvl3pPr>
              <a:buSzPct val="80000"/>
              <a:defRPr>
                <a:solidFill>
                  <a:srgbClr val="072C62"/>
                </a:solidFill>
              </a:defRPr>
            </a:lvl3pPr>
            <a:lvl4pPr>
              <a:buSzPct val="80000"/>
              <a:defRPr>
                <a:solidFill>
                  <a:srgbClr val="072C62"/>
                </a:solidFill>
              </a:defRPr>
            </a:lvl4pPr>
            <a:lvl5pPr>
              <a:buSzPct val="80000"/>
              <a:defRPr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FC8A912-A26A-714B-8244-33DBC91F9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lang="en-US" sz="3200" b="0" i="0" kern="12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9B2FF1-E50F-F84F-B942-123B15A38828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37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7043B82-C1F4-3D4F-8064-3775B3383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BB637A-0F83-904F-8B00-75982E7E2926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211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0738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7EB9E5-252E-C64D-8C78-9ECD7F287A22}"/>
              </a:ext>
            </a:extLst>
          </p:cNvPr>
          <p:cNvCxnSpPr/>
          <p:nvPr/>
        </p:nvCxnSpPr>
        <p:spPr>
          <a:xfrm>
            <a:off x="5536079" y="2949275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3">
            <a:extLst>
              <a:ext uri="{FF2B5EF4-FFF2-40B4-BE49-F238E27FC236}">
                <a16:creationId xmlns:a16="http://schemas.microsoft.com/office/drawing/2014/main" id="{291B5B1F-D689-4FB9-A9AF-BFED22C4D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36" b="3393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73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120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indoor, sitting, person&#10;&#10;Description automatically generated">
            <a:extLst>
              <a:ext uri="{FF2B5EF4-FFF2-40B4-BE49-F238E27FC236}">
                <a16:creationId xmlns:a16="http://schemas.microsoft.com/office/drawing/2014/main" id="{6E307463-BA5E-410B-9871-98A4F72B5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34445" y="-16615"/>
            <a:ext cx="10262064" cy="68746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6" y="483079"/>
            <a:ext cx="5069546" cy="345328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5" y="4678741"/>
            <a:ext cx="5567363" cy="997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033901"/>
            <a:ext cx="1602996" cy="59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44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0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33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FEC10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FEC10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41206"/>
            <a:ext cx="1041405" cy="38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628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06A8F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06A8F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45894"/>
            <a:ext cx="1028705" cy="37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9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00968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6" y="6261100"/>
            <a:ext cx="987514" cy="36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6294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0921AA-5A4B-8848-9192-273480885E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0F57EA-B432-FB4B-B176-5F5E8961597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702" y="6186972"/>
            <a:ext cx="991098" cy="36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6246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Cliquez et modifiez le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79148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>
            <a:extLst>
              <a:ext uri="{FF2B5EF4-FFF2-40B4-BE49-F238E27FC236}">
                <a16:creationId xmlns:a16="http://schemas.microsoft.com/office/drawing/2014/main" id="{14D94A44-69A8-49CD-BE1C-C171E8B596C1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78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6" r:id="rId2"/>
    <p:sldLayoutId id="214748369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700" r:id="rId14"/>
    <p:sldLayoutId id="2147483701" r:id="rId15"/>
    <p:sldLayoutId id="2147483702" r:id="rId16"/>
    <p:sldLayoutId id="2147483703" r:id="rId17"/>
    <p:sldLayoutId id="2147483698" r:id="rId18"/>
    <p:sldLayoutId id="2147483704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Montserrat Regular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customXml" Target="../ink/ink1.xml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3.sv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jpeg"/><Relationship Id="rId3" Type="http://schemas.openxmlformats.org/officeDocument/2006/relationships/image" Target="../media/image52.sv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5.png"/><Relationship Id="rId5" Type="http://schemas.openxmlformats.org/officeDocument/2006/relationships/image" Target="../media/image54.svg"/><Relationship Id="rId10" Type="http://schemas.openxmlformats.org/officeDocument/2006/relationships/image" Target="../media/image59.jpe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png"/><Relationship Id="rId5" Type="http://schemas.openxmlformats.org/officeDocument/2006/relationships/image" Target="../media/image44.png"/><Relationship Id="rId4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7.png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7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F8DB8-8E71-4A07-B502-068B32E845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6859" y="4678741"/>
            <a:ext cx="5567363" cy="997439"/>
          </a:xfrm>
        </p:spPr>
        <p:txBody>
          <a:bodyPr>
            <a:normAutofit/>
          </a:bodyPr>
          <a:lstStyle/>
          <a:p>
            <a:r>
              <a:rPr lang="fr-BE">
                <a:latin typeface="Montserrat Light" panose="00000400000000000000" pitchFamily="2" charset="0"/>
              </a:rPr>
              <a:t>Dim3 Investor Deck</a:t>
            </a:r>
            <a:br>
              <a:rPr lang="fr-BE">
                <a:latin typeface="Montserrat Light" panose="00000400000000000000" pitchFamily="2" charset="0"/>
              </a:rPr>
            </a:br>
            <a:endParaRPr lang="fr-BE">
              <a:latin typeface="Montserrat Light" panose="00000400000000000000" pitchFamily="2" charset="0"/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E4F164F0-1118-C647-4477-BEA89F2815C3}"/>
              </a:ext>
            </a:extLst>
          </p:cNvPr>
          <p:cNvSpPr txBox="1">
            <a:spLocks/>
          </p:cNvSpPr>
          <p:nvPr/>
        </p:nvSpPr>
        <p:spPr>
          <a:xfrm>
            <a:off x="320871" y="565085"/>
            <a:ext cx="5127303" cy="411365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i="0" kern="1200">
                <a:solidFill>
                  <a:schemeClr val="bg1"/>
                </a:solidFill>
                <a:latin typeface="Montserrat Regular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Montserrat Regular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Montserrat Regular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ontserrat Regular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ontserrat Regular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3200" b="1" dirty="0">
                <a:latin typeface="Calibri" panose="020F0502020204030204" pitchFamily="34" charset="0"/>
                <a:cs typeface="Calibri" panose="020F0502020204030204" pitchFamily="34" charset="0"/>
              </a:rPr>
              <a:t>Nutrition </a:t>
            </a:r>
            <a:r>
              <a:rPr lang="fr-BE" sz="3200" b="1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fr-BE" sz="3200" b="1" dirty="0">
                <a:latin typeface="Calibri" panose="020F0502020204030204" pitchFamily="34" charset="0"/>
                <a:cs typeface="Calibri" panose="020F0502020204030204" pitchFamily="34" charset="0"/>
              </a:rPr>
              <a:t> a revenue and not a </a:t>
            </a:r>
            <a:r>
              <a:rPr lang="fr-BE" sz="32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cost</a:t>
            </a:r>
            <a:endParaRPr lang="fr-BE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BE" sz="1200" b="1" spc="10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r>
              <a:rPr lang="fr-BE" sz="3200" b="1" spc="100" dirty="0" err="1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Optimizing</a:t>
            </a:r>
            <a:r>
              <a:rPr lang="fr-BE" sz="3200" b="1" spc="1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the Nutrition Care </a:t>
            </a:r>
            <a:r>
              <a:rPr lang="fr-BE" sz="3200" b="1" spc="100" dirty="0" err="1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Pathway</a:t>
            </a:r>
            <a:r>
              <a:rPr lang="fr-BE" sz="3200" b="1" spc="1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by </a:t>
            </a:r>
            <a:r>
              <a:rPr lang="fr-BE" sz="3200" b="1" spc="100" dirty="0" err="1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Digitalization</a:t>
            </a:r>
            <a:endParaRPr lang="fr-BE" sz="3200" b="1" spc="10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0154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51A5314-6088-4CDF-9D17-71E854FF5380}"/>
              </a:ext>
            </a:extLst>
          </p:cNvPr>
          <p:cNvSpPr/>
          <p:nvPr/>
        </p:nvSpPr>
        <p:spPr>
          <a:xfrm>
            <a:off x="0" y="-70954"/>
            <a:ext cx="12192000" cy="5727700"/>
          </a:xfrm>
          <a:custGeom>
            <a:avLst/>
            <a:gdLst>
              <a:gd name="connsiteX0" fmla="*/ 0 w 12192000"/>
              <a:gd name="connsiteY0" fmla="*/ 0 h 6096000"/>
              <a:gd name="connsiteX1" fmla="*/ 12192000 w 12192000"/>
              <a:gd name="connsiteY1" fmla="*/ 0 h 6096000"/>
              <a:gd name="connsiteX2" fmla="*/ 12192000 w 12192000"/>
              <a:gd name="connsiteY2" fmla="*/ 4800600 h 6096000"/>
              <a:gd name="connsiteX3" fmla="*/ 7048500 w 12192000"/>
              <a:gd name="connsiteY3" fmla="*/ 4800600 h 6096000"/>
              <a:gd name="connsiteX4" fmla="*/ 4229100 w 12192000"/>
              <a:gd name="connsiteY4" fmla="*/ 6096000 h 6096000"/>
              <a:gd name="connsiteX5" fmla="*/ 0 w 12192000"/>
              <a:gd name="connsiteY5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096000">
                <a:moveTo>
                  <a:pt x="0" y="0"/>
                </a:moveTo>
                <a:lnTo>
                  <a:pt x="12192000" y="0"/>
                </a:lnTo>
                <a:lnTo>
                  <a:pt x="12192000" y="4800600"/>
                </a:lnTo>
                <a:lnTo>
                  <a:pt x="7048500" y="4800600"/>
                </a:lnTo>
                <a:cubicBezTo>
                  <a:pt x="5818416" y="4796971"/>
                  <a:pt x="5488214" y="6056086"/>
                  <a:pt x="4229100" y="6096000"/>
                </a:cubicBezTo>
                <a:lnTo>
                  <a:pt x="0" y="6096000"/>
                </a:lnTo>
                <a:close/>
              </a:path>
            </a:pathLst>
          </a:custGeom>
          <a:gradFill flip="none" rotWithShape="1">
            <a:gsLst>
              <a:gs pos="18000">
                <a:srgbClr val="002560"/>
              </a:gs>
              <a:gs pos="43000">
                <a:srgbClr val="000034"/>
              </a:gs>
              <a:gs pos="83000">
                <a:srgbClr val="1A1B38"/>
              </a:gs>
              <a:gs pos="100000">
                <a:srgbClr val="1A1B3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EC9E7-F9F1-49A6-9700-A71E2928C280}"/>
              </a:ext>
            </a:extLst>
          </p:cNvPr>
          <p:cNvSpPr txBox="1"/>
          <p:nvPr/>
        </p:nvSpPr>
        <p:spPr>
          <a:xfrm>
            <a:off x="476250" y="606021"/>
            <a:ext cx="45148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Montserrat Regular" pitchFamily="2" charset="77"/>
                <a:ea typeface="+mj-ea"/>
                <a:cs typeface="+mj-cs"/>
              </a:rPr>
              <a:t>Transforming the management of clinical nutrition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BC0FF3-E237-4CA0-AC73-9A5500332D53}"/>
              </a:ext>
            </a:extLst>
          </p:cNvPr>
          <p:cNvSpPr txBox="1"/>
          <p:nvPr/>
        </p:nvSpPr>
        <p:spPr>
          <a:xfrm>
            <a:off x="461791" y="2904303"/>
            <a:ext cx="5000625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>
                <a:solidFill>
                  <a:schemeClr val="bg1"/>
                </a:solidFill>
                <a:latin typeface="Montserrat Medium" panose="00000600000000000000" pitchFamily="2" charset="0"/>
              </a:rPr>
              <a:t>Dim3 is establishing a data continuum between hospitals, nursing homes and homecare so that </a:t>
            </a:r>
            <a:r>
              <a:rPr lang="en-US" sz="1900">
                <a:solidFill>
                  <a:srgbClr val="FFB249"/>
                </a:solidFill>
                <a:latin typeface="Montserrat Medium" panose="00000600000000000000" pitchFamily="2" charset="0"/>
              </a:rPr>
              <a:t>nutrition quality of care is optimized throughout the </a:t>
            </a:r>
            <a:r>
              <a:rPr lang="en-US" sz="1900" b="1">
                <a:solidFill>
                  <a:srgbClr val="FFB249"/>
                </a:solidFill>
                <a:latin typeface="Montserrat Medium" panose="00000600000000000000" pitchFamily="2" charset="0"/>
              </a:rPr>
              <a:t>entire patient journey</a:t>
            </a:r>
            <a:r>
              <a:rPr lang="en-US" sz="1900" b="1">
                <a:solidFill>
                  <a:schemeClr val="bg1"/>
                </a:solidFill>
                <a:latin typeface="Montserrat Medium" panose="00000600000000000000" pitchFamily="2" charset="0"/>
              </a:rPr>
              <a:t>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1F4DC7-8690-4E64-8DA8-9B2947B6DCE0}"/>
              </a:ext>
            </a:extLst>
          </p:cNvPr>
          <p:cNvSpPr/>
          <p:nvPr/>
        </p:nvSpPr>
        <p:spPr>
          <a:xfrm>
            <a:off x="544346" y="2646095"/>
            <a:ext cx="4932529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 descr="A picture containing drawing&#10;&#10;Description automatically generated">
            <a:extLst>
              <a:ext uri="{FF2B5EF4-FFF2-40B4-BE49-F238E27FC236}">
                <a16:creationId xmlns:a16="http://schemas.microsoft.com/office/drawing/2014/main" id="{7D862745-71F1-4901-8241-0C44CBEDC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325" y="819355"/>
            <a:ext cx="963490" cy="963490"/>
          </a:xfrm>
          <a:prstGeom prst="rect">
            <a:avLst/>
          </a:prstGeom>
        </p:spPr>
      </p:pic>
      <p:pic>
        <p:nvPicPr>
          <p:cNvPr id="38" name="Picture 37" descr="A picture containing drawing&#10;&#10;Description automatically generated">
            <a:extLst>
              <a:ext uri="{FF2B5EF4-FFF2-40B4-BE49-F238E27FC236}">
                <a16:creationId xmlns:a16="http://schemas.microsoft.com/office/drawing/2014/main" id="{E18CB9FE-EE89-4A9F-82F4-01E2FAF10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815" y="415524"/>
            <a:ext cx="894602" cy="894602"/>
          </a:xfrm>
          <a:prstGeom prst="rect">
            <a:avLst/>
          </a:prstGeom>
        </p:spPr>
      </p:pic>
      <p:pic>
        <p:nvPicPr>
          <p:cNvPr id="40" name="Picture 39" descr="A picture containing drawing, light&#10;&#10;Description automatically generated">
            <a:extLst>
              <a:ext uri="{FF2B5EF4-FFF2-40B4-BE49-F238E27FC236}">
                <a16:creationId xmlns:a16="http://schemas.microsoft.com/office/drawing/2014/main" id="{877ACA2D-40C4-4327-8DED-82D8063BC6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6601" y="2108321"/>
            <a:ext cx="949897" cy="949897"/>
          </a:xfrm>
          <a:prstGeom prst="rect">
            <a:avLst/>
          </a:prstGeom>
        </p:spPr>
      </p:pic>
      <p:pic>
        <p:nvPicPr>
          <p:cNvPr id="44" name="Picture 43" descr="A picture containing light&#10;&#10;Description automatically generated">
            <a:extLst>
              <a:ext uri="{FF2B5EF4-FFF2-40B4-BE49-F238E27FC236}">
                <a16:creationId xmlns:a16="http://schemas.microsoft.com/office/drawing/2014/main" id="{1F5194C8-6742-411E-8797-EAE47EC46A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5907" y="1310126"/>
            <a:ext cx="949897" cy="949897"/>
          </a:xfrm>
          <a:prstGeom prst="rect">
            <a:avLst/>
          </a:prstGeom>
        </p:spPr>
      </p:pic>
      <p:pic>
        <p:nvPicPr>
          <p:cNvPr id="46" name="Picture 45" descr="A close up of a sign&#10;&#10;Description automatically generated">
            <a:extLst>
              <a:ext uri="{FF2B5EF4-FFF2-40B4-BE49-F238E27FC236}">
                <a16:creationId xmlns:a16="http://schemas.microsoft.com/office/drawing/2014/main" id="{5F7E6849-0F6C-4EF3-897B-8E0A888511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5804" y="3429000"/>
            <a:ext cx="949898" cy="949898"/>
          </a:xfrm>
          <a:prstGeom prst="rect">
            <a:avLst/>
          </a:prstGeom>
        </p:spPr>
      </p:pic>
      <p:pic>
        <p:nvPicPr>
          <p:cNvPr id="48" name="Picture 47" descr="A picture containing drawing&#10;&#10;Description automatically generated">
            <a:extLst>
              <a:ext uri="{FF2B5EF4-FFF2-40B4-BE49-F238E27FC236}">
                <a16:creationId xmlns:a16="http://schemas.microsoft.com/office/drawing/2014/main" id="{FB9BB764-274A-4CE2-BD7D-BE0746158F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1301" y="1822494"/>
            <a:ext cx="1328908" cy="132890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1FF2E9A-2064-4BFF-B9E1-22D7335A02D0}"/>
              </a:ext>
            </a:extLst>
          </p:cNvPr>
          <p:cNvSpPr txBox="1"/>
          <p:nvPr/>
        </p:nvSpPr>
        <p:spPr>
          <a:xfrm>
            <a:off x="7497815" y="3296540"/>
            <a:ext cx="279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40">
                <a:solidFill>
                  <a:srgbClr val="FFB249"/>
                </a:solidFill>
              </a:rPr>
              <a:t>PATIENT JOURNEY</a:t>
            </a:r>
          </a:p>
        </p:txBody>
      </p:sp>
      <p:sp>
        <p:nvSpPr>
          <p:cNvPr id="2" name="AutoShape 2" descr="Logo Dim3">
            <a:extLst>
              <a:ext uri="{FF2B5EF4-FFF2-40B4-BE49-F238E27FC236}">
                <a16:creationId xmlns:a16="http://schemas.microsoft.com/office/drawing/2014/main" id="{538F9045-983D-442C-8720-EC207D2BE6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72390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0B15E379-215E-464C-A60A-11742A6E72A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4032" t="6437" r="12389" b="14974"/>
          <a:stretch/>
        </p:blipFill>
        <p:spPr>
          <a:xfrm>
            <a:off x="8264922" y="587375"/>
            <a:ext cx="767953" cy="29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26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0.01852 L -0.0207 0.1476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2" y="645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7 -0.00069 L -0.01888 0.2224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4" y="1115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628 -0.0338 L 0.02265 -0.0393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0" y="-27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0555 L 0.01042 0.0879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1" y="412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 -0.03889 L 0.01849 -0.2210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0" y="-912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74 -0.22477 L -0.0513 -0.34606 C -0.06263 -0.37315 -0.07929 -0.38819 -0.09713 -0.38819 C -0.11719 -0.38819 -0.1332 -0.37315 -0.14453 -0.34606 L -0.19817 -0.22477 " pathEditMode="relative" rAng="0" ptsTypes="AAAAA">
                                      <p:cBhvr>
                                        <p:cTn id="22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52" y="-8171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01852 L 0.47422 0.07523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711" y="282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7" grpId="0"/>
      <p:bldP spid="28" grpId="0" animBg="1"/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2">
            <a:extLst>
              <a:ext uri="{FF2B5EF4-FFF2-40B4-BE49-F238E27FC236}">
                <a16:creationId xmlns:a16="http://schemas.microsoft.com/office/drawing/2014/main" id="{4A07BB88-2112-4CC1-997A-652E6D9A3D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4141" y="1234620"/>
            <a:ext cx="7071691" cy="37834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981A61-396D-456F-8DFC-89025F0D0FA6}"/>
              </a:ext>
            </a:extLst>
          </p:cNvPr>
          <p:cNvSpPr txBox="1"/>
          <p:nvPr/>
        </p:nvSpPr>
        <p:spPr>
          <a:xfrm>
            <a:off x="1880289" y="249614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Unmet Clinical Need</a:t>
            </a:r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28098-6C44-41CA-B7D2-141AA8D6C335}"/>
              </a:ext>
            </a:extLst>
          </p:cNvPr>
          <p:cNvSpPr txBox="1"/>
          <p:nvPr/>
        </p:nvSpPr>
        <p:spPr>
          <a:xfrm>
            <a:off x="1924050" y="2152650"/>
            <a:ext cx="245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40">
                <a:solidFill>
                  <a:srgbClr val="FFB249"/>
                </a:solidFill>
              </a:rPr>
              <a:t>SECTION 01</a:t>
            </a:r>
          </a:p>
        </p:txBody>
      </p:sp>
    </p:spTree>
    <p:extLst>
      <p:ext uri="{BB962C8B-B14F-4D97-AF65-F5344CB8AC3E}">
        <p14:creationId xmlns:p14="http://schemas.microsoft.com/office/powerpoint/2010/main" val="130982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87">
            <a:extLst>
              <a:ext uri="{FF2B5EF4-FFF2-40B4-BE49-F238E27FC236}">
                <a16:creationId xmlns:a16="http://schemas.microsoft.com/office/drawing/2014/main" id="{112AC53F-D8B3-47D1-BDBE-A7E73C5D5D64}"/>
              </a:ext>
            </a:extLst>
          </p:cNvPr>
          <p:cNvGrpSpPr/>
          <p:nvPr/>
        </p:nvGrpSpPr>
        <p:grpSpPr>
          <a:xfrm rot="16200000">
            <a:off x="4096329" y="2296017"/>
            <a:ext cx="655951" cy="260767"/>
            <a:chOff x="797503" y="2240995"/>
            <a:chExt cx="655951" cy="260767"/>
          </a:xfrm>
        </p:grpSpPr>
        <p:sp>
          <p:nvSpPr>
            <p:cNvPr id="27" name="Rectangle: Rounded Corners 88">
              <a:extLst>
                <a:ext uri="{FF2B5EF4-FFF2-40B4-BE49-F238E27FC236}">
                  <a16:creationId xmlns:a16="http://schemas.microsoft.com/office/drawing/2014/main" id="{F06C9A78-1B81-477B-A609-DC3070DC2028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 panose="020B0604020202020204"/>
                <a:ea typeface="+mn-ea"/>
                <a:cs typeface="+mn-cs"/>
              </a:endParaRPr>
            </a:p>
          </p:txBody>
        </p:sp>
        <p:sp>
          <p:nvSpPr>
            <p:cNvPr id="28" name="Rectangle: Rounded Corners 89">
              <a:extLst>
                <a:ext uri="{FF2B5EF4-FFF2-40B4-BE49-F238E27FC236}">
                  <a16:creationId xmlns:a16="http://schemas.microsoft.com/office/drawing/2014/main" id="{A6B74029-A66E-43E3-8746-BFDEC196BC61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 panose="020B0604020202020204"/>
                <a:ea typeface="+mn-ea"/>
                <a:cs typeface="+mn-cs"/>
              </a:endParaRPr>
            </a:p>
          </p:txBody>
        </p:sp>
        <p:sp>
          <p:nvSpPr>
            <p:cNvPr id="29" name="Rectangle: Rounded Corners 90">
              <a:extLst>
                <a:ext uri="{FF2B5EF4-FFF2-40B4-BE49-F238E27FC236}">
                  <a16:creationId xmlns:a16="http://schemas.microsoft.com/office/drawing/2014/main" id="{1584E0A6-5144-452E-A1E0-CCC560753BB9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30" name="Group 87">
            <a:extLst>
              <a:ext uri="{FF2B5EF4-FFF2-40B4-BE49-F238E27FC236}">
                <a16:creationId xmlns:a16="http://schemas.microsoft.com/office/drawing/2014/main" id="{5AC7D591-7DD2-4ED8-8B48-120C4F93BCA7}"/>
              </a:ext>
            </a:extLst>
          </p:cNvPr>
          <p:cNvGrpSpPr/>
          <p:nvPr/>
        </p:nvGrpSpPr>
        <p:grpSpPr>
          <a:xfrm rot="16200000">
            <a:off x="7669829" y="2294117"/>
            <a:ext cx="655951" cy="260767"/>
            <a:chOff x="797503" y="2240995"/>
            <a:chExt cx="655951" cy="260767"/>
          </a:xfrm>
        </p:grpSpPr>
        <p:sp>
          <p:nvSpPr>
            <p:cNvPr id="31" name="Rectangle: Rounded Corners 88">
              <a:extLst>
                <a:ext uri="{FF2B5EF4-FFF2-40B4-BE49-F238E27FC236}">
                  <a16:creationId xmlns:a16="http://schemas.microsoft.com/office/drawing/2014/main" id="{4C7EDF46-4A2A-4A5A-848B-8FCE2EADF46D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 panose="020B0604020202020204"/>
                <a:ea typeface="+mn-ea"/>
                <a:cs typeface="+mn-cs"/>
              </a:endParaRPr>
            </a:p>
          </p:txBody>
        </p:sp>
        <p:sp>
          <p:nvSpPr>
            <p:cNvPr id="32" name="Rectangle: Rounded Corners 89">
              <a:extLst>
                <a:ext uri="{FF2B5EF4-FFF2-40B4-BE49-F238E27FC236}">
                  <a16:creationId xmlns:a16="http://schemas.microsoft.com/office/drawing/2014/main" id="{9DDD9218-A2B1-4349-9B62-CEC6BCC16205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 panose="020B0604020202020204"/>
                <a:ea typeface="+mn-ea"/>
                <a:cs typeface="+mn-cs"/>
              </a:endParaRPr>
            </a:p>
          </p:txBody>
        </p:sp>
        <p:sp>
          <p:nvSpPr>
            <p:cNvPr id="33" name="Rectangle: Rounded Corners 90">
              <a:extLst>
                <a:ext uri="{FF2B5EF4-FFF2-40B4-BE49-F238E27FC236}">
                  <a16:creationId xmlns:a16="http://schemas.microsoft.com/office/drawing/2014/main" id="{854773F1-BE85-4214-903F-6EE19ACE02DA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2" name="Group 87">
            <a:extLst>
              <a:ext uri="{FF2B5EF4-FFF2-40B4-BE49-F238E27FC236}">
                <a16:creationId xmlns:a16="http://schemas.microsoft.com/office/drawing/2014/main" id="{67D46B98-B3C0-49B1-833A-A60410325E00}"/>
              </a:ext>
            </a:extLst>
          </p:cNvPr>
          <p:cNvGrpSpPr/>
          <p:nvPr/>
        </p:nvGrpSpPr>
        <p:grpSpPr>
          <a:xfrm rot="16200000">
            <a:off x="442392" y="2296016"/>
            <a:ext cx="655951" cy="260767"/>
            <a:chOff x="797503" y="2240995"/>
            <a:chExt cx="655951" cy="260767"/>
          </a:xfrm>
        </p:grpSpPr>
        <p:sp>
          <p:nvSpPr>
            <p:cNvPr id="23" name="Rectangle: Rounded Corners 88">
              <a:extLst>
                <a:ext uri="{FF2B5EF4-FFF2-40B4-BE49-F238E27FC236}">
                  <a16:creationId xmlns:a16="http://schemas.microsoft.com/office/drawing/2014/main" id="{63ED62FA-6151-4972-8667-52ABFFC5542B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 panose="020B0604020202020204"/>
                <a:ea typeface="+mn-ea"/>
                <a:cs typeface="+mn-cs"/>
              </a:endParaRPr>
            </a:p>
          </p:txBody>
        </p:sp>
        <p:sp>
          <p:nvSpPr>
            <p:cNvPr id="24" name="Rectangle: Rounded Corners 89">
              <a:extLst>
                <a:ext uri="{FF2B5EF4-FFF2-40B4-BE49-F238E27FC236}">
                  <a16:creationId xmlns:a16="http://schemas.microsoft.com/office/drawing/2014/main" id="{BF6C4817-1DE8-41C4-B219-BDB28F29CDCC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 panose="020B0604020202020204"/>
                <a:ea typeface="+mn-ea"/>
                <a:cs typeface="+mn-cs"/>
              </a:endParaRPr>
            </a:p>
          </p:txBody>
        </p:sp>
        <p:sp>
          <p:nvSpPr>
            <p:cNvPr id="25" name="Rectangle: Rounded Corners 90">
              <a:extLst>
                <a:ext uri="{FF2B5EF4-FFF2-40B4-BE49-F238E27FC236}">
                  <a16:creationId xmlns:a16="http://schemas.microsoft.com/office/drawing/2014/main" id="{11CD6077-4C6D-4A32-9B07-E284E55A732F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 panose="020B0604020202020204"/>
                <a:ea typeface="+mn-ea"/>
                <a:cs typeface="+mn-cs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5813116-E879-474F-A0DE-18769553058E}"/>
              </a:ext>
            </a:extLst>
          </p:cNvPr>
          <p:cNvSpPr/>
          <p:nvPr/>
        </p:nvSpPr>
        <p:spPr>
          <a:xfrm>
            <a:off x="4431607" y="2098424"/>
            <a:ext cx="3328786" cy="347508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Bold" panose="020B06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739810-E558-41BA-B58F-C8693A639A25}"/>
              </a:ext>
            </a:extLst>
          </p:cNvPr>
          <p:cNvSpPr/>
          <p:nvPr/>
        </p:nvSpPr>
        <p:spPr>
          <a:xfrm>
            <a:off x="850430" y="2098424"/>
            <a:ext cx="3328786" cy="347508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Bold" panose="020B0604020202020204"/>
              <a:ea typeface="+mn-ea"/>
              <a:cs typeface="+mn-cs"/>
            </a:endParaRPr>
          </a:p>
        </p:txBody>
      </p:sp>
      <p:sp>
        <p:nvSpPr>
          <p:cNvPr id="3" name="Moon 2">
            <a:extLst>
              <a:ext uri="{FF2B5EF4-FFF2-40B4-BE49-F238E27FC236}">
                <a16:creationId xmlns:a16="http://schemas.microsoft.com/office/drawing/2014/main" id="{DA465CD8-8ED6-42A2-B168-ECA48C3264C9}"/>
              </a:ext>
            </a:extLst>
          </p:cNvPr>
          <p:cNvSpPr/>
          <p:nvPr/>
        </p:nvSpPr>
        <p:spPr>
          <a:xfrm rot="5228522">
            <a:off x="2665382" y="5916937"/>
            <a:ext cx="684661" cy="1141407"/>
          </a:xfrm>
          <a:prstGeom prst="moon">
            <a:avLst>
              <a:gd name="adj" fmla="val 875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Bold" panose="020B060402020202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75532" y="460505"/>
            <a:ext cx="106020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n-ea"/>
                <a:cs typeface="+mn-cs"/>
              </a:rPr>
              <a:t>Malnutrition prevalence in Belgium  </a:t>
            </a:r>
          </a:p>
        </p:txBody>
      </p:sp>
      <p:pic>
        <p:nvPicPr>
          <p:cNvPr id="7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E47D9942-2334-49F5-8F6A-70E351716D5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80664" y="2603625"/>
            <a:ext cx="1005840" cy="1005840"/>
          </a:xfrm>
          <a:prstGeom prst="rect">
            <a:avLst/>
          </a:prstGeom>
        </p:spPr>
      </p:pic>
      <p:pic>
        <p:nvPicPr>
          <p:cNvPr id="8" name="Picture 69" descr="Icon&#10;&#10;Description automatically generated">
            <a:extLst>
              <a:ext uri="{FF2B5EF4-FFF2-40B4-BE49-F238E27FC236}">
                <a16:creationId xmlns:a16="http://schemas.microsoft.com/office/drawing/2014/main" id="{929F9653-5795-46B3-AD63-894070F5911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7244" y="2608995"/>
            <a:ext cx="1005840" cy="100584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BB6EFF1-B1C4-49C2-884E-DE653A4FCE9A}"/>
              </a:ext>
            </a:extLst>
          </p:cNvPr>
          <p:cNvSpPr txBox="1"/>
          <p:nvPr/>
        </p:nvSpPr>
        <p:spPr>
          <a:xfrm>
            <a:off x="1108235" y="4028735"/>
            <a:ext cx="25506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51% at risk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33% malnourished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CF451C3-F05D-4CD3-97FA-01B18265E309}"/>
              </a:ext>
            </a:extLst>
          </p:cNvPr>
          <p:cNvSpPr txBox="1"/>
          <p:nvPr/>
        </p:nvSpPr>
        <p:spPr>
          <a:xfrm>
            <a:off x="4904852" y="4028735"/>
            <a:ext cx="25106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57% at risk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16% malnourished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7D461E-AAB1-4765-8608-19EAF25D09E0}"/>
              </a:ext>
            </a:extLst>
          </p:cNvPr>
          <p:cNvSpPr/>
          <p:nvPr/>
        </p:nvSpPr>
        <p:spPr>
          <a:xfrm>
            <a:off x="8022544" y="2098424"/>
            <a:ext cx="3328786" cy="347508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Bold" panose="020B0604020202020204"/>
              <a:ea typeface="+mn-ea"/>
              <a:cs typeface="+mn-cs"/>
            </a:endParaRPr>
          </a:p>
        </p:txBody>
      </p:sp>
      <p:pic>
        <p:nvPicPr>
          <p:cNvPr id="9" name="Picture 71" descr="Icon&#10;&#10;Description automatically generated">
            <a:extLst>
              <a:ext uri="{FF2B5EF4-FFF2-40B4-BE49-F238E27FC236}">
                <a16:creationId xmlns:a16="http://schemas.microsoft.com/office/drawing/2014/main" id="{923B22F6-9417-4334-9673-7A76FB5E225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184936" y="2605465"/>
            <a:ext cx="1004000" cy="10040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10F2DABE-4266-4210-8001-55AC751A0FC4}"/>
              </a:ext>
            </a:extLst>
          </p:cNvPr>
          <p:cNvSpPr txBox="1"/>
          <p:nvPr/>
        </p:nvSpPr>
        <p:spPr>
          <a:xfrm>
            <a:off x="8327429" y="3993299"/>
            <a:ext cx="27190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49% at risk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12,8% malnourished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57DAE1C0-B1D3-4E85-94FA-75A8D3AC5835}"/>
              </a:ext>
            </a:extLst>
          </p:cNvPr>
          <p:cNvSpPr txBox="1"/>
          <p:nvPr/>
        </p:nvSpPr>
        <p:spPr>
          <a:xfrm>
            <a:off x="900751" y="1413522"/>
            <a:ext cx="107701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C4245"/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WHO: “Malnutrition refers to deficiencies, excesses, or imbalances in a person’s intake of energy and/or nutrients.” 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A1B38"/>
              </a:solidFill>
              <a:effectLst/>
              <a:uLnTx/>
              <a:uFillTx/>
              <a:latin typeface="Montserrat" panose="020B0604020202020204"/>
              <a:ea typeface="+mn-ea"/>
              <a:cs typeface="+mn-cs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1D96DEEF-B49A-4872-A161-A14038BB92BA}"/>
              </a:ext>
            </a:extLst>
          </p:cNvPr>
          <p:cNvSpPr txBox="1"/>
          <p:nvPr/>
        </p:nvSpPr>
        <p:spPr>
          <a:xfrm>
            <a:off x="3007712" y="6199099"/>
            <a:ext cx="983551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References: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https://www.who.int/news-room/fact-sheets/detail/malnutrition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https://kce.fgov.be/en/organization-and-reimbursement-of-enteral-and-parenteral-nutrition-in-and-outside-the-hospital-in</a:t>
            </a:r>
          </a:p>
        </p:txBody>
      </p:sp>
    </p:spTree>
    <p:extLst>
      <p:ext uri="{BB962C8B-B14F-4D97-AF65-F5344CB8AC3E}">
        <p14:creationId xmlns:p14="http://schemas.microsoft.com/office/powerpoint/2010/main" val="3066288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86B1250-D886-4340-BBE9-D911295E1266}"/>
              </a:ext>
            </a:extLst>
          </p:cNvPr>
          <p:cNvSpPr/>
          <p:nvPr/>
        </p:nvSpPr>
        <p:spPr>
          <a:xfrm>
            <a:off x="0" y="1524000"/>
            <a:ext cx="12192000" cy="4076700"/>
          </a:xfrm>
          <a:prstGeom prst="rect">
            <a:avLst/>
          </a:prstGeom>
          <a:gradFill flip="none" rotWithShape="1">
            <a:gsLst>
              <a:gs pos="0">
                <a:srgbClr val="000034"/>
              </a:gs>
              <a:gs pos="70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75532" y="460505"/>
            <a:ext cx="106020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Malnutrition is Costly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2A1A4A0-BBD1-4660-B845-5892281E4F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6483129"/>
              </p:ext>
            </p:extLst>
          </p:nvPr>
        </p:nvGraphicFramePr>
        <p:xfrm>
          <a:off x="1045695" y="1689083"/>
          <a:ext cx="5037738" cy="333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EEBEB1C-7AAE-4D89-AAB4-07B75479657F}"/>
              </a:ext>
            </a:extLst>
          </p:cNvPr>
          <p:cNvSpPr txBox="1"/>
          <p:nvPr/>
        </p:nvSpPr>
        <p:spPr>
          <a:xfrm>
            <a:off x="1856907" y="3395762"/>
            <a:ext cx="678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</a:rPr>
              <a:t>DAYS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2B329-D3DC-4D51-93AA-802A79926983}"/>
              </a:ext>
            </a:extLst>
          </p:cNvPr>
          <p:cNvSpPr txBox="1"/>
          <p:nvPr/>
        </p:nvSpPr>
        <p:spPr>
          <a:xfrm>
            <a:off x="1836606" y="1768789"/>
            <a:ext cx="1310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spc="100">
                <a:solidFill>
                  <a:schemeClr val="bg1"/>
                </a:solidFill>
                <a:ea typeface="Gadugi" panose="020B0502040204020203" pitchFamily="34" charset="0"/>
              </a:rPr>
              <a:t>59%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64753E-F58B-447E-8E94-3C8E8BC11714}"/>
              </a:ext>
            </a:extLst>
          </p:cNvPr>
          <p:cNvSpPr txBox="1"/>
          <p:nvPr/>
        </p:nvSpPr>
        <p:spPr>
          <a:xfrm>
            <a:off x="3688931" y="2393344"/>
            <a:ext cx="678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</a:rPr>
              <a:t>DAYS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50FB95F-58F8-4D06-A526-1F06B3D7B97C}"/>
              </a:ext>
            </a:extLst>
          </p:cNvPr>
          <p:cNvCxnSpPr>
            <a:cxnSpLocks/>
          </p:cNvCxnSpPr>
          <p:nvPr/>
        </p:nvCxnSpPr>
        <p:spPr>
          <a:xfrm>
            <a:off x="6105525" y="2045273"/>
            <a:ext cx="0" cy="303669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9F61F4E-38EA-405D-8D0F-882C8BFCFC88}"/>
              </a:ext>
            </a:extLst>
          </p:cNvPr>
          <p:cNvSpPr txBox="1"/>
          <p:nvPr/>
        </p:nvSpPr>
        <p:spPr>
          <a:xfrm>
            <a:off x="1625342" y="2391579"/>
            <a:ext cx="1260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  <a:latin typeface="Montserrat Medium" panose="00000600000000000000" pitchFamily="2" charset="0"/>
              </a:rPr>
              <a:t>INCREASED LOS</a:t>
            </a:r>
            <a:r>
              <a:rPr lang="en-US" sz="1200" spc="100" baseline="30000">
                <a:solidFill>
                  <a:schemeClr val="bg1"/>
                </a:solidFill>
                <a:latin typeface="Montserrat Medium" panose="00000600000000000000" pitchFamily="2" charset="0"/>
              </a:rPr>
              <a:t>1</a:t>
            </a:r>
          </a:p>
        </p:txBody>
      </p:sp>
      <p:sp>
        <p:nvSpPr>
          <p:cNvPr id="32" name="Arrow: Up 31">
            <a:extLst>
              <a:ext uri="{FF2B5EF4-FFF2-40B4-BE49-F238E27FC236}">
                <a16:creationId xmlns:a16="http://schemas.microsoft.com/office/drawing/2014/main" id="{A7115082-1B57-4A1D-BB07-32622EEE81B7}"/>
              </a:ext>
            </a:extLst>
          </p:cNvPr>
          <p:cNvSpPr/>
          <p:nvPr/>
        </p:nvSpPr>
        <p:spPr>
          <a:xfrm rot="2569611">
            <a:off x="2876592" y="2201196"/>
            <a:ext cx="187368" cy="938294"/>
          </a:xfrm>
          <a:prstGeom prst="up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3F35A6-046E-46BE-8DF0-4B381343F376}"/>
              </a:ext>
            </a:extLst>
          </p:cNvPr>
          <p:cNvSpPr txBox="1"/>
          <p:nvPr/>
        </p:nvSpPr>
        <p:spPr>
          <a:xfrm>
            <a:off x="7872984" y="6347709"/>
            <a:ext cx="422744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fr-BE" sz="900">
                <a:solidFill>
                  <a:schemeClr val="bg1">
                    <a:lumMod val="65000"/>
                  </a:schemeClr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https://clinicalnutritionespen.com/article/S2405-4577(15)00097-2/pdf</a:t>
            </a:r>
            <a:endParaRPr lang="en-US" sz="900">
              <a:solidFill>
                <a:schemeClr val="bg1">
                  <a:lumMod val="65000"/>
                </a:schemeClr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cs typeface="Times New Roman" panose="02020603050405020304" pitchFamily="18" charset="0"/>
              </a:rPr>
              <a:t>2. </a:t>
            </a:r>
            <a:r>
              <a:rPr lang="en-US" sz="900">
                <a:solidFill>
                  <a:schemeClr val="bg1">
                    <a:lumMod val="65000"/>
                  </a:schemeClr>
                </a:solidFill>
                <a:latin typeface="+mj-lt"/>
              </a:rPr>
              <a:t>https://www.nature.com/articles/ejcn2014280 </a:t>
            </a:r>
          </a:p>
          <a:p>
            <a:endParaRPr lang="en-US" sz="900">
              <a:solidFill>
                <a:schemeClr val="bg1">
                  <a:lumMod val="65000"/>
                </a:schemeClr>
              </a:solidFill>
              <a:highlight>
                <a:srgbClr val="FFFF00"/>
              </a:highlight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0D4F2D-9627-4B23-8C33-9F0ABC688A43}"/>
              </a:ext>
            </a:extLst>
          </p:cNvPr>
          <p:cNvSpPr txBox="1"/>
          <p:nvPr/>
        </p:nvSpPr>
        <p:spPr>
          <a:xfrm>
            <a:off x="764717" y="5677376"/>
            <a:ext cx="4763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spc="100">
                <a:latin typeface="Montserrat Medium" panose="00000600000000000000" pitchFamily="2" charset="0"/>
              </a:rPr>
              <a:t>INCREASED LENGTH OF STAY (LOS)</a:t>
            </a:r>
            <a:endParaRPr lang="en-US" spc="100" baseline="30000">
              <a:latin typeface="Montserrat Medium" panose="00000600000000000000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DA287EB-C0A4-49FF-BEA2-D0EA661DA8DF}"/>
              </a:ext>
            </a:extLst>
          </p:cNvPr>
          <p:cNvSpPr txBox="1"/>
          <p:nvPr/>
        </p:nvSpPr>
        <p:spPr>
          <a:xfrm>
            <a:off x="7059309" y="5699660"/>
            <a:ext cx="4361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spc="100">
                <a:latin typeface="Montserrat Medium" panose="00000600000000000000" pitchFamily="2" charset="0"/>
              </a:rPr>
              <a:t>INCREASED HEALTHCARE COSTS</a:t>
            </a:r>
            <a:endParaRPr lang="en-US" spc="100" baseline="30000">
              <a:latin typeface="Montserrat Medium" panose="00000600000000000000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4D2A2F-445A-4C4F-B69E-9AA35EDD1659}"/>
              </a:ext>
            </a:extLst>
          </p:cNvPr>
          <p:cNvSpPr/>
          <p:nvPr/>
        </p:nvSpPr>
        <p:spPr>
          <a:xfrm>
            <a:off x="7758099" y="3290182"/>
            <a:ext cx="2598339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>
                <a:solidFill>
                  <a:schemeClr val="bg1"/>
                </a:solidFill>
                <a:ea typeface="Gadugi" panose="020B0502040204020203" pitchFamily="34" charset="0"/>
                <a:cs typeface="Times New Roman" panose="02020603050405020304" pitchFamily="18" charset="0"/>
              </a:rPr>
              <a:t>€170B</a:t>
            </a:r>
          </a:p>
          <a:p>
            <a:r>
              <a:rPr lang="en-US" sz="2000" spc="100">
                <a:solidFill>
                  <a:schemeClr val="bg1"/>
                </a:solidFill>
                <a:latin typeface="Montserrat 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per year in EU</a:t>
            </a:r>
            <a:r>
              <a:rPr lang="en-US" sz="2000" spc="100" baseline="30000">
                <a:solidFill>
                  <a:schemeClr val="bg1"/>
                </a:solidFill>
                <a:latin typeface="Montserrat 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sz="2400" spc="100" baseline="30000">
              <a:solidFill>
                <a:schemeClr val="bg1"/>
              </a:solidFill>
              <a:latin typeface="Montserrat Medium" panose="000006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8C1126-DD9D-4E9D-AA8C-67198B4FF2C0}"/>
              </a:ext>
            </a:extLst>
          </p:cNvPr>
          <p:cNvSpPr txBox="1"/>
          <p:nvPr/>
        </p:nvSpPr>
        <p:spPr>
          <a:xfrm>
            <a:off x="7759150" y="2446166"/>
            <a:ext cx="18805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100">
                <a:solidFill>
                  <a:schemeClr val="bg1"/>
                </a:solidFill>
                <a:latin typeface="Montserrat Medium" panose="00000600000000000000" pitchFamily="2" charset="0"/>
              </a:rPr>
              <a:t>UNTREATED MALNUTRITION COSTS </a:t>
            </a:r>
          </a:p>
        </p:txBody>
      </p:sp>
      <p:pic>
        <p:nvPicPr>
          <p:cNvPr id="24" name="Graphic 23" descr="IV">
            <a:extLst>
              <a:ext uri="{FF2B5EF4-FFF2-40B4-BE49-F238E27FC236}">
                <a16:creationId xmlns:a16="http://schemas.microsoft.com/office/drawing/2014/main" id="{C7D37835-6A0A-45C1-85C5-9E191418E5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97030" y="2390535"/>
            <a:ext cx="737040" cy="73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622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3" grpId="0"/>
      <p:bldP spid="32" grpId="0" animBg="1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75532" y="460505"/>
            <a:ext cx="106020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Root Causes of Malnutrition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D5DDD3-AEF4-4C34-8B03-065DFA4BB2D3}"/>
              </a:ext>
            </a:extLst>
          </p:cNvPr>
          <p:cNvGrpSpPr/>
          <p:nvPr/>
        </p:nvGrpSpPr>
        <p:grpSpPr>
          <a:xfrm>
            <a:off x="2251587" y="1787205"/>
            <a:ext cx="7688826" cy="3406124"/>
            <a:chOff x="-5315279" y="-4353058"/>
            <a:chExt cx="10630556" cy="470930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D2CB8D1-FC5E-4450-BD7D-D929A7297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4650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33024EBD-2184-434F-A9CA-0CBA9355DF66}"/>
                </a:ext>
              </a:extLst>
            </p:cNvPr>
            <p:cNvSpPr/>
            <p:nvPr/>
          </p:nvSpPr>
          <p:spPr>
            <a:xfrm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2FBED47-2DDC-4858-AE42-A6B073A989C5}"/>
                </a:ext>
              </a:extLst>
            </p:cNvPr>
            <p:cNvCxnSpPr/>
            <p:nvPr/>
          </p:nvCxnSpPr>
          <p:spPr>
            <a:xfrm>
              <a:off x="-5315279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B943496E-B4FB-4933-9DB6-AFDBC4C6C7D1}"/>
                </a:ext>
              </a:extLst>
            </p:cNvPr>
            <p:cNvSpPr/>
            <p:nvPr/>
          </p:nvSpPr>
          <p:spPr>
            <a:xfrm flipH="1" flipV="1"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118E6D1-C61C-4F30-91AE-81D9E53E481C}"/>
                </a:ext>
              </a:extLst>
            </p:cNvPr>
            <p:cNvSpPr/>
            <p:nvPr/>
          </p:nvSpPr>
          <p:spPr>
            <a:xfrm>
              <a:off x="-2005783" y="-4004187"/>
              <a:ext cx="4011564" cy="4011560"/>
            </a:xfrm>
            <a:prstGeom prst="ellipse">
              <a:avLst/>
            </a:prstGeom>
            <a:gradFill>
              <a:gsLst>
                <a:gs pos="0">
                  <a:srgbClr val="000034"/>
                </a:gs>
                <a:gs pos="5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1270000" sx="90000" sy="90000" algn="ctr" rotWithShape="0">
                <a:schemeClr val="tx1">
                  <a:lumMod val="95000"/>
                  <a:lumOff val="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BE208146-670E-4C41-A78E-DDFB010B7B02}"/>
              </a:ext>
            </a:extLst>
          </p:cNvPr>
          <p:cNvSpPr/>
          <p:nvPr/>
        </p:nvSpPr>
        <p:spPr>
          <a:xfrm>
            <a:off x="7699101" y="2356593"/>
            <a:ext cx="3667935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b="1">
                <a:solidFill>
                  <a:srgbClr val="FF0000"/>
                </a:solidFill>
                <a:latin typeface="+mj-lt"/>
                <a:cs typeface="Segoe UI" panose="020B0502040204020203" pitchFamily="34" charset="0"/>
              </a:rPr>
              <a:t>Less than 60% Compliance</a:t>
            </a:r>
            <a:r>
              <a:rPr lang="en-US" b="1" baseline="30000">
                <a:solidFill>
                  <a:srgbClr val="FF0000"/>
                </a:solidFill>
                <a:latin typeface="+mj-lt"/>
                <a:cs typeface="Segoe UI" panose="020B0502040204020203" pitchFamily="34" charset="0"/>
              </a:rPr>
              <a:t>1,2</a:t>
            </a:r>
            <a:endParaRPr lang="id-ID" b="1" baseline="30000">
              <a:solidFill>
                <a:srgbClr val="FF000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4324B0-A2C6-4319-95FF-C9D563D2F570}"/>
              </a:ext>
            </a:extLst>
          </p:cNvPr>
          <p:cNvSpPr/>
          <p:nvPr/>
        </p:nvSpPr>
        <p:spPr>
          <a:xfrm>
            <a:off x="8356461" y="2683343"/>
            <a:ext cx="2353217" cy="739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Patients don’t receive what they have been prescribed. Very few know the issue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69CF40-BC9A-49D8-AE90-B39E696EC97E}"/>
              </a:ext>
            </a:extLst>
          </p:cNvPr>
          <p:cNvGrpSpPr/>
          <p:nvPr/>
        </p:nvGrpSpPr>
        <p:grpSpPr>
          <a:xfrm>
            <a:off x="7719286" y="3594357"/>
            <a:ext cx="3863114" cy="405031"/>
            <a:chOff x="8316173" y="-526641"/>
            <a:chExt cx="3863114" cy="180117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D1A0B5D-27C7-4C39-BD20-778AB4DD586F}"/>
                </a:ext>
              </a:extLst>
            </p:cNvPr>
            <p:cNvSpPr/>
            <p:nvPr/>
          </p:nvSpPr>
          <p:spPr>
            <a:xfrm>
              <a:off x="8316173" y="-244706"/>
              <a:ext cx="3863114" cy="15192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b="1">
                  <a:solidFill>
                    <a:srgbClr val="0069FF"/>
                  </a:solidFill>
                  <a:latin typeface="+mj-lt"/>
                  <a:cs typeface="Segoe UI Light" panose="020B0502040204020203" pitchFamily="34" charset="0"/>
                </a:rPr>
                <a:t>Multi-step, Disconnected Care</a:t>
              </a:r>
              <a:endParaRPr lang="id-ID" baseline="30000">
                <a:solidFill>
                  <a:srgbClr val="0069FF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46DA95F-D88C-4D2F-AA8E-EEC6090992C9}"/>
                </a:ext>
              </a:extLst>
            </p:cNvPr>
            <p:cNvSpPr/>
            <p:nvPr/>
          </p:nvSpPr>
          <p:spPr>
            <a:xfrm>
              <a:off x="8617608" y="-526641"/>
              <a:ext cx="2688957" cy="2819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endParaRPr lang="en-US" sz="1100">
                <a:solidFill>
                  <a:schemeClr val="bg1">
                    <a:lumMod val="65000"/>
                  </a:schemeClr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4C3DF9A-E5A5-4F24-8ABD-3A371F6CCA67}"/>
              </a:ext>
            </a:extLst>
          </p:cNvPr>
          <p:cNvGrpSpPr/>
          <p:nvPr/>
        </p:nvGrpSpPr>
        <p:grpSpPr>
          <a:xfrm>
            <a:off x="1033750" y="2357519"/>
            <a:ext cx="3274830" cy="886946"/>
            <a:chOff x="8299419" y="2038814"/>
            <a:chExt cx="3274830" cy="88694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193EAB5-36F3-4922-870D-74B494E647E4}"/>
                </a:ext>
              </a:extLst>
            </p:cNvPr>
            <p:cNvSpPr/>
            <p:nvPr/>
          </p:nvSpPr>
          <p:spPr>
            <a:xfrm>
              <a:off x="8738074" y="2038814"/>
              <a:ext cx="2497167" cy="3416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b="1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Poor Detection</a:t>
              </a:r>
              <a:endParaRPr lang="id-ID" b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4E9320B-3AF1-458C-9376-85DD3CE93951}"/>
                </a:ext>
              </a:extLst>
            </p:cNvPr>
            <p:cNvSpPr/>
            <p:nvPr/>
          </p:nvSpPr>
          <p:spPr>
            <a:xfrm>
              <a:off x="8299419" y="2404976"/>
              <a:ext cx="3274830" cy="5207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20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Patients at malnutrition risk are not detected or not detected soon enough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46FF6C3-E1EE-4217-835F-637EAD858923}"/>
              </a:ext>
            </a:extLst>
          </p:cNvPr>
          <p:cNvGrpSpPr/>
          <p:nvPr/>
        </p:nvGrpSpPr>
        <p:grpSpPr>
          <a:xfrm>
            <a:off x="1118106" y="3701000"/>
            <a:ext cx="3274831" cy="1101495"/>
            <a:chOff x="8383775" y="2048184"/>
            <a:chExt cx="3274831" cy="110149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8655F9B-6560-4E2F-A5C4-2D4C625E227A}"/>
                </a:ext>
              </a:extLst>
            </p:cNvPr>
            <p:cNvSpPr/>
            <p:nvPr/>
          </p:nvSpPr>
          <p:spPr>
            <a:xfrm>
              <a:off x="8843885" y="2048184"/>
              <a:ext cx="2497167" cy="3416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b="1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Lack of Knowledge</a:t>
              </a:r>
              <a:endParaRPr lang="id-ID" b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C246755-FAED-4879-A428-0A6ECB30F518}"/>
                </a:ext>
              </a:extLst>
            </p:cNvPr>
            <p:cNvSpPr/>
            <p:nvPr/>
          </p:nvSpPr>
          <p:spPr>
            <a:xfrm>
              <a:off x="8383775" y="2407296"/>
              <a:ext cx="3274831" cy="7423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20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Professionals lack knowledge and sometimes interest in nutrition, resulting in non-optimal practices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3E5E81-B480-47D4-B925-27306D698A98}"/>
              </a:ext>
            </a:extLst>
          </p:cNvPr>
          <p:cNvSpPr/>
          <p:nvPr/>
        </p:nvSpPr>
        <p:spPr>
          <a:xfrm>
            <a:off x="7719286" y="4032626"/>
            <a:ext cx="3667935" cy="963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Multiple in-hospital transitions, lack of coordination between hospital and home and the trend toward shorter LOS intensifies an issue that is already ill-addressed</a:t>
            </a:r>
          </a:p>
        </p:txBody>
      </p:sp>
      <p:pic>
        <p:nvPicPr>
          <p:cNvPr id="7" name="Graphic 6" descr="Medicine">
            <a:extLst>
              <a:ext uri="{FF2B5EF4-FFF2-40B4-BE49-F238E27FC236}">
                <a16:creationId xmlns:a16="http://schemas.microsoft.com/office/drawing/2014/main" id="{4D6A179C-AE70-4F47-AA26-240922737F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8874" y="2679934"/>
            <a:ext cx="619654" cy="619654"/>
          </a:xfrm>
          <a:prstGeom prst="rect">
            <a:avLst/>
          </a:prstGeom>
        </p:spPr>
      </p:pic>
      <p:pic>
        <p:nvPicPr>
          <p:cNvPr id="9" name="Graphic 8" descr="No sign">
            <a:extLst>
              <a:ext uri="{FF2B5EF4-FFF2-40B4-BE49-F238E27FC236}">
                <a16:creationId xmlns:a16="http://schemas.microsoft.com/office/drawing/2014/main" id="{4E425549-8C63-4E54-BE0B-1EBEA5842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0160" y="2535969"/>
            <a:ext cx="909756" cy="909756"/>
          </a:xfrm>
          <a:prstGeom prst="rect">
            <a:avLst/>
          </a:prstGeom>
        </p:spPr>
      </p:pic>
      <p:pic>
        <p:nvPicPr>
          <p:cNvPr id="12" name="Graphic 11" descr="Lost">
            <a:extLst>
              <a:ext uri="{FF2B5EF4-FFF2-40B4-BE49-F238E27FC236}">
                <a16:creationId xmlns:a16="http://schemas.microsoft.com/office/drawing/2014/main" id="{AFF78A57-3B20-4CC3-AEAC-E1F5FCFD65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77620" y="3687549"/>
            <a:ext cx="746911" cy="746911"/>
          </a:xfrm>
          <a:prstGeom prst="rect">
            <a:avLst/>
          </a:prstGeom>
        </p:spPr>
      </p:pic>
      <p:pic>
        <p:nvPicPr>
          <p:cNvPr id="18" name="Graphic 17" descr="Confused person">
            <a:extLst>
              <a:ext uri="{FF2B5EF4-FFF2-40B4-BE49-F238E27FC236}">
                <a16:creationId xmlns:a16="http://schemas.microsoft.com/office/drawing/2014/main" id="{AA3CF459-8812-48C6-A388-1F8001F22E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59947" y="3745198"/>
            <a:ext cx="719057" cy="719057"/>
          </a:xfrm>
          <a:prstGeom prst="rect">
            <a:avLst/>
          </a:prstGeom>
        </p:spPr>
      </p:pic>
      <p:pic>
        <p:nvPicPr>
          <p:cNvPr id="2" name="Graphic 1" descr="Target Audience">
            <a:extLst>
              <a:ext uri="{FF2B5EF4-FFF2-40B4-BE49-F238E27FC236}">
                <a16:creationId xmlns:a16="http://schemas.microsoft.com/office/drawing/2014/main" id="{F55DEEA3-2206-4D3C-8A38-23023F59217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40513" y="2535969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BCD4A2-C042-4F17-BE1E-B591FEA6CA90}"/>
              </a:ext>
            </a:extLst>
          </p:cNvPr>
          <p:cNvSpPr txBox="1"/>
          <p:nvPr/>
        </p:nvSpPr>
        <p:spPr>
          <a:xfrm>
            <a:off x="8841283" y="6421559"/>
            <a:ext cx="335071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1. https://pubmed.ncbi.nlm.nih.gov/19572118/</a:t>
            </a:r>
          </a:p>
          <a:p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2. https://pubmed.ncbi.nlm.nih.gov/31684024/</a:t>
            </a:r>
          </a:p>
          <a:p>
            <a:endParaRPr lang="en-US" sz="90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16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2">
            <a:extLst>
              <a:ext uri="{FF2B5EF4-FFF2-40B4-BE49-F238E27FC236}">
                <a16:creationId xmlns:a16="http://schemas.microsoft.com/office/drawing/2014/main" id="{4A07BB88-2112-4CC1-997A-652E6D9A3D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4141" y="1234620"/>
            <a:ext cx="7071691" cy="37834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981A61-396D-456F-8DFC-89025F0D0FA6}"/>
              </a:ext>
            </a:extLst>
          </p:cNvPr>
          <p:cNvSpPr txBox="1"/>
          <p:nvPr/>
        </p:nvSpPr>
        <p:spPr>
          <a:xfrm>
            <a:off x="1880289" y="249614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Clinical Solution</a:t>
            </a:r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28098-6C44-41CA-B7D2-141AA8D6C335}"/>
              </a:ext>
            </a:extLst>
          </p:cNvPr>
          <p:cNvSpPr txBox="1"/>
          <p:nvPr/>
        </p:nvSpPr>
        <p:spPr>
          <a:xfrm>
            <a:off x="1924050" y="2152650"/>
            <a:ext cx="245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40">
                <a:solidFill>
                  <a:srgbClr val="FFB249"/>
                </a:solidFill>
              </a:rPr>
              <a:t>SECTION 02</a:t>
            </a:r>
          </a:p>
        </p:txBody>
      </p:sp>
    </p:spTree>
    <p:extLst>
      <p:ext uri="{BB962C8B-B14F-4D97-AF65-F5344CB8AC3E}">
        <p14:creationId xmlns:p14="http://schemas.microsoft.com/office/powerpoint/2010/main" val="194112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45">
            <a:extLst>
              <a:ext uri="{FF2B5EF4-FFF2-40B4-BE49-F238E27FC236}">
                <a16:creationId xmlns:a16="http://schemas.microsoft.com/office/drawing/2014/main" id="{65304F7D-73A1-409E-8DF8-1419DDF71418}"/>
              </a:ext>
            </a:extLst>
          </p:cNvPr>
          <p:cNvSpPr>
            <a:spLocks noEditPoints="1"/>
          </p:cNvSpPr>
          <p:nvPr/>
        </p:nvSpPr>
        <p:spPr bwMode="auto">
          <a:xfrm>
            <a:off x="5714109" y="2899906"/>
            <a:ext cx="4242212" cy="3049133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2">
            <a:extLst>
              <a:ext uri="{FF2B5EF4-FFF2-40B4-BE49-F238E27FC236}">
                <a16:creationId xmlns:a16="http://schemas.microsoft.com/office/drawing/2014/main" id="{BCFA27BF-5389-497D-BC44-AEE15A525962}"/>
              </a:ext>
            </a:extLst>
          </p:cNvPr>
          <p:cNvSpPr>
            <a:spLocks noEditPoints="1"/>
          </p:cNvSpPr>
          <p:nvPr/>
        </p:nvSpPr>
        <p:spPr bwMode="auto">
          <a:xfrm>
            <a:off x="1843214" y="2899906"/>
            <a:ext cx="4760036" cy="3049133"/>
          </a:xfrm>
          <a:custGeom>
            <a:avLst/>
            <a:gdLst>
              <a:gd name="T0" fmla="*/ 123 w 128"/>
              <a:gd name="T1" fmla="*/ 108 h 110"/>
              <a:gd name="T2" fmla="*/ 17 w 128"/>
              <a:gd name="T3" fmla="*/ 2 h 110"/>
              <a:gd name="T4" fmla="*/ 13 w 128"/>
              <a:gd name="T5" fmla="*/ 2 h 110"/>
              <a:gd name="T6" fmla="*/ 9 w 128"/>
              <a:gd name="T7" fmla="*/ 3 h 110"/>
              <a:gd name="T8" fmla="*/ 5 w 128"/>
              <a:gd name="T9" fmla="*/ 6 h 110"/>
              <a:gd name="T10" fmla="*/ 3 w 128"/>
              <a:gd name="T11" fmla="*/ 9 h 110"/>
              <a:gd name="T12" fmla="*/ 2 w 128"/>
              <a:gd name="T13" fmla="*/ 12 h 110"/>
              <a:gd name="T14" fmla="*/ 2 w 128"/>
              <a:gd name="T15" fmla="*/ 16 h 110"/>
              <a:gd name="T16" fmla="*/ 2 w 128"/>
              <a:gd name="T17" fmla="*/ 20 h 110"/>
              <a:gd name="T18" fmla="*/ 2 w 128"/>
              <a:gd name="T19" fmla="*/ 24 h 110"/>
              <a:gd name="T20" fmla="*/ 2 w 128"/>
              <a:gd name="T21" fmla="*/ 28 h 110"/>
              <a:gd name="T22" fmla="*/ 2 w 128"/>
              <a:gd name="T23" fmla="*/ 32 h 110"/>
              <a:gd name="T24" fmla="*/ 1 w 128"/>
              <a:gd name="T25" fmla="*/ 37 h 110"/>
              <a:gd name="T26" fmla="*/ 1 w 128"/>
              <a:gd name="T27" fmla="*/ 45 h 110"/>
              <a:gd name="T28" fmla="*/ 1 w 128"/>
              <a:gd name="T29" fmla="*/ 49 h 110"/>
              <a:gd name="T30" fmla="*/ 0 w 128"/>
              <a:gd name="T31" fmla="*/ 53 h 110"/>
              <a:gd name="T32" fmla="*/ 0 w 128"/>
              <a:gd name="T33" fmla="*/ 57 h 110"/>
              <a:gd name="T34" fmla="*/ 0 w 128"/>
              <a:gd name="T35" fmla="*/ 61 h 110"/>
              <a:gd name="T36" fmla="*/ 127 w 128"/>
              <a:gd name="T37" fmla="*/ 108 h 110"/>
              <a:gd name="T38" fmla="*/ 17 w 128"/>
              <a:gd name="T39" fmla="*/ 108 h 110"/>
              <a:gd name="T40" fmla="*/ 12 w 128"/>
              <a:gd name="T41" fmla="*/ 108 h 110"/>
              <a:gd name="T42" fmla="*/ 8 w 128"/>
              <a:gd name="T43" fmla="*/ 107 h 110"/>
              <a:gd name="T44" fmla="*/ 5 w 128"/>
              <a:gd name="T45" fmla="*/ 104 h 110"/>
              <a:gd name="T46" fmla="*/ 3 w 128"/>
              <a:gd name="T47" fmla="*/ 101 h 110"/>
              <a:gd name="T48" fmla="*/ 1 w 128"/>
              <a:gd name="T49" fmla="*/ 97 h 110"/>
              <a:gd name="T50" fmla="*/ 1 w 128"/>
              <a:gd name="T51" fmla="*/ 97 h 110"/>
              <a:gd name="T52" fmla="*/ 1 w 128"/>
              <a:gd name="T53" fmla="*/ 93 h 110"/>
              <a:gd name="T54" fmla="*/ 1 w 128"/>
              <a:gd name="T55" fmla="*/ 89 h 110"/>
              <a:gd name="T56" fmla="*/ 1 w 128"/>
              <a:gd name="T57" fmla="*/ 85 h 110"/>
              <a:gd name="T58" fmla="*/ 1 w 128"/>
              <a:gd name="T59" fmla="*/ 80 h 110"/>
              <a:gd name="T60" fmla="*/ 1 w 128"/>
              <a:gd name="T61" fmla="*/ 72 h 110"/>
              <a:gd name="T62" fmla="*/ 0 w 128"/>
              <a:gd name="T63" fmla="*/ 69 h 110"/>
              <a:gd name="T64" fmla="*/ 0 w 128"/>
              <a:gd name="T65" fmla="*/ 65 h 110"/>
              <a:gd name="T66" fmla="*/ 120 w 128"/>
              <a:gd name="T67" fmla="*/ 109 h 110"/>
              <a:gd name="T68" fmla="*/ 116 w 128"/>
              <a:gd name="T69" fmla="*/ 109 h 110"/>
              <a:gd name="T70" fmla="*/ 111 w 128"/>
              <a:gd name="T71" fmla="*/ 110 h 110"/>
              <a:gd name="T72" fmla="*/ 106 w 128"/>
              <a:gd name="T73" fmla="*/ 109 h 110"/>
              <a:gd name="T74" fmla="*/ 102 w 128"/>
              <a:gd name="T75" fmla="*/ 109 h 110"/>
              <a:gd name="T76" fmla="*/ 98 w 128"/>
              <a:gd name="T77" fmla="*/ 108 h 110"/>
              <a:gd name="T78" fmla="*/ 90 w 128"/>
              <a:gd name="T79" fmla="*/ 108 h 110"/>
              <a:gd name="T80" fmla="*/ 86 w 128"/>
              <a:gd name="T81" fmla="*/ 108 h 110"/>
              <a:gd name="T82" fmla="*/ 82 w 128"/>
              <a:gd name="T83" fmla="*/ 108 h 110"/>
              <a:gd name="T84" fmla="*/ 78 w 128"/>
              <a:gd name="T85" fmla="*/ 108 h 110"/>
              <a:gd name="T86" fmla="*/ 75 w 128"/>
              <a:gd name="T87" fmla="*/ 109 h 110"/>
              <a:gd name="T88" fmla="*/ 70 w 128"/>
              <a:gd name="T89" fmla="*/ 110 h 110"/>
              <a:gd name="T90" fmla="*/ 66 w 128"/>
              <a:gd name="T91" fmla="*/ 110 h 110"/>
              <a:gd name="T92" fmla="*/ 62 w 128"/>
              <a:gd name="T93" fmla="*/ 110 h 110"/>
              <a:gd name="T94" fmla="*/ 57 w 128"/>
              <a:gd name="T95" fmla="*/ 109 h 110"/>
              <a:gd name="T96" fmla="*/ 53 w 128"/>
              <a:gd name="T97" fmla="*/ 109 h 110"/>
              <a:gd name="T98" fmla="*/ 49 w 128"/>
              <a:gd name="T99" fmla="*/ 109 h 110"/>
              <a:gd name="T100" fmla="*/ 45 w 128"/>
              <a:gd name="T101" fmla="*/ 108 h 110"/>
              <a:gd name="T102" fmla="*/ 37 w 128"/>
              <a:gd name="T103" fmla="*/ 108 h 110"/>
              <a:gd name="T104" fmla="*/ 33 w 128"/>
              <a:gd name="T105" fmla="*/ 108 h 110"/>
              <a:gd name="T106" fmla="*/ 29 w 128"/>
              <a:gd name="T107" fmla="*/ 108 h 110"/>
              <a:gd name="T108" fmla="*/ 25 w 128"/>
              <a:gd name="T109" fmla="*/ 108 h 110"/>
              <a:gd name="T110" fmla="*/ 22 w 128"/>
              <a:gd name="T111" fmla="*/ 109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28" h="110">
                <a:moveTo>
                  <a:pt x="123" y="108"/>
                </a:moveTo>
                <a:cubicBezTo>
                  <a:pt x="123" y="108"/>
                  <a:pt x="123" y="108"/>
                  <a:pt x="123" y="108"/>
                </a:cubicBezTo>
                <a:cubicBezTo>
                  <a:pt x="123" y="108"/>
                  <a:pt x="124" y="108"/>
                  <a:pt x="124" y="109"/>
                </a:cubicBezTo>
                <a:cubicBezTo>
                  <a:pt x="124" y="109"/>
                  <a:pt x="123" y="110"/>
                  <a:pt x="123" y="110"/>
                </a:cubicBezTo>
                <a:cubicBezTo>
                  <a:pt x="123" y="110"/>
                  <a:pt x="123" y="110"/>
                  <a:pt x="123" y="110"/>
                </a:cubicBezTo>
                <a:cubicBezTo>
                  <a:pt x="122" y="110"/>
                  <a:pt x="122" y="109"/>
                  <a:pt x="122" y="109"/>
                </a:cubicBezTo>
                <a:cubicBezTo>
                  <a:pt x="122" y="108"/>
                  <a:pt x="122" y="108"/>
                  <a:pt x="123" y="108"/>
                </a:cubicBezTo>
                <a:close/>
                <a:moveTo>
                  <a:pt x="17" y="2"/>
                </a:moveTo>
                <a:cubicBezTo>
                  <a:pt x="17" y="2"/>
                  <a:pt x="17" y="2"/>
                  <a:pt x="17" y="2"/>
                </a:cubicBezTo>
                <a:cubicBezTo>
                  <a:pt x="16" y="2"/>
                  <a:pt x="16" y="1"/>
                  <a:pt x="16" y="1"/>
                </a:cubicBezTo>
                <a:cubicBezTo>
                  <a:pt x="16" y="0"/>
                  <a:pt x="16" y="0"/>
                  <a:pt x="17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0"/>
                  <a:pt x="18" y="0"/>
                  <a:pt x="18" y="1"/>
                </a:cubicBezTo>
                <a:cubicBezTo>
                  <a:pt x="18" y="1"/>
                  <a:pt x="17" y="2"/>
                  <a:pt x="17" y="2"/>
                </a:cubicBezTo>
                <a:close/>
                <a:moveTo>
                  <a:pt x="13" y="2"/>
                </a:moveTo>
                <a:cubicBezTo>
                  <a:pt x="12" y="2"/>
                  <a:pt x="12" y="2"/>
                  <a:pt x="12" y="1"/>
                </a:cubicBezTo>
                <a:cubicBezTo>
                  <a:pt x="12" y="1"/>
                  <a:pt x="12" y="0"/>
                  <a:pt x="12" y="0"/>
                </a:cubicBezTo>
                <a:cubicBezTo>
                  <a:pt x="13" y="0"/>
                  <a:pt x="13" y="0"/>
                  <a:pt x="13" y="1"/>
                </a:cubicBezTo>
                <a:cubicBezTo>
                  <a:pt x="14" y="1"/>
                  <a:pt x="13" y="2"/>
                  <a:pt x="13" y="2"/>
                </a:cubicBezTo>
                <a:cubicBezTo>
                  <a:pt x="13" y="2"/>
                  <a:pt x="13" y="2"/>
                  <a:pt x="13" y="2"/>
                </a:cubicBezTo>
                <a:cubicBezTo>
                  <a:pt x="13" y="2"/>
                  <a:pt x="13" y="2"/>
                  <a:pt x="13" y="2"/>
                </a:cubicBezTo>
                <a:close/>
                <a:moveTo>
                  <a:pt x="9" y="3"/>
                </a:moveTo>
                <a:cubicBezTo>
                  <a:pt x="8" y="3"/>
                  <a:pt x="8" y="3"/>
                  <a:pt x="8" y="3"/>
                </a:cubicBezTo>
                <a:cubicBezTo>
                  <a:pt x="8" y="2"/>
                  <a:pt x="8" y="2"/>
                  <a:pt x="8" y="2"/>
                </a:cubicBezTo>
                <a:cubicBezTo>
                  <a:pt x="9" y="1"/>
                  <a:pt x="9" y="2"/>
                  <a:pt x="10" y="2"/>
                </a:cubicBezTo>
                <a:cubicBezTo>
                  <a:pt x="10" y="2"/>
                  <a:pt x="10" y="3"/>
                  <a:pt x="9" y="3"/>
                </a:cubicBezTo>
                <a:cubicBezTo>
                  <a:pt x="9" y="3"/>
                  <a:pt x="9" y="3"/>
                  <a:pt x="9" y="3"/>
                </a:cubicBezTo>
                <a:cubicBezTo>
                  <a:pt x="9" y="3"/>
                  <a:pt x="9" y="3"/>
                  <a:pt x="9" y="3"/>
                </a:cubicBezTo>
                <a:close/>
                <a:moveTo>
                  <a:pt x="5" y="6"/>
                </a:moveTo>
                <a:cubicBezTo>
                  <a:pt x="5" y="6"/>
                  <a:pt x="5" y="6"/>
                  <a:pt x="5" y="5"/>
                </a:cubicBezTo>
                <a:cubicBezTo>
                  <a:pt x="5" y="5"/>
                  <a:pt x="5" y="5"/>
                  <a:pt x="5" y="4"/>
                </a:cubicBezTo>
                <a:cubicBezTo>
                  <a:pt x="5" y="4"/>
                  <a:pt x="6" y="4"/>
                  <a:pt x="6" y="4"/>
                </a:cubicBezTo>
                <a:cubicBezTo>
                  <a:pt x="6" y="5"/>
                  <a:pt x="6" y="5"/>
                  <a:pt x="6" y="5"/>
                </a:cubicBezTo>
                <a:cubicBezTo>
                  <a:pt x="6" y="6"/>
                  <a:pt x="6" y="6"/>
                  <a:pt x="6" y="6"/>
                </a:cubicBezTo>
                <a:cubicBezTo>
                  <a:pt x="6" y="6"/>
                  <a:pt x="6" y="6"/>
                  <a:pt x="5" y="6"/>
                </a:cubicBezTo>
                <a:close/>
                <a:moveTo>
                  <a:pt x="3" y="9"/>
                </a:moveTo>
                <a:cubicBezTo>
                  <a:pt x="3" y="9"/>
                  <a:pt x="3" y="9"/>
                  <a:pt x="3" y="9"/>
                </a:cubicBezTo>
                <a:cubicBezTo>
                  <a:pt x="2" y="9"/>
                  <a:pt x="2" y="8"/>
                  <a:pt x="2" y="8"/>
                </a:cubicBezTo>
                <a:cubicBezTo>
                  <a:pt x="2" y="7"/>
                  <a:pt x="3" y="7"/>
                  <a:pt x="3" y="7"/>
                </a:cubicBezTo>
                <a:cubicBezTo>
                  <a:pt x="4" y="8"/>
                  <a:pt x="4" y="8"/>
                  <a:pt x="4" y="8"/>
                </a:cubicBezTo>
                <a:cubicBezTo>
                  <a:pt x="4" y="9"/>
                  <a:pt x="4" y="9"/>
                  <a:pt x="4" y="9"/>
                </a:cubicBezTo>
                <a:cubicBezTo>
                  <a:pt x="4" y="9"/>
                  <a:pt x="3" y="9"/>
                  <a:pt x="3" y="9"/>
                </a:cubicBezTo>
                <a:close/>
                <a:moveTo>
                  <a:pt x="1" y="13"/>
                </a:moveTo>
                <a:cubicBezTo>
                  <a:pt x="1" y="13"/>
                  <a:pt x="1" y="13"/>
                  <a:pt x="1" y="13"/>
                </a:cubicBezTo>
                <a:cubicBezTo>
                  <a:pt x="1" y="13"/>
                  <a:pt x="1" y="12"/>
                  <a:pt x="1" y="12"/>
                </a:cubicBezTo>
                <a:cubicBezTo>
                  <a:pt x="1" y="12"/>
                  <a:pt x="1" y="12"/>
                  <a:pt x="1" y="12"/>
                </a:cubicBezTo>
                <a:cubicBezTo>
                  <a:pt x="1" y="11"/>
                  <a:pt x="1" y="11"/>
                  <a:pt x="2" y="11"/>
                </a:cubicBezTo>
                <a:cubicBezTo>
                  <a:pt x="2" y="11"/>
                  <a:pt x="2" y="12"/>
                  <a:pt x="2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2" y="13"/>
                  <a:pt x="2" y="13"/>
                  <a:pt x="1" y="13"/>
                </a:cubicBezTo>
                <a:close/>
                <a:moveTo>
                  <a:pt x="1" y="17"/>
                </a:moveTo>
                <a:cubicBezTo>
                  <a:pt x="1" y="17"/>
                  <a:pt x="0" y="16"/>
                  <a:pt x="0" y="16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5"/>
                  <a:pt x="1" y="15"/>
                  <a:pt x="1" y="15"/>
                </a:cubicBezTo>
                <a:cubicBezTo>
                  <a:pt x="2" y="15"/>
                  <a:pt x="2" y="15"/>
                  <a:pt x="2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6"/>
                  <a:pt x="2" y="17"/>
                  <a:pt x="1" y="17"/>
                </a:cubicBezTo>
                <a:close/>
                <a:moveTo>
                  <a:pt x="1" y="21"/>
                </a:moveTo>
                <a:cubicBezTo>
                  <a:pt x="1" y="21"/>
                  <a:pt x="0" y="21"/>
                  <a:pt x="0" y="20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19"/>
                  <a:pt x="1" y="19"/>
                  <a:pt x="1" y="19"/>
                </a:cubicBezTo>
                <a:cubicBezTo>
                  <a:pt x="2" y="19"/>
                  <a:pt x="2" y="19"/>
                  <a:pt x="2" y="20"/>
                </a:cubicBezTo>
                <a:cubicBezTo>
                  <a:pt x="2" y="20"/>
                  <a:pt x="2" y="20"/>
                  <a:pt x="2" y="20"/>
                </a:cubicBezTo>
                <a:cubicBezTo>
                  <a:pt x="2" y="21"/>
                  <a:pt x="2" y="21"/>
                  <a:pt x="1" y="21"/>
                </a:cubicBezTo>
                <a:close/>
                <a:moveTo>
                  <a:pt x="1" y="25"/>
                </a:moveTo>
                <a:cubicBezTo>
                  <a:pt x="1" y="25"/>
                  <a:pt x="0" y="25"/>
                  <a:pt x="0" y="24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4"/>
                  <a:pt x="1" y="23"/>
                  <a:pt x="1" y="23"/>
                </a:cubicBezTo>
                <a:cubicBezTo>
                  <a:pt x="2" y="23"/>
                  <a:pt x="2" y="24"/>
                  <a:pt x="2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2" y="25"/>
                  <a:pt x="2" y="25"/>
                  <a:pt x="1" y="25"/>
                </a:cubicBezTo>
                <a:close/>
                <a:moveTo>
                  <a:pt x="1" y="29"/>
                </a:moveTo>
                <a:cubicBezTo>
                  <a:pt x="1" y="29"/>
                  <a:pt x="0" y="29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8"/>
                  <a:pt x="1" y="27"/>
                  <a:pt x="1" y="27"/>
                </a:cubicBezTo>
                <a:cubicBezTo>
                  <a:pt x="2" y="27"/>
                  <a:pt x="2" y="28"/>
                  <a:pt x="2" y="28"/>
                </a:cubicBezTo>
                <a:cubicBezTo>
                  <a:pt x="2" y="28"/>
                  <a:pt x="2" y="28"/>
                  <a:pt x="2" y="28"/>
                </a:cubicBezTo>
                <a:cubicBezTo>
                  <a:pt x="2" y="29"/>
                  <a:pt x="2" y="29"/>
                  <a:pt x="1" y="29"/>
                </a:cubicBezTo>
                <a:close/>
                <a:moveTo>
                  <a:pt x="1" y="33"/>
                </a:moveTo>
                <a:cubicBezTo>
                  <a:pt x="1" y="33"/>
                  <a:pt x="0" y="33"/>
                  <a:pt x="0" y="32"/>
                </a:cubicBezTo>
                <a:cubicBezTo>
                  <a:pt x="0" y="32"/>
                  <a:pt x="1" y="31"/>
                  <a:pt x="1" y="31"/>
                </a:cubicBezTo>
                <a:cubicBezTo>
                  <a:pt x="2" y="31"/>
                  <a:pt x="2" y="32"/>
                  <a:pt x="2" y="32"/>
                </a:cubicBezTo>
                <a:cubicBezTo>
                  <a:pt x="2" y="32"/>
                  <a:pt x="2" y="32"/>
                  <a:pt x="2" y="32"/>
                </a:cubicBezTo>
                <a:cubicBezTo>
                  <a:pt x="2" y="33"/>
                  <a:pt x="2" y="33"/>
                  <a:pt x="1" y="33"/>
                </a:cubicBezTo>
                <a:close/>
                <a:moveTo>
                  <a:pt x="1" y="37"/>
                </a:moveTo>
                <a:cubicBezTo>
                  <a:pt x="1" y="37"/>
                  <a:pt x="0" y="37"/>
                  <a:pt x="0" y="36"/>
                </a:cubicBezTo>
                <a:cubicBezTo>
                  <a:pt x="0" y="36"/>
                  <a:pt x="1" y="35"/>
                  <a:pt x="1" y="35"/>
                </a:cubicBezTo>
                <a:cubicBezTo>
                  <a:pt x="2" y="35"/>
                  <a:pt x="2" y="36"/>
                  <a:pt x="2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2" y="37"/>
                  <a:pt x="2" y="37"/>
                  <a:pt x="1" y="37"/>
                </a:cubicBezTo>
                <a:close/>
                <a:moveTo>
                  <a:pt x="1" y="41"/>
                </a:moveTo>
                <a:cubicBezTo>
                  <a:pt x="1" y="41"/>
                  <a:pt x="0" y="41"/>
                  <a:pt x="0" y="40"/>
                </a:cubicBezTo>
                <a:cubicBezTo>
                  <a:pt x="0" y="40"/>
                  <a:pt x="1" y="40"/>
                  <a:pt x="1" y="40"/>
                </a:cubicBezTo>
                <a:cubicBezTo>
                  <a:pt x="2" y="40"/>
                  <a:pt x="2" y="40"/>
                  <a:pt x="2" y="40"/>
                </a:cubicBezTo>
                <a:cubicBezTo>
                  <a:pt x="2" y="40"/>
                  <a:pt x="2" y="40"/>
                  <a:pt x="2" y="40"/>
                </a:cubicBezTo>
                <a:cubicBezTo>
                  <a:pt x="2" y="41"/>
                  <a:pt x="2" y="41"/>
                  <a:pt x="1" y="41"/>
                </a:cubicBezTo>
                <a:close/>
                <a:moveTo>
                  <a:pt x="1" y="45"/>
                </a:moveTo>
                <a:cubicBezTo>
                  <a:pt x="1" y="45"/>
                  <a:pt x="0" y="45"/>
                  <a:pt x="0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4"/>
                  <a:pt x="1" y="44"/>
                  <a:pt x="1" y="44"/>
                </a:cubicBezTo>
                <a:cubicBezTo>
                  <a:pt x="2" y="44"/>
                  <a:pt x="2" y="44"/>
                  <a:pt x="2" y="45"/>
                </a:cubicBezTo>
                <a:cubicBezTo>
                  <a:pt x="2" y="45"/>
                  <a:pt x="2" y="45"/>
                  <a:pt x="2" y="45"/>
                </a:cubicBezTo>
                <a:cubicBezTo>
                  <a:pt x="2" y="45"/>
                  <a:pt x="2" y="45"/>
                  <a:pt x="1" y="45"/>
                </a:cubicBezTo>
                <a:close/>
                <a:moveTo>
                  <a:pt x="1" y="49"/>
                </a:moveTo>
                <a:cubicBezTo>
                  <a:pt x="1" y="49"/>
                  <a:pt x="0" y="49"/>
                  <a:pt x="0" y="49"/>
                </a:cubicBezTo>
                <a:cubicBezTo>
                  <a:pt x="0" y="49"/>
                  <a:pt x="0" y="49"/>
                  <a:pt x="0" y="49"/>
                </a:cubicBezTo>
                <a:cubicBezTo>
                  <a:pt x="0" y="47"/>
                  <a:pt x="2" y="47"/>
                  <a:pt x="2" y="49"/>
                </a:cubicBezTo>
                <a:cubicBezTo>
                  <a:pt x="2" y="49"/>
                  <a:pt x="2" y="49"/>
                  <a:pt x="2" y="49"/>
                </a:cubicBezTo>
                <a:cubicBezTo>
                  <a:pt x="2" y="49"/>
                  <a:pt x="2" y="49"/>
                  <a:pt x="1" y="49"/>
                </a:cubicBezTo>
                <a:close/>
                <a:moveTo>
                  <a:pt x="1" y="54"/>
                </a:moveTo>
                <a:cubicBezTo>
                  <a:pt x="1" y="54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2"/>
                  <a:pt x="1" y="52"/>
                  <a:pt x="1" y="52"/>
                </a:cubicBezTo>
                <a:cubicBezTo>
                  <a:pt x="2" y="52"/>
                  <a:pt x="2" y="52"/>
                  <a:pt x="2" y="53"/>
                </a:cubicBezTo>
                <a:cubicBezTo>
                  <a:pt x="2" y="53"/>
                  <a:pt x="2" y="53"/>
                  <a:pt x="2" y="53"/>
                </a:cubicBezTo>
                <a:cubicBezTo>
                  <a:pt x="2" y="53"/>
                  <a:pt x="2" y="54"/>
                  <a:pt x="1" y="54"/>
                </a:cubicBezTo>
                <a:close/>
                <a:moveTo>
                  <a:pt x="1" y="58"/>
                </a:moveTo>
                <a:cubicBezTo>
                  <a:pt x="1" y="58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6"/>
                  <a:pt x="1" y="56"/>
                  <a:pt x="1" y="56"/>
                </a:cubicBezTo>
                <a:cubicBezTo>
                  <a:pt x="2" y="56"/>
                  <a:pt x="2" y="56"/>
                  <a:pt x="2" y="57"/>
                </a:cubicBezTo>
                <a:cubicBezTo>
                  <a:pt x="2" y="57"/>
                  <a:pt x="2" y="57"/>
                  <a:pt x="2" y="57"/>
                </a:cubicBezTo>
                <a:cubicBezTo>
                  <a:pt x="2" y="57"/>
                  <a:pt x="2" y="58"/>
                  <a:pt x="1" y="58"/>
                </a:cubicBezTo>
                <a:close/>
                <a:moveTo>
                  <a:pt x="1" y="62"/>
                </a:moveTo>
                <a:cubicBezTo>
                  <a:pt x="1" y="62"/>
                  <a:pt x="0" y="61"/>
                  <a:pt x="0" y="61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0"/>
                  <a:pt x="1" y="60"/>
                  <a:pt x="1" y="60"/>
                </a:cubicBezTo>
                <a:cubicBezTo>
                  <a:pt x="2" y="60"/>
                  <a:pt x="2" y="60"/>
                  <a:pt x="2" y="61"/>
                </a:cubicBezTo>
                <a:cubicBezTo>
                  <a:pt x="2" y="61"/>
                  <a:pt x="2" y="61"/>
                  <a:pt x="2" y="61"/>
                </a:cubicBezTo>
                <a:cubicBezTo>
                  <a:pt x="2" y="61"/>
                  <a:pt x="2" y="62"/>
                  <a:pt x="1" y="62"/>
                </a:cubicBezTo>
                <a:close/>
                <a:moveTo>
                  <a:pt x="127" y="108"/>
                </a:moveTo>
                <a:cubicBezTo>
                  <a:pt x="127" y="108"/>
                  <a:pt x="127" y="108"/>
                  <a:pt x="127" y="108"/>
                </a:cubicBezTo>
                <a:cubicBezTo>
                  <a:pt x="127" y="108"/>
                  <a:pt x="128" y="108"/>
                  <a:pt x="128" y="109"/>
                </a:cubicBezTo>
                <a:cubicBezTo>
                  <a:pt x="128" y="109"/>
                  <a:pt x="127" y="110"/>
                  <a:pt x="127" y="110"/>
                </a:cubicBezTo>
                <a:cubicBezTo>
                  <a:pt x="127" y="110"/>
                  <a:pt x="127" y="110"/>
                  <a:pt x="127" y="110"/>
                </a:cubicBezTo>
                <a:cubicBezTo>
                  <a:pt x="126" y="110"/>
                  <a:pt x="126" y="109"/>
                  <a:pt x="126" y="109"/>
                </a:cubicBezTo>
                <a:cubicBezTo>
                  <a:pt x="126" y="108"/>
                  <a:pt x="126" y="108"/>
                  <a:pt x="127" y="108"/>
                </a:cubicBezTo>
                <a:close/>
                <a:moveTo>
                  <a:pt x="17" y="108"/>
                </a:moveTo>
                <a:cubicBezTo>
                  <a:pt x="17" y="108"/>
                  <a:pt x="17" y="108"/>
                  <a:pt x="17" y="108"/>
                </a:cubicBezTo>
                <a:cubicBezTo>
                  <a:pt x="16" y="108"/>
                  <a:pt x="16" y="108"/>
                  <a:pt x="16" y="109"/>
                </a:cubicBezTo>
                <a:cubicBezTo>
                  <a:pt x="16" y="109"/>
                  <a:pt x="16" y="110"/>
                  <a:pt x="17" y="110"/>
                </a:cubicBezTo>
                <a:cubicBezTo>
                  <a:pt x="17" y="110"/>
                  <a:pt x="17" y="110"/>
                  <a:pt x="17" y="110"/>
                </a:cubicBezTo>
                <a:cubicBezTo>
                  <a:pt x="17" y="110"/>
                  <a:pt x="18" y="109"/>
                  <a:pt x="18" y="109"/>
                </a:cubicBezTo>
                <a:cubicBezTo>
                  <a:pt x="18" y="108"/>
                  <a:pt x="17" y="108"/>
                  <a:pt x="17" y="108"/>
                </a:cubicBezTo>
                <a:close/>
                <a:moveTo>
                  <a:pt x="13" y="108"/>
                </a:moveTo>
                <a:cubicBezTo>
                  <a:pt x="12" y="108"/>
                  <a:pt x="12" y="108"/>
                  <a:pt x="12" y="108"/>
                </a:cubicBezTo>
                <a:cubicBezTo>
                  <a:pt x="12" y="109"/>
                  <a:pt x="12" y="109"/>
                  <a:pt x="12" y="109"/>
                </a:cubicBezTo>
                <a:cubicBezTo>
                  <a:pt x="13" y="109"/>
                  <a:pt x="13" y="109"/>
                  <a:pt x="13" y="109"/>
                </a:cubicBezTo>
                <a:cubicBezTo>
                  <a:pt x="14" y="108"/>
                  <a:pt x="13" y="108"/>
                  <a:pt x="13" y="108"/>
                </a:cubicBezTo>
                <a:cubicBezTo>
                  <a:pt x="13" y="108"/>
                  <a:pt x="13" y="108"/>
                  <a:pt x="13" y="108"/>
                </a:cubicBezTo>
                <a:cubicBezTo>
                  <a:pt x="13" y="108"/>
                  <a:pt x="13" y="108"/>
                  <a:pt x="13" y="108"/>
                </a:cubicBezTo>
                <a:close/>
                <a:moveTo>
                  <a:pt x="9" y="106"/>
                </a:moveTo>
                <a:cubicBezTo>
                  <a:pt x="8" y="106"/>
                  <a:pt x="8" y="106"/>
                  <a:pt x="8" y="107"/>
                </a:cubicBezTo>
                <a:cubicBezTo>
                  <a:pt x="8" y="107"/>
                  <a:pt x="8" y="108"/>
                  <a:pt x="8" y="108"/>
                </a:cubicBezTo>
                <a:cubicBezTo>
                  <a:pt x="9" y="108"/>
                  <a:pt x="9" y="108"/>
                  <a:pt x="10" y="107"/>
                </a:cubicBezTo>
                <a:cubicBezTo>
                  <a:pt x="10" y="107"/>
                  <a:pt x="10" y="107"/>
                  <a:pt x="9" y="106"/>
                </a:cubicBezTo>
                <a:cubicBezTo>
                  <a:pt x="9" y="106"/>
                  <a:pt x="9" y="106"/>
                  <a:pt x="9" y="106"/>
                </a:cubicBezTo>
                <a:cubicBezTo>
                  <a:pt x="9" y="106"/>
                  <a:pt x="9" y="106"/>
                  <a:pt x="9" y="106"/>
                </a:cubicBezTo>
                <a:close/>
                <a:moveTo>
                  <a:pt x="5" y="104"/>
                </a:moveTo>
                <a:cubicBezTo>
                  <a:pt x="5" y="104"/>
                  <a:pt x="5" y="104"/>
                  <a:pt x="5" y="104"/>
                </a:cubicBezTo>
                <a:cubicBezTo>
                  <a:pt x="5" y="104"/>
                  <a:pt x="5" y="105"/>
                  <a:pt x="5" y="105"/>
                </a:cubicBezTo>
                <a:cubicBezTo>
                  <a:pt x="5" y="106"/>
                  <a:pt x="6" y="106"/>
                  <a:pt x="6" y="105"/>
                </a:cubicBezTo>
                <a:cubicBezTo>
                  <a:pt x="6" y="105"/>
                  <a:pt x="6" y="104"/>
                  <a:pt x="6" y="104"/>
                </a:cubicBezTo>
                <a:cubicBezTo>
                  <a:pt x="6" y="104"/>
                  <a:pt x="6" y="104"/>
                  <a:pt x="6" y="104"/>
                </a:cubicBezTo>
                <a:cubicBezTo>
                  <a:pt x="6" y="104"/>
                  <a:pt x="6" y="104"/>
                  <a:pt x="5" y="104"/>
                </a:cubicBezTo>
                <a:close/>
                <a:moveTo>
                  <a:pt x="3" y="101"/>
                </a:moveTo>
                <a:cubicBezTo>
                  <a:pt x="3" y="101"/>
                  <a:pt x="3" y="101"/>
                  <a:pt x="3" y="101"/>
                </a:cubicBezTo>
                <a:cubicBezTo>
                  <a:pt x="2" y="101"/>
                  <a:pt x="2" y="101"/>
                  <a:pt x="2" y="102"/>
                </a:cubicBezTo>
                <a:cubicBezTo>
                  <a:pt x="2" y="102"/>
                  <a:pt x="3" y="102"/>
                  <a:pt x="3" y="102"/>
                </a:cubicBezTo>
                <a:cubicBezTo>
                  <a:pt x="4" y="102"/>
                  <a:pt x="4" y="101"/>
                  <a:pt x="4" y="101"/>
                </a:cubicBezTo>
                <a:cubicBezTo>
                  <a:pt x="4" y="101"/>
                  <a:pt x="4" y="101"/>
                  <a:pt x="4" y="101"/>
                </a:cubicBezTo>
                <a:cubicBezTo>
                  <a:pt x="4" y="101"/>
                  <a:pt x="3" y="101"/>
                  <a:pt x="3" y="101"/>
                </a:cubicBezTo>
                <a:close/>
                <a:moveTo>
                  <a:pt x="1" y="97"/>
                </a:moveTo>
                <a:cubicBezTo>
                  <a:pt x="1" y="97"/>
                  <a:pt x="1" y="97"/>
                  <a:pt x="1" y="97"/>
                </a:cubicBezTo>
                <a:cubicBezTo>
                  <a:pt x="1" y="97"/>
                  <a:pt x="1" y="97"/>
                  <a:pt x="1" y="98"/>
                </a:cubicBezTo>
                <a:cubicBezTo>
                  <a:pt x="1" y="98"/>
                  <a:pt x="1" y="98"/>
                  <a:pt x="1" y="98"/>
                </a:cubicBezTo>
                <a:cubicBezTo>
                  <a:pt x="1" y="98"/>
                  <a:pt x="1" y="99"/>
                  <a:pt x="2" y="99"/>
                </a:cubicBezTo>
                <a:cubicBezTo>
                  <a:pt x="2" y="98"/>
                  <a:pt x="2" y="98"/>
                  <a:pt x="2" y="97"/>
                </a:cubicBezTo>
                <a:cubicBezTo>
                  <a:pt x="2" y="98"/>
                  <a:pt x="2" y="98"/>
                  <a:pt x="2" y="98"/>
                </a:cubicBezTo>
                <a:cubicBezTo>
                  <a:pt x="2" y="97"/>
                  <a:pt x="2" y="97"/>
                  <a:pt x="2" y="97"/>
                </a:cubicBezTo>
                <a:cubicBezTo>
                  <a:pt x="2" y="97"/>
                  <a:pt x="2" y="97"/>
                  <a:pt x="1" y="97"/>
                </a:cubicBezTo>
                <a:close/>
                <a:moveTo>
                  <a:pt x="1" y="93"/>
                </a:moveTo>
                <a:cubicBezTo>
                  <a:pt x="1" y="93"/>
                  <a:pt x="0" y="93"/>
                  <a:pt x="0" y="94"/>
                </a:cubicBezTo>
                <a:cubicBezTo>
                  <a:pt x="0" y="94"/>
                  <a:pt x="0" y="94"/>
                  <a:pt x="0" y="94"/>
                </a:cubicBezTo>
                <a:cubicBezTo>
                  <a:pt x="0" y="94"/>
                  <a:pt x="1" y="94"/>
                  <a:pt x="1" y="94"/>
                </a:cubicBezTo>
                <a:cubicBezTo>
                  <a:pt x="2" y="94"/>
                  <a:pt x="2" y="94"/>
                  <a:pt x="2" y="94"/>
                </a:cubicBezTo>
                <a:cubicBezTo>
                  <a:pt x="2" y="94"/>
                  <a:pt x="2" y="94"/>
                  <a:pt x="2" y="94"/>
                </a:cubicBezTo>
                <a:cubicBezTo>
                  <a:pt x="2" y="93"/>
                  <a:pt x="2" y="93"/>
                  <a:pt x="1" y="93"/>
                </a:cubicBezTo>
                <a:close/>
                <a:moveTo>
                  <a:pt x="1" y="89"/>
                </a:moveTo>
                <a:cubicBezTo>
                  <a:pt x="1" y="89"/>
                  <a:pt x="0" y="89"/>
                  <a:pt x="0" y="89"/>
                </a:cubicBezTo>
                <a:cubicBezTo>
                  <a:pt x="0" y="90"/>
                  <a:pt x="0" y="90"/>
                  <a:pt x="0" y="90"/>
                </a:cubicBezTo>
                <a:cubicBezTo>
                  <a:pt x="0" y="90"/>
                  <a:pt x="1" y="90"/>
                  <a:pt x="1" y="90"/>
                </a:cubicBezTo>
                <a:cubicBezTo>
                  <a:pt x="2" y="90"/>
                  <a:pt x="2" y="90"/>
                  <a:pt x="2" y="90"/>
                </a:cubicBezTo>
                <a:cubicBezTo>
                  <a:pt x="2" y="89"/>
                  <a:pt x="2" y="89"/>
                  <a:pt x="2" y="89"/>
                </a:cubicBezTo>
                <a:cubicBezTo>
                  <a:pt x="2" y="89"/>
                  <a:pt x="2" y="89"/>
                  <a:pt x="1" y="89"/>
                </a:cubicBezTo>
                <a:close/>
                <a:moveTo>
                  <a:pt x="1" y="85"/>
                </a:moveTo>
                <a:cubicBezTo>
                  <a:pt x="1" y="85"/>
                  <a:pt x="0" y="85"/>
                  <a:pt x="0" y="85"/>
                </a:cubicBezTo>
                <a:cubicBezTo>
                  <a:pt x="0" y="85"/>
                  <a:pt x="0" y="85"/>
                  <a:pt x="0" y="85"/>
                </a:cubicBezTo>
                <a:cubicBezTo>
                  <a:pt x="0" y="86"/>
                  <a:pt x="1" y="86"/>
                  <a:pt x="1" y="86"/>
                </a:cubicBezTo>
                <a:cubicBezTo>
                  <a:pt x="2" y="86"/>
                  <a:pt x="2" y="86"/>
                  <a:pt x="2" y="85"/>
                </a:cubicBezTo>
                <a:cubicBezTo>
                  <a:pt x="2" y="85"/>
                  <a:pt x="2" y="85"/>
                  <a:pt x="2" y="85"/>
                </a:cubicBezTo>
                <a:cubicBezTo>
                  <a:pt x="2" y="85"/>
                  <a:pt x="2" y="85"/>
                  <a:pt x="1" y="85"/>
                </a:cubicBezTo>
                <a:close/>
                <a:moveTo>
                  <a:pt x="1" y="80"/>
                </a:moveTo>
                <a:cubicBezTo>
                  <a:pt x="1" y="80"/>
                  <a:pt x="0" y="81"/>
                  <a:pt x="0" y="8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82"/>
                  <a:pt x="1" y="82"/>
                  <a:pt x="1" y="82"/>
                </a:cubicBezTo>
                <a:cubicBezTo>
                  <a:pt x="2" y="82"/>
                  <a:pt x="2" y="82"/>
                  <a:pt x="2" y="81"/>
                </a:cubicBezTo>
                <a:cubicBezTo>
                  <a:pt x="2" y="81"/>
                  <a:pt x="2" y="81"/>
                  <a:pt x="2" y="81"/>
                </a:cubicBezTo>
                <a:cubicBezTo>
                  <a:pt x="2" y="81"/>
                  <a:pt x="2" y="80"/>
                  <a:pt x="1" y="80"/>
                </a:cubicBezTo>
                <a:close/>
                <a:moveTo>
                  <a:pt x="1" y="76"/>
                </a:moveTo>
                <a:cubicBezTo>
                  <a:pt x="1" y="76"/>
                  <a:pt x="0" y="77"/>
                  <a:pt x="0" y="77"/>
                </a:cubicBezTo>
                <a:cubicBezTo>
                  <a:pt x="0" y="78"/>
                  <a:pt x="1" y="78"/>
                  <a:pt x="1" y="78"/>
                </a:cubicBezTo>
                <a:cubicBezTo>
                  <a:pt x="2" y="78"/>
                  <a:pt x="2" y="78"/>
                  <a:pt x="2" y="77"/>
                </a:cubicBezTo>
                <a:cubicBezTo>
                  <a:pt x="2" y="77"/>
                  <a:pt x="2" y="77"/>
                  <a:pt x="2" y="77"/>
                </a:cubicBezTo>
                <a:cubicBezTo>
                  <a:pt x="2" y="77"/>
                  <a:pt x="2" y="76"/>
                  <a:pt x="1" y="76"/>
                </a:cubicBezTo>
                <a:close/>
                <a:moveTo>
                  <a:pt x="1" y="72"/>
                </a:moveTo>
                <a:cubicBezTo>
                  <a:pt x="1" y="72"/>
                  <a:pt x="0" y="73"/>
                  <a:pt x="0" y="73"/>
                </a:cubicBezTo>
                <a:cubicBezTo>
                  <a:pt x="0" y="74"/>
                  <a:pt x="1" y="74"/>
                  <a:pt x="1" y="74"/>
                </a:cubicBezTo>
                <a:cubicBezTo>
                  <a:pt x="2" y="74"/>
                  <a:pt x="2" y="74"/>
                  <a:pt x="2" y="73"/>
                </a:cubicBezTo>
                <a:cubicBezTo>
                  <a:pt x="2" y="73"/>
                  <a:pt x="2" y="73"/>
                  <a:pt x="2" y="73"/>
                </a:cubicBezTo>
                <a:cubicBezTo>
                  <a:pt x="2" y="73"/>
                  <a:pt x="2" y="72"/>
                  <a:pt x="1" y="72"/>
                </a:cubicBezTo>
                <a:close/>
                <a:moveTo>
                  <a:pt x="1" y="68"/>
                </a:moveTo>
                <a:cubicBezTo>
                  <a:pt x="1" y="68"/>
                  <a:pt x="0" y="69"/>
                  <a:pt x="0" y="69"/>
                </a:cubicBezTo>
                <a:cubicBezTo>
                  <a:pt x="0" y="70"/>
                  <a:pt x="1" y="70"/>
                  <a:pt x="1" y="70"/>
                </a:cubicBezTo>
                <a:cubicBezTo>
                  <a:pt x="2" y="70"/>
                  <a:pt x="2" y="70"/>
                  <a:pt x="2" y="69"/>
                </a:cubicBezTo>
                <a:cubicBezTo>
                  <a:pt x="2" y="69"/>
                  <a:pt x="2" y="69"/>
                  <a:pt x="2" y="69"/>
                </a:cubicBezTo>
                <a:cubicBezTo>
                  <a:pt x="2" y="69"/>
                  <a:pt x="2" y="68"/>
                  <a:pt x="1" y="68"/>
                </a:cubicBezTo>
                <a:close/>
                <a:moveTo>
                  <a:pt x="1" y="64"/>
                </a:moveTo>
                <a:cubicBezTo>
                  <a:pt x="1" y="64"/>
                  <a:pt x="0" y="64"/>
                  <a:pt x="0" y="65"/>
                </a:cubicBezTo>
                <a:cubicBezTo>
                  <a:pt x="0" y="65"/>
                  <a:pt x="0" y="65"/>
                  <a:pt x="0" y="65"/>
                </a:cubicBezTo>
                <a:cubicBezTo>
                  <a:pt x="0" y="65"/>
                  <a:pt x="1" y="66"/>
                  <a:pt x="1" y="66"/>
                </a:cubicBezTo>
                <a:cubicBezTo>
                  <a:pt x="2" y="66"/>
                  <a:pt x="2" y="65"/>
                  <a:pt x="2" y="65"/>
                </a:cubicBezTo>
                <a:cubicBezTo>
                  <a:pt x="2" y="65"/>
                  <a:pt x="2" y="65"/>
                  <a:pt x="2" y="65"/>
                </a:cubicBezTo>
                <a:cubicBezTo>
                  <a:pt x="2" y="64"/>
                  <a:pt x="2" y="64"/>
                  <a:pt x="1" y="64"/>
                </a:cubicBezTo>
                <a:close/>
                <a:moveTo>
                  <a:pt x="119" y="108"/>
                </a:moveTo>
                <a:cubicBezTo>
                  <a:pt x="119" y="108"/>
                  <a:pt x="119" y="108"/>
                  <a:pt x="119" y="108"/>
                </a:cubicBezTo>
                <a:cubicBezTo>
                  <a:pt x="119" y="108"/>
                  <a:pt x="120" y="108"/>
                  <a:pt x="120" y="109"/>
                </a:cubicBezTo>
                <a:cubicBezTo>
                  <a:pt x="120" y="109"/>
                  <a:pt x="119" y="110"/>
                  <a:pt x="119" y="110"/>
                </a:cubicBezTo>
                <a:cubicBezTo>
                  <a:pt x="119" y="110"/>
                  <a:pt x="119" y="110"/>
                  <a:pt x="119" y="110"/>
                </a:cubicBezTo>
                <a:cubicBezTo>
                  <a:pt x="118" y="110"/>
                  <a:pt x="118" y="109"/>
                  <a:pt x="118" y="109"/>
                </a:cubicBezTo>
                <a:cubicBezTo>
                  <a:pt x="118" y="108"/>
                  <a:pt x="118" y="108"/>
                  <a:pt x="119" y="108"/>
                </a:cubicBezTo>
                <a:close/>
                <a:moveTo>
                  <a:pt x="115" y="108"/>
                </a:moveTo>
                <a:cubicBezTo>
                  <a:pt x="115" y="108"/>
                  <a:pt x="115" y="108"/>
                  <a:pt x="115" y="108"/>
                </a:cubicBezTo>
                <a:cubicBezTo>
                  <a:pt x="115" y="108"/>
                  <a:pt x="116" y="108"/>
                  <a:pt x="116" y="109"/>
                </a:cubicBezTo>
                <a:cubicBezTo>
                  <a:pt x="116" y="109"/>
                  <a:pt x="115" y="110"/>
                  <a:pt x="115" y="110"/>
                </a:cubicBezTo>
                <a:cubicBezTo>
                  <a:pt x="114" y="110"/>
                  <a:pt x="114" y="109"/>
                  <a:pt x="114" y="109"/>
                </a:cubicBezTo>
                <a:cubicBezTo>
                  <a:pt x="114" y="108"/>
                  <a:pt x="114" y="108"/>
                  <a:pt x="115" y="108"/>
                </a:cubicBezTo>
                <a:close/>
                <a:moveTo>
                  <a:pt x="111" y="108"/>
                </a:moveTo>
                <a:cubicBezTo>
                  <a:pt x="111" y="108"/>
                  <a:pt x="111" y="108"/>
                  <a:pt x="111" y="108"/>
                </a:cubicBezTo>
                <a:cubicBezTo>
                  <a:pt x="111" y="108"/>
                  <a:pt x="112" y="108"/>
                  <a:pt x="112" y="109"/>
                </a:cubicBezTo>
                <a:cubicBezTo>
                  <a:pt x="112" y="109"/>
                  <a:pt x="111" y="110"/>
                  <a:pt x="111" y="110"/>
                </a:cubicBezTo>
                <a:cubicBezTo>
                  <a:pt x="110" y="110"/>
                  <a:pt x="110" y="109"/>
                  <a:pt x="110" y="109"/>
                </a:cubicBezTo>
                <a:cubicBezTo>
                  <a:pt x="110" y="108"/>
                  <a:pt x="110" y="108"/>
                  <a:pt x="111" y="108"/>
                </a:cubicBezTo>
                <a:close/>
                <a:moveTo>
                  <a:pt x="107" y="108"/>
                </a:move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8" y="108"/>
                  <a:pt x="108" y="109"/>
                </a:cubicBezTo>
                <a:cubicBezTo>
                  <a:pt x="108" y="109"/>
                  <a:pt x="107" y="110"/>
                  <a:pt x="107" y="110"/>
                </a:cubicBezTo>
                <a:cubicBezTo>
                  <a:pt x="106" y="110"/>
                  <a:pt x="106" y="109"/>
                  <a:pt x="106" y="109"/>
                </a:cubicBezTo>
                <a:cubicBezTo>
                  <a:pt x="106" y="108"/>
                  <a:pt x="106" y="108"/>
                  <a:pt x="107" y="108"/>
                </a:cubicBezTo>
                <a:close/>
                <a:moveTo>
                  <a:pt x="103" y="108"/>
                </a:moveTo>
                <a:cubicBezTo>
                  <a:pt x="103" y="108"/>
                  <a:pt x="103" y="108"/>
                  <a:pt x="103" y="108"/>
                </a:cubicBezTo>
                <a:cubicBezTo>
                  <a:pt x="103" y="108"/>
                  <a:pt x="103" y="108"/>
                  <a:pt x="103" y="109"/>
                </a:cubicBezTo>
                <a:cubicBezTo>
                  <a:pt x="103" y="109"/>
                  <a:pt x="103" y="110"/>
                  <a:pt x="103" y="110"/>
                </a:cubicBezTo>
                <a:cubicBezTo>
                  <a:pt x="103" y="110"/>
                  <a:pt x="103" y="110"/>
                  <a:pt x="103" y="110"/>
                </a:cubicBezTo>
                <a:cubicBezTo>
                  <a:pt x="102" y="110"/>
                  <a:pt x="102" y="109"/>
                  <a:pt x="102" y="109"/>
                </a:cubicBezTo>
                <a:cubicBezTo>
                  <a:pt x="102" y="108"/>
                  <a:pt x="102" y="108"/>
                  <a:pt x="103" y="108"/>
                </a:cubicBezTo>
                <a:close/>
                <a:moveTo>
                  <a:pt x="98" y="108"/>
                </a:moveTo>
                <a:cubicBezTo>
                  <a:pt x="98" y="108"/>
                  <a:pt x="98" y="108"/>
                  <a:pt x="98" y="108"/>
                </a:cubicBezTo>
                <a:cubicBezTo>
                  <a:pt x="99" y="108"/>
                  <a:pt x="99" y="108"/>
                  <a:pt x="99" y="109"/>
                </a:cubicBezTo>
                <a:cubicBezTo>
                  <a:pt x="99" y="109"/>
                  <a:pt x="99" y="110"/>
                  <a:pt x="98" y="110"/>
                </a:cubicBezTo>
                <a:cubicBezTo>
                  <a:pt x="98" y="110"/>
                  <a:pt x="98" y="109"/>
                  <a:pt x="98" y="109"/>
                </a:cubicBezTo>
                <a:cubicBezTo>
                  <a:pt x="98" y="108"/>
                  <a:pt x="98" y="108"/>
                  <a:pt x="98" y="108"/>
                </a:cubicBezTo>
                <a:close/>
                <a:moveTo>
                  <a:pt x="94" y="108"/>
                </a:moveTo>
                <a:cubicBezTo>
                  <a:pt x="94" y="108"/>
                  <a:pt x="94" y="108"/>
                  <a:pt x="94" y="108"/>
                </a:cubicBezTo>
                <a:cubicBezTo>
                  <a:pt x="95" y="108"/>
                  <a:pt x="95" y="108"/>
                  <a:pt x="95" y="109"/>
                </a:cubicBezTo>
                <a:cubicBezTo>
                  <a:pt x="95" y="109"/>
                  <a:pt x="95" y="110"/>
                  <a:pt x="94" y="110"/>
                </a:cubicBezTo>
                <a:cubicBezTo>
                  <a:pt x="94" y="110"/>
                  <a:pt x="93" y="109"/>
                  <a:pt x="93" y="109"/>
                </a:cubicBezTo>
                <a:cubicBezTo>
                  <a:pt x="93" y="108"/>
                  <a:pt x="94" y="108"/>
                  <a:pt x="94" y="108"/>
                </a:cubicBezTo>
                <a:close/>
                <a:moveTo>
                  <a:pt x="90" y="108"/>
                </a:moveTo>
                <a:cubicBezTo>
                  <a:pt x="90" y="108"/>
                  <a:pt x="90" y="108"/>
                  <a:pt x="90" y="108"/>
                </a:cubicBezTo>
                <a:cubicBezTo>
                  <a:pt x="91" y="108"/>
                  <a:pt x="91" y="108"/>
                  <a:pt x="91" y="109"/>
                </a:cubicBezTo>
                <a:cubicBezTo>
                  <a:pt x="91" y="109"/>
                  <a:pt x="91" y="110"/>
                  <a:pt x="90" y="110"/>
                </a:cubicBezTo>
                <a:cubicBezTo>
                  <a:pt x="90" y="110"/>
                  <a:pt x="89" y="109"/>
                  <a:pt x="89" y="109"/>
                </a:cubicBezTo>
                <a:cubicBezTo>
                  <a:pt x="89" y="108"/>
                  <a:pt x="90" y="108"/>
                  <a:pt x="90" y="108"/>
                </a:cubicBezTo>
                <a:close/>
                <a:moveTo>
                  <a:pt x="86" y="108"/>
                </a:moveTo>
                <a:cubicBezTo>
                  <a:pt x="86" y="108"/>
                  <a:pt x="86" y="108"/>
                  <a:pt x="86" y="108"/>
                </a:cubicBezTo>
                <a:cubicBezTo>
                  <a:pt x="87" y="108"/>
                  <a:pt x="87" y="108"/>
                  <a:pt x="87" y="109"/>
                </a:cubicBezTo>
                <a:cubicBezTo>
                  <a:pt x="87" y="109"/>
                  <a:pt x="87" y="110"/>
                  <a:pt x="86" y="110"/>
                </a:cubicBezTo>
                <a:cubicBezTo>
                  <a:pt x="86" y="110"/>
                  <a:pt x="86" y="110"/>
                  <a:pt x="86" y="110"/>
                </a:cubicBezTo>
                <a:cubicBezTo>
                  <a:pt x="86" y="110"/>
                  <a:pt x="85" y="109"/>
                  <a:pt x="85" y="109"/>
                </a:cubicBezTo>
                <a:cubicBezTo>
                  <a:pt x="85" y="108"/>
                  <a:pt x="86" y="108"/>
                  <a:pt x="86" y="108"/>
                </a:cubicBezTo>
                <a:close/>
                <a:moveTo>
                  <a:pt x="82" y="108"/>
                </a:moveTo>
                <a:cubicBezTo>
                  <a:pt x="82" y="108"/>
                  <a:pt x="82" y="108"/>
                  <a:pt x="82" y="108"/>
                </a:cubicBezTo>
                <a:cubicBezTo>
                  <a:pt x="83" y="108"/>
                  <a:pt x="83" y="108"/>
                  <a:pt x="83" y="109"/>
                </a:cubicBezTo>
                <a:cubicBezTo>
                  <a:pt x="83" y="109"/>
                  <a:pt x="83" y="110"/>
                  <a:pt x="82" y="110"/>
                </a:cubicBezTo>
                <a:cubicBezTo>
                  <a:pt x="82" y="110"/>
                  <a:pt x="82" y="110"/>
                  <a:pt x="82" y="110"/>
                </a:cubicBezTo>
                <a:cubicBezTo>
                  <a:pt x="82" y="110"/>
                  <a:pt x="81" y="109"/>
                  <a:pt x="81" y="109"/>
                </a:cubicBezTo>
                <a:cubicBezTo>
                  <a:pt x="81" y="108"/>
                  <a:pt x="82" y="108"/>
                  <a:pt x="82" y="108"/>
                </a:cubicBezTo>
                <a:close/>
                <a:moveTo>
                  <a:pt x="78" y="108"/>
                </a:moveTo>
                <a:cubicBezTo>
                  <a:pt x="78" y="108"/>
                  <a:pt x="78" y="108"/>
                  <a:pt x="78" y="108"/>
                </a:cubicBezTo>
                <a:cubicBezTo>
                  <a:pt x="79" y="108"/>
                  <a:pt x="79" y="108"/>
                  <a:pt x="79" y="109"/>
                </a:cubicBezTo>
                <a:cubicBezTo>
                  <a:pt x="79" y="109"/>
                  <a:pt x="79" y="110"/>
                  <a:pt x="78" y="110"/>
                </a:cubicBezTo>
                <a:cubicBezTo>
                  <a:pt x="78" y="110"/>
                  <a:pt x="77" y="109"/>
                  <a:pt x="77" y="109"/>
                </a:cubicBezTo>
                <a:cubicBezTo>
                  <a:pt x="77" y="108"/>
                  <a:pt x="78" y="108"/>
                  <a:pt x="78" y="108"/>
                </a:cubicBezTo>
                <a:close/>
                <a:moveTo>
                  <a:pt x="74" y="108"/>
                </a:moveTo>
                <a:cubicBezTo>
                  <a:pt x="74" y="108"/>
                  <a:pt x="74" y="108"/>
                  <a:pt x="74" y="108"/>
                </a:cubicBezTo>
                <a:cubicBezTo>
                  <a:pt x="74" y="108"/>
                  <a:pt x="75" y="108"/>
                  <a:pt x="75" y="109"/>
                </a:cubicBezTo>
                <a:cubicBezTo>
                  <a:pt x="75" y="109"/>
                  <a:pt x="74" y="110"/>
                  <a:pt x="74" y="110"/>
                </a:cubicBezTo>
                <a:cubicBezTo>
                  <a:pt x="73" y="110"/>
                  <a:pt x="73" y="109"/>
                  <a:pt x="73" y="109"/>
                </a:cubicBezTo>
                <a:cubicBezTo>
                  <a:pt x="73" y="108"/>
                  <a:pt x="73" y="108"/>
                  <a:pt x="74" y="108"/>
                </a:cubicBezTo>
                <a:close/>
                <a:moveTo>
                  <a:pt x="70" y="108"/>
                </a:moveTo>
                <a:cubicBezTo>
                  <a:pt x="70" y="108"/>
                  <a:pt x="70" y="108"/>
                  <a:pt x="70" y="108"/>
                </a:cubicBezTo>
                <a:cubicBezTo>
                  <a:pt x="70" y="108"/>
                  <a:pt x="71" y="108"/>
                  <a:pt x="71" y="109"/>
                </a:cubicBezTo>
                <a:cubicBezTo>
                  <a:pt x="71" y="109"/>
                  <a:pt x="70" y="110"/>
                  <a:pt x="70" y="110"/>
                </a:cubicBezTo>
                <a:cubicBezTo>
                  <a:pt x="70" y="110"/>
                  <a:pt x="70" y="110"/>
                  <a:pt x="70" y="110"/>
                </a:cubicBezTo>
                <a:cubicBezTo>
                  <a:pt x="69" y="110"/>
                  <a:pt x="69" y="109"/>
                  <a:pt x="69" y="109"/>
                </a:cubicBezTo>
                <a:cubicBezTo>
                  <a:pt x="69" y="108"/>
                  <a:pt x="69" y="108"/>
                  <a:pt x="70" y="108"/>
                </a:cubicBezTo>
                <a:close/>
                <a:moveTo>
                  <a:pt x="66" y="108"/>
                </a:moveTo>
                <a:cubicBezTo>
                  <a:pt x="66" y="108"/>
                  <a:pt x="66" y="108"/>
                  <a:pt x="66" y="108"/>
                </a:cubicBezTo>
                <a:cubicBezTo>
                  <a:pt x="66" y="108"/>
                  <a:pt x="67" y="108"/>
                  <a:pt x="67" y="109"/>
                </a:cubicBezTo>
                <a:cubicBezTo>
                  <a:pt x="67" y="109"/>
                  <a:pt x="66" y="110"/>
                  <a:pt x="66" y="110"/>
                </a:cubicBezTo>
                <a:cubicBezTo>
                  <a:pt x="66" y="110"/>
                  <a:pt x="66" y="110"/>
                  <a:pt x="66" y="110"/>
                </a:cubicBezTo>
                <a:cubicBezTo>
                  <a:pt x="65" y="110"/>
                  <a:pt x="65" y="109"/>
                  <a:pt x="65" y="109"/>
                </a:cubicBezTo>
                <a:cubicBezTo>
                  <a:pt x="65" y="108"/>
                  <a:pt x="65" y="108"/>
                  <a:pt x="66" y="108"/>
                </a:cubicBezTo>
                <a:close/>
                <a:moveTo>
                  <a:pt x="62" y="108"/>
                </a:moveTo>
                <a:cubicBezTo>
                  <a:pt x="62" y="108"/>
                  <a:pt x="62" y="108"/>
                  <a:pt x="62" y="108"/>
                </a:cubicBezTo>
                <a:cubicBezTo>
                  <a:pt x="62" y="108"/>
                  <a:pt x="63" y="108"/>
                  <a:pt x="63" y="109"/>
                </a:cubicBezTo>
                <a:cubicBezTo>
                  <a:pt x="63" y="109"/>
                  <a:pt x="62" y="110"/>
                  <a:pt x="62" y="110"/>
                </a:cubicBezTo>
                <a:cubicBezTo>
                  <a:pt x="61" y="110"/>
                  <a:pt x="61" y="109"/>
                  <a:pt x="61" y="109"/>
                </a:cubicBezTo>
                <a:cubicBezTo>
                  <a:pt x="61" y="108"/>
                  <a:pt x="61" y="108"/>
                  <a:pt x="62" y="108"/>
                </a:cubicBezTo>
                <a:close/>
                <a:moveTo>
                  <a:pt x="58" y="108"/>
                </a:moveTo>
                <a:cubicBezTo>
                  <a:pt x="58" y="108"/>
                  <a:pt x="58" y="108"/>
                  <a:pt x="58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8" y="110"/>
                </a:cubicBezTo>
                <a:cubicBezTo>
                  <a:pt x="57" y="110"/>
                  <a:pt x="57" y="109"/>
                  <a:pt x="57" y="109"/>
                </a:cubicBezTo>
                <a:cubicBezTo>
                  <a:pt x="57" y="108"/>
                  <a:pt x="57" y="108"/>
                  <a:pt x="58" y="108"/>
                </a:cubicBezTo>
                <a:close/>
                <a:moveTo>
                  <a:pt x="53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3" y="110"/>
                  <a:pt x="53" y="110"/>
                  <a:pt x="53" y="110"/>
                </a:cubicBezTo>
                <a:cubicBezTo>
                  <a:pt x="53" y="110"/>
                  <a:pt x="53" y="109"/>
                  <a:pt x="53" y="109"/>
                </a:cubicBezTo>
                <a:cubicBezTo>
                  <a:pt x="53" y="108"/>
                  <a:pt x="53" y="108"/>
                  <a:pt x="53" y="108"/>
                </a:cubicBezTo>
                <a:close/>
                <a:moveTo>
                  <a:pt x="49" y="108"/>
                </a:moveTo>
                <a:cubicBezTo>
                  <a:pt x="49" y="108"/>
                  <a:pt x="49" y="108"/>
                  <a:pt x="49" y="108"/>
                </a:cubicBezTo>
                <a:cubicBezTo>
                  <a:pt x="50" y="108"/>
                  <a:pt x="50" y="108"/>
                  <a:pt x="50" y="109"/>
                </a:cubicBezTo>
                <a:cubicBezTo>
                  <a:pt x="50" y="109"/>
                  <a:pt x="50" y="110"/>
                  <a:pt x="49" y="110"/>
                </a:cubicBezTo>
                <a:cubicBezTo>
                  <a:pt x="49" y="110"/>
                  <a:pt x="49" y="110"/>
                  <a:pt x="49" y="110"/>
                </a:cubicBezTo>
                <a:cubicBezTo>
                  <a:pt x="49" y="110"/>
                  <a:pt x="49" y="109"/>
                  <a:pt x="49" y="109"/>
                </a:cubicBezTo>
                <a:cubicBezTo>
                  <a:pt x="49" y="108"/>
                  <a:pt x="49" y="108"/>
                  <a:pt x="49" y="108"/>
                </a:cubicBezTo>
                <a:close/>
                <a:moveTo>
                  <a:pt x="45" y="108"/>
                </a:moveTo>
                <a:cubicBezTo>
                  <a:pt x="45" y="108"/>
                  <a:pt x="45" y="108"/>
                  <a:pt x="45" y="108"/>
                </a:cubicBezTo>
                <a:cubicBezTo>
                  <a:pt x="46" y="108"/>
                  <a:pt x="46" y="108"/>
                  <a:pt x="46" y="109"/>
                </a:cubicBezTo>
                <a:cubicBezTo>
                  <a:pt x="46" y="109"/>
                  <a:pt x="46" y="110"/>
                  <a:pt x="45" y="110"/>
                </a:cubicBezTo>
                <a:cubicBezTo>
                  <a:pt x="45" y="110"/>
                  <a:pt x="44" y="109"/>
                  <a:pt x="44" y="109"/>
                </a:cubicBezTo>
                <a:cubicBezTo>
                  <a:pt x="44" y="108"/>
                  <a:pt x="45" y="108"/>
                  <a:pt x="45" y="108"/>
                </a:cubicBezTo>
                <a:close/>
                <a:moveTo>
                  <a:pt x="41" y="108"/>
                </a:moveTo>
                <a:cubicBezTo>
                  <a:pt x="41" y="108"/>
                  <a:pt x="41" y="108"/>
                  <a:pt x="41" y="108"/>
                </a:cubicBezTo>
                <a:cubicBezTo>
                  <a:pt x="42" y="108"/>
                  <a:pt x="42" y="108"/>
                  <a:pt x="42" y="109"/>
                </a:cubicBezTo>
                <a:cubicBezTo>
                  <a:pt x="42" y="109"/>
                  <a:pt x="42" y="110"/>
                  <a:pt x="41" y="110"/>
                </a:cubicBezTo>
                <a:cubicBezTo>
                  <a:pt x="41" y="110"/>
                  <a:pt x="40" y="109"/>
                  <a:pt x="40" y="109"/>
                </a:cubicBezTo>
                <a:cubicBezTo>
                  <a:pt x="40" y="108"/>
                  <a:pt x="41" y="108"/>
                  <a:pt x="41" y="108"/>
                </a:cubicBezTo>
                <a:close/>
                <a:moveTo>
                  <a:pt x="37" y="108"/>
                </a:moveTo>
                <a:cubicBezTo>
                  <a:pt x="37" y="108"/>
                  <a:pt x="37" y="108"/>
                  <a:pt x="37" y="108"/>
                </a:cubicBezTo>
                <a:cubicBezTo>
                  <a:pt x="38" y="108"/>
                  <a:pt x="38" y="108"/>
                  <a:pt x="38" y="109"/>
                </a:cubicBezTo>
                <a:cubicBezTo>
                  <a:pt x="38" y="109"/>
                  <a:pt x="38" y="110"/>
                  <a:pt x="37" y="110"/>
                </a:cubicBezTo>
                <a:cubicBezTo>
                  <a:pt x="37" y="110"/>
                  <a:pt x="37" y="110"/>
                  <a:pt x="37" y="110"/>
                </a:cubicBezTo>
                <a:cubicBezTo>
                  <a:pt x="37" y="110"/>
                  <a:pt x="36" y="109"/>
                  <a:pt x="36" y="109"/>
                </a:cubicBezTo>
                <a:cubicBezTo>
                  <a:pt x="36" y="108"/>
                  <a:pt x="37" y="108"/>
                  <a:pt x="37" y="108"/>
                </a:cubicBezTo>
                <a:close/>
                <a:moveTo>
                  <a:pt x="33" y="108"/>
                </a:moveTo>
                <a:cubicBezTo>
                  <a:pt x="33" y="108"/>
                  <a:pt x="33" y="108"/>
                  <a:pt x="33" y="108"/>
                </a:cubicBezTo>
                <a:cubicBezTo>
                  <a:pt x="34" y="108"/>
                  <a:pt x="34" y="108"/>
                  <a:pt x="34" y="109"/>
                </a:cubicBezTo>
                <a:cubicBezTo>
                  <a:pt x="34" y="109"/>
                  <a:pt x="34" y="110"/>
                  <a:pt x="33" y="110"/>
                </a:cubicBezTo>
                <a:cubicBezTo>
                  <a:pt x="33" y="110"/>
                  <a:pt x="33" y="110"/>
                  <a:pt x="33" y="110"/>
                </a:cubicBezTo>
                <a:cubicBezTo>
                  <a:pt x="33" y="110"/>
                  <a:pt x="32" y="109"/>
                  <a:pt x="32" y="109"/>
                </a:cubicBezTo>
                <a:cubicBezTo>
                  <a:pt x="32" y="108"/>
                  <a:pt x="33" y="108"/>
                  <a:pt x="33" y="108"/>
                </a:cubicBezTo>
                <a:close/>
                <a:moveTo>
                  <a:pt x="29" y="108"/>
                </a:moveTo>
                <a:cubicBezTo>
                  <a:pt x="29" y="108"/>
                  <a:pt x="29" y="108"/>
                  <a:pt x="29" y="108"/>
                </a:cubicBezTo>
                <a:cubicBezTo>
                  <a:pt x="30" y="108"/>
                  <a:pt x="30" y="108"/>
                  <a:pt x="30" y="109"/>
                </a:cubicBezTo>
                <a:cubicBezTo>
                  <a:pt x="30" y="109"/>
                  <a:pt x="30" y="110"/>
                  <a:pt x="29" y="110"/>
                </a:cubicBezTo>
                <a:cubicBezTo>
                  <a:pt x="29" y="110"/>
                  <a:pt x="28" y="109"/>
                  <a:pt x="28" y="109"/>
                </a:cubicBezTo>
                <a:cubicBezTo>
                  <a:pt x="28" y="108"/>
                  <a:pt x="28" y="108"/>
                  <a:pt x="29" y="108"/>
                </a:cubicBezTo>
                <a:close/>
                <a:moveTo>
                  <a:pt x="25" y="108"/>
                </a:moveTo>
                <a:cubicBezTo>
                  <a:pt x="25" y="108"/>
                  <a:pt x="25" y="108"/>
                  <a:pt x="25" y="108"/>
                </a:cubicBezTo>
                <a:cubicBezTo>
                  <a:pt x="25" y="108"/>
                  <a:pt x="26" y="108"/>
                  <a:pt x="26" y="109"/>
                </a:cubicBezTo>
                <a:cubicBezTo>
                  <a:pt x="26" y="109"/>
                  <a:pt x="25" y="110"/>
                  <a:pt x="25" y="110"/>
                </a:cubicBezTo>
                <a:cubicBezTo>
                  <a:pt x="24" y="110"/>
                  <a:pt x="24" y="109"/>
                  <a:pt x="24" y="109"/>
                </a:cubicBezTo>
                <a:cubicBezTo>
                  <a:pt x="24" y="108"/>
                  <a:pt x="24" y="108"/>
                  <a:pt x="25" y="108"/>
                </a:cubicBezTo>
                <a:close/>
                <a:moveTo>
                  <a:pt x="21" y="108"/>
                </a:moveTo>
                <a:cubicBezTo>
                  <a:pt x="21" y="108"/>
                  <a:pt x="21" y="108"/>
                  <a:pt x="21" y="108"/>
                </a:cubicBezTo>
                <a:cubicBezTo>
                  <a:pt x="21" y="108"/>
                  <a:pt x="22" y="108"/>
                  <a:pt x="22" y="109"/>
                </a:cubicBezTo>
                <a:cubicBezTo>
                  <a:pt x="22" y="109"/>
                  <a:pt x="21" y="110"/>
                  <a:pt x="21" y="110"/>
                </a:cubicBezTo>
                <a:cubicBezTo>
                  <a:pt x="20" y="110"/>
                  <a:pt x="20" y="109"/>
                  <a:pt x="20" y="109"/>
                </a:cubicBezTo>
                <a:cubicBezTo>
                  <a:pt x="20" y="108"/>
                  <a:pt x="20" y="108"/>
                  <a:pt x="21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33">
            <a:extLst>
              <a:ext uri="{FF2B5EF4-FFF2-40B4-BE49-F238E27FC236}">
                <a16:creationId xmlns:a16="http://schemas.microsoft.com/office/drawing/2014/main" id="{17315264-77D2-41A9-8302-0F0D7B7177CE}"/>
              </a:ext>
            </a:extLst>
          </p:cNvPr>
          <p:cNvSpPr>
            <a:spLocks/>
          </p:cNvSpPr>
          <p:nvPr/>
        </p:nvSpPr>
        <p:spPr bwMode="auto">
          <a:xfrm>
            <a:off x="3771402" y="5752982"/>
            <a:ext cx="4283802" cy="392113"/>
          </a:xfrm>
          <a:custGeom>
            <a:avLst/>
            <a:gdLst>
              <a:gd name="T0" fmla="*/ 190 w 197"/>
              <a:gd name="T1" fmla="*/ 0 h 19"/>
              <a:gd name="T2" fmla="*/ 197 w 197"/>
              <a:gd name="T3" fmla="*/ 10 h 19"/>
              <a:gd name="T4" fmla="*/ 190 w 197"/>
              <a:gd name="T5" fmla="*/ 19 h 19"/>
              <a:gd name="T6" fmla="*/ 8 w 197"/>
              <a:gd name="T7" fmla="*/ 19 h 19"/>
              <a:gd name="T8" fmla="*/ 0 w 197"/>
              <a:gd name="T9" fmla="*/ 10 h 19"/>
              <a:gd name="T10" fmla="*/ 8 w 197"/>
              <a:gd name="T11" fmla="*/ 0 h 19"/>
              <a:gd name="T12" fmla="*/ 190 w 197"/>
              <a:gd name="T13" fmla="*/ 0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7" h="19">
                <a:moveTo>
                  <a:pt x="190" y="0"/>
                </a:moveTo>
                <a:cubicBezTo>
                  <a:pt x="192" y="0"/>
                  <a:pt x="196" y="8"/>
                  <a:pt x="197" y="10"/>
                </a:cubicBezTo>
                <a:cubicBezTo>
                  <a:pt x="196" y="12"/>
                  <a:pt x="192" y="19"/>
                  <a:pt x="190" y="19"/>
                </a:cubicBezTo>
                <a:cubicBezTo>
                  <a:pt x="8" y="19"/>
                  <a:pt x="8" y="19"/>
                  <a:pt x="8" y="19"/>
                </a:cubicBezTo>
                <a:cubicBezTo>
                  <a:pt x="5" y="19"/>
                  <a:pt x="2" y="12"/>
                  <a:pt x="0" y="10"/>
                </a:cubicBezTo>
                <a:cubicBezTo>
                  <a:pt x="2" y="8"/>
                  <a:pt x="5" y="0"/>
                  <a:pt x="8" y="0"/>
                </a:cubicBezTo>
                <a:cubicBezTo>
                  <a:pt x="190" y="0"/>
                  <a:pt x="190" y="0"/>
                  <a:pt x="190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0">
            <a:extLst>
              <a:ext uri="{FF2B5EF4-FFF2-40B4-BE49-F238E27FC236}">
                <a16:creationId xmlns:a16="http://schemas.microsoft.com/office/drawing/2014/main" id="{FEEB79E7-2676-4972-8AD8-F5943CA7A1F9}"/>
              </a:ext>
            </a:extLst>
          </p:cNvPr>
          <p:cNvSpPr>
            <a:spLocks/>
          </p:cNvSpPr>
          <p:nvPr/>
        </p:nvSpPr>
        <p:spPr bwMode="auto">
          <a:xfrm>
            <a:off x="4968254" y="2817356"/>
            <a:ext cx="82550" cy="165100"/>
          </a:xfrm>
          <a:custGeom>
            <a:avLst/>
            <a:gdLst>
              <a:gd name="T0" fmla="*/ 0 w 52"/>
              <a:gd name="T1" fmla="*/ 0 h 104"/>
              <a:gd name="T2" fmla="*/ 52 w 52"/>
              <a:gd name="T3" fmla="*/ 52 h 104"/>
              <a:gd name="T4" fmla="*/ 0 w 52"/>
              <a:gd name="T5" fmla="*/ 104 h 104"/>
              <a:gd name="T6" fmla="*/ 0 w 52"/>
              <a:gd name="T7" fmla="*/ 0 h 104"/>
              <a:gd name="T8" fmla="*/ 0 w 52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" h="104">
                <a:moveTo>
                  <a:pt x="0" y="0"/>
                </a:moveTo>
                <a:lnTo>
                  <a:pt x="52" y="52"/>
                </a:lnTo>
                <a:lnTo>
                  <a:pt x="0" y="10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Freeform 41">
            <a:extLst>
              <a:ext uri="{FF2B5EF4-FFF2-40B4-BE49-F238E27FC236}">
                <a16:creationId xmlns:a16="http://schemas.microsoft.com/office/drawing/2014/main" id="{54A3974A-6895-40E2-BC6A-18DFD0CD7A05}"/>
              </a:ext>
            </a:extLst>
          </p:cNvPr>
          <p:cNvSpPr>
            <a:spLocks noEditPoints="1"/>
          </p:cNvSpPr>
          <p:nvPr/>
        </p:nvSpPr>
        <p:spPr bwMode="auto">
          <a:xfrm>
            <a:off x="3989524" y="2877642"/>
            <a:ext cx="528638" cy="41275"/>
          </a:xfrm>
          <a:custGeom>
            <a:avLst/>
            <a:gdLst>
              <a:gd name="T0" fmla="*/ 1 w 26"/>
              <a:gd name="T1" fmla="*/ 2 h 2"/>
              <a:gd name="T2" fmla="*/ 1 w 26"/>
              <a:gd name="T3" fmla="*/ 2 h 2"/>
              <a:gd name="T4" fmla="*/ 1 w 26"/>
              <a:gd name="T5" fmla="*/ 0 h 2"/>
              <a:gd name="T6" fmla="*/ 2 w 26"/>
              <a:gd name="T7" fmla="*/ 1 h 2"/>
              <a:gd name="T8" fmla="*/ 1 w 26"/>
              <a:gd name="T9" fmla="*/ 2 h 2"/>
              <a:gd name="T10" fmla="*/ 5 w 26"/>
              <a:gd name="T11" fmla="*/ 2 h 2"/>
              <a:gd name="T12" fmla="*/ 5 w 26"/>
              <a:gd name="T13" fmla="*/ 2 h 2"/>
              <a:gd name="T14" fmla="*/ 4 w 26"/>
              <a:gd name="T15" fmla="*/ 1 h 2"/>
              <a:gd name="T16" fmla="*/ 5 w 26"/>
              <a:gd name="T17" fmla="*/ 0 h 2"/>
              <a:gd name="T18" fmla="*/ 6 w 26"/>
              <a:gd name="T19" fmla="*/ 1 h 2"/>
              <a:gd name="T20" fmla="*/ 5 w 26"/>
              <a:gd name="T21" fmla="*/ 2 h 2"/>
              <a:gd name="T22" fmla="*/ 9 w 26"/>
              <a:gd name="T23" fmla="*/ 2 h 2"/>
              <a:gd name="T24" fmla="*/ 9 w 26"/>
              <a:gd name="T25" fmla="*/ 2 h 2"/>
              <a:gd name="T26" fmla="*/ 8 w 26"/>
              <a:gd name="T27" fmla="*/ 1 h 2"/>
              <a:gd name="T28" fmla="*/ 9 w 26"/>
              <a:gd name="T29" fmla="*/ 0 h 2"/>
              <a:gd name="T30" fmla="*/ 9 w 26"/>
              <a:gd name="T31" fmla="*/ 0 h 2"/>
              <a:gd name="T32" fmla="*/ 10 w 26"/>
              <a:gd name="T33" fmla="*/ 1 h 2"/>
              <a:gd name="T34" fmla="*/ 9 w 26"/>
              <a:gd name="T35" fmla="*/ 2 h 2"/>
              <a:gd name="T36" fmla="*/ 13 w 26"/>
              <a:gd name="T37" fmla="*/ 2 h 2"/>
              <a:gd name="T38" fmla="*/ 13 w 26"/>
              <a:gd name="T39" fmla="*/ 2 h 2"/>
              <a:gd name="T40" fmla="*/ 12 w 26"/>
              <a:gd name="T41" fmla="*/ 1 h 2"/>
              <a:gd name="T42" fmla="*/ 13 w 26"/>
              <a:gd name="T43" fmla="*/ 0 h 2"/>
              <a:gd name="T44" fmla="*/ 13 w 26"/>
              <a:gd name="T45" fmla="*/ 0 h 2"/>
              <a:gd name="T46" fmla="*/ 14 w 26"/>
              <a:gd name="T47" fmla="*/ 1 h 2"/>
              <a:gd name="T48" fmla="*/ 13 w 26"/>
              <a:gd name="T49" fmla="*/ 2 h 2"/>
              <a:gd name="T50" fmla="*/ 17 w 26"/>
              <a:gd name="T51" fmla="*/ 2 h 2"/>
              <a:gd name="T52" fmla="*/ 17 w 26"/>
              <a:gd name="T53" fmla="*/ 2 h 2"/>
              <a:gd name="T54" fmla="*/ 16 w 26"/>
              <a:gd name="T55" fmla="*/ 1 h 2"/>
              <a:gd name="T56" fmla="*/ 17 w 26"/>
              <a:gd name="T57" fmla="*/ 0 h 2"/>
              <a:gd name="T58" fmla="*/ 18 w 26"/>
              <a:gd name="T59" fmla="*/ 1 h 2"/>
              <a:gd name="T60" fmla="*/ 17 w 26"/>
              <a:gd name="T61" fmla="*/ 2 h 2"/>
              <a:gd name="T62" fmla="*/ 21 w 26"/>
              <a:gd name="T63" fmla="*/ 2 h 2"/>
              <a:gd name="T64" fmla="*/ 21 w 26"/>
              <a:gd name="T65" fmla="*/ 2 h 2"/>
              <a:gd name="T66" fmla="*/ 20 w 26"/>
              <a:gd name="T67" fmla="*/ 1 h 2"/>
              <a:gd name="T68" fmla="*/ 21 w 26"/>
              <a:gd name="T69" fmla="*/ 0 h 2"/>
              <a:gd name="T70" fmla="*/ 22 w 26"/>
              <a:gd name="T71" fmla="*/ 1 h 2"/>
              <a:gd name="T72" fmla="*/ 21 w 26"/>
              <a:gd name="T73" fmla="*/ 2 h 2"/>
              <a:gd name="T74" fmla="*/ 25 w 26"/>
              <a:gd name="T75" fmla="*/ 2 h 2"/>
              <a:gd name="T76" fmla="*/ 25 w 26"/>
              <a:gd name="T77" fmla="*/ 2 h 2"/>
              <a:gd name="T78" fmla="*/ 25 w 26"/>
              <a:gd name="T79" fmla="*/ 1 h 2"/>
              <a:gd name="T80" fmla="*/ 25 w 26"/>
              <a:gd name="T81" fmla="*/ 0 h 2"/>
              <a:gd name="T82" fmla="*/ 25 w 26"/>
              <a:gd name="T83" fmla="*/ 0 h 2"/>
              <a:gd name="T84" fmla="*/ 26 w 26"/>
              <a:gd name="T85" fmla="*/ 1 h 2"/>
              <a:gd name="T86" fmla="*/ 25 w 26"/>
              <a:gd name="T8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6" h="2">
                <a:moveTo>
                  <a:pt x="1" y="2"/>
                </a:move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0"/>
                  <a:pt x="1" y="0"/>
                </a:cubicBezTo>
                <a:cubicBezTo>
                  <a:pt x="1" y="0"/>
                  <a:pt x="2" y="0"/>
                  <a:pt x="2" y="1"/>
                </a:cubicBezTo>
                <a:cubicBezTo>
                  <a:pt x="2" y="1"/>
                  <a:pt x="1" y="2"/>
                  <a:pt x="1" y="2"/>
                </a:cubicBezTo>
                <a:close/>
                <a:moveTo>
                  <a:pt x="5" y="2"/>
                </a:moveTo>
                <a:cubicBezTo>
                  <a:pt x="5" y="2"/>
                  <a:pt x="5" y="2"/>
                  <a:pt x="5" y="2"/>
                </a:cubicBezTo>
                <a:cubicBezTo>
                  <a:pt x="4" y="2"/>
                  <a:pt x="4" y="1"/>
                  <a:pt x="4" y="1"/>
                </a:cubicBezTo>
                <a:cubicBezTo>
                  <a:pt x="4" y="0"/>
                  <a:pt x="4" y="0"/>
                  <a:pt x="5" y="0"/>
                </a:cubicBezTo>
                <a:cubicBezTo>
                  <a:pt x="5" y="0"/>
                  <a:pt x="6" y="0"/>
                  <a:pt x="6" y="1"/>
                </a:cubicBezTo>
                <a:cubicBezTo>
                  <a:pt x="6" y="1"/>
                  <a:pt x="5" y="2"/>
                  <a:pt x="5" y="2"/>
                </a:cubicBezTo>
                <a:close/>
                <a:moveTo>
                  <a:pt x="9" y="2"/>
                </a:moveTo>
                <a:cubicBezTo>
                  <a:pt x="9" y="2"/>
                  <a:pt x="9" y="2"/>
                  <a:pt x="9" y="2"/>
                </a:cubicBezTo>
                <a:cubicBezTo>
                  <a:pt x="9" y="2"/>
                  <a:pt x="8" y="1"/>
                  <a:pt x="8" y="1"/>
                </a:cubicBezTo>
                <a:cubicBezTo>
                  <a:pt x="8" y="0"/>
                  <a:pt x="9" y="0"/>
                  <a:pt x="9" y="0"/>
                </a:cubicBezTo>
                <a:cubicBezTo>
                  <a:pt x="9" y="0"/>
                  <a:pt x="9" y="0"/>
                  <a:pt x="9" y="0"/>
                </a:cubicBezTo>
                <a:cubicBezTo>
                  <a:pt x="10" y="0"/>
                  <a:pt x="10" y="0"/>
                  <a:pt x="10" y="1"/>
                </a:cubicBezTo>
                <a:cubicBezTo>
                  <a:pt x="10" y="1"/>
                  <a:pt x="10" y="2"/>
                  <a:pt x="9" y="2"/>
                </a:cubicBezTo>
                <a:close/>
                <a:moveTo>
                  <a:pt x="13" y="2"/>
                </a:moveTo>
                <a:cubicBezTo>
                  <a:pt x="13" y="2"/>
                  <a:pt x="13" y="2"/>
                  <a:pt x="13" y="2"/>
                </a:cubicBezTo>
                <a:cubicBezTo>
                  <a:pt x="13" y="2"/>
                  <a:pt x="12" y="1"/>
                  <a:pt x="12" y="1"/>
                </a:cubicBezTo>
                <a:cubicBezTo>
                  <a:pt x="12" y="0"/>
                  <a:pt x="13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1"/>
                </a:cubicBezTo>
                <a:cubicBezTo>
                  <a:pt x="14" y="1"/>
                  <a:pt x="14" y="2"/>
                  <a:pt x="13" y="2"/>
                </a:cubicBezTo>
                <a:close/>
                <a:moveTo>
                  <a:pt x="17" y="2"/>
                </a:moveTo>
                <a:cubicBezTo>
                  <a:pt x="17" y="2"/>
                  <a:pt x="17" y="2"/>
                  <a:pt x="17" y="2"/>
                </a:cubicBezTo>
                <a:cubicBezTo>
                  <a:pt x="17" y="2"/>
                  <a:pt x="16" y="1"/>
                  <a:pt x="16" y="1"/>
                </a:cubicBezTo>
                <a:cubicBezTo>
                  <a:pt x="16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1"/>
                  <a:pt x="18" y="2"/>
                  <a:pt x="17" y="2"/>
                </a:cubicBezTo>
                <a:close/>
                <a:moveTo>
                  <a:pt x="21" y="2"/>
                </a:moveTo>
                <a:cubicBezTo>
                  <a:pt x="21" y="2"/>
                  <a:pt x="21" y="2"/>
                  <a:pt x="21" y="2"/>
                </a:cubicBezTo>
                <a:cubicBezTo>
                  <a:pt x="21" y="2"/>
                  <a:pt x="20" y="1"/>
                  <a:pt x="20" y="1"/>
                </a:cubicBezTo>
                <a:cubicBezTo>
                  <a:pt x="20" y="0"/>
                  <a:pt x="21" y="0"/>
                  <a:pt x="21" y="0"/>
                </a:cubicBezTo>
                <a:cubicBezTo>
                  <a:pt x="22" y="0"/>
                  <a:pt x="22" y="0"/>
                  <a:pt x="22" y="1"/>
                </a:cubicBezTo>
                <a:cubicBezTo>
                  <a:pt x="22" y="1"/>
                  <a:pt x="22" y="2"/>
                  <a:pt x="21" y="2"/>
                </a:cubicBezTo>
                <a:close/>
                <a:moveTo>
                  <a:pt x="25" y="2"/>
                </a:moveTo>
                <a:cubicBezTo>
                  <a:pt x="25" y="2"/>
                  <a:pt x="25" y="2"/>
                  <a:pt x="25" y="2"/>
                </a:cubicBezTo>
                <a:cubicBezTo>
                  <a:pt x="25" y="2"/>
                  <a:pt x="25" y="1"/>
                  <a:pt x="25" y="1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6" y="0"/>
                  <a:pt x="26" y="1"/>
                </a:cubicBezTo>
                <a:cubicBezTo>
                  <a:pt x="26" y="1"/>
                  <a:pt x="26" y="2"/>
                  <a:pt x="25" y="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43">
            <a:extLst>
              <a:ext uri="{FF2B5EF4-FFF2-40B4-BE49-F238E27FC236}">
                <a16:creationId xmlns:a16="http://schemas.microsoft.com/office/drawing/2014/main" id="{C36432A6-23B9-47E4-9F77-81EAB32987BE}"/>
              </a:ext>
            </a:extLst>
          </p:cNvPr>
          <p:cNvSpPr>
            <a:spLocks/>
          </p:cNvSpPr>
          <p:nvPr/>
        </p:nvSpPr>
        <p:spPr bwMode="auto">
          <a:xfrm>
            <a:off x="2541661" y="2837994"/>
            <a:ext cx="84618" cy="165100"/>
          </a:xfrm>
          <a:custGeom>
            <a:avLst/>
            <a:gdLst>
              <a:gd name="T0" fmla="*/ 0 w 51"/>
              <a:gd name="T1" fmla="*/ 0 h 104"/>
              <a:gd name="T2" fmla="*/ 51 w 51"/>
              <a:gd name="T3" fmla="*/ 52 h 104"/>
              <a:gd name="T4" fmla="*/ 0 w 51"/>
              <a:gd name="T5" fmla="*/ 104 h 104"/>
              <a:gd name="T6" fmla="*/ 0 w 51"/>
              <a:gd name="T7" fmla="*/ 0 h 104"/>
              <a:gd name="T8" fmla="*/ 0 w 5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" h="104">
                <a:moveTo>
                  <a:pt x="0" y="0"/>
                </a:moveTo>
                <a:lnTo>
                  <a:pt x="51" y="52"/>
                </a:lnTo>
                <a:lnTo>
                  <a:pt x="0" y="10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59689D8-1C75-46FA-A7AC-1BE084C54A50}"/>
              </a:ext>
            </a:extLst>
          </p:cNvPr>
          <p:cNvSpPr txBox="1"/>
          <p:nvPr/>
        </p:nvSpPr>
        <p:spPr>
          <a:xfrm>
            <a:off x="3771402" y="5786691"/>
            <a:ext cx="42838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+mj-lt"/>
              </a:rPr>
              <a:t>360</a:t>
            </a:r>
            <a:r>
              <a:rPr lang="en-U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°</a:t>
            </a:r>
            <a:r>
              <a:rPr lang="en-US" sz="1600" b="1">
                <a:solidFill>
                  <a:schemeClr val="bg1"/>
                </a:solidFill>
                <a:latin typeface="+mj-lt"/>
              </a:rPr>
              <a:t> Clinical Nutrition Management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20E6B626-280B-4FBC-879F-46C9E1D40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787" y="3662521"/>
            <a:ext cx="1815099" cy="1618281"/>
          </a:xfrm>
          <a:prstGeom prst="rect">
            <a:avLst/>
          </a:prstGeom>
        </p:spPr>
      </p:pic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562" y="2250519"/>
            <a:ext cx="1005840" cy="1005840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221" y="2250519"/>
            <a:ext cx="1005840" cy="1005840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2107" y="2218650"/>
            <a:ext cx="1004000" cy="1004000"/>
          </a:xfrm>
          <a:prstGeom prst="rect">
            <a:avLst/>
          </a:prstGeom>
        </p:spPr>
      </p:pic>
      <p:sp>
        <p:nvSpPr>
          <p:cNvPr id="80" name="Freeform 41">
            <a:extLst>
              <a:ext uri="{FF2B5EF4-FFF2-40B4-BE49-F238E27FC236}">
                <a16:creationId xmlns:a16="http://schemas.microsoft.com/office/drawing/2014/main" id="{D4660F39-6FFE-4116-9522-59715906F7FF}"/>
              </a:ext>
            </a:extLst>
          </p:cNvPr>
          <p:cNvSpPr>
            <a:spLocks noEditPoints="1"/>
          </p:cNvSpPr>
          <p:nvPr/>
        </p:nvSpPr>
        <p:spPr bwMode="auto">
          <a:xfrm>
            <a:off x="4407812" y="2880353"/>
            <a:ext cx="528638" cy="41275"/>
          </a:xfrm>
          <a:custGeom>
            <a:avLst/>
            <a:gdLst>
              <a:gd name="T0" fmla="*/ 1 w 26"/>
              <a:gd name="T1" fmla="*/ 2 h 2"/>
              <a:gd name="T2" fmla="*/ 1 w 26"/>
              <a:gd name="T3" fmla="*/ 2 h 2"/>
              <a:gd name="T4" fmla="*/ 1 w 26"/>
              <a:gd name="T5" fmla="*/ 0 h 2"/>
              <a:gd name="T6" fmla="*/ 2 w 26"/>
              <a:gd name="T7" fmla="*/ 1 h 2"/>
              <a:gd name="T8" fmla="*/ 1 w 26"/>
              <a:gd name="T9" fmla="*/ 2 h 2"/>
              <a:gd name="T10" fmla="*/ 5 w 26"/>
              <a:gd name="T11" fmla="*/ 2 h 2"/>
              <a:gd name="T12" fmla="*/ 5 w 26"/>
              <a:gd name="T13" fmla="*/ 2 h 2"/>
              <a:gd name="T14" fmla="*/ 4 w 26"/>
              <a:gd name="T15" fmla="*/ 1 h 2"/>
              <a:gd name="T16" fmla="*/ 5 w 26"/>
              <a:gd name="T17" fmla="*/ 0 h 2"/>
              <a:gd name="T18" fmla="*/ 6 w 26"/>
              <a:gd name="T19" fmla="*/ 1 h 2"/>
              <a:gd name="T20" fmla="*/ 5 w 26"/>
              <a:gd name="T21" fmla="*/ 2 h 2"/>
              <a:gd name="T22" fmla="*/ 9 w 26"/>
              <a:gd name="T23" fmla="*/ 2 h 2"/>
              <a:gd name="T24" fmla="*/ 9 w 26"/>
              <a:gd name="T25" fmla="*/ 2 h 2"/>
              <a:gd name="T26" fmla="*/ 8 w 26"/>
              <a:gd name="T27" fmla="*/ 1 h 2"/>
              <a:gd name="T28" fmla="*/ 9 w 26"/>
              <a:gd name="T29" fmla="*/ 0 h 2"/>
              <a:gd name="T30" fmla="*/ 9 w 26"/>
              <a:gd name="T31" fmla="*/ 0 h 2"/>
              <a:gd name="T32" fmla="*/ 10 w 26"/>
              <a:gd name="T33" fmla="*/ 1 h 2"/>
              <a:gd name="T34" fmla="*/ 9 w 26"/>
              <a:gd name="T35" fmla="*/ 2 h 2"/>
              <a:gd name="T36" fmla="*/ 13 w 26"/>
              <a:gd name="T37" fmla="*/ 2 h 2"/>
              <a:gd name="T38" fmla="*/ 13 w 26"/>
              <a:gd name="T39" fmla="*/ 2 h 2"/>
              <a:gd name="T40" fmla="*/ 12 w 26"/>
              <a:gd name="T41" fmla="*/ 1 h 2"/>
              <a:gd name="T42" fmla="*/ 13 w 26"/>
              <a:gd name="T43" fmla="*/ 0 h 2"/>
              <a:gd name="T44" fmla="*/ 13 w 26"/>
              <a:gd name="T45" fmla="*/ 0 h 2"/>
              <a:gd name="T46" fmla="*/ 14 w 26"/>
              <a:gd name="T47" fmla="*/ 1 h 2"/>
              <a:gd name="T48" fmla="*/ 13 w 26"/>
              <a:gd name="T49" fmla="*/ 2 h 2"/>
              <a:gd name="T50" fmla="*/ 17 w 26"/>
              <a:gd name="T51" fmla="*/ 2 h 2"/>
              <a:gd name="T52" fmla="*/ 17 w 26"/>
              <a:gd name="T53" fmla="*/ 2 h 2"/>
              <a:gd name="T54" fmla="*/ 16 w 26"/>
              <a:gd name="T55" fmla="*/ 1 h 2"/>
              <a:gd name="T56" fmla="*/ 17 w 26"/>
              <a:gd name="T57" fmla="*/ 0 h 2"/>
              <a:gd name="T58" fmla="*/ 18 w 26"/>
              <a:gd name="T59" fmla="*/ 1 h 2"/>
              <a:gd name="T60" fmla="*/ 17 w 26"/>
              <a:gd name="T61" fmla="*/ 2 h 2"/>
              <a:gd name="T62" fmla="*/ 21 w 26"/>
              <a:gd name="T63" fmla="*/ 2 h 2"/>
              <a:gd name="T64" fmla="*/ 21 w 26"/>
              <a:gd name="T65" fmla="*/ 2 h 2"/>
              <a:gd name="T66" fmla="*/ 20 w 26"/>
              <a:gd name="T67" fmla="*/ 1 h 2"/>
              <a:gd name="T68" fmla="*/ 21 w 26"/>
              <a:gd name="T69" fmla="*/ 0 h 2"/>
              <a:gd name="T70" fmla="*/ 22 w 26"/>
              <a:gd name="T71" fmla="*/ 1 h 2"/>
              <a:gd name="T72" fmla="*/ 21 w 26"/>
              <a:gd name="T73" fmla="*/ 2 h 2"/>
              <a:gd name="T74" fmla="*/ 25 w 26"/>
              <a:gd name="T75" fmla="*/ 2 h 2"/>
              <a:gd name="T76" fmla="*/ 25 w 26"/>
              <a:gd name="T77" fmla="*/ 2 h 2"/>
              <a:gd name="T78" fmla="*/ 25 w 26"/>
              <a:gd name="T79" fmla="*/ 1 h 2"/>
              <a:gd name="T80" fmla="*/ 25 w 26"/>
              <a:gd name="T81" fmla="*/ 0 h 2"/>
              <a:gd name="T82" fmla="*/ 25 w 26"/>
              <a:gd name="T83" fmla="*/ 0 h 2"/>
              <a:gd name="T84" fmla="*/ 26 w 26"/>
              <a:gd name="T85" fmla="*/ 1 h 2"/>
              <a:gd name="T86" fmla="*/ 25 w 26"/>
              <a:gd name="T8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6" h="2">
                <a:moveTo>
                  <a:pt x="1" y="2"/>
                </a:move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0"/>
                  <a:pt x="1" y="0"/>
                </a:cubicBezTo>
                <a:cubicBezTo>
                  <a:pt x="1" y="0"/>
                  <a:pt x="2" y="0"/>
                  <a:pt x="2" y="1"/>
                </a:cubicBezTo>
                <a:cubicBezTo>
                  <a:pt x="2" y="1"/>
                  <a:pt x="1" y="2"/>
                  <a:pt x="1" y="2"/>
                </a:cubicBezTo>
                <a:close/>
                <a:moveTo>
                  <a:pt x="5" y="2"/>
                </a:moveTo>
                <a:cubicBezTo>
                  <a:pt x="5" y="2"/>
                  <a:pt x="5" y="2"/>
                  <a:pt x="5" y="2"/>
                </a:cubicBezTo>
                <a:cubicBezTo>
                  <a:pt x="4" y="2"/>
                  <a:pt x="4" y="1"/>
                  <a:pt x="4" y="1"/>
                </a:cubicBezTo>
                <a:cubicBezTo>
                  <a:pt x="4" y="0"/>
                  <a:pt x="4" y="0"/>
                  <a:pt x="5" y="0"/>
                </a:cubicBezTo>
                <a:cubicBezTo>
                  <a:pt x="5" y="0"/>
                  <a:pt x="6" y="0"/>
                  <a:pt x="6" y="1"/>
                </a:cubicBezTo>
                <a:cubicBezTo>
                  <a:pt x="6" y="1"/>
                  <a:pt x="5" y="2"/>
                  <a:pt x="5" y="2"/>
                </a:cubicBezTo>
                <a:close/>
                <a:moveTo>
                  <a:pt x="9" y="2"/>
                </a:moveTo>
                <a:cubicBezTo>
                  <a:pt x="9" y="2"/>
                  <a:pt x="9" y="2"/>
                  <a:pt x="9" y="2"/>
                </a:cubicBezTo>
                <a:cubicBezTo>
                  <a:pt x="9" y="2"/>
                  <a:pt x="8" y="1"/>
                  <a:pt x="8" y="1"/>
                </a:cubicBezTo>
                <a:cubicBezTo>
                  <a:pt x="8" y="0"/>
                  <a:pt x="9" y="0"/>
                  <a:pt x="9" y="0"/>
                </a:cubicBezTo>
                <a:cubicBezTo>
                  <a:pt x="9" y="0"/>
                  <a:pt x="9" y="0"/>
                  <a:pt x="9" y="0"/>
                </a:cubicBezTo>
                <a:cubicBezTo>
                  <a:pt x="10" y="0"/>
                  <a:pt x="10" y="0"/>
                  <a:pt x="10" y="1"/>
                </a:cubicBezTo>
                <a:cubicBezTo>
                  <a:pt x="10" y="1"/>
                  <a:pt x="10" y="2"/>
                  <a:pt x="9" y="2"/>
                </a:cubicBezTo>
                <a:close/>
                <a:moveTo>
                  <a:pt x="13" y="2"/>
                </a:moveTo>
                <a:cubicBezTo>
                  <a:pt x="13" y="2"/>
                  <a:pt x="13" y="2"/>
                  <a:pt x="13" y="2"/>
                </a:cubicBezTo>
                <a:cubicBezTo>
                  <a:pt x="13" y="2"/>
                  <a:pt x="12" y="1"/>
                  <a:pt x="12" y="1"/>
                </a:cubicBezTo>
                <a:cubicBezTo>
                  <a:pt x="12" y="0"/>
                  <a:pt x="13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1"/>
                </a:cubicBezTo>
                <a:cubicBezTo>
                  <a:pt x="14" y="1"/>
                  <a:pt x="14" y="2"/>
                  <a:pt x="13" y="2"/>
                </a:cubicBezTo>
                <a:close/>
                <a:moveTo>
                  <a:pt x="17" y="2"/>
                </a:moveTo>
                <a:cubicBezTo>
                  <a:pt x="17" y="2"/>
                  <a:pt x="17" y="2"/>
                  <a:pt x="17" y="2"/>
                </a:cubicBezTo>
                <a:cubicBezTo>
                  <a:pt x="17" y="2"/>
                  <a:pt x="16" y="1"/>
                  <a:pt x="16" y="1"/>
                </a:cubicBezTo>
                <a:cubicBezTo>
                  <a:pt x="16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1"/>
                  <a:pt x="18" y="2"/>
                  <a:pt x="17" y="2"/>
                </a:cubicBezTo>
                <a:close/>
                <a:moveTo>
                  <a:pt x="21" y="2"/>
                </a:moveTo>
                <a:cubicBezTo>
                  <a:pt x="21" y="2"/>
                  <a:pt x="21" y="2"/>
                  <a:pt x="21" y="2"/>
                </a:cubicBezTo>
                <a:cubicBezTo>
                  <a:pt x="21" y="2"/>
                  <a:pt x="20" y="1"/>
                  <a:pt x="20" y="1"/>
                </a:cubicBezTo>
                <a:cubicBezTo>
                  <a:pt x="20" y="0"/>
                  <a:pt x="21" y="0"/>
                  <a:pt x="21" y="0"/>
                </a:cubicBezTo>
                <a:cubicBezTo>
                  <a:pt x="22" y="0"/>
                  <a:pt x="22" y="0"/>
                  <a:pt x="22" y="1"/>
                </a:cubicBezTo>
                <a:cubicBezTo>
                  <a:pt x="22" y="1"/>
                  <a:pt x="22" y="2"/>
                  <a:pt x="21" y="2"/>
                </a:cubicBezTo>
                <a:close/>
                <a:moveTo>
                  <a:pt x="25" y="2"/>
                </a:moveTo>
                <a:cubicBezTo>
                  <a:pt x="25" y="2"/>
                  <a:pt x="25" y="2"/>
                  <a:pt x="25" y="2"/>
                </a:cubicBezTo>
                <a:cubicBezTo>
                  <a:pt x="25" y="2"/>
                  <a:pt x="25" y="1"/>
                  <a:pt x="25" y="1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6" y="0"/>
                  <a:pt x="26" y="1"/>
                </a:cubicBezTo>
                <a:cubicBezTo>
                  <a:pt x="26" y="1"/>
                  <a:pt x="26" y="2"/>
                  <a:pt x="25" y="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Freeform 40">
            <a:extLst>
              <a:ext uri="{FF2B5EF4-FFF2-40B4-BE49-F238E27FC236}">
                <a16:creationId xmlns:a16="http://schemas.microsoft.com/office/drawing/2014/main" id="{A815F36C-32D8-4CD7-BD12-8AC410F59FAF}"/>
              </a:ext>
            </a:extLst>
          </p:cNvPr>
          <p:cNvSpPr>
            <a:spLocks/>
          </p:cNvSpPr>
          <p:nvPr/>
        </p:nvSpPr>
        <p:spPr bwMode="auto">
          <a:xfrm>
            <a:off x="7488880" y="2837994"/>
            <a:ext cx="82550" cy="165100"/>
          </a:xfrm>
          <a:custGeom>
            <a:avLst/>
            <a:gdLst>
              <a:gd name="T0" fmla="*/ 0 w 52"/>
              <a:gd name="T1" fmla="*/ 0 h 104"/>
              <a:gd name="T2" fmla="*/ 52 w 52"/>
              <a:gd name="T3" fmla="*/ 52 h 104"/>
              <a:gd name="T4" fmla="*/ 0 w 52"/>
              <a:gd name="T5" fmla="*/ 104 h 104"/>
              <a:gd name="T6" fmla="*/ 0 w 52"/>
              <a:gd name="T7" fmla="*/ 0 h 104"/>
              <a:gd name="T8" fmla="*/ 0 w 52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" h="104">
                <a:moveTo>
                  <a:pt x="0" y="0"/>
                </a:moveTo>
                <a:lnTo>
                  <a:pt x="52" y="52"/>
                </a:lnTo>
                <a:lnTo>
                  <a:pt x="0" y="10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4" name="Freeform 41">
            <a:extLst>
              <a:ext uri="{FF2B5EF4-FFF2-40B4-BE49-F238E27FC236}">
                <a16:creationId xmlns:a16="http://schemas.microsoft.com/office/drawing/2014/main" id="{B0E19637-1207-4413-BC02-7FC094F65057}"/>
              </a:ext>
            </a:extLst>
          </p:cNvPr>
          <p:cNvSpPr>
            <a:spLocks noEditPoints="1"/>
          </p:cNvSpPr>
          <p:nvPr/>
        </p:nvSpPr>
        <p:spPr bwMode="auto">
          <a:xfrm>
            <a:off x="6425184" y="2899907"/>
            <a:ext cx="528638" cy="41275"/>
          </a:xfrm>
          <a:custGeom>
            <a:avLst/>
            <a:gdLst>
              <a:gd name="T0" fmla="*/ 1 w 26"/>
              <a:gd name="T1" fmla="*/ 2 h 2"/>
              <a:gd name="T2" fmla="*/ 1 w 26"/>
              <a:gd name="T3" fmla="*/ 2 h 2"/>
              <a:gd name="T4" fmla="*/ 1 w 26"/>
              <a:gd name="T5" fmla="*/ 0 h 2"/>
              <a:gd name="T6" fmla="*/ 2 w 26"/>
              <a:gd name="T7" fmla="*/ 1 h 2"/>
              <a:gd name="T8" fmla="*/ 1 w 26"/>
              <a:gd name="T9" fmla="*/ 2 h 2"/>
              <a:gd name="T10" fmla="*/ 5 w 26"/>
              <a:gd name="T11" fmla="*/ 2 h 2"/>
              <a:gd name="T12" fmla="*/ 5 w 26"/>
              <a:gd name="T13" fmla="*/ 2 h 2"/>
              <a:gd name="T14" fmla="*/ 4 w 26"/>
              <a:gd name="T15" fmla="*/ 1 h 2"/>
              <a:gd name="T16" fmla="*/ 5 w 26"/>
              <a:gd name="T17" fmla="*/ 0 h 2"/>
              <a:gd name="T18" fmla="*/ 6 w 26"/>
              <a:gd name="T19" fmla="*/ 1 h 2"/>
              <a:gd name="T20" fmla="*/ 5 w 26"/>
              <a:gd name="T21" fmla="*/ 2 h 2"/>
              <a:gd name="T22" fmla="*/ 9 w 26"/>
              <a:gd name="T23" fmla="*/ 2 h 2"/>
              <a:gd name="T24" fmla="*/ 9 w 26"/>
              <a:gd name="T25" fmla="*/ 2 h 2"/>
              <a:gd name="T26" fmla="*/ 8 w 26"/>
              <a:gd name="T27" fmla="*/ 1 h 2"/>
              <a:gd name="T28" fmla="*/ 9 w 26"/>
              <a:gd name="T29" fmla="*/ 0 h 2"/>
              <a:gd name="T30" fmla="*/ 9 w 26"/>
              <a:gd name="T31" fmla="*/ 0 h 2"/>
              <a:gd name="T32" fmla="*/ 10 w 26"/>
              <a:gd name="T33" fmla="*/ 1 h 2"/>
              <a:gd name="T34" fmla="*/ 9 w 26"/>
              <a:gd name="T35" fmla="*/ 2 h 2"/>
              <a:gd name="T36" fmla="*/ 13 w 26"/>
              <a:gd name="T37" fmla="*/ 2 h 2"/>
              <a:gd name="T38" fmla="*/ 13 w 26"/>
              <a:gd name="T39" fmla="*/ 2 h 2"/>
              <a:gd name="T40" fmla="*/ 12 w 26"/>
              <a:gd name="T41" fmla="*/ 1 h 2"/>
              <a:gd name="T42" fmla="*/ 13 w 26"/>
              <a:gd name="T43" fmla="*/ 0 h 2"/>
              <a:gd name="T44" fmla="*/ 13 w 26"/>
              <a:gd name="T45" fmla="*/ 0 h 2"/>
              <a:gd name="T46" fmla="*/ 14 w 26"/>
              <a:gd name="T47" fmla="*/ 1 h 2"/>
              <a:gd name="T48" fmla="*/ 13 w 26"/>
              <a:gd name="T49" fmla="*/ 2 h 2"/>
              <a:gd name="T50" fmla="*/ 17 w 26"/>
              <a:gd name="T51" fmla="*/ 2 h 2"/>
              <a:gd name="T52" fmla="*/ 17 w 26"/>
              <a:gd name="T53" fmla="*/ 2 h 2"/>
              <a:gd name="T54" fmla="*/ 16 w 26"/>
              <a:gd name="T55" fmla="*/ 1 h 2"/>
              <a:gd name="T56" fmla="*/ 17 w 26"/>
              <a:gd name="T57" fmla="*/ 0 h 2"/>
              <a:gd name="T58" fmla="*/ 18 w 26"/>
              <a:gd name="T59" fmla="*/ 1 h 2"/>
              <a:gd name="T60" fmla="*/ 17 w 26"/>
              <a:gd name="T61" fmla="*/ 2 h 2"/>
              <a:gd name="T62" fmla="*/ 21 w 26"/>
              <a:gd name="T63" fmla="*/ 2 h 2"/>
              <a:gd name="T64" fmla="*/ 21 w 26"/>
              <a:gd name="T65" fmla="*/ 2 h 2"/>
              <a:gd name="T66" fmla="*/ 20 w 26"/>
              <a:gd name="T67" fmla="*/ 1 h 2"/>
              <a:gd name="T68" fmla="*/ 21 w 26"/>
              <a:gd name="T69" fmla="*/ 0 h 2"/>
              <a:gd name="T70" fmla="*/ 22 w 26"/>
              <a:gd name="T71" fmla="*/ 1 h 2"/>
              <a:gd name="T72" fmla="*/ 21 w 26"/>
              <a:gd name="T73" fmla="*/ 2 h 2"/>
              <a:gd name="T74" fmla="*/ 25 w 26"/>
              <a:gd name="T75" fmla="*/ 2 h 2"/>
              <a:gd name="T76" fmla="*/ 25 w 26"/>
              <a:gd name="T77" fmla="*/ 2 h 2"/>
              <a:gd name="T78" fmla="*/ 25 w 26"/>
              <a:gd name="T79" fmla="*/ 1 h 2"/>
              <a:gd name="T80" fmla="*/ 25 w 26"/>
              <a:gd name="T81" fmla="*/ 0 h 2"/>
              <a:gd name="T82" fmla="*/ 25 w 26"/>
              <a:gd name="T83" fmla="*/ 0 h 2"/>
              <a:gd name="T84" fmla="*/ 26 w 26"/>
              <a:gd name="T85" fmla="*/ 1 h 2"/>
              <a:gd name="T86" fmla="*/ 25 w 26"/>
              <a:gd name="T8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6" h="2">
                <a:moveTo>
                  <a:pt x="1" y="2"/>
                </a:move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0"/>
                  <a:pt x="1" y="0"/>
                </a:cubicBezTo>
                <a:cubicBezTo>
                  <a:pt x="1" y="0"/>
                  <a:pt x="2" y="0"/>
                  <a:pt x="2" y="1"/>
                </a:cubicBezTo>
                <a:cubicBezTo>
                  <a:pt x="2" y="1"/>
                  <a:pt x="1" y="2"/>
                  <a:pt x="1" y="2"/>
                </a:cubicBezTo>
                <a:close/>
                <a:moveTo>
                  <a:pt x="5" y="2"/>
                </a:moveTo>
                <a:cubicBezTo>
                  <a:pt x="5" y="2"/>
                  <a:pt x="5" y="2"/>
                  <a:pt x="5" y="2"/>
                </a:cubicBezTo>
                <a:cubicBezTo>
                  <a:pt x="4" y="2"/>
                  <a:pt x="4" y="1"/>
                  <a:pt x="4" y="1"/>
                </a:cubicBezTo>
                <a:cubicBezTo>
                  <a:pt x="4" y="0"/>
                  <a:pt x="4" y="0"/>
                  <a:pt x="5" y="0"/>
                </a:cubicBezTo>
                <a:cubicBezTo>
                  <a:pt x="5" y="0"/>
                  <a:pt x="6" y="0"/>
                  <a:pt x="6" y="1"/>
                </a:cubicBezTo>
                <a:cubicBezTo>
                  <a:pt x="6" y="1"/>
                  <a:pt x="5" y="2"/>
                  <a:pt x="5" y="2"/>
                </a:cubicBezTo>
                <a:close/>
                <a:moveTo>
                  <a:pt x="9" y="2"/>
                </a:moveTo>
                <a:cubicBezTo>
                  <a:pt x="9" y="2"/>
                  <a:pt x="9" y="2"/>
                  <a:pt x="9" y="2"/>
                </a:cubicBezTo>
                <a:cubicBezTo>
                  <a:pt x="9" y="2"/>
                  <a:pt x="8" y="1"/>
                  <a:pt x="8" y="1"/>
                </a:cubicBezTo>
                <a:cubicBezTo>
                  <a:pt x="8" y="0"/>
                  <a:pt x="9" y="0"/>
                  <a:pt x="9" y="0"/>
                </a:cubicBezTo>
                <a:cubicBezTo>
                  <a:pt x="9" y="0"/>
                  <a:pt x="9" y="0"/>
                  <a:pt x="9" y="0"/>
                </a:cubicBezTo>
                <a:cubicBezTo>
                  <a:pt x="10" y="0"/>
                  <a:pt x="10" y="0"/>
                  <a:pt x="10" y="1"/>
                </a:cubicBezTo>
                <a:cubicBezTo>
                  <a:pt x="10" y="1"/>
                  <a:pt x="10" y="2"/>
                  <a:pt x="9" y="2"/>
                </a:cubicBezTo>
                <a:close/>
                <a:moveTo>
                  <a:pt x="13" y="2"/>
                </a:moveTo>
                <a:cubicBezTo>
                  <a:pt x="13" y="2"/>
                  <a:pt x="13" y="2"/>
                  <a:pt x="13" y="2"/>
                </a:cubicBezTo>
                <a:cubicBezTo>
                  <a:pt x="13" y="2"/>
                  <a:pt x="12" y="1"/>
                  <a:pt x="12" y="1"/>
                </a:cubicBezTo>
                <a:cubicBezTo>
                  <a:pt x="12" y="0"/>
                  <a:pt x="13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1"/>
                </a:cubicBezTo>
                <a:cubicBezTo>
                  <a:pt x="14" y="1"/>
                  <a:pt x="14" y="2"/>
                  <a:pt x="13" y="2"/>
                </a:cubicBezTo>
                <a:close/>
                <a:moveTo>
                  <a:pt x="17" y="2"/>
                </a:moveTo>
                <a:cubicBezTo>
                  <a:pt x="17" y="2"/>
                  <a:pt x="17" y="2"/>
                  <a:pt x="17" y="2"/>
                </a:cubicBezTo>
                <a:cubicBezTo>
                  <a:pt x="17" y="2"/>
                  <a:pt x="16" y="1"/>
                  <a:pt x="16" y="1"/>
                </a:cubicBezTo>
                <a:cubicBezTo>
                  <a:pt x="16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1"/>
                  <a:pt x="18" y="2"/>
                  <a:pt x="17" y="2"/>
                </a:cubicBezTo>
                <a:close/>
                <a:moveTo>
                  <a:pt x="21" y="2"/>
                </a:moveTo>
                <a:cubicBezTo>
                  <a:pt x="21" y="2"/>
                  <a:pt x="21" y="2"/>
                  <a:pt x="21" y="2"/>
                </a:cubicBezTo>
                <a:cubicBezTo>
                  <a:pt x="21" y="2"/>
                  <a:pt x="20" y="1"/>
                  <a:pt x="20" y="1"/>
                </a:cubicBezTo>
                <a:cubicBezTo>
                  <a:pt x="20" y="0"/>
                  <a:pt x="21" y="0"/>
                  <a:pt x="21" y="0"/>
                </a:cubicBezTo>
                <a:cubicBezTo>
                  <a:pt x="22" y="0"/>
                  <a:pt x="22" y="0"/>
                  <a:pt x="22" y="1"/>
                </a:cubicBezTo>
                <a:cubicBezTo>
                  <a:pt x="22" y="1"/>
                  <a:pt x="22" y="2"/>
                  <a:pt x="21" y="2"/>
                </a:cubicBezTo>
                <a:close/>
                <a:moveTo>
                  <a:pt x="25" y="2"/>
                </a:moveTo>
                <a:cubicBezTo>
                  <a:pt x="25" y="2"/>
                  <a:pt x="25" y="2"/>
                  <a:pt x="25" y="2"/>
                </a:cubicBezTo>
                <a:cubicBezTo>
                  <a:pt x="25" y="2"/>
                  <a:pt x="25" y="1"/>
                  <a:pt x="25" y="1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6" y="0"/>
                  <a:pt x="26" y="1"/>
                </a:cubicBezTo>
                <a:cubicBezTo>
                  <a:pt x="26" y="1"/>
                  <a:pt x="26" y="2"/>
                  <a:pt x="25" y="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" name="Freeform 41">
            <a:extLst>
              <a:ext uri="{FF2B5EF4-FFF2-40B4-BE49-F238E27FC236}">
                <a16:creationId xmlns:a16="http://schemas.microsoft.com/office/drawing/2014/main" id="{8CEAFC16-DBFF-4E28-BE54-29A02FDBA7C8}"/>
              </a:ext>
            </a:extLst>
          </p:cNvPr>
          <p:cNvSpPr>
            <a:spLocks noEditPoints="1"/>
          </p:cNvSpPr>
          <p:nvPr/>
        </p:nvSpPr>
        <p:spPr bwMode="auto">
          <a:xfrm>
            <a:off x="6928438" y="2900991"/>
            <a:ext cx="528638" cy="41275"/>
          </a:xfrm>
          <a:custGeom>
            <a:avLst/>
            <a:gdLst>
              <a:gd name="T0" fmla="*/ 1 w 26"/>
              <a:gd name="T1" fmla="*/ 2 h 2"/>
              <a:gd name="T2" fmla="*/ 1 w 26"/>
              <a:gd name="T3" fmla="*/ 2 h 2"/>
              <a:gd name="T4" fmla="*/ 1 w 26"/>
              <a:gd name="T5" fmla="*/ 0 h 2"/>
              <a:gd name="T6" fmla="*/ 2 w 26"/>
              <a:gd name="T7" fmla="*/ 1 h 2"/>
              <a:gd name="T8" fmla="*/ 1 w 26"/>
              <a:gd name="T9" fmla="*/ 2 h 2"/>
              <a:gd name="T10" fmla="*/ 5 w 26"/>
              <a:gd name="T11" fmla="*/ 2 h 2"/>
              <a:gd name="T12" fmla="*/ 5 w 26"/>
              <a:gd name="T13" fmla="*/ 2 h 2"/>
              <a:gd name="T14" fmla="*/ 4 w 26"/>
              <a:gd name="T15" fmla="*/ 1 h 2"/>
              <a:gd name="T16" fmla="*/ 5 w 26"/>
              <a:gd name="T17" fmla="*/ 0 h 2"/>
              <a:gd name="T18" fmla="*/ 6 w 26"/>
              <a:gd name="T19" fmla="*/ 1 h 2"/>
              <a:gd name="T20" fmla="*/ 5 w 26"/>
              <a:gd name="T21" fmla="*/ 2 h 2"/>
              <a:gd name="T22" fmla="*/ 9 w 26"/>
              <a:gd name="T23" fmla="*/ 2 h 2"/>
              <a:gd name="T24" fmla="*/ 9 w 26"/>
              <a:gd name="T25" fmla="*/ 2 h 2"/>
              <a:gd name="T26" fmla="*/ 8 w 26"/>
              <a:gd name="T27" fmla="*/ 1 h 2"/>
              <a:gd name="T28" fmla="*/ 9 w 26"/>
              <a:gd name="T29" fmla="*/ 0 h 2"/>
              <a:gd name="T30" fmla="*/ 9 w 26"/>
              <a:gd name="T31" fmla="*/ 0 h 2"/>
              <a:gd name="T32" fmla="*/ 10 w 26"/>
              <a:gd name="T33" fmla="*/ 1 h 2"/>
              <a:gd name="T34" fmla="*/ 9 w 26"/>
              <a:gd name="T35" fmla="*/ 2 h 2"/>
              <a:gd name="T36" fmla="*/ 13 w 26"/>
              <a:gd name="T37" fmla="*/ 2 h 2"/>
              <a:gd name="T38" fmla="*/ 13 w 26"/>
              <a:gd name="T39" fmla="*/ 2 h 2"/>
              <a:gd name="T40" fmla="*/ 12 w 26"/>
              <a:gd name="T41" fmla="*/ 1 h 2"/>
              <a:gd name="T42" fmla="*/ 13 w 26"/>
              <a:gd name="T43" fmla="*/ 0 h 2"/>
              <a:gd name="T44" fmla="*/ 13 w 26"/>
              <a:gd name="T45" fmla="*/ 0 h 2"/>
              <a:gd name="T46" fmla="*/ 14 w 26"/>
              <a:gd name="T47" fmla="*/ 1 h 2"/>
              <a:gd name="T48" fmla="*/ 13 w 26"/>
              <a:gd name="T49" fmla="*/ 2 h 2"/>
              <a:gd name="T50" fmla="*/ 17 w 26"/>
              <a:gd name="T51" fmla="*/ 2 h 2"/>
              <a:gd name="T52" fmla="*/ 17 w 26"/>
              <a:gd name="T53" fmla="*/ 2 h 2"/>
              <a:gd name="T54" fmla="*/ 16 w 26"/>
              <a:gd name="T55" fmla="*/ 1 h 2"/>
              <a:gd name="T56" fmla="*/ 17 w 26"/>
              <a:gd name="T57" fmla="*/ 0 h 2"/>
              <a:gd name="T58" fmla="*/ 18 w 26"/>
              <a:gd name="T59" fmla="*/ 1 h 2"/>
              <a:gd name="T60" fmla="*/ 17 w 26"/>
              <a:gd name="T61" fmla="*/ 2 h 2"/>
              <a:gd name="T62" fmla="*/ 21 w 26"/>
              <a:gd name="T63" fmla="*/ 2 h 2"/>
              <a:gd name="T64" fmla="*/ 21 w 26"/>
              <a:gd name="T65" fmla="*/ 2 h 2"/>
              <a:gd name="T66" fmla="*/ 20 w 26"/>
              <a:gd name="T67" fmla="*/ 1 h 2"/>
              <a:gd name="T68" fmla="*/ 21 w 26"/>
              <a:gd name="T69" fmla="*/ 0 h 2"/>
              <a:gd name="T70" fmla="*/ 22 w 26"/>
              <a:gd name="T71" fmla="*/ 1 h 2"/>
              <a:gd name="T72" fmla="*/ 21 w 26"/>
              <a:gd name="T73" fmla="*/ 2 h 2"/>
              <a:gd name="T74" fmla="*/ 25 w 26"/>
              <a:gd name="T75" fmla="*/ 2 h 2"/>
              <a:gd name="T76" fmla="*/ 25 w 26"/>
              <a:gd name="T77" fmla="*/ 2 h 2"/>
              <a:gd name="T78" fmla="*/ 25 w 26"/>
              <a:gd name="T79" fmla="*/ 1 h 2"/>
              <a:gd name="T80" fmla="*/ 25 w 26"/>
              <a:gd name="T81" fmla="*/ 0 h 2"/>
              <a:gd name="T82" fmla="*/ 25 w 26"/>
              <a:gd name="T83" fmla="*/ 0 h 2"/>
              <a:gd name="T84" fmla="*/ 26 w 26"/>
              <a:gd name="T85" fmla="*/ 1 h 2"/>
              <a:gd name="T86" fmla="*/ 25 w 26"/>
              <a:gd name="T8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6" h="2">
                <a:moveTo>
                  <a:pt x="1" y="2"/>
                </a:move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0"/>
                  <a:pt x="1" y="0"/>
                </a:cubicBezTo>
                <a:cubicBezTo>
                  <a:pt x="1" y="0"/>
                  <a:pt x="2" y="0"/>
                  <a:pt x="2" y="1"/>
                </a:cubicBezTo>
                <a:cubicBezTo>
                  <a:pt x="2" y="1"/>
                  <a:pt x="1" y="2"/>
                  <a:pt x="1" y="2"/>
                </a:cubicBezTo>
                <a:close/>
                <a:moveTo>
                  <a:pt x="5" y="2"/>
                </a:moveTo>
                <a:cubicBezTo>
                  <a:pt x="5" y="2"/>
                  <a:pt x="5" y="2"/>
                  <a:pt x="5" y="2"/>
                </a:cubicBezTo>
                <a:cubicBezTo>
                  <a:pt x="4" y="2"/>
                  <a:pt x="4" y="1"/>
                  <a:pt x="4" y="1"/>
                </a:cubicBezTo>
                <a:cubicBezTo>
                  <a:pt x="4" y="0"/>
                  <a:pt x="4" y="0"/>
                  <a:pt x="5" y="0"/>
                </a:cubicBezTo>
                <a:cubicBezTo>
                  <a:pt x="5" y="0"/>
                  <a:pt x="6" y="0"/>
                  <a:pt x="6" y="1"/>
                </a:cubicBezTo>
                <a:cubicBezTo>
                  <a:pt x="6" y="1"/>
                  <a:pt x="5" y="2"/>
                  <a:pt x="5" y="2"/>
                </a:cubicBezTo>
                <a:close/>
                <a:moveTo>
                  <a:pt x="9" y="2"/>
                </a:moveTo>
                <a:cubicBezTo>
                  <a:pt x="9" y="2"/>
                  <a:pt x="9" y="2"/>
                  <a:pt x="9" y="2"/>
                </a:cubicBezTo>
                <a:cubicBezTo>
                  <a:pt x="9" y="2"/>
                  <a:pt x="8" y="1"/>
                  <a:pt x="8" y="1"/>
                </a:cubicBezTo>
                <a:cubicBezTo>
                  <a:pt x="8" y="0"/>
                  <a:pt x="9" y="0"/>
                  <a:pt x="9" y="0"/>
                </a:cubicBezTo>
                <a:cubicBezTo>
                  <a:pt x="9" y="0"/>
                  <a:pt x="9" y="0"/>
                  <a:pt x="9" y="0"/>
                </a:cubicBezTo>
                <a:cubicBezTo>
                  <a:pt x="10" y="0"/>
                  <a:pt x="10" y="0"/>
                  <a:pt x="10" y="1"/>
                </a:cubicBezTo>
                <a:cubicBezTo>
                  <a:pt x="10" y="1"/>
                  <a:pt x="10" y="2"/>
                  <a:pt x="9" y="2"/>
                </a:cubicBezTo>
                <a:close/>
                <a:moveTo>
                  <a:pt x="13" y="2"/>
                </a:moveTo>
                <a:cubicBezTo>
                  <a:pt x="13" y="2"/>
                  <a:pt x="13" y="2"/>
                  <a:pt x="13" y="2"/>
                </a:cubicBezTo>
                <a:cubicBezTo>
                  <a:pt x="13" y="2"/>
                  <a:pt x="12" y="1"/>
                  <a:pt x="12" y="1"/>
                </a:cubicBezTo>
                <a:cubicBezTo>
                  <a:pt x="12" y="0"/>
                  <a:pt x="13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1"/>
                </a:cubicBezTo>
                <a:cubicBezTo>
                  <a:pt x="14" y="1"/>
                  <a:pt x="14" y="2"/>
                  <a:pt x="13" y="2"/>
                </a:cubicBezTo>
                <a:close/>
                <a:moveTo>
                  <a:pt x="17" y="2"/>
                </a:moveTo>
                <a:cubicBezTo>
                  <a:pt x="17" y="2"/>
                  <a:pt x="17" y="2"/>
                  <a:pt x="17" y="2"/>
                </a:cubicBezTo>
                <a:cubicBezTo>
                  <a:pt x="17" y="2"/>
                  <a:pt x="16" y="1"/>
                  <a:pt x="16" y="1"/>
                </a:cubicBezTo>
                <a:cubicBezTo>
                  <a:pt x="16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1"/>
                  <a:pt x="18" y="2"/>
                  <a:pt x="17" y="2"/>
                </a:cubicBezTo>
                <a:close/>
                <a:moveTo>
                  <a:pt x="21" y="2"/>
                </a:moveTo>
                <a:cubicBezTo>
                  <a:pt x="21" y="2"/>
                  <a:pt x="21" y="2"/>
                  <a:pt x="21" y="2"/>
                </a:cubicBezTo>
                <a:cubicBezTo>
                  <a:pt x="21" y="2"/>
                  <a:pt x="20" y="1"/>
                  <a:pt x="20" y="1"/>
                </a:cubicBezTo>
                <a:cubicBezTo>
                  <a:pt x="20" y="0"/>
                  <a:pt x="21" y="0"/>
                  <a:pt x="21" y="0"/>
                </a:cubicBezTo>
                <a:cubicBezTo>
                  <a:pt x="22" y="0"/>
                  <a:pt x="22" y="0"/>
                  <a:pt x="22" y="1"/>
                </a:cubicBezTo>
                <a:cubicBezTo>
                  <a:pt x="22" y="1"/>
                  <a:pt x="22" y="2"/>
                  <a:pt x="21" y="2"/>
                </a:cubicBezTo>
                <a:close/>
                <a:moveTo>
                  <a:pt x="25" y="2"/>
                </a:moveTo>
                <a:cubicBezTo>
                  <a:pt x="25" y="2"/>
                  <a:pt x="25" y="2"/>
                  <a:pt x="25" y="2"/>
                </a:cubicBezTo>
                <a:cubicBezTo>
                  <a:pt x="25" y="2"/>
                  <a:pt x="25" y="1"/>
                  <a:pt x="25" y="1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6" y="0"/>
                  <a:pt x="26" y="1"/>
                </a:cubicBezTo>
                <a:cubicBezTo>
                  <a:pt x="26" y="1"/>
                  <a:pt x="26" y="2"/>
                  <a:pt x="25" y="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46C5248-C574-4708-87E8-8C782D37F307}"/>
              </a:ext>
            </a:extLst>
          </p:cNvPr>
          <p:cNvSpPr/>
          <p:nvPr/>
        </p:nvSpPr>
        <p:spPr>
          <a:xfrm>
            <a:off x="1951822" y="1384108"/>
            <a:ext cx="7688826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b="1">
                <a:solidFill>
                  <a:srgbClr val="0070C0"/>
                </a:solidFill>
                <a:latin typeface="+mj-lt"/>
                <a:cs typeface="Segoe UI Light" panose="020B0502040204020203" pitchFamily="34" charset="0"/>
              </a:rPr>
              <a:t>Dim3 is establishing a data continuum between hospital, nursing homes and homecare to improve patient outcomes</a:t>
            </a:r>
            <a:endParaRPr lang="id-ID" baseline="30000">
              <a:solidFill>
                <a:srgbClr val="0070C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A2A1615-3C75-44B3-AC9E-239A4E6C868D}"/>
              </a:ext>
            </a:extLst>
          </p:cNvPr>
          <p:cNvSpPr txBox="1"/>
          <p:nvPr/>
        </p:nvSpPr>
        <p:spPr>
          <a:xfrm>
            <a:off x="275532" y="460505"/>
            <a:ext cx="106020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Individualized Support Across the Continuum</a:t>
            </a:r>
          </a:p>
        </p:txBody>
      </p:sp>
    </p:spTree>
    <p:extLst>
      <p:ext uri="{BB962C8B-B14F-4D97-AF65-F5344CB8AC3E}">
        <p14:creationId xmlns:p14="http://schemas.microsoft.com/office/powerpoint/2010/main" val="58847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>
            <a:extLst>
              <a:ext uri="{FF2B5EF4-FFF2-40B4-BE49-F238E27FC236}">
                <a16:creationId xmlns:a16="http://schemas.microsoft.com/office/drawing/2014/main" id="{E1D004D6-8BD5-1C40-A4F4-E96276B04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702" y="3429000"/>
            <a:ext cx="3798898" cy="3246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75532" y="460505"/>
            <a:ext cx="106020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Individualized Support Across the Continuum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46DA95F-D88C-4D2F-AA8E-EEC6090992C9}"/>
              </a:ext>
            </a:extLst>
          </p:cNvPr>
          <p:cNvSpPr/>
          <p:nvPr/>
        </p:nvSpPr>
        <p:spPr>
          <a:xfrm>
            <a:off x="6846545" y="3725554"/>
            <a:ext cx="2688957" cy="63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endParaRPr lang="en-US" sz="1100">
              <a:solidFill>
                <a:schemeClr val="bg1">
                  <a:lumMod val="65000"/>
                </a:schemeClr>
              </a:solidFill>
              <a:latin typeface="+mj-lt"/>
              <a:cs typeface="Segoe UI Ligh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2D15E2-E3B3-174E-8794-B2B654EAEDD3}"/>
              </a:ext>
            </a:extLst>
          </p:cNvPr>
          <p:cNvSpPr/>
          <p:nvPr/>
        </p:nvSpPr>
        <p:spPr>
          <a:xfrm>
            <a:off x="755905" y="1325134"/>
            <a:ext cx="11070336" cy="193899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000">
                <a:solidFill>
                  <a:srgbClr val="0070C0"/>
                </a:solidFill>
                <a:latin typeface="+mj-lt"/>
                <a:cs typeface="Segoe UI Light"/>
              </a:rPr>
              <a:t>By increasing compliance with better prescription and follow-up, </a:t>
            </a:r>
            <a:endParaRPr lang="en-US" sz="2000">
              <a:solidFill>
                <a:srgbClr val="0070C0"/>
              </a:solidFill>
              <a:latin typeface="+mj-lt"/>
              <a:cs typeface="Segoe UI Light" panose="020B0502040204020203" pitchFamily="34" charset="0"/>
            </a:endParaRPr>
          </a:p>
          <a:p>
            <a:pPr algn="ctr"/>
            <a:endParaRPr lang="en-US" sz="2000">
              <a:solidFill>
                <a:srgbClr val="0070C0"/>
              </a:solidFill>
              <a:latin typeface="+mj-lt"/>
              <a:cs typeface="Segoe UI Light" panose="020B0502040204020203" pitchFamily="34" charset="0"/>
            </a:endParaRPr>
          </a:p>
          <a:p>
            <a:pPr algn="ctr"/>
            <a:r>
              <a:rPr lang="en-US" sz="2000" b="1">
                <a:solidFill>
                  <a:srgbClr val="0070C0"/>
                </a:solidFill>
                <a:latin typeface="+mj-lt"/>
                <a:cs typeface="Segoe UI Light"/>
              </a:rPr>
              <a:t>Dim3 solution has a direct impact on specialized food products sales </a:t>
            </a:r>
            <a:br>
              <a:rPr lang="en-US" sz="2000" b="1">
                <a:latin typeface="+mj-lt"/>
                <a:cs typeface="Segoe UI Light"/>
              </a:rPr>
            </a:br>
            <a:r>
              <a:rPr lang="en-US" sz="2000" b="1">
                <a:solidFill>
                  <a:srgbClr val="0070C0"/>
                </a:solidFill>
                <a:latin typeface="+mj-lt"/>
                <a:cs typeface="Segoe UI Light"/>
              </a:rPr>
              <a:t>from hospital to home</a:t>
            </a:r>
          </a:p>
          <a:p>
            <a:pPr algn="ctr"/>
            <a:endParaRPr lang="en-US" sz="2000" b="1">
              <a:solidFill>
                <a:srgbClr val="0070C0"/>
              </a:solidFill>
              <a:latin typeface="+mj-lt"/>
              <a:cs typeface="Segoe UI Light" panose="020B0502040204020203" pitchFamily="34" charset="0"/>
            </a:endParaRPr>
          </a:p>
          <a:p>
            <a:pPr algn="ctr"/>
            <a:r>
              <a:rPr lang="en-US" sz="2000">
                <a:solidFill>
                  <a:srgbClr val="0070C0"/>
                </a:solidFill>
                <a:latin typeface="+mj-lt"/>
                <a:cs typeface="Segoe UI Light"/>
              </a:rPr>
              <a:t>Enteral / Food Complements / Adapted food </a:t>
            </a:r>
            <a:r>
              <a:rPr lang="en-US" sz="2000" b="1">
                <a:solidFill>
                  <a:srgbClr val="0070C0"/>
                </a:solidFill>
                <a:latin typeface="+mj-lt"/>
                <a:cs typeface="Segoe UI Light"/>
              </a:rPr>
              <a:t>Oncology </a:t>
            </a:r>
            <a:r>
              <a:rPr lang="en-US" sz="2000">
                <a:solidFill>
                  <a:srgbClr val="0070C0"/>
                </a:solidFill>
                <a:latin typeface="+mj-lt"/>
                <a:cs typeface="Segoe UI Light"/>
              </a:rPr>
              <a:t>– Sarcopenia - Pediatric …</a:t>
            </a:r>
          </a:p>
        </p:txBody>
      </p:sp>
    </p:spTree>
    <p:extLst>
      <p:ext uri="{BB962C8B-B14F-4D97-AF65-F5344CB8AC3E}">
        <p14:creationId xmlns:p14="http://schemas.microsoft.com/office/powerpoint/2010/main" val="2666663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E98884E8-01EC-42AF-BAC4-0BE0CAF449BA}"/>
              </a:ext>
            </a:extLst>
          </p:cNvPr>
          <p:cNvSpPr txBox="1"/>
          <p:nvPr/>
        </p:nvSpPr>
        <p:spPr>
          <a:xfrm>
            <a:off x="9616122" y="1127082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FEC106"/>
                </a:solidFill>
              </a:rPr>
              <a:t>ASSESS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2F95D3B-4BFC-4CC6-9302-AC77FC17D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145" y="1108745"/>
            <a:ext cx="1291932" cy="31541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E0EC7A9-8946-46A0-BFCF-C0CC66B257A1}"/>
              </a:ext>
            </a:extLst>
          </p:cNvPr>
          <p:cNvSpPr txBox="1"/>
          <p:nvPr/>
        </p:nvSpPr>
        <p:spPr>
          <a:xfrm>
            <a:off x="8525322" y="3079763"/>
            <a:ext cx="3009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06A8F5"/>
                </a:solidFill>
              </a:rPr>
              <a:t>TREAT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DA90B49-5A89-4989-9204-FF5C7550B0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603" y="3206660"/>
            <a:ext cx="1393881" cy="31171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DFE0717-1124-4FFE-96B2-B3DD48CB0E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732" y="4947723"/>
            <a:ext cx="1393884" cy="31171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7008FF2-A0AC-405E-B823-9A58B5D0BD99}"/>
              </a:ext>
            </a:extLst>
          </p:cNvPr>
          <p:cNvSpPr txBox="1"/>
          <p:nvPr/>
        </p:nvSpPr>
        <p:spPr>
          <a:xfrm>
            <a:off x="9504718" y="4755621"/>
            <a:ext cx="2267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009688"/>
                </a:solidFill>
              </a:rPr>
              <a:t>INFORM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8A1D69-7B49-456A-AF2A-27865C921878}"/>
              </a:ext>
            </a:extLst>
          </p:cNvPr>
          <p:cNvSpPr txBox="1"/>
          <p:nvPr/>
        </p:nvSpPr>
        <p:spPr>
          <a:xfrm>
            <a:off x="656780" y="1335701"/>
            <a:ext cx="39407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  <a:t>The First</a:t>
            </a:r>
            <a:b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</a:b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  <a:t> </a:t>
            </a:r>
            <a:r>
              <a:rPr lang="en-US" sz="3200">
                <a:solidFill>
                  <a:srgbClr val="FEC106"/>
                </a:solidFill>
                <a:latin typeface="Montserrat Medium" panose="00000600000000000000" pitchFamily="2" charset="0"/>
              </a:rPr>
              <a:t>3</a:t>
            </a:r>
            <a:r>
              <a:rPr lang="en-US" sz="3200">
                <a:solidFill>
                  <a:srgbClr val="06A8F5"/>
                </a:solidFill>
                <a:latin typeface="Montserrat Medium" panose="00000600000000000000" pitchFamily="2" charset="0"/>
              </a:rPr>
              <a:t>6</a:t>
            </a:r>
            <a:r>
              <a:rPr lang="en-US" sz="3200">
                <a:solidFill>
                  <a:srgbClr val="009688"/>
                </a:solidFill>
                <a:latin typeface="Montserrat Medium" panose="00000600000000000000" pitchFamily="2" charset="0"/>
              </a:rPr>
              <a:t>0</a:t>
            </a: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  <a:cs typeface="Calibri" panose="020F0502020204030204" pitchFamily="34" charset="0"/>
              </a:rPr>
              <a:t>°</a:t>
            </a: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  <a:t> Clinical Nutrition Management System 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Medium" panose="00000600000000000000" pitchFamily="2" charset="0"/>
            </a:endParaRPr>
          </a:p>
        </p:txBody>
      </p:sp>
      <p:sp>
        <p:nvSpPr>
          <p:cNvPr id="56" name="Arrow: Circular 55">
            <a:extLst>
              <a:ext uri="{FF2B5EF4-FFF2-40B4-BE49-F238E27FC236}">
                <a16:creationId xmlns:a16="http://schemas.microsoft.com/office/drawing/2014/main" id="{B1C9CB72-680B-4EB0-A26E-C6DD690091FF}"/>
              </a:ext>
            </a:extLst>
          </p:cNvPr>
          <p:cNvSpPr/>
          <p:nvPr/>
        </p:nvSpPr>
        <p:spPr>
          <a:xfrm>
            <a:off x="6910069" y="290977"/>
            <a:ext cx="2712176" cy="2712588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10800000"/>
              <a:gd name="adj5" fmla="val 9874"/>
            </a:avLst>
          </a:prstGeom>
          <a:solidFill>
            <a:srgbClr val="FEC106"/>
          </a:solidFill>
          <a:ln w="0"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8" name="Shape 57">
            <a:extLst>
              <a:ext uri="{FF2B5EF4-FFF2-40B4-BE49-F238E27FC236}">
                <a16:creationId xmlns:a16="http://schemas.microsoft.com/office/drawing/2014/main" id="{9B1E3A93-EC22-4A8F-95A1-EDE5188AA8BB}"/>
              </a:ext>
            </a:extLst>
          </p:cNvPr>
          <p:cNvSpPr/>
          <p:nvPr/>
        </p:nvSpPr>
        <p:spPr>
          <a:xfrm>
            <a:off x="6062998" y="2304643"/>
            <a:ext cx="2712176" cy="2712588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8900000"/>
              <a:gd name="adj5" fmla="val 10825"/>
            </a:avLst>
          </a:prstGeom>
          <a:solidFill>
            <a:srgbClr val="06A8F5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0" name="Block Arc 59">
            <a:extLst>
              <a:ext uri="{FF2B5EF4-FFF2-40B4-BE49-F238E27FC236}">
                <a16:creationId xmlns:a16="http://schemas.microsoft.com/office/drawing/2014/main" id="{71F9F51E-57A1-4917-BA82-37F394EDB5AA}"/>
              </a:ext>
            </a:extLst>
          </p:cNvPr>
          <p:cNvSpPr/>
          <p:nvPr/>
        </p:nvSpPr>
        <p:spPr>
          <a:xfrm rot="887034">
            <a:off x="7095070" y="4266098"/>
            <a:ext cx="2330179" cy="2331113"/>
          </a:xfrm>
          <a:prstGeom prst="blockArc">
            <a:avLst>
              <a:gd name="adj1" fmla="val 13500000"/>
              <a:gd name="adj2" fmla="val 10321395"/>
              <a:gd name="adj3" fmla="val 10725"/>
            </a:avLst>
          </a:prstGeom>
          <a:solidFill>
            <a:srgbClr val="009688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B318C0-AE32-4BEE-A0E5-A6CE60C49751}"/>
              </a:ext>
            </a:extLst>
          </p:cNvPr>
          <p:cNvSpPr txBox="1"/>
          <p:nvPr/>
        </p:nvSpPr>
        <p:spPr>
          <a:xfrm>
            <a:off x="9616122" y="1540644"/>
            <a:ext cx="22091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latin typeface="Montserrat Medium" panose="00000600000000000000" pitchFamily="2" charset="0"/>
              </a:rPr>
              <a:t>Early nutrition risk screening</a:t>
            </a:r>
            <a:endParaRPr lang="fr-BE" sz="1600" spc="-70">
              <a:latin typeface="Montserrat Medium" panose="00000600000000000000" pitchFamily="2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26209E-9E69-4695-ADBE-D48F302F2824}"/>
              </a:ext>
            </a:extLst>
          </p:cNvPr>
          <p:cNvSpPr txBox="1"/>
          <p:nvPr/>
        </p:nvSpPr>
        <p:spPr>
          <a:xfrm>
            <a:off x="8525321" y="3496075"/>
            <a:ext cx="30098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solidFill>
                  <a:srgbClr val="000845"/>
                </a:solidFill>
                <a:latin typeface="Montserrat Medium" panose="00000600000000000000" pitchFamily="2" charset="0"/>
              </a:rPr>
              <a:t>Fast, clinically validated nutrition planning &amp; monitoring </a:t>
            </a:r>
            <a:br>
              <a:rPr lang="en-CA" sz="1600" spc="-70">
                <a:solidFill>
                  <a:srgbClr val="000845"/>
                </a:solidFill>
                <a:latin typeface="Montserrat Regular" panose="00000500000000000000" pitchFamily="2" charset="0"/>
              </a:rPr>
            </a:br>
            <a:endParaRPr lang="en-US" sz="1600" spc="-7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ACAE2C-F769-4741-8731-FD1D972DBD4D}"/>
              </a:ext>
            </a:extLst>
          </p:cNvPr>
          <p:cNvSpPr txBox="1"/>
          <p:nvPr/>
        </p:nvSpPr>
        <p:spPr>
          <a:xfrm>
            <a:off x="9494885" y="5188547"/>
            <a:ext cx="20403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solidFill>
                  <a:srgbClr val="000845"/>
                </a:solidFill>
                <a:latin typeface="Montserrat Medium" panose="00000600000000000000" pitchFamily="2" charset="0"/>
              </a:rPr>
              <a:t>Automated Medical Devices monitoring from hospital to home</a:t>
            </a:r>
            <a:endParaRPr lang="en-US" sz="1600" spc="-70">
              <a:latin typeface="Montserrat Medium" panose="000006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2E37B-ADCE-4F01-A73D-25B2D827B8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9861" y="3616091"/>
            <a:ext cx="651355" cy="57898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83BB01-F916-48F6-B1AA-AC39784E636E}"/>
              </a:ext>
            </a:extLst>
          </p:cNvPr>
          <p:cNvSpPr/>
          <p:nvPr/>
        </p:nvSpPr>
        <p:spPr>
          <a:xfrm>
            <a:off x="7375543" y="3651413"/>
            <a:ext cx="493706" cy="3568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1" descr="Bar graph with upward trend">
            <a:extLst>
              <a:ext uri="{FF2B5EF4-FFF2-40B4-BE49-F238E27FC236}">
                <a16:creationId xmlns:a16="http://schemas.microsoft.com/office/drawing/2014/main" id="{B4254881-BCF4-4B65-B678-F1BAD3714A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7416150" y="3657495"/>
            <a:ext cx="438776" cy="356803"/>
          </a:xfrm>
          <a:prstGeom prst="rect">
            <a:avLst/>
          </a:prstGeom>
        </p:spPr>
      </p:pic>
      <p:pic>
        <p:nvPicPr>
          <p:cNvPr id="15" name="Picture 14" descr="A picture containing shape&#10;&#10;Description automatically generated">
            <a:extLst>
              <a:ext uri="{FF2B5EF4-FFF2-40B4-BE49-F238E27FC236}">
                <a16:creationId xmlns:a16="http://schemas.microsoft.com/office/drawing/2014/main" id="{F08BAF55-644A-4DF4-901D-FCF1A5E387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2611" y="3623177"/>
            <a:ext cx="463048" cy="463048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1513AB00-D4EB-4F1A-BB39-DF811AB2B4EF}"/>
              </a:ext>
            </a:extLst>
          </p:cNvPr>
          <p:cNvGrpSpPr/>
          <p:nvPr/>
        </p:nvGrpSpPr>
        <p:grpSpPr>
          <a:xfrm>
            <a:off x="7978541" y="5458027"/>
            <a:ext cx="336991" cy="623407"/>
            <a:chOff x="7624224" y="5445726"/>
            <a:chExt cx="336991" cy="623407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E7A4C62-E71D-4514-826E-B4ED4D60D3C7}"/>
                </a:ext>
              </a:extLst>
            </p:cNvPr>
            <p:cNvSpPr/>
            <p:nvPr/>
          </p:nvSpPr>
          <p:spPr>
            <a:xfrm>
              <a:off x="7624224" y="5478724"/>
              <a:ext cx="336991" cy="4875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0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1F8678D-814B-44AF-AB7F-AF64C29DBB74}"/>
                </a:ext>
              </a:extLst>
            </p:cNvPr>
            <p:cNvSpPr/>
            <p:nvPr/>
          </p:nvSpPr>
          <p:spPr>
            <a:xfrm>
              <a:off x="7677228" y="5577034"/>
              <a:ext cx="64008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6FA7C1C-78EB-45C3-BB4E-37F181F71743}"/>
                </a:ext>
              </a:extLst>
            </p:cNvPr>
            <p:cNvSpPr/>
            <p:nvPr/>
          </p:nvSpPr>
          <p:spPr>
            <a:xfrm>
              <a:off x="7784926" y="5553154"/>
              <a:ext cx="109728" cy="10972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4BAC6AE-B8B1-40EC-9D76-4C6581B1F07F}"/>
                </a:ext>
              </a:extLst>
            </p:cNvPr>
            <p:cNvSpPr/>
            <p:nvPr/>
          </p:nvSpPr>
          <p:spPr>
            <a:xfrm>
              <a:off x="7807786" y="5577834"/>
              <a:ext cx="64008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8E73E0A-F4A8-4D56-B402-376836D388DE}"/>
                </a:ext>
              </a:extLst>
            </p:cNvPr>
            <p:cNvSpPr/>
            <p:nvPr/>
          </p:nvSpPr>
          <p:spPr>
            <a:xfrm>
              <a:off x="7841124" y="5445726"/>
              <a:ext cx="64008" cy="36576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Top Corners Snipped 20">
              <a:extLst>
                <a:ext uri="{FF2B5EF4-FFF2-40B4-BE49-F238E27FC236}">
                  <a16:creationId xmlns:a16="http://schemas.microsoft.com/office/drawing/2014/main" id="{8812AA4B-2755-4BA0-8743-78B8246D3FE1}"/>
                </a:ext>
              </a:extLst>
            </p:cNvPr>
            <p:cNvSpPr/>
            <p:nvPr/>
          </p:nvSpPr>
          <p:spPr>
            <a:xfrm>
              <a:off x="7658165" y="5920676"/>
              <a:ext cx="269108" cy="45719"/>
            </a:xfrm>
            <a:prstGeom prst="snip2Same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B0C31B-3C79-4148-8B67-B9B289B714CC}"/>
                </a:ext>
              </a:extLst>
            </p:cNvPr>
            <p:cNvSpPr/>
            <p:nvPr/>
          </p:nvSpPr>
          <p:spPr>
            <a:xfrm>
              <a:off x="7727520" y="5950148"/>
              <a:ext cx="27432" cy="118985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20F23B2-24C4-4906-A08D-52917F6EC07F}"/>
                </a:ext>
              </a:extLst>
            </p:cNvPr>
            <p:cNvSpPr/>
            <p:nvPr/>
          </p:nvSpPr>
          <p:spPr>
            <a:xfrm>
              <a:off x="7827396" y="5950148"/>
              <a:ext cx="27432" cy="118985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0" name="Picture 39" descr="A picture containing shape&#10;&#10;Description automatically generated">
            <a:extLst>
              <a:ext uri="{FF2B5EF4-FFF2-40B4-BE49-F238E27FC236}">
                <a16:creationId xmlns:a16="http://schemas.microsoft.com/office/drawing/2014/main" id="{85A6C6F9-8498-44C2-9228-D17A108B8E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2363" y="1494475"/>
            <a:ext cx="790024" cy="79002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91C51E3-9473-4B4D-839E-22CF824E18E0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4635"/>
          <a:stretch/>
        </p:blipFill>
        <p:spPr>
          <a:xfrm>
            <a:off x="8019943" y="1701228"/>
            <a:ext cx="284320" cy="3825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14:cNvPr>
              <p14:cNvContentPartPr/>
              <p14:nvPr/>
            </p14:nvContentPartPr>
            <p14:xfrm>
              <a:off x="-914566" y="-653611"/>
              <a:ext cx="360" cy="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923566" y="-66261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802FD7D3-3B3B-4718-86BD-2F9E400EAC8C}"/>
              </a:ext>
            </a:extLst>
          </p:cNvPr>
          <p:cNvSpPr txBox="1"/>
          <p:nvPr/>
        </p:nvSpPr>
        <p:spPr>
          <a:xfrm>
            <a:off x="656780" y="3520223"/>
            <a:ext cx="39407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</a:rPr>
              <a:t>FROM HOSPITAL</a:t>
            </a: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  <a:sym typeface="Wingdings" panose="05000000000000000000" pitchFamily="2" charset="2"/>
              </a:rPr>
              <a:t> </a:t>
            </a: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</a:rPr>
              <a:t>HOME</a:t>
            </a:r>
            <a:endParaRPr kumimoji="0" lang="en-US" sz="1600" b="0" i="0" u="none" strike="noStrike" kern="1200" cap="none" spc="200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Regular" pitchFamily="2" charset="77"/>
            </a:endParaRPr>
          </a:p>
        </p:txBody>
      </p:sp>
      <p:pic>
        <p:nvPicPr>
          <p:cNvPr id="2" name="Graphic 1" descr="Wireless">
            <a:extLst>
              <a:ext uri="{FF2B5EF4-FFF2-40B4-BE49-F238E27FC236}">
                <a16:creationId xmlns:a16="http://schemas.microsoft.com/office/drawing/2014/main" id="{AD2CFB70-2A59-43FC-AFB0-5603795407C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6236258">
            <a:off x="8286613" y="5193318"/>
            <a:ext cx="568172" cy="568172"/>
          </a:xfrm>
          <a:prstGeom prst="rect">
            <a:avLst/>
          </a:prstGeom>
        </p:spPr>
      </p:pic>
      <p:pic>
        <p:nvPicPr>
          <p:cNvPr id="5" name="Picture 4" descr="Qr code&#10;&#10;Description automatically generated">
            <a:extLst>
              <a:ext uri="{FF2B5EF4-FFF2-40B4-BE49-F238E27FC236}">
                <a16:creationId xmlns:a16="http://schemas.microsoft.com/office/drawing/2014/main" id="{A8801420-2FCC-4EDD-B848-C0CD49D2BEF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56922" y="4136200"/>
            <a:ext cx="484632" cy="484632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7DCAAC67-B5CC-4EBB-91B2-F509E920DF3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82226" y="5050547"/>
            <a:ext cx="484632" cy="484632"/>
          </a:xfrm>
          <a:prstGeom prst="rect">
            <a:avLst/>
          </a:prstGeom>
        </p:spPr>
      </p:pic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FAC9D702-B2F5-4F33-9FA5-DC45C3A459D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76649" y="5037766"/>
            <a:ext cx="482149" cy="482149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9AD93FF3-88D9-41C6-906A-78E153C43E5F}"/>
              </a:ext>
            </a:extLst>
          </p:cNvPr>
          <p:cNvSpPr/>
          <p:nvPr/>
        </p:nvSpPr>
        <p:spPr>
          <a:xfrm rot="15357077">
            <a:off x="1552398" y="4492094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1455A030-7A39-445C-BEE0-9ACE633672BC}"/>
              </a:ext>
            </a:extLst>
          </p:cNvPr>
          <p:cNvSpPr/>
          <p:nvPr/>
        </p:nvSpPr>
        <p:spPr>
          <a:xfrm rot="7922666">
            <a:off x="1603342" y="4509546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1D6A3B40-AC20-4208-AF62-D2013C46F212}"/>
              </a:ext>
            </a:extLst>
          </p:cNvPr>
          <p:cNvSpPr/>
          <p:nvPr/>
        </p:nvSpPr>
        <p:spPr>
          <a:xfrm rot="1410389">
            <a:off x="1617888" y="4474887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331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3" grpId="0"/>
      <p:bldP spid="39" grpId="0"/>
      <p:bldP spid="62" grpId="0"/>
      <p:bldP spid="64" grpId="0"/>
      <p:bldP spid="6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6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E94F92A4-1045-49E7-9D87-6FF927741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781" y="1165384"/>
            <a:ext cx="9138021" cy="5019386"/>
          </a:xfrm>
          <a:prstGeom prst="rect">
            <a:avLst/>
          </a:prstGeom>
          <a:effectLst/>
        </p:spPr>
      </p:pic>
      <p:pic>
        <p:nvPicPr>
          <p:cNvPr id="19" name="Picture 18" descr="Icon&#10;&#10;Description automatically generated">
            <a:extLst>
              <a:ext uri="{FF2B5EF4-FFF2-40B4-BE49-F238E27FC236}">
                <a16:creationId xmlns:a16="http://schemas.microsoft.com/office/drawing/2014/main" id="{E9F75A48-D016-4133-B5C5-281E532BC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1" y="3774593"/>
            <a:ext cx="2174780" cy="2319804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ECC68449-F329-46C2-9E80-48DD702CB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49" y="423485"/>
            <a:ext cx="2395239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48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>
            <a:extLst>
              <a:ext uri="{FF2B5EF4-FFF2-40B4-BE49-F238E27FC236}">
                <a16:creationId xmlns:a16="http://schemas.microsoft.com/office/drawing/2014/main" id="{99066AC6-598E-44C2-A111-ECA6E4680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" y="1960"/>
            <a:ext cx="12075386" cy="672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05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3918312-BB4D-4B56-B589-9A6140619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863" y="1917220"/>
            <a:ext cx="3318807" cy="3318807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7D45E39A-F818-4D3C-AAB9-8BEED77A1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1" y="3774593"/>
            <a:ext cx="2174780" cy="2319804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FFB3618B-111B-418A-8C5B-99CF74FE1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49" y="423484"/>
            <a:ext cx="2614889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34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>
            <a:extLst>
              <a:ext uri="{FF2B5EF4-FFF2-40B4-BE49-F238E27FC236}">
                <a16:creationId xmlns:a16="http://schemas.microsoft.com/office/drawing/2014/main" id="{A927B8E3-E83A-4CDC-80A2-5485B03B4E8C}"/>
              </a:ext>
            </a:extLst>
          </p:cNvPr>
          <p:cNvGrpSpPr/>
          <p:nvPr/>
        </p:nvGrpSpPr>
        <p:grpSpPr>
          <a:xfrm rot="16200000">
            <a:off x="7790027" y="2409031"/>
            <a:ext cx="655951" cy="260767"/>
            <a:chOff x="797503" y="2240995"/>
            <a:chExt cx="655951" cy="260767"/>
          </a:xfrm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0945B405-749B-4848-A62F-658F4AD00331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675B181B-5EA0-4FB4-8D6A-9E4E3E1BD831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8DDC0F9F-D65E-4E7D-9639-CDA48DE87CF1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ABFE5C7-402F-423A-A924-620790E07BDE}"/>
              </a:ext>
            </a:extLst>
          </p:cNvPr>
          <p:cNvGrpSpPr/>
          <p:nvPr/>
        </p:nvGrpSpPr>
        <p:grpSpPr>
          <a:xfrm rot="16200000">
            <a:off x="4086901" y="2409030"/>
            <a:ext cx="655951" cy="260767"/>
            <a:chOff x="797503" y="2240995"/>
            <a:chExt cx="655951" cy="260767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A238B7B3-A0DE-4E9A-A93E-8875121197B2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3B59E9A0-8F51-4510-B172-8FA16E17992E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E2CA57B1-49D7-4D73-A958-7BE7A27AA0B7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F129EFA-6527-4E90-BF47-D4C84C8A537B}"/>
              </a:ext>
            </a:extLst>
          </p:cNvPr>
          <p:cNvGrpSpPr/>
          <p:nvPr/>
        </p:nvGrpSpPr>
        <p:grpSpPr>
          <a:xfrm rot="16200000">
            <a:off x="397911" y="2454563"/>
            <a:ext cx="655951" cy="260767"/>
            <a:chOff x="797503" y="2240995"/>
            <a:chExt cx="655951" cy="260767"/>
          </a:xfrm>
        </p:grpSpPr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60984B6E-008A-4E2C-AD47-DF3D9B20F609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AE123F53-2D46-4F3B-8CD5-5C087BCD6C04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C3BAEA42-D2D9-4D0B-9153-5FC90C4B4F5D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30BD947-24C3-490E-B9FD-7A8994AAA92F}"/>
              </a:ext>
            </a:extLst>
          </p:cNvPr>
          <p:cNvSpPr txBox="1"/>
          <p:nvPr/>
        </p:nvSpPr>
        <p:spPr>
          <a:xfrm>
            <a:off x="1800524" y="1355801"/>
            <a:ext cx="8590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0070C0"/>
                </a:solidFill>
              </a:rPr>
              <a:t>KPI from Scientific Literature and Society Recommendations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4F131-7499-421B-8291-CF23DB6971C2}"/>
              </a:ext>
            </a:extLst>
          </p:cNvPr>
          <p:cNvSpPr txBox="1"/>
          <p:nvPr/>
        </p:nvSpPr>
        <p:spPr>
          <a:xfrm>
            <a:off x="463549" y="423485"/>
            <a:ext cx="8461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>
                <a:solidFill>
                  <a:srgbClr val="072C62"/>
                </a:solidFill>
                <a:latin typeface="Montserrat Regular" pitchFamily="2" charset="77"/>
              </a:rPr>
              <a:t>The Virtuous Cycle of Better Nutrition 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72C62"/>
              </a:solidFill>
              <a:effectLst/>
              <a:uLnTx/>
              <a:uFillTx/>
              <a:latin typeface="Montserrat Regular" pitchFamily="2" charset="77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9E64BD-6C40-4870-8A75-1D7DE555FD36}"/>
              </a:ext>
            </a:extLst>
          </p:cNvPr>
          <p:cNvGrpSpPr/>
          <p:nvPr/>
        </p:nvGrpSpPr>
        <p:grpSpPr>
          <a:xfrm>
            <a:off x="709815" y="2092080"/>
            <a:ext cx="3328786" cy="3475088"/>
            <a:chOff x="549275" y="2179204"/>
            <a:chExt cx="1550973" cy="1444314"/>
          </a:xfrm>
          <a:solidFill>
            <a:srgbClr val="000034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AEB91C-ACAC-4805-8307-6932F1E13B7D}"/>
                </a:ext>
              </a:extLst>
            </p:cNvPr>
            <p:cNvSpPr/>
            <p:nvPr/>
          </p:nvSpPr>
          <p:spPr>
            <a:xfrm>
              <a:off x="549275" y="2179204"/>
              <a:ext cx="1550973" cy="1444314"/>
            </a:xfrm>
            <a:prstGeom prst="rect">
              <a:avLst/>
            </a:prstGeom>
            <a:gradFill>
              <a:gsLst>
                <a:gs pos="0">
                  <a:srgbClr val="000034"/>
                </a:gs>
                <a:gs pos="8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 w="28575">
              <a:noFill/>
            </a:ln>
            <a:effectLst>
              <a:outerShdw blurRad="520700" dist="495300" dir="5400000" sx="92000" sy="92000" algn="t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8E90CA0-0829-4280-873E-2641C785A135}"/>
                </a:ext>
              </a:extLst>
            </p:cNvPr>
            <p:cNvSpPr txBox="1"/>
            <p:nvPr/>
          </p:nvSpPr>
          <p:spPr>
            <a:xfrm>
              <a:off x="689891" y="2613640"/>
              <a:ext cx="1376618" cy="140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spc="200">
                  <a:solidFill>
                    <a:schemeClr val="bg1"/>
                  </a:solidFill>
                </a:rPr>
                <a:t>BETTER COMPLIANCE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48329B1-3318-426C-8037-00704BBC69F6}"/>
              </a:ext>
            </a:extLst>
          </p:cNvPr>
          <p:cNvSpPr txBox="1"/>
          <p:nvPr/>
        </p:nvSpPr>
        <p:spPr>
          <a:xfrm>
            <a:off x="1031923" y="3515637"/>
            <a:ext cx="23094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spc="10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haroni" panose="02010803020104030203" pitchFamily="2" charset="-79"/>
              </a:rPr>
              <a:t>91%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564BE6-8DF5-49D4-BE31-003D204C5D38}"/>
              </a:ext>
            </a:extLst>
          </p:cNvPr>
          <p:cNvSpPr txBox="1"/>
          <p:nvPr/>
        </p:nvSpPr>
        <p:spPr>
          <a:xfrm>
            <a:off x="1031922" y="4410183"/>
            <a:ext cx="2934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  <a:latin typeface="Montserrat Light" panose="00000400000000000000" pitchFamily="2" charset="0"/>
              </a:rPr>
              <a:t>RX calories delivered to patients with computer-based decision support system</a:t>
            </a:r>
            <a:r>
              <a:rPr lang="en-US" sz="1200" spc="100" baseline="30000">
                <a:solidFill>
                  <a:schemeClr val="bg1"/>
                </a:solidFill>
                <a:latin typeface="Montserrat Light" panose="00000400000000000000" pitchFamily="2" charset="0"/>
              </a:rPr>
              <a:t>1</a:t>
            </a:r>
          </a:p>
        </p:txBody>
      </p:sp>
      <p:pic>
        <p:nvPicPr>
          <p:cNvPr id="21" name="Graphic 20" descr="Bar graph with upward trend">
            <a:extLst>
              <a:ext uri="{FF2B5EF4-FFF2-40B4-BE49-F238E27FC236}">
                <a16:creationId xmlns:a16="http://schemas.microsoft.com/office/drawing/2014/main" id="{E0F625D0-BB8E-4271-9CFE-9EF676979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8526" y="2296704"/>
            <a:ext cx="684042" cy="684042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A30E3417-6A6F-494D-B48F-89D178777775}"/>
              </a:ext>
            </a:extLst>
          </p:cNvPr>
          <p:cNvGrpSpPr/>
          <p:nvPr/>
        </p:nvGrpSpPr>
        <p:grpSpPr>
          <a:xfrm>
            <a:off x="4404845" y="2092080"/>
            <a:ext cx="3328786" cy="3475088"/>
            <a:chOff x="549275" y="2179204"/>
            <a:chExt cx="1550973" cy="1444314"/>
          </a:xfrm>
          <a:solidFill>
            <a:srgbClr val="00003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B61AA53-7AEE-4FA1-8488-4D6225A447F7}"/>
                </a:ext>
              </a:extLst>
            </p:cNvPr>
            <p:cNvSpPr/>
            <p:nvPr/>
          </p:nvSpPr>
          <p:spPr>
            <a:xfrm>
              <a:off x="549275" y="2179204"/>
              <a:ext cx="1550973" cy="1444314"/>
            </a:xfrm>
            <a:prstGeom prst="rect">
              <a:avLst/>
            </a:prstGeom>
            <a:gradFill>
              <a:gsLst>
                <a:gs pos="0">
                  <a:srgbClr val="000034"/>
                </a:gs>
                <a:gs pos="8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 w="28575">
              <a:noFill/>
            </a:ln>
            <a:effectLst>
              <a:outerShdw blurRad="520700" dist="495300" dir="5400000" sx="92000" sy="92000" algn="t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2C54ED-7FC6-4B6B-84B7-E8CF7169D91A}"/>
                </a:ext>
              </a:extLst>
            </p:cNvPr>
            <p:cNvSpPr txBox="1"/>
            <p:nvPr/>
          </p:nvSpPr>
          <p:spPr>
            <a:xfrm>
              <a:off x="695250" y="2630942"/>
              <a:ext cx="1008166" cy="140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spc="200">
                  <a:solidFill>
                    <a:schemeClr val="bg1"/>
                  </a:solidFill>
                </a:rPr>
                <a:t>SAVE TIME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7865C28-5CBE-4FED-A04A-CC017BB8442C}"/>
              </a:ext>
            </a:extLst>
          </p:cNvPr>
          <p:cNvSpPr txBox="1"/>
          <p:nvPr/>
        </p:nvSpPr>
        <p:spPr>
          <a:xfrm>
            <a:off x="4663453" y="3515637"/>
            <a:ext cx="23094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spc="10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haroni" panose="02010803020104030203" pitchFamily="2" charset="-79"/>
              </a:rPr>
              <a:t>68%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459DEC-FD23-4E4E-A29D-CB52A444F7AB}"/>
              </a:ext>
            </a:extLst>
          </p:cNvPr>
          <p:cNvSpPr txBox="1"/>
          <p:nvPr/>
        </p:nvSpPr>
        <p:spPr>
          <a:xfrm>
            <a:off x="4726952" y="4410183"/>
            <a:ext cx="2435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  <a:latin typeface="Montserrat Light" panose="00000400000000000000" pitchFamily="2" charset="0"/>
              </a:rPr>
              <a:t>Less work time per patient with a nutrition management system</a:t>
            </a:r>
            <a:r>
              <a:rPr lang="en-US" sz="1200" spc="100" baseline="30000">
                <a:solidFill>
                  <a:schemeClr val="bg1"/>
                </a:solidFill>
                <a:latin typeface="Montserrat Light" panose="00000400000000000000" pitchFamily="2" charset="0"/>
              </a:rPr>
              <a:t>2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9990A6C-228E-4995-89B2-B03A5691FE8A}"/>
              </a:ext>
            </a:extLst>
          </p:cNvPr>
          <p:cNvGrpSpPr/>
          <p:nvPr/>
        </p:nvGrpSpPr>
        <p:grpSpPr>
          <a:xfrm>
            <a:off x="8099875" y="2088202"/>
            <a:ext cx="3328786" cy="3475088"/>
            <a:chOff x="549275" y="2179204"/>
            <a:chExt cx="1550973" cy="1444314"/>
          </a:xfrm>
          <a:solidFill>
            <a:srgbClr val="000034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800918-190C-425C-9877-67766ADF0448}"/>
                </a:ext>
              </a:extLst>
            </p:cNvPr>
            <p:cNvSpPr/>
            <p:nvPr/>
          </p:nvSpPr>
          <p:spPr>
            <a:xfrm>
              <a:off x="549275" y="2179204"/>
              <a:ext cx="1550973" cy="1444314"/>
            </a:xfrm>
            <a:prstGeom prst="rect">
              <a:avLst/>
            </a:prstGeom>
            <a:gradFill>
              <a:gsLst>
                <a:gs pos="0">
                  <a:srgbClr val="000034"/>
                </a:gs>
                <a:gs pos="8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 w="28575">
              <a:noFill/>
            </a:ln>
            <a:effectLst>
              <a:outerShdw blurRad="520700" dist="495300" dir="5400000" sx="92000" sy="92000" algn="t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3E8A7D0-FC4D-47F2-9851-6A412655FCFC}"/>
                </a:ext>
              </a:extLst>
            </p:cNvPr>
            <p:cNvSpPr txBox="1"/>
            <p:nvPr/>
          </p:nvSpPr>
          <p:spPr>
            <a:xfrm>
              <a:off x="689891" y="2667826"/>
              <a:ext cx="1008166" cy="140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spc="200">
                  <a:solidFill>
                    <a:schemeClr val="bg1"/>
                  </a:solidFill>
                </a:rPr>
                <a:t>REDUCE COSTS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3F25D2A-9120-4ACE-90F6-877392E61692}"/>
              </a:ext>
            </a:extLst>
          </p:cNvPr>
          <p:cNvSpPr txBox="1"/>
          <p:nvPr/>
        </p:nvSpPr>
        <p:spPr>
          <a:xfrm>
            <a:off x="8421983" y="3511759"/>
            <a:ext cx="27584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spc="10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haroni" panose="02010803020104030203" pitchFamily="2" charset="-79"/>
              </a:rPr>
              <a:t>€3.300+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82D6C2-DAC4-4324-B8B3-472E49C9C754}"/>
              </a:ext>
            </a:extLst>
          </p:cNvPr>
          <p:cNvSpPr txBox="1"/>
          <p:nvPr/>
        </p:nvSpPr>
        <p:spPr>
          <a:xfrm>
            <a:off x="8421982" y="4406305"/>
            <a:ext cx="2802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  <a:latin typeface="Montserrat Light" panose="00000400000000000000" pitchFamily="2" charset="0"/>
              </a:rPr>
              <a:t>Cost savings per malnourished patient on nutrition-focused program</a:t>
            </a:r>
            <a:r>
              <a:rPr lang="en-US" sz="1200" spc="100" baseline="30000">
                <a:solidFill>
                  <a:schemeClr val="bg1"/>
                </a:solidFill>
                <a:latin typeface="Montserrat Light" panose="00000400000000000000" pitchFamily="2" charset="0"/>
              </a:rPr>
              <a:t>3</a:t>
            </a:r>
          </a:p>
        </p:txBody>
      </p:sp>
      <p:pic>
        <p:nvPicPr>
          <p:cNvPr id="35" name="Graphic 34" descr="Stopwatch">
            <a:extLst>
              <a:ext uri="{FF2B5EF4-FFF2-40B4-BE49-F238E27FC236}">
                <a16:creationId xmlns:a16="http://schemas.microsoft.com/office/drawing/2014/main" id="{93FD71E2-35C2-4394-BB7A-1FE1B50D7E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9787" y="2232006"/>
            <a:ext cx="813438" cy="813438"/>
          </a:xfrm>
          <a:prstGeom prst="rect">
            <a:avLst/>
          </a:prstGeom>
        </p:spPr>
      </p:pic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8BAA4009-F573-4EC1-8B8F-156678BC51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983" y="2305899"/>
            <a:ext cx="743167" cy="74316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7251B41-39A1-4DAB-AD4D-D25031E48824}"/>
              </a:ext>
            </a:extLst>
          </p:cNvPr>
          <p:cNvSpPr txBox="1"/>
          <p:nvPr/>
        </p:nvSpPr>
        <p:spPr>
          <a:xfrm>
            <a:off x="7451387" y="6192423"/>
            <a:ext cx="4740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buFontTx/>
              <a:buAutoNum type="arabicPeriod"/>
            </a:pPr>
            <a:r>
              <a:rPr lang="en-US" sz="9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</a:rPr>
              <a:t>https://www.ncbi.nlm.nih.gov/pmc/articles/PMC3667982/ </a:t>
            </a:r>
          </a:p>
          <a:p>
            <a:pPr marL="182880" indent="-182880">
              <a:buAutoNum type="arabicPeriod"/>
            </a:pPr>
            <a:r>
              <a:rPr lang="fr-FR" sz="900">
                <a:solidFill>
                  <a:schemeClr val="bg1">
                    <a:lumMod val="65000"/>
                  </a:schemeClr>
                </a:solidFill>
                <a:latin typeface="+mj-lt"/>
              </a:rPr>
              <a:t>https://pubmed.ncbi.nlm.nih.gov/28975010/</a:t>
            </a:r>
          </a:p>
          <a:p>
            <a:pPr marL="182880" indent="-182880">
              <a:buAutoNum type="arabicPeriod"/>
            </a:pPr>
            <a:r>
              <a:rPr lang="en-US" sz="9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</a:rPr>
              <a:t>https://www.clinicalnutritionjournal.com/article/S0261-5614(18)30201-2/fulltext </a:t>
            </a:r>
            <a:endParaRPr lang="fr-BE" sz="900">
              <a:solidFill>
                <a:schemeClr val="bg1">
                  <a:lumMod val="65000"/>
                </a:schemeClr>
              </a:solidFill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pic>
        <p:nvPicPr>
          <p:cNvPr id="2" name="Picture 8" descr="Association of Clinical Documentation Integrity Specialists (ACDIS)">
            <a:extLst>
              <a:ext uri="{FF2B5EF4-FFF2-40B4-BE49-F238E27FC236}">
                <a16:creationId xmlns:a16="http://schemas.microsoft.com/office/drawing/2014/main" id="{92170815-A9DE-47E1-ABBF-DBA6CCDC6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2153" y="6111045"/>
            <a:ext cx="581425" cy="58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Be part of ASPEN, USA, Global Nutrition Partnership Program">
            <a:extLst>
              <a:ext uri="{FF2B5EF4-FFF2-40B4-BE49-F238E27FC236}">
                <a16:creationId xmlns:a16="http://schemas.microsoft.com/office/drawing/2014/main" id="{EA0AECD6-688E-4EDE-803D-D67E31D3C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8677" y="6007560"/>
            <a:ext cx="919080" cy="72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SPEN">
            <a:extLst>
              <a:ext uri="{FF2B5EF4-FFF2-40B4-BE49-F238E27FC236}">
                <a16:creationId xmlns:a16="http://schemas.microsoft.com/office/drawing/2014/main" id="{0F8111E3-4ECA-4B94-9E8C-1319E31B3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525" y="6137622"/>
            <a:ext cx="1857076" cy="47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About Academy of Nutrition and Dietetics">
            <a:extLst>
              <a:ext uri="{FF2B5EF4-FFF2-40B4-BE49-F238E27FC236}">
                <a16:creationId xmlns:a16="http://schemas.microsoft.com/office/drawing/2014/main" id="{99FAB6B5-DFA0-4A4B-9247-F4075D373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632" y="6180020"/>
            <a:ext cx="1074300" cy="37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8578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3ECAA272-2F5D-4FF9-AF99-7F9EA2C21889}"/>
              </a:ext>
            </a:extLst>
          </p:cNvPr>
          <p:cNvSpPr txBox="1"/>
          <p:nvPr/>
        </p:nvSpPr>
        <p:spPr>
          <a:xfrm>
            <a:off x="463549" y="417979"/>
            <a:ext cx="109664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>
                <a:solidFill>
                  <a:srgbClr val="072C62"/>
                </a:solidFill>
                <a:latin typeface="Montserrat Regular" pitchFamily="2" charset="77"/>
              </a:rPr>
              <a:t>Benefits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72C62"/>
              </a:solidFill>
              <a:effectLst/>
              <a:uLnTx/>
              <a:uFillTx/>
              <a:latin typeface="Montserrat Regular" pitchFamily="2" charset="77"/>
              <a:ea typeface="+mn-ea"/>
              <a:cs typeface="+mn-cs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E17DCC7-C8E7-4C09-9522-D43B728CC6E8}"/>
              </a:ext>
            </a:extLst>
          </p:cNvPr>
          <p:cNvGrpSpPr/>
          <p:nvPr/>
        </p:nvGrpSpPr>
        <p:grpSpPr>
          <a:xfrm>
            <a:off x="3586053" y="1318744"/>
            <a:ext cx="2570044" cy="4637556"/>
            <a:chOff x="3512750" y="1318744"/>
            <a:chExt cx="2570044" cy="4637556"/>
          </a:xfrm>
        </p:grpSpPr>
        <p:sp>
          <p:nvSpPr>
            <p:cNvPr id="4" name="Rectangle 16">
              <a:extLst>
                <a:ext uri="{FF2B5EF4-FFF2-40B4-BE49-F238E27FC236}">
                  <a16:creationId xmlns:a16="http://schemas.microsoft.com/office/drawing/2014/main" id="{D1243625-9328-4015-8879-15A75E410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0547" y="2830818"/>
              <a:ext cx="2162173" cy="31254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19">
              <a:extLst>
                <a:ext uri="{FF2B5EF4-FFF2-40B4-BE49-F238E27FC236}">
                  <a16:creationId xmlns:a16="http://schemas.microsoft.com/office/drawing/2014/main" id="{27F9D473-96A1-499C-8F18-F0BD3E63A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0548" y="1318744"/>
              <a:ext cx="2162172" cy="1722207"/>
            </a:xfrm>
            <a:custGeom>
              <a:avLst/>
              <a:gdLst>
                <a:gd name="T0" fmla="*/ 0 w 984"/>
                <a:gd name="T1" fmla="*/ 0 h 1172"/>
                <a:gd name="T2" fmla="*/ 0 w 984"/>
                <a:gd name="T3" fmla="*/ 1029 h 1172"/>
                <a:gd name="T4" fmla="*/ 677 w 984"/>
                <a:gd name="T5" fmla="*/ 1029 h 1172"/>
                <a:gd name="T6" fmla="*/ 738 w 984"/>
                <a:gd name="T7" fmla="*/ 1172 h 1172"/>
                <a:gd name="T8" fmla="*/ 800 w 984"/>
                <a:gd name="T9" fmla="*/ 1029 h 1172"/>
                <a:gd name="T10" fmla="*/ 984 w 984"/>
                <a:gd name="T11" fmla="*/ 1029 h 1172"/>
                <a:gd name="T12" fmla="*/ 984 w 984"/>
                <a:gd name="T13" fmla="*/ 0 h 1172"/>
                <a:gd name="T14" fmla="*/ 0 w 984"/>
                <a:gd name="T15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4" h="1172">
                  <a:moveTo>
                    <a:pt x="0" y="0"/>
                  </a:moveTo>
                  <a:lnTo>
                    <a:pt x="0" y="1029"/>
                  </a:lnTo>
                  <a:lnTo>
                    <a:pt x="677" y="1029"/>
                  </a:lnTo>
                  <a:lnTo>
                    <a:pt x="738" y="1172"/>
                  </a:lnTo>
                  <a:lnTo>
                    <a:pt x="800" y="1029"/>
                  </a:lnTo>
                  <a:lnTo>
                    <a:pt x="984" y="1029"/>
                  </a:lnTo>
                  <a:lnTo>
                    <a:pt x="9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F474226-F3B3-4D7D-9182-F0ECE4FD2261}"/>
                </a:ext>
              </a:extLst>
            </p:cNvPr>
            <p:cNvSpPr txBox="1"/>
            <p:nvPr/>
          </p:nvSpPr>
          <p:spPr>
            <a:xfrm>
              <a:off x="3512750" y="3132497"/>
              <a:ext cx="25700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Nutritional Team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4248145-DB19-463E-A3A1-2EED997FD36B}"/>
                </a:ext>
              </a:extLst>
            </p:cNvPr>
            <p:cNvSpPr txBox="1"/>
            <p:nvPr/>
          </p:nvSpPr>
          <p:spPr>
            <a:xfrm>
              <a:off x="3838272" y="3621285"/>
              <a:ext cx="2011716" cy="1862048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Optimize workflow &amp; team communication 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Centralize patient nutritional status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Reduce errors associated with manual data entry 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Simulate optimal nutrition 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Adopt clinical guidelines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Support scientific research with structured database </a:t>
              </a:r>
            </a:p>
          </p:txBody>
        </p:sp>
        <p:pic>
          <p:nvPicPr>
            <p:cNvPr id="31" name="Graphic 30" descr="Meeting">
              <a:extLst>
                <a:ext uri="{FF2B5EF4-FFF2-40B4-BE49-F238E27FC236}">
                  <a16:creationId xmlns:a16="http://schemas.microsoft.com/office/drawing/2014/main" id="{2DC26662-13AF-4B08-BA0B-E97E70AF9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04433" y="1582046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CA31A93-124C-473F-A020-D938E062C2F7}"/>
              </a:ext>
            </a:extLst>
          </p:cNvPr>
          <p:cNvGrpSpPr/>
          <p:nvPr/>
        </p:nvGrpSpPr>
        <p:grpSpPr>
          <a:xfrm>
            <a:off x="1028699" y="1318744"/>
            <a:ext cx="2162175" cy="4637556"/>
            <a:chOff x="1028699" y="1318744"/>
            <a:chExt cx="2162175" cy="4637556"/>
          </a:xfrm>
        </p:grpSpPr>
        <p:sp>
          <p:nvSpPr>
            <p:cNvPr id="2" name="Rectangle 6">
              <a:extLst>
                <a:ext uri="{FF2B5EF4-FFF2-40B4-BE49-F238E27FC236}">
                  <a16:creationId xmlns:a16="http://schemas.microsoft.com/office/drawing/2014/main" id="{6BC52DF2-1552-4C3D-8CCC-BDCDD8856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8699" y="2830818"/>
              <a:ext cx="2162175" cy="31254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826BAF28-3B4C-41D5-8C01-4C25A8081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700" y="1318744"/>
              <a:ext cx="2162174" cy="1722207"/>
            </a:xfrm>
            <a:custGeom>
              <a:avLst/>
              <a:gdLst>
                <a:gd name="T0" fmla="*/ 0 w 984"/>
                <a:gd name="T1" fmla="*/ 0 h 1172"/>
                <a:gd name="T2" fmla="*/ 0 w 984"/>
                <a:gd name="T3" fmla="*/ 1029 h 1172"/>
                <a:gd name="T4" fmla="*/ 677 w 984"/>
                <a:gd name="T5" fmla="*/ 1029 h 1172"/>
                <a:gd name="T6" fmla="*/ 738 w 984"/>
                <a:gd name="T7" fmla="*/ 1172 h 1172"/>
                <a:gd name="T8" fmla="*/ 800 w 984"/>
                <a:gd name="T9" fmla="*/ 1029 h 1172"/>
                <a:gd name="T10" fmla="*/ 984 w 984"/>
                <a:gd name="T11" fmla="*/ 1029 h 1172"/>
                <a:gd name="T12" fmla="*/ 984 w 984"/>
                <a:gd name="T13" fmla="*/ 0 h 1172"/>
                <a:gd name="T14" fmla="*/ 0 w 984"/>
                <a:gd name="T15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4" h="1172">
                  <a:moveTo>
                    <a:pt x="0" y="0"/>
                  </a:moveTo>
                  <a:lnTo>
                    <a:pt x="0" y="1029"/>
                  </a:lnTo>
                  <a:lnTo>
                    <a:pt x="677" y="1029"/>
                  </a:lnTo>
                  <a:lnTo>
                    <a:pt x="738" y="1172"/>
                  </a:lnTo>
                  <a:lnTo>
                    <a:pt x="800" y="1029"/>
                  </a:lnTo>
                  <a:lnTo>
                    <a:pt x="984" y="1029"/>
                  </a:lnTo>
                  <a:lnTo>
                    <a:pt x="9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64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4C1169F-76EF-4BB0-869C-102ACEC993C1}"/>
                </a:ext>
              </a:extLst>
            </p:cNvPr>
            <p:cNvSpPr txBox="1"/>
            <p:nvPr/>
          </p:nvSpPr>
          <p:spPr>
            <a:xfrm>
              <a:off x="1028700" y="3132497"/>
              <a:ext cx="216217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Patients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8004A2A-497F-4CC6-B612-7EA063C0C6D8}"/>
                </a:ext>
              </a:extLst>
            </p:cNvPr>
            <p:cNvSpPr txBox="1"/>
            <p:nvPr/>
          </p:nvSpPr>
          <p:spPr>
            <a:xfrm>
              <a:off x="1285033" y="3626141"/>
              <a:ext cx="1781450" cy="17620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 b="0" i="0">
                  <a:effectLst/>
                  <a:latin typeface="+mj-lt"/>
                </a:rPr>
                <a:t>Optimize Tx compliance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E</a:t>
              </a:r>
              <a:r>
                <a:rPr lang="en-US" sz="900" b="0" i="0">
                  <a:effectLst/>
                  <a:latin typeface="+mj-lt"/>
                </a:rPr>
                <a:t>arly prevention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Individualized care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Designed to improve outcomes:</a:t>
              </a:r>
              <a:endParaRPr lang="fr-BE" sz="900">
                <a:latin typeface="+mj-lt"/>
              </a:endParaRPr>
            </a:p>
            <a:p>
              <a:pPr marL="182880" lvl="1">
                <a:spcAft>
                  <a:spcPts val="300"/>
                </a:spcAft>
                <a:buSzPct val="80000"/>
              </a:pPr>
              <a:r>
                <a:rPr lang="en-US" sz="900">
                  <a:latin typeface="Calibri" panose="020F0502020204030204" pitchFamily="34" charset="0"/>
                  <a:cs typeface="Calibri" panose="020F0502020204030204" pitchFamily="34" charset="0"/>
                </a:rPr>
                <a:t>↑S</a:t>
              </a:r>
              <a:r>
                <a:rPr lang="en-US" sz="900">
                  <a:latin typeface="+mj-lt"/>
                </a:rPr>
                <a:t>urvival </a:t>
              </a:r>
              <a:endParaRPr lang="fr-BE" sz="900">
                <a:latin typeface="+mj-lt"/>
              </a:endParaRPr>
            </a:p>
            <a:p>
              <a:pPr marL="182880" lvl="1">
                <a:spcAft>
                  <a:spcPts val="300"/>
                </a:spcAft>
                <a:buSzPct val="80000"/>
              </a:pPr>
              <a:r>
                <a:rPr lang="en-US" sz="900">
                  <a:latin typeface="Calibri" panose="020F0502020204030204" pitchFamily="34" charset="0"/>
                  <a:cs typeface="Calibri" panose="020F0502020204030204" pitchFamily="34" charset="0"/>
                </a:rPr>
                <a:t>↓ LOS</a:t>
              </a:r>
              <a:r>
                <a:rPr lang="en-US" sz="900">
                  <a:latin typeface="+mj-lt"/>
                </a:rPr>
                <a:t> </a:t>
              </a:r>
              <a:endParaRPr lang="fr-BE" sz="900">
                <a:latin typeface="+mj-lt"/>
              </a:endParaRPr>
            </a:p>
            <a:p>
              <a:pPr marL="182880" lvl="1">
                <a:spcAft>
                  <a:spcPts val="300"/>
                </a:spcAft>
                <a:buSzPct val="80000"/>
              </a:pPr>
              <a:r>
                <a:rPr lang="en-US" sz="900">
                  <a:latin typeface="Calibri" panose="020F0502020204030204" pitchFamily="34" charset="0"/>
                  <a:cs typeface="Calibri" panose="020F0502020204030204" pitchFamily="34" charset="0"/>
                </a:rPr>
                <a:t>↓</a:t>
              </a:r>
              <a:r>
                <a:rPr lang="en-US" sz="900">
                  <a:latin typeface="+mj-lt"/>
                </a:rPr>
                <a:t> Readmissions</a:t>
              </a:r>
            </a:p>
            <a:p>
              <a:pPr marL="182880" lvl="1">
                <a:spcAft>
                  <a:spcPts val="300"/>
                </a:spcAft>
                <a:buSzPct val="80000"/>
              </a:pPr>
              <a:r>
                <a:rPr lang="en-US" sz="900">
                  <a:latin typeface="Calibri" panose="020F0502020204030204" pitchFamily="34" charset="0"/>
                  <a:cs typeface="Calibri" panose="020F0502020204030204" pitchFamily="34" charset="0"/>
                </a:rPr>
                <a:t>↓</a:t>
              </a:r>
              <a:r>
                <a:rPr lang="en-US" sz="900">
                  <a:latin typeface="+mj-lt"/>
                </a:rPr>
                <a:t> Admission to ICU</a:t>
              </a:r>
            </a:p>
          </p:txBody>
        </p:sp>
        <p:pic>
          <p:nvPicPr>
            <p:cNvPr id="34" name="Picture 33" descr="Icon&#10;&#10;Description automatically generated">
              <a:extLst>
                <a:ext uri="{FF2B5EF4-FFF2-40B4-BE49-F238E27FC236}">
                  <a16:creationId xmlns:a16="http://schemas.microsoft.com/office/drawing/2014/main" id="{4D076172-7F60-4523-A91D-56A5BD9B4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2054" y="1679156"/>
              <a:ext cx="817290" cy="81729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7A51625-72BB-4803-BA46-B5CFCED37685}"/>
              </a:ext>
            </a:extLst>
          </p:cNvPr>
          <p:cNvGrpSpPr/>
          <p:nvPr/>
        </p:nvGrpSpPr>
        <p:grpSpPr>
          <a:xfrm>
            <a:off x="6437061" y="1344894"/>
            <a:ext cx="2167129" cy="4637556"/>
            <a:chOff x="6332393" y="1318744"/>
            <a:chExt cx="2167129" cy="4637556"/>
          </a:xfrm>
        </p:grpSpPr>
        <p:sp>
          <p:nvSpPr>
            <p:cNvPr id="6" name="Rectangle 22">
              <a:extLst>
                <a:ext uri="{FF2B5EF4-FFF2-40B4-BE49-F238E27FC236}">
                  <a16:creationId xmlns:a16="http://schemas.microsoft.com/office/drawing/2014/main" id="{E1DC8B59-6665-41D7-8282-1FA16F3BD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2394" y="2830819"/>
              <a:ext cx="2167128" cy="31254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8">
              <a:extLst>
                <a:ext uri="{FF2B5EF4-FFF2-40B4-BE49-F238E27FC236}">
                  <a16:creationId xmlns:a16="http://schemas.microsoft.com/office/drawing/2014/main" id="{31B2F71E-EE3A-4FCE-AF6A-91A4F9561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2393" y="1318744"/>
              <a:ext cx="2162173" cy="1775230"/>
            </a:xfrm>
            <a:custGeom>
              <a:avLst/>
              <a:gdLst>
                <a:gd name="T0" fmla="*/ 0 w 984"/>
                <a:gd name="T1" fmla="*/ 0 h 1172"/>
                <a:gd name="T2" fmla="*/ 0 w 984"/>
                <a:gd name="T3" fmla="*/ 1029 h 1172"/>
                <a:gd name="T4" fmla="*/ 677 w 984"/>
                <a:gd name="T5" fmla="*/ 1029 h 1172"/>
                <a:gd name="T6" fmla="*/ 738 w 984"/>
                <a:gd name="T7" fmla="*/ 1172 h 1172"/>
                <a:gd name="T8" fmla="*/ 800 w 984"/>
                <a:gd name="T9" fmla="*/ 1029 h 1172"/>
                <a:gd name="T10" fmla="*/ 984 w 984"/>
                <a:gd name="T11" fmla="*/ 1029 h 1172"/>
                <a:gd name="T12" fmla="*/ 984 w 984"/>
                <a:gd name="T13" fmla="*/ 0 h 1172"/>
                <a:gd name="T14" fmla="*/ 0 w 984"/>
                <a:gd name="T15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4" h="1172">
                  <a:moveTo>
                    <a:pt x="0" y="0"/>
                  </a:moveTo>
                  <a:lnTo>
                    <a:pt x="0" y="1029"/>
                  </a:lnTo>
                  <a:lnTo>
                    <a:pt x="677" y="1029"/>
                  </a:lnTo>
                  <a:lnTo>
                    <a:pt x="738" y="1172"/>
                  </a:lnTo>
                  <a:lnTo>
                    <a:pt x="800" y="1029"/>
                  </a:lnTo>
                  <a:lnTo>
                    <a:pt x="984" y="1029"/>
                  </a:lnTo>
                  <a:lnTo>
                    <a:pt x="9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7587077-FFAD-409C-89D0-57BACE84E9F2}"/>
                </a:ext>
              </a:extLst>
            </p:cNvPr>
            <p:cNvSpPr txBox="1"/>
            <p:nvPr/>
          </p:nvSpPr>
          <p:spPr>
            <a:xfrm>
              <a:off x="6332394" y="3132497"/>
              <a:ext cx="21621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Hospital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1E16BD5-3671-47F0-BF42-6ED1877F5E8A}"/>
                </a:ext>
              </a:extLst>
            </p:cNvPr>
            <p:cNvSpPr txBox="1"/>
            <p:nvPr/>
          </p:nvSpPr>
          <p:spPr>
            <a:xfrm>
              <a:off x="6510082" y="3609994"/>
              <a:ext cx="1919730" cy="191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Evidence-based, 1st-class support</a:t>
              </a:r>
            </a:p>
            <a:p>
              <a:pPr marL="171450" indent="-171450">
                <a:spcAft>
                  <a:spcPts val="5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Recognized cost savings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Additional revenues  by optimally documenting malnutrition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Stimulate interdisciplinary/ inter-hospital dialogue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Concrete building block for JCI/AC or other professional accreditation programs</a:t>
              </a:r>
            </a:p>
          </p:txBody>
        </p:sp>
        <p:pic>
          <p:nvPicPr>
            <p:cNvPr id="35" name="Picture 34" descr="Qr code&#10;&#10;Description automatically generated">
              <a:extLst>
                <a:ext uri="{FF2B5EF4-FFF2-40B4-BE49-F238E27FC236}">
                  <a16:creationId xmlns:a16="http://schemas.microsoft.com/office/drawing/2014/main" id="{EAD5436A-4591-45EE-B63D-D4113D11B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08498" y="1591566"/>
              <a:ext cx="809962" cy="966431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B17F076-CCCD-42F4-90E7-845F76DDAA7A}"/>
              </a:ext>
            </a:extLst>
          </p:cNvPr>
          <p:cNvGrpSpPr/>
          <p:nvPr/>
        </p:nvGrpSpPr>
        <p:grpSpPr>
          <a:xfrm>
            <a:off x="9057983" y="1272776"/>
            <a:ext cx="2273379" cy="4709674"/>
            <a:chOff x="9057983" y="1272776"/>
            <a:chExt cx="2273379" cy="4709674"/>
          </a:xfrm>
        </p:grpSpPr>
        <p:sp>
          <p:nvSpPr>
            <p:cNvPr id="8" name="Rectangle 34">
              <a:extLst>
                <a:ext uri="{FF2B5EF4-FFF2-40B4-BE49-F238E27FC236}">
                  <a16:creationId xmlns:a16="http://schemas.microsoft.com/office/drawing/2014/main" id="{79142A0D-0FE5-458E-9A15-8830CB0EF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3586" y="2856969"/>
              <a:ext cx="2167128" cy="31254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37">
              <a:extLst>
                <a:ext uri="{FF2B5EF4-FFF2-40B4-BE49-F238E27FC236}">
                  <a16:creationId xmlns:a16="http://schemas.microsoft.com/office/drawing/2014/main" id="{FA088291-FDD8-4492-A756-798872C16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583" y="1272776"/>
              <a:ext cx="2162173" cy="1851764"/>
            </a:xfrm>
            <a:custGeom>
              <a:avLst/>
              <a:gdLst>
                <a:gd name="T0" fmla="*/ 0 w 984"/>
                <a:gd name="T1" fmla="*/ 0 h 1172"/>
                <a:gd name="T2" fmla="*/ 0 w 984"/>
                <a:gd name="T3" fmla="*/ 1029 h 1172"/>
                <a:gd name="T4" fmla="*/ 677 w 984"/>
                <a:gd name="T5" fmla="*/ 1029 h 1172"/>
                <a:gd name="T6" fmla="*/ 738 w 984"/>
                <a:gd name="T7" fmla="*/ 1172 h 1172"/>
                <a:gd name="T8" fmla="*/ 800 w 984"/>
                <a:gd name="T9" fmla="*/ 1029 h 1172"/>
                <a:gd name="T10" fmla="*/ 984 w 984"/>
                <a:gd name="T11" fmla="*/ 1029 h 1172"/>
                <a:gd name="T12" fmla="*/ 984 w 984"/>
                <a:gd name="T13" fmla="*/ 0 h 1172"/>
                <a:gd name="T14" fmla="*/ 0 w 984"/>
                <a:gd name="T15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4" h="1172">
                  <a:moveTo>
                    <a:pt x="0" y="0"/>
                  </a:moveTo>
                  <a:lnTo>
                    <a:pt x="0" y="1029"/>
                  </a:lnTo>
                  <a:lnTo>
                    <a:pt x="677" y="1029"/>
                  </a:lnTo>
                  <a:lnTo>
                    <a:pt x="738" y="1172"/>
                  </a:lnTo>
                  <a:lnTo>
                    <a:pt x="800" y="1029"/>
                  </a:lnTo>
                  <a:lnTo>
                    <a:pt x="984" y="1029"/>
                  </a:lnTo>
                  <a:lnTo>
                    <a:pt x="9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D28ED4A-5521-4A82-AC60-C53614381876}"/>
                </a:ext>
              </a:extLst>
            </p:cNvPr>
            <p:cNvSpPr txBox="1"/>
            <p:nvPr/>
          </p:nvSpPr>
          <p:spPr>
            <a:xfrm>
              <a:off x="9057983" y="3132497"/>
              <a:ext cx="227337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Homecare Provider</a:t>
              </a:r>
            </a:p>
            <a:p>
              <a:pPr algn="ctr"/>
              <a:endParaRPr lang="en-US" sz="1600" b="1">
                <a:solidFill>
                  <a:schemeClr val="bg1">
                    <a:lumMod val="50000"/>
                  </a:schemeClr>
                </a:solidFill>
                <a:latin typeface="+mj-lt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249A2AD-181D-431B-89DD-186D5C800588}"/>
                </a:ext>
              </a:extLst>
            </p:cNvPr>
            <p:cNvSpPr txBox="1"/>
            <p:nvPr/>
          </p:nvSpPr>
          <p:spPr>
            <a:xfrm>
              <a:off x="9313632" y="3626141"/>
              <a:ext cx="1883207" cy="169277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Better service and support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Service differentiation</a:t>
              </a:r>
            </a:p>
            <a:p>
              <a:pPr marL="91440" lvl="1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Maximize compliance </a:t>
              </a:r>
            </a:p>
            <a:p>
              <a:pPr marL="91440" lvl="1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Accuracy of nutrition delivery</a:t>
              </a:r>
            </a:p>
            <a:p>
              <a:pPr marL="91440" lvl="1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Remote technical assistance</a:t>
              </a:r>
            </a:p>
            <a:p>
              <a:pPr marL="91440" lvl="1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Reduce unnecessary visits</a:t>
              </a:r>
            </a:p>
            <a:p>
              <a:pPr marL="91440" lvl="1" indent="-91440"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Efficient stock management </a:t>
              </a:r>
            </a:p>
            <a:p>
              <a:pPr marL="91440" indent="-91440">
                <a:buFont typeface="Arial" panose="020B0604020202020204" pitchFamily="34" charset="0"/>
                <a:buChar char="•"/>
              </a:pPr>
              <a:endParaRPr lang="en-US" sz="1100"/>
            </a:p>
          </p:txBody>
        </p:sp>
        <p:pic>
          <p:nvPicPr>
            <p:cNvPr id="41" name="Picture 40" descr="Icon&#10;&#10;Description automatically generated">
              <a:extLst>
                <a:ext uri="{FF2B5EF4-FFF2-40B4-BE49-F238E27FC236}">
                  <a16:creationId xmlns:a16="http://schemas.microsoft.com/office/drawing/2014/main" id="{1A323C68-8B0F-4D69-BB20-79DFE3FA4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737790" y="1552058"/>
              <a:ext cx="1034889" cy="103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7299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D72D8B-C929-44DF-8D9D-2C9B7ADA5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19" y="237252"/>
            <a:ext cx="10515600" cy="742524"/>
          </a:xfrm>
        </p:spPr>
        <p:txBody>
          <a:bodyPr/>
          <a:lstStyle/>
          <a:p>
            <a:r>
              <a:rPr lang="fr-FR" sz="3200" dirty="0"/>
              <a:t>Nutrow usage </a:t>
            </a:r>
            <a:r>
              <a:rPr lang="fr-FR" sz="3200" dirty="0" err="1"/>
              <a:t>evolution</a:t>
            </a:r>
            <a:r>
              <a:rPr lang="fr-FR" sz="3200" dirty="0"/>
              <a:t> @USER 1 - ICU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BE7754-DFF8-46CA-951F-FBA3C1326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1459"/>
            <a:ext cx="12192000" cy="170941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4877A9-4D31-43F3-9A5C-11223974D4A3}"/>
              </a:ext>
            </a:extLst>
          </p:cNvPr>
          <p:cNvCxnSpPr/>
          <p:nvPr/>
        </p:nvCxnSpPr>
        <p:spPr>
          <a:xfrm>
            <a:off x="1584705" y="2867707"/>
            <a:ext cx="509047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4D9C7DA-4A10-4E71-87C8-17DB5D8A870A}"/>
              </a:ext>
            </a:extLst>
          </p:cNvPr>
          <p:cNvSpPr txBox="1"/>
          <p:nvPr/>
        </p:nvSpPr>
        <p:spPr>
          <a:xfrm>
            <a:off x="2093752" y="2713818"/>
            <a:ext cx="1957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>
                <a:solidFill>
                  <a:srgbClr val="00B050"/>
                </a:solidFill>
                <a:latin typeface="+mj-lt"/>
              </a:rPr>
              <a:t>Admissions </a:t>
            </a:r>
            <a:r>
              <a:rPr lang="fr-FR" sz="1400" err="1">
                <a:solidFill>
                  <a:srgbClr val="00B050"/>
                </a:solidFill>
                <a:latin typeface="+mj-lt"/>
              </a:rPr>
              <a:t>created</a:t>
            </a:r>
            <a:endParaRPr lang="en-US">
              <a:solidFill>
                <a:srgbClr val="00B050"/>
              </a:solidFill>
              <a:latin typeface="+mj-lt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6A8CEA5-6077-47C7-AED4-F10A07D8E452}"/>
              </a:ext>
            </a:extLst>
          </p:cNvPr>
          <p:cNvCxnSpPr/>
          <p:nvPr/>
        </p:nvCxnSpPr>
        <p:spPr>
          <a:xfrm>
            <a:off x="4808195" y="2867707"/>
            <a:ext cx="509047" cy="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6A6EB04-A151-4BB8-BAC9-E2E834E562D0}"/>
              </a:ext>
            </a:extLst>
          </p:cNvPr>
          <p:cNvSpPr txBox="1"/>
          <p:nvPr/>
        </p:nvSpPr>
        <p:spPr>
          <a:xfrm>
            <a:off x="5317242" y="2716311"/>
            <a:ext cx="23487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>
                <a:solidFill>
                  <a:srgbClr val="0070C0"/>
                </a:solidFill>
                <a:latin typeface="+mj-lt"/>
              </a:rPr>
              <a:t>User logins over 30 </a:t>
            </a:r>
            <a:r>
              <a:rPr lang="fr-FR" sz="1400" err="1">
                <a:solidFill>
                  <a:srgbClr val="0070C0"/>
                </a:solidFill>
                <a:latin typeface="+mj-lt"/>
              </a:rPr>
              <a:t>days</a:t>
            </a:r>
            <a:endParaRPr lang="en-US">
              <a:solidFill>
                <a:srgbClr val="0070C0"/>
              </a:solidFill>
              <a:latin typeface="+mj-lt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631E7C-63E6-456F-B171-A1428E645F38}"/>
              </a:ext>
            </a:extLst>
          </p:cNvPr>
          <p:cNvCxnSpPr/>
          <p:nvPr/>
        </p:nvCxnSpPr>
        <p:spPr>
          <a:xfrm>
            <a:off x="8489130" y="2867707"/>
            <a:ext cx="509047" cy="0"/>
          </a:xfrm>
          <a:prstGeom prst="line">
            <a:avLst/>
          </a:prstGeom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2E24E3A-F662-4411-B0D7-AA6B81EB8BF6}"/>
              </a:ext>
            </a:extLst>
          </p:cNvPr>
          <p:cNvSpPr txBox="1"/>
          <p:nvPr/>
        </p:nvSpPr>
        <p:spPr>
          <a:xfrm>
            <a:off x="8998177" y="2713818"/>
            <a:ext cx="1372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>
                <a:solidFill>
                  <a:srgbClr val="FF9933"/>
                </a:solidFill>
                <a:latin typeface="+mj-lt"/>
              </a:rPr>
              <a:t>Unique </a:t>
            </a:r>
            <a:r>
              <a:rPr lang="fr-FR" sz="1400" err="1">
                <a:solidFill>
                  <a:srgbClr val="FF9933"/>
                </a:solidFill>
                <a:latin typeface="+mj-lt"/>
              </a:rPr>
              <a:t>users</a:t>
            </a:r>
            <a:endParaRPr lang="en-US">
              <a:solidFill>
                <a:srgbClr val="FF9933"/>
              </a:solidFill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AB555C-80DE-4545-AC8D-D2453149AC96}"/>
              </a:ext>
            </a:extLst>
          </p:cNvPr>
          <p:cNvSpPr/>
          <p:nvPr/>
        </p:nvSpPr>
        <p:spPr>
          <a:xfrm>
            <a:off x="766618" y="1570182"/>
            <a:ext cx="641927" cy="2401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8613C7-2091-41C3-9FD2-FAF5C3849783}"/>
              </a:ext>
            </a:extLst>
          </p:cNvPr>
          <p:cNvSpPr txBox="1"/>
          <p:nvPr/>
        </p:nvSpPr>
        <p:spPr>
          <a:xfrm>
            <a:off x="59310" y="2713817"/>
            <a:ext cx="7360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>
                <a:latin typeface="+mj-lt"/>
              </a:rPr>
              <a:t>Jun 19</a:t>
            </a:r>
            <a:endParaRPr lang="en-US">
              <a:latin typeface="+mj-l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815A9B9-19EC-48F3-BBB8-C753BD823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165" y="3089160"/>
            <a:ext cx="5421670" cy="37688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5D5A19E-E10F-42F7-BF85-E59B55511F89}"/>
              </a:ext>
            </a:extLst>
          </p:cNvPr>
          <p:cNvSpPr txBox="1"/>
          <p:nvPr/>
        </p:nvSpPr>
        <p:spPr>
          <a:xfrm>
            <a:off x="11402002" y="2713817"/>
            <a:ext cx="7857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1400">
                <a:latin typeface="+mj-lt"/>
              </a:rPr>
              <a:t>Mar 22</a:t>
            </a:r>
            <a:endParaRPr lang="en-US">
              <a:latin typeface="+mj-lt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9EA21BD-727F-48AF-B8D7-83F560C77857}"/>
              </a:ext>
            </a:extLst>
          </p:cNvPr>
          <p:cNvCxnSpPr/>
          <p:nvPr/>
        </p:nvCxnSpPr>
        <p:spPr>
          <a:xfrm>
            <a:off x="3072545" y="1709831"/>
            <a:ext cx="207818" cy="50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08C9010-048A-4C1E-BDA2-414775780EE1}"/>
              </a:ext>
            </a:extLst>
          </p:cNvPr>
          <p:cNvSpPr txBox="1"/>
          <p:nvPr/>
        </p:nvSpPr>
        <p:spPr>
          <a:xfrm>
            <a:off x="2363857" y="1445217"/>
            <a:ext cx="1417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>
                <a:solidFill>
                  <a:schemeClr val="accent1"/>
                </a:solidFill>
                <a:latin typeface="+mj-lt"/>
              </a:rPr>
              <a:t>In Production</a:t>
            </a:r>
            <a:endParaRPr lang="en-US" sz="140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36D49B-A794-46A5-A273-03C07EFBE68A}"/>
              </a:ext>
            </a:extLst>
          </p:cNvPr>
          <p:cNvSpPr txBox="1"/>
          <p:nvPr/>
        </p:nvSpPr>
        <p:spPr>
          <a:xfrm>
            <a:off x="11687966" y="756098"/>
            <a:ext cx="5581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>
                <a:solidFill>
                  <a:srgbClr val="00B050"/>
                </a:solidFill>
                <a:latin typeface="+mj-lt"/>
              </a:rPr>
              <a:t>2137</a:t>
            </a:r>
            <a:endParaRPr lang="en-US" sz="140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A05CFF-090A-D841-315E-48A4BFA19CCC}"/>
              </a:ext>
            </a:extLst>
          </p:cNvPr>
          <p:cNvSpPr txBox="1"/>
          <p:nvPr/>
        </p:nvSpPr>
        <p:spPr>
          <a:xfrm>
            <a:off x="8842245" y="6600666"/>
            <a:ext cx="3271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  <a:latin typeface="+mj-lt"/>
              </a:rPr>
              <a:t>Confidential – Do not copy or distribute</a:t>
            </a:r>
          </a:p>
        </p:txBody>
      </p:sp>
    </p:spTree>
    <p:extLst>
      <p:ext uri="{BB962C8B-B14F-4D97-AF65-F5344CB8AC3E}">
        <p14:creationId xmlns:p14="http://schemas.microsoft.com/office/powerpoint/2010/main" val="1445470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AC1A0A-272C-D24E-987B-733BADE4C88E}"/>
              </a:ext>
            </a:extLst>
          </p:cNvPr>
          <p:cNvSpPr/>
          <p:nvPr/>
        </p:nvSpPr>
        <p:spPr>
          <a:xfrm>
            <a:off x="460812" y="186847"/>
            <a:ext cx="65710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Impact of Severity</a:t>
            </a:r>
            <a:r>
              <a:rPr lang="en-US" sz="3600">
                <a:solidFill>
                  <a:schemeClr val="accent1"/>
                </a:solidFill>
              </a:rPr>
              <a:t> </a:t>
            </a:r>
            <a:r>
              <a:rPr lang="en-US" sz="32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assessment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7BCEC0-3CBD-8647-A96F-5B44D929E0FB}"/>
              </a:ext>
            </a:extLst>
          </p:cNvPr>
          <p:cNvSpPr txBox="1"/>
          <p:nvPr/>
        </p:nvSpPr>
        <p:spPr>
          <a:xfrm>
            <a:off x="460811" y="725023"/>
            <a:ext cx="111153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72C62"/>
                </a:solidFill>
                <a:latin typeface="Montserrat Regular" pitchFamily="2" charset="77"/>
              </a:rPr>
              <a:t>USING DIGITALIZATION TOOL OF DIM3 ENHANCE REIMBURSMENT &amp; MARGIN  </a:t>
            </a:r>
          </a:p>
        </p:txBody>
      </p:sp>
      <p:grpSp>
        <p:nvGrpSpPr>
          <p:cNvPr id="5" name="Group 87">
            <a:extLst>
              <a:ext uri="{FF2B5EF4-FFF2-40B4-BE49-F238E27FC236}">
                <a16:creationId xmlns:a16="http://schemas.microsoft.com/office/drawing/2014/main" id="{0811899A-8231-4C5A-AD0C-9F5282A0DC02}"/>
              </a:ext>
            </a:extLst>
          </p:cNvPr>
          <p:cNvGrpSpPr/>
          <p:nvPr/>
        </p:nvGrpSpPr>
        <p:grpSpPr>
          <a:xfrm rot="16200000">
            <a:off x="-135292" y="1506647"/>
            <a:ext cx="505784" cy="235199"/>
            <a:chOff x="797503" y="2240995"/>
            <a:chExt cx="655951" cy="260767"/>
          </a:xfrm>
        </p:grpSpPr>
        <p:sp>
          <p:nvSpPr>
            <p:cNvPr id="6" name="Rectangle: Rounded Corners 88">
              <a:extLst>
                <a:ext uri="{FF2B5EF4-FFF2-40B4-BE49-F238E27FC236}">
                  <a16:creationId xmlns:a16="http://schemas.microsoft.com/office/drawing/2014/main" id="{17D1035D-57BB-406D-8ECD-A735E3E6E11F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7" name="Rectangle: Rounded Corners 89">
              <a:extLst>
                <a:ext uri="{FF2B5EF4-FFF2-40B4-BE49-F238E27FC236}">
                  <a16:creationId xmlns:a16="http://schemas.microsoft.com/office/drawing/2014/main" id="{F4EEF11E-4D6F-47DC-AD2E-282D47C5AC29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" name="Rectangle: Rounded Corners 90">
              <a:extLst>
                <a:ext uri="{FF2B5EF4-FFF2-40B4-BE49-F238E27FC236}">
                  <a16:creationId xmlns:a16="http://schemas.microsoft.com/office/drawing/2014/main" id="{590ECDA8-7BB5-4897-946E-04FC2ABDDF76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713A15C-0141-4D60-A503-4A71912A7ECC}"/>
              </a:ext>
            </a:extLst>
          </p:cNvPr>
          <p:cNvSpPr/>
          <p:nvPr/>
        </p:nvSpPr>
        <p:spPr>
          <a:xfrm>
            <a:off x="162444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+mj-lt"/>
            </a:endParaRPr>
          </a:p>
          <a:p>
            <a:r>
              <a:rPr lang="en-US" sz="1400" b="1">
                <a:latin typeface="+mj-lt"/>
              </a:rPr>
              <a:t>Analysis RCM ERASME </a:t>
            </a:r>
            <a:br>
              <a:rPr lang="en-US" sz="1400">
                <a:latin typeface="+mj-lt"/>
              </a:rPr>
            </a:br>
            <a:r>
              <a:rPr lang="en-US" sz="1200">
                <a:latin typeface="+mj-lt"/>
              </a:rPr>
              <a:t>Source Mme </a:t>
            </a:r>
            <a:r>
              <a:rPr lang="en-US" sz="1200" err="1">
                <a:latin typeface="+mj-lt"/>
              </a:rPr>
              <a:t>Farine</a:t>
            </a:r>
            <a:r>
              <a:rPr lang="en-US" sz="1200">
                <a:latin typeface="+mj-lt"/>
              </a:rPr>
              <a:t> </a:t>
            </a:r>
            <a:r>
              <a:rPr lang="en-US" sz="1200" err="1">
                <a:latin typeface="+mj-lt"/>
              </a:rPr>
              <a:t>Coordinatrice</a:t>
            </a:r>
            <a:r>
              <a:rPr lang="en-US" sz="1200">
                <a:latin typeface="+mj-lt"/>
              </a:rPr>
              <a:t> </a:t>
            </a:r>
            <a:r>
              <a:rPr lang="en-US" sz="1200" err="1">
                <a:latin typeface="+mj-lt"/>
              </a:rPr>
              <a:t>nutritionnelle</a:t>
            </a:r>
            <a:r>
              <a:rPr lang="en-US" sz="1200">
                <a:latin typeface="+mj-lt"/>
              </a:rPr>
              <a:t> ERASME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Patients' w / malnutrition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31%</a:t>
            </a:r>
            <a:r>
              <a:rPr lang="en-US" sz="1400">
                <a:latin typeface="+mj-lt"/>
              </a:rPr>
              <a:t> </a:t>
            </a:r>
          </a:p>
          <a:p>
            <a:pPr algn="ctr"/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RCM reanalyzed </a:t>
            </a:r>
            <a:br>
              <a:rPr lang="en-US" sz="1200">
                <a:latin typeface="+mj-lt"/>
              </a:rPr>
            </a:br>
            <a:r>
              <a:rPr lang="en-US" sz="1400" b="1">
                <a:solidFill>
                  <a:schemeClr val="accent2"/>
                </a:solidFill>
                <a:latin typeface="+mj-lt"/>
              </a:rPr>
              <a:t>10 % of hospital stays </a:t>
            </a:r>
            <a:br>
              <a:rPr lang="en-US" sz="1200" b="1">
                <a:solidFill>
                  <a:schemeClr val="accent2"/>
                </a:solidFill>
                <a:latin typeface="+mj-lt"/>
              </a:rPr>
            </a:br>
            <a:r>
              <a:rPr lang="en-US" sz="1300">
                <a:latin typeface="+mj-lt"/>
              </a:rPr>
              <a:t>can gain in average </a:t>
            </a:r>
            <a:br>
              <a:rPr lang="en-US" sz="1200">
                <a:latin typeface="+mj-lt"/>
              </a:rPr>
            </a:br>
            <a:r>
              <a:rPr lang="en-US" sz="1400" b="1">
                <a:solidFill>
                  <a:schemeClr val="accent2"/>
                </a:solidFill>
                <a:latin typeface="+mj-lt"/>
              </a:rPr>
              <a:t>1 point of severity </a:t>
            </a:r>
            <a:br>
              <a:rPr lang="en-US" sz="1200">
                <a:latin typeface="+mj-lt"/>
              </a:rPr>
            </a:br>
            <a:r>
              <a:rPr lang="en-US" sz="1300">
                <a:latin typeface="+mj-lt"/>
              </a:rPr>
              <a:t>if malnutrition is digitally detected and encoded. </a:t>
            </a:r>
          </a:p>
          <a:p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Annual theoretical reimbursement gain 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&gt;500 k EUR / </a:t>
            </a:r>
            <a:r>
              <a:rPr lang="en-US" sz="1400" b="1" err="1">
                <a:solidFill>
                  <a:schemeClr val="accent2"/>
                </a:solidFill>
                <a:latin typeface="+mj-lt"/>
              </a:rPr>
              <a:t>yr</a:t>
            </a:r>
            <a:endParaRPr lang="en-US" sz="1400" b="1">
              <a:solidFill>
                <a:schemeClr val="accent2"/>
              </a:solidFill>
              <a:latin typeface="+mj-lt"/>
            </a:endParaRPr>
          </a:p>
        </p:txBody>
      </p:sp>
      <p:grpSp>
        <p:nvGrpSpPr>
          <p:cNvPr id="11" name="Group 87">
            <a:extLst>
              <a:ext uri="{FF2B5EF4-FFF2-40B4-BE49-F238E27FC236}">
                <a16:creationId xmlns:a16="http://schemas.microsoft.com/office/drawing/2014/main" id="{EDEC8AE9-8D21-49F0-9F03-3C830B5EF345}"/>
              </a:ext>
            </a:extLst>
          </p:cNvPr>
          <p:cNvGrpSpPr/>
          <p:nvPr/>
        </p:nvGrpSpPr>
        <p:grpSpPr>
          <a:xfrm rot="16200000">
            <a:off x="2880159" y="1506646"/>
            <a:ext cx="505784" cy="235201"/>
            <a:chOff x="797503" y="2240995"/>
            <a:chExt cx="655951" cy="260767"/>
          </a:xfrm>
        </p:grpSpPr>
        <p:sp>
          <p:nvSpPr>
            <p:cNvPr id="12" name="Rectangle: Rounded Corners 88">
              <a:extLst>
                <a:ext uri="{FF2B5EF4-FFF2-40B4-BE49-F238E27FC236}">
                  <a16:creationId xmlns:a16="http://schemas.microsoft.com/office/drawing/2014/main" id="{443403A8-45C5-43D5-8A9B-2B0DC81647CE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3" name="Rectangle: Rounded Corners 89">
              <a:extLst>
                <a:ext uri="{FF2B5EF4-FFF2-40B4-BE49-F238E27FC236}">
                  <a16:creationId xmlns:a16="http://schemas.microsoft.com/office/drawing/2014/main" id="{BAC316E2-1CCF-467E-8A09-81E10D0BABA2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4" name="Rectangle: Rounded Corners 90">
              <a:extLst>
                <a:ext uri="{FF2B5EF4-FFF2-40B4-BE49-F238E27FC236}">
                  <a16:creationId xmlns:a16="http://schemas.microsoft.com/office/drawing/2014/main" id="{0D5B40DD-B120-42AE-898A-BCB423E2D57A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03315EB-734F-4791-AA87-1E91C55AB75A}"/>
              </a:ext>
            </a:extLst>
          </p:cNvPr>
          <p:cNvSpPr/>
          <p:nvPr/>
        </p:nvSpPr>
        <p:spPr>
          <a:xfrm>
            <a:off x="3177894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+mj-lt"/>
            </a:endParaRPr>
          </a:p>
          <a:p>
            <a:r>
              <a:rPr lang="en-US" sz="1400" b="1">
                <a:latin typeface="+mj-lt"/>
              </a:rPr>
              <a:t>Analysis RCM CHC Liège</a:t>
            </a:r>
            <a:br>
              <a:rPr lang="en-US" sz="1400" b="1">
                <a:latin typeface="+mj-lt"/>
              </a:rPr>
            </a:br>
            <a:r>
              <a:rPr lang="en-US" sz="1200">
                <a:latin typeface="+mj-lt"/>
              </a:rPr>
              <a:t>Source Francoise Martin </a:t>
            </a:r>
            <a:r>
              <a:rPr lang="en-US" sz="1200" err="1">
                <a:latin typeface="+mj-lt"/>
              </a:rPr>
              <a:t>Coordinatrice</a:t>
            </a:r>
            <a:r>
              <a:rPr lang="en-US" sz="1200">
                <a:latin typeface="+mj-lt"/>
              </a:rPr>
              <a:t> </a:t>
            </a:r>
            <a:r>
              <a:rPr lang="en-US" sz="1200" err="1">
                <a:latin typeface="+mj-lt"/>
              </a:rPr>
              <a:t>nutritionnelle</a:t>
            </a:r>
            <a:r>
              <a:rPr lang="en-US" sz="1200">
                <a:latin typeface="+mj-lt"/>
              </a:rPr>
              <a:t> CHC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 records reanalyzed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60</a:t>
            </a:r>
          </a:p>
          <a:p>
            <a:pPr algn="ctr"/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Reimbursed days gain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43</a:t>
            </a:r>
          </a:p>
          <a:p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Equivalent to an average </a:t>
            </a:r>
            <a:r>
              <a:rPr lang="en-US" sz="1400" b="1">
                <a:solidFill>
                  <a:schemeClr val="accent2"/>
                </a:solidFill>
                <a:latin typeface="+mj-lt"/>
              </a:rPr>
              <a:t>0.72 days / hospital stay</a:t>
            </a:r>
          </a:p>
        </p:txBody>
      </p:sp>
      <p:grpSp>
        <p:nvGrpSpPr>
          <p:cNvPr id="16" name="Group 87">
            <a:extLst>
              <a:ext uri="{FF2B5EF4-FFF2-40B4-BE49-F238E27FC236}">
                <a16:creationId xmlns:a16="http://schemas.microsoft.com/office/drawing/2014/main" id="{DCE7B002-5242-4CF0-BD54-A9AC54D9D9F7}"/>
              </a:ext>
            </a:extLst>
          </p:cNvPr>
          <p:cNvGrpSpPr/>
          <p:nvPr/>
        </p:nvGrpSpPr>
        <p:grpSpPr>
          <a:xfrm rot="16200000">
            <a:off x="5866116" y="1506646"/>
            <a:ext cx="505784" cy="235201"/>
            <a:chOff x="797503" y="2240995"/>
            <a:chExt cx="655951" cy="260767"/>
          </a:xfrm>
        </p:grpSpPr>
        <p:sp>
          <p:nvSpPr>
            <p:cNvPr id="17" name="Rectangle: Rounded Corners 88">
              <a:extLst>
                <a:ext uri="{FF2B5EF4-FFF2-40B4-BE49-F238E27FC236}">
                  <a16:creationId xmlns:a16="http://schemas.microsoft.com/office/drawing/2014/main" id="{BC850534-4B60-4C24-9ACE-92996FA799FF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8" name="Rectangle: Rounded Corners 89">
              <a:extLst>
                <a:ext uri="{FF2B5EF4-FFF2-40B4-BE49-F238E27FC236}">
                  <a16:creationId xmlns:a16="http://schemas.microsoft.com/office/drawing/2014/main" id="{1D36DBBE-56F0-425A-81DD-5478BFE5D2E7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9" name="Rectangle: Rounded Corners 90">
              <a:extLst>
                <a:ext uri="{FF2B5EF4-FFF2-40B4-BE49-F238E27FC236}">
                  <a16:creationId xmlns:a16="http://schemas.microsoft.com/office/drawing/2014/main" id="{9A91018C-083A-46E3-B0A3-3788366B8920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C59DCC27-AA82-486B-99D0-FC3400C86D07}"/>
              </a:ext>
            </a:extLst>
          </p:cNvPr>
          <p:cNvSpPr/>
          <p:nvPr/>
        </p:nvSpPr>
        <p:spPr>
          <a:xfrm>
            <a:off x="6163851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1400" b="1">
              <a:latin typeface="+mj-lt"/>
            </a:endParaRPr>
          </a:p>
          <a:p>
            <a:r>
              <a:rPr lang="fr-FR" sz="1400" b="1" err="1">
                <a:latin typeface="+mj-lt"/>
              </a:rPr>
              <a:t>Analysis</a:t>
            </a:r>
            <a:r>
              <a:rPr lang="fr-FR" sz="1400" b="1">
                <a:latin typeface="+mj-lt"/>
              </a:rPr>
              <a:t> CHU Namur </a:t>
            </a:r>
            <a:br>
              <a:rPr lang="fr-FR" sz="1400" b="1">
                <a:latin typeface="+mj-lt"/>
              </a:rPr>
            </a:br>
            <a:r>
              <a:rPr lang="fr-FR" sz="1200">
                <a:latin typeface="+mj-lt"/>
              </a:rPr>
              <a:t>Source</a:t>
            </a:r>
            <a:r>
              <a:rPr lang="fr-FR" sz="1400" b="1">
                <a:latin typeface="+mj-lt"/>
              </a:rPr>
              <a:t> </a:t>
            </a:r>
            <a:r>
              <a:rPr lang="fr-FR" sz="1200">
                <a:latin typeface="+mj-lt"/>
              </a:rPr>
              <a:t>Virginie Vanesse, Chef de service Alimentation Diététique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 reports reanalyzed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20 with severity increase</a:t>
            </a:r>
            <a:endParaRPr lang="en-US" sz="1400">
              <a:latin typeface="+mj-lt"/>
            </a:endParaRP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43% of stays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accent2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Fully revised report with lab data &amp; malnutrition encoding generates a potential gain of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109 days on 47 dossiers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Equivalent to an average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2.3 days / hospital stay</a:t>
            </a:r>
          </a:p>
          <a:p>
            <a:r>
              <a:rPr lang="en-US" sz="1400" b="1">
                <a:solidFill>
                  <a:schemeClr val="accent2"/>
                </a:solidFill>
                <a:latin typeface="+mj-lt"/>
              </a:rPr>
              <a:t>	</a:t>
            </a:r>
          </a:p>
        </p:txBody>
      </p:sp>
      <p:grpSp>
        <p:nvGrpSpPr>
          <p:cNvPr id="21" name="Group 87">
            <a:extLst>
              <a:ext uri="{FF2B5EF4-FFF2-40B4-BE49-F238E27FC236}">
                <a16:creationId xmlns:a16="http://schemas.microsoft.com/office/drawing/2014/main" id="{409E9981-98AE-4C3E-A99E-EA42AD3BE6FD}"/>
              </a:ext>
            </a:extLst>
          </p:cNvPr>
          <p:cNvGrpSpPr/>
          <p:nvPr/>
        </p:nvGrpSpPr>
        <p:grpSpPr>
          <a:xfrm rot="16200000">
            <a:off x="8862549" y="1506646"/>
            <a:ext cx="505784" cy="235201"/>
            <a:chOff x="797503" y="2240995"/>
            <a:chExt cx="655951" cy="260767"/>
          </a:xfrm>
        </p:grpSpPr>
        <p:sp>
          <p:nvSpPr>
            <p:cNvPr id="22" name="Rectangle: Rounded Corners 88">
              <a:extLst>
                <a:ext uri="{FF2B5EF4-FFF2-40B4-BE49-F238E27FC236}">
                  <a16:creationId xmlns:a16="http://schemas.microsoft.com/office/drawing/2014/main" id="{682D67EE-1EB6-4996-8D9B-A42E005974D1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3" name="Rectangle: Rounded Corners 89">
              <a:extLst>
                <a:ext uri="{FF2B5EF4-FFF2-40B4-BE49-F238E27FC236}">
                  <a16:creationId xmlns:a16="http://schemas.microsoft.com/office/drawing/2014/main" id="{7017F4D6-779A-4584-A68E-37F66F44A2CF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4" name="Rectangle: Rounded Corners 90">
              <a:extLst>
                <a:ext uri="{FF2B5EF4-FFF2-40B4-BE49-F238E27FC236}">
                  <a16:creationId xmlns:a16="http://schemas.microsoft.com/office/drawing/2014/main" id="{79B6F786-5F67-447A-B098-875539494FF1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1AF833C-9DE1-4766-92C5-3A3C06A7285F}"/>
              </a:ext>
            </a:extLst>
          </p:cNvPr>
          <p:cNvSpPr/>
          <p:nvPr/>
        </p:nvSpPr>
        <p:spPr>
          <a:xfrm>
            <a:off x="9128223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+mj-lt"/>
            </a:endParaRPr>
          </a:p>
          <a:p>
            <a:r>
              <a:rPr lang="en-US" sz="1400" b="1">
                <a:latin typeface="+mj-lt"/>
              </a:rPr>
              <a:t>Analysis VIVALIA Group : </a:t>
            </a:r>
            <a:r>
              <a:rPr lang="en-US" sz="1200">
                <a:latin typeface="+mj-lt"/>
              </a:rPr>
              <a:t>Hospital with geriatric ward Dr Lemaire RCM director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Patients with a RCM report indicating malnutrition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6%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Versus patients' w/ malnutrition detected by dietician 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Annual theoretical reimbursement gain 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&gt;350 k EUR / </a:t>
            </a:r>
            <a:r>
              <a:rPr lang="en-US" sz="1400" b="1" err="1">
                <a:solidFill>
                  <a:schemeClr val="accent2"/>
                </a:solidFill>
                <a:latin typeface="+mj-lt"/>
              </a:rPr>
              <a:t>yr</a:t>
            </a:r>
            <a:endParaRPr lang="en-US" sz="14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9DE264-076B-21F1-6D22-D15D1D6394E2}"/>
              </a:ext>
            </a:extLst>
          </p:cNvPr>
          <p:cNvSpPr txBox="1"/>
          <p:nvPr/>
        </p:nvSpPr>
        <p:spPr>
          <a:xfrm>
            <a:off x="8842245" y="6581001"/>
            <a:ext cx="3703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  <a:latin typeface="+mj-lt"/>
              </a:rPr>
              <a:t>Confidential – Do not copy or distribute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DF2EFF-2259-6CB0-EF62-04BF383E73C7}"/>
              </a:ext>
            </a:extLst>
          </p:cNvPr>
          <p:cNvSpPr txBox="1"/>
          <p:nvPr/>
        </p:nvSpPr>
        <p:spPr>
          <a:xfrm>
            <a:off x="2675833" y="5993053"/>
            <a:ext cx="6840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Reimbursment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by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hospital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stay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  + 1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day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(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average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0186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2">
            <a:extLst>
              <a:ext uri="{FF2B5EF4-FFF2-40B4-BE49-F238E27FC236}">
                <a16:creationId xmlns:a16="http://schemas.microsoft.com/office/drawing/2014/main" id="{4A07BB88-2112-4CC1-997A-652E6D9A3D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4141" y="1234620"/>
            <a:ext cx="7071691" cy="37834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981A61-396D-456F-8DFC-89025F0D0FA6}"/>
              </a:ext>
            </a:extLst>
          </p:cNvPr>
          <p:cNvSpPr txBox="1"/>
          <p:nvPr/>
        </p:nvSpPr>
        <p:spPr>
          <a:xfrm>
            <a:off x="1880289" y="249614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Market Overview &amp; Opportunity</a:t>
            </a:r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28098-6C44-41CA-B7D2-141AA8D6C335}"/>
              </a:ext>
            </a:extLst>
          </p:cNvPr>
          <p:cNvSpPr txBox="1"/>
          <p:nvPr/>
        </p:nvSpPr>
        <p:spPr>
          <a:xfrm>
            <a:off x="1924050" y="2152650"/>
            <a:ext cx="245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40">
                <a:solidFill>
                  <a:srgbClr val="FFB249"/>
                </a:solidFill>
              </a:rPr>
              <a:t>SECTION 03</a:t>
            </a:r>
          </a:p>
        </p:txBody>
      </p:sp>
    </p:spTree>
    <p:extLst>
      <p:ext uri="{BB962C8B-B14F-4D97-AF65-F5344CB8AC3E}">
        <p14:creationId xmlns:p14="http://schemas.microsoft.com/office/powerpoint/2010/main" val="4217430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8AA487-2595-4897-95A2-E6398A16D8E6}"/>
              </a:ext>
            </a:extLst>
          </p:cNvPr>
          <p:cNvSpPr txBox="1"/>
          <p:nvPr/>
        </p:nvSpPr>
        <p:spPr>
          <a:xfrm>
            <a:off x="2728934" y="1130059"/>
            <a:ext cx="6803324" cy="630942"/>
          </a:xfrm>
          <a:prstGeom prst="rect">
            <a:avLst/>
          </a:prstGeom>
          <a:solidFill>
            <a:srgbClr val="002B6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2880" tIns="91440" rIns="182880" bIns="9144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spc="150">
                <a:solidFill>
                  <a:schemeClr val="bg1"/>
                </a:solidFill>
              </a:rPr>
              <a:t>5-COUNTRY COMMERCIAL FOCUS</a:t>
            </a:r>
          </a:p>
          <a:p>
            <a:pPr algn="ctr"/>
            <a:r>
              <a:rPr lang="en-US" sz="1200" spc="150">
                <a:solidFill>
                  <a:schemeClr val="bg1"/>
                </a:solidFill>
              </a:rPr>
              <a:t>BELGIUM | FRANCE | ITALY | GERMANY | NETHERLANDS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B06425C-7E20-4096-8051-35ADDB8BF30F}"/>
              </a:ext>
            </a:extLst>
          </p:cNvPr>
          <p:cNvGrpSpPr>
            <a:grpSpLocks noChangeAspect="1"/>
          </p:cNvGrpSpPr>
          <p:nvPr/>
        </p:nvGrpSpPr>
        <p:grpSpPr>
          <a:xfrm>
            <a:off x="1663158" y="2099424"/>
            <a:ext cx="4020873" cy="4043793"/>
            <a:chOff x="4464323" y="2602477"/>
            <a:chExt cx="1138400" cy="1144065"/>
          </a:xfrm>
        </p:grpSpPr>
        <p:sp>
          <p:nvSpPr>
            <p:cNvPr id="5" name="Czech_Republic">
              <a:extLst>
                <a:ext uri="{FF2B5EF4-FFF2-40B4-BE49-F238E27FC236}">
                  <a16:creationId xmlns:a16="http://schemas.microsoft.com/office/drawing/2014/main" id="{A6653041-2FAB-427F-B226-FDBE438DC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4147" y="3299184"/>
              <a:ext cx="133929" cy="73337"/>
            </a:xfrm>
            <a:custGeom>
              <a:avLst/>
              <a:gdLst>
                <a:gd name="T0" fmla="*/ 2147483647 w 60"/>
                <a:gd name="T1" fmla="*/ 2147483647 h 30"/>
                <a:gd name="T2" fmla="*/ 2147483647 w 60"/>
                <a:gd name="T3" fmla="*/ 2147483647 h 30"/>
                <a:gd name="T4" fmla="*/ 2147483647 w 60"/>
                <a:gd name="T5" fmla="*/ 2147483647 h 30"/>
                <a:gd name="T6" fmla="*/ 2147483647 w 60"/>
                <a:gd name="T7" fmla="*/ 2147483647 h 30"/>
                <a:gd name="T8" fmla="*/ 2147483647 w 60"/>
                <a:gd name="T9" fmla="*/ 2147483647 h 30"/>
                <a:gd name="T10" fmla="*/ 2147483647 w 60"/>
                <a:gd name="T11" fmla="*/ 2147483647 h 30"/>
                <a:gd name="T12" fmla="*/ 2147483647 w 60"/>
                <a:gd name="T13" fmla="*/ 2147483647 h 30"/>
                <a:gd name="T14" fmla="*/ 2147483647 w 60"/>
                <a:gd name="T15" fmla="*/ 2147483647 h 30"/>
                <a:gd name="T16" fmla="*/ 2147483647 w 60"/>
                <a:gd name="T17" fmla="*/ 0 h 30"/>
                <a:gd name="T18" fmla="*/ 2147483647 w 60"/>
                <a:gd name="T19" fmla="*/ 2147483647 h 30"/>
                <a:gd name="T20" fmla="*/ 2147483647 w 60"/>
                <a:gd name="T21" fmla="*/ 2147483647 h 30"/>
                <a:gd name="T22" fmla="*/ 2147483647 w 60"/>
                <a:gd name="T23" fmla="*/ 2147483647 h 30"/>
                <a:gd name="T24" fmla="*/ 2147483647 w 60"/>
                <a:gd name="T25" fmla="*/ 2147483647 h 30"/>
                <a:gd name="T26" fmla="*/ 2147483647 w 60"/>
                <a:gd name="T27" fmla="*/ 2147483647 h 30"/>
                <a:gd name="T28" fmla="*/ 2147483647 w 60"/>
                <a:gd name="T29" fmla="*/ 2147483647 h 30"/>
                <a:gd name="T30" fmla="*/ 2147483647 w 60"/>
                <a:gd name="T31" fmla="*/ 2147483647 h 30"/>
                <a:gd name="T32" fmla="*/ 2147483647 w 60"/>
                <a:gd name="T33" fmla="*/ 2147483647 h 30"/>
                <a:gd name="T34" fmla="*/ 2147483647 w 60"/>
                <a:gd name="T35" fmla="*/ 2147483647 h 30"/>
                <a:gd name="T36" fmla="*/ 2147483647 w 60"/>
                <a:gd name="T37" fmla="*/ 2147483647 h 30"/>
                <a:gd name="T38" fmla="*/ 2147483647 w 60"/>
                <a:gd name="T39" fmla="*/ 2147483647 h 30"/>
                <a:gd name="T40" fmla="*/ 2147483647 w 60"/>
                <a:gd name="T41" fmla="*/ 2147483647 h 30"/>
                <a:gd name="T42" fmla="*/ 2147483647 w 60"/>
                <a:gd name="T43" fmla="*/ 2147483647 h 30"/>
                <a:gd name="T44" fmla="*/ 2147483647 w 60"/>
                <a:gd name="T45" fmla="*/ 2147483647 h 30"/>
                <a:gd name="T46" fmla="*/ 2147483647 w 60"/>
                <a:gd name="T47" fmla="*/ 2147483647 h 30"/>
                <a:gd name="T48" fmla="*/ 2147483647 w 60"/>
                <a:gd name="T49" fmla="*/ 2147483647 h 30"/>
                <a:gd name="T50" fmla="*/ 2147483647 w 60"/>
                <a:gd name="T51" fmla="*/ 2147483647 h 30"/>
                <a:gd name="T52" fmla="*/ 2147483647 w 60"/>
                <a:gd name="T53" fmla="*/ 2147483647 h 30"/>
                <a:gd name="T54" fmla="*/ 2147483647 w 60"/>
                <a:gd name="T55" fmla="*/ 2147483647 h 30"/>
                <a:gd name="T56" fmla="*/ 2147483647 w 60"/>
                <a:gd name="T57" fmla="*/ 2147483647 h 30"/>
                <a:gd name="T58" fmla="*/ 2147483647 w 60"/>
                <a:gd name="T59" fmla="*/ 2147483647 h 30"/>
                <a:gd name="T60" fmla="*/ 2147483647 w 60"/>
                <a:gd name="T61" fmla="*/ 2147483647 h 30"/>
                <a:gd name="T62" fmla="*/ 2147483647 w 60"/>
                <a:gd name="T63" fmla="*/ 2147483647 h 30"/>
                <a:gd name="T64" fmla="*/ 2147483647 w 60"/>
                <a:gd name="T65" fmla="*/ 2147483647 h 30"/>
                <a:gd name="T66" fmla="*/ 2147483647 w 60"/>
                <a:gd name="T67" fmla="*/ 2147483647 h 30"/>
                <a:gd name="T68" fmla="*/ 2147483647 w 60"/>
                <a:gd name="T69" fmla="*/ 2147483647 h 30"/>
                <a:gd name="T70" fmla="*/ 2147483647 w 60"/>
                <a:gd name="T71" fmla="*/ 2147483647 h 30"/>
                <a:gd name="T72" fmla="*/ 2147483647 w 60"/>
                <a:gd name="T73" fmla="*/ 2147483647 h 30"/>
                <a:gd name="T74" fmla="*/ 2147483647 w 60"/>
                <a:gd name="T75" fmla="*/ 2147483647 h 30"/>
                <a:gd name="T76" fmla="*/ 2147483647 w 60"/>
                <a:gd name="T77" fmla="*/ 2147483647 h 30"/>
                <a:gd name="T78" fmla="*/ 2147483647 w 60"/>
                <a:gd name="T79" fmla="*/ 2147483647 h 30"/>
                <a:gd name="T80" fmla="*/ 2147483647 w 60"/>
                <a:gd name="T81" fmla="*/ 2147483647 h 30"/>
                <a:gd name="T82" fmla="*/ 2147483647 w 60"/>
                <a:gd name="T83" fmla="*/ 2147483647 h 30"/>
                <a:gd name="T84" fmla="*/ 2147483647 w 60"/>
                <a:gd name="T85" fmla="*/ 2147483647 h 30"/>
                <a:gd name="T86" fmla="*/ 2147483647 w 60"/>
                <a:gd name="T87" fmla="*/ 2147483647 h 30"/>
                <a:gd name="T88" fmla="*/ 2147483647 w 60"/>
                <a:gd name="T89" fmla="*/ 2147483647 h 30"/>
                <a:gd name="T90" fmla="*/ 0 w 60"/>
                <a:gd name="T91" fmla="*/ 2147483647 h 30"/>
                <a:gd name="T92" fmla="*/ 2147483647 w 60"/>
                <a:gd name="T93" fmla="*/ 2147483647 h 3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60"/>
                <a:gd name="T142" fmla="*/ 0 h 30"/>
                <a:gd name="T143" fmla="*/ 60 w 60"/>
                <a:gd name="T144" fmla="*/ 30 h 3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60" h="30">
                  <a:moveTo>
                    <a:pt x="2" y="11"/>
                  </a:moveTo>
                  <a:lnTo>
                    <a:pt x="2" y="12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4" y="9"/>
                  </a:lnTo>
                  <a:lnTo>
                    <a:pt x="5" y="9"/>
                  </a:lnTo>
                  <a:lnTo>
                    <a:pt x="6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11" y="7"/>
                  </a:lnTo>
                  <a:lnTo>
                    <a:pt x="12" y="7"/>
                  </a:lnTo>
                  <a:lnTo>
                    <a:pt x="13" y="5"/>
                  </a:lnTo>
                  <a:lnTo>
                    <a:pt x="15" y="4"/>
                  </a:lnTo>
                  <a:lnTo>
                    <a:pt x="18" y="4"/>
                  </a:lnTo>
                  <a:lnTo>
                    <a:pt x="20" y="3"/>
                  </a:lnTo>
                  <a:lnTo>
                    <a:pt x="20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3" y="2"/>
                  </a:lnTo>
                  <a:lnTo>
                    <a:pt x="24" y="3"/>
                  </a:lnTo>
                  <a:lnTo>
                    <a:pt x="25" y="3"/>
                  </a:lnTo>
                  <a:lnTo>
                    <a:pt x="27" y="4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5" y="4"/>
                  </a:lnTo>
                  <a:lnTo>
                    <a:pt x="37" y="4"/>
                  </a:lnTo>
                  <a:lnTo>
                    <a:pt x="38" y="6"/>
                  </a:lnTo>
                  <a:lnTo>
                    <a:pt x="40" y="6"/>
                  </a:lnTo>
                  <a:lnTo>
                    <a:pt x="40" y="7"/>
                  </a:lnTo>
                  <a:lnTo>
                    <a:pt x="40" y="8"/>
                  </a:lnTo>
                  <a:lnTo>
                    <a:pt x="39" y="8"/>
                  </a:lnTo>
                  <a:lnTo>
                    <a:pt x="41" y="10"/>
                  </a:lnTo>
                  <a:lnTo>
                    <a:pt x="43" y="11"/>
                  </a:lnTo>
                  <a:lnTo>
                    <a:pt x="44" y="11"/>
                  </a:lnTo>
                  <a:lnTo>
                    <a:pt x="45" y="11"/>
                  </a:lnTo>
                  <a:lnTo>
                    <a:pt x="46" y="10"/>
                  </a:lnTo>
                  <a:lnTo>
                    <a:pt x="45" y="9"/>
                  </a:lnTo>
                  <a:lnTo>
                    <a:pt x="46" y="9"/>
                  </a:lnTo>
                  <a:lnTo>
                    <a:pt x="47" y="9"/>
                  </a:lnTo>
                  <a:lnTo>
                    <a:pt x="48" y="9"/>
                  </a:lnTo>
                  <a:lnTo>
                    <a:pt x="50" y="10"/>
                  </a:lnTo>
                  <a:lnTo>
                    <a:pt x="52" y="10"/>
                  </a:lnTo>
                  <a:lnTo>
                    <a:pt x="53" y="10"/>
                  </a:lnTo>
                  <a:lnTo>
                    <a:pt x="53" y="11"/>
                  </a:lnTo>
                  <a:lnTo>
                    <a:pt x="53" y="12"/>
                  </a:lnTo>
                  <a:lnTo>
                    <a:pt x="55" y="13"/>
                  </a:lnTo>
                  <a:lnTo>
                    <a:pt x="57" y="14"/>
                  </a:lnTo>
                  <a:lnTo>
                    <a:pt x="58" y="16"/>
                  </a:lnTo>
                  <a:lnTo>
                    <a:pt x="60" y="18"/>
                  </a:lnTo>
                  <a:lnTo>
                    <a:pt x="59" y="20"/>
                  </a:lnTo>
                  <a:lnTo>
                    <a:pt x="59" y="21"/>
                  </a:lnTo>
                  <a:lnTo>
                    <a:pt x="54" y="23"/>
                  </a:lnTo>
                  <a:lnTo>
                    <a:pt x="54" y="24"/>
                  </a:lnTo>
                  <a:lnTo>
                    <a:pt x="50" y="24"/>
                  </a:lnTo>
                  <a:lnTo>
                    <a:pt x="47" y="26"/>
                  </a:lnTo>
                  <a:lnTo>
                    <a:pt x="48" y="25"/>
                  </a:lnTo>
                  <a:lnTo>
                    <a:pt x="45" y="30"/>
                  </a:lnTo>
                  <a:lnTo>
                    <a:pt x="45" y="29"/>
                  </a:lnTo>
                  <a:lnTo>
                    <a:pt x="44" y="28"/>
                  </a:lnTo>
                  <a:lnTo>
                    <a:pt x="41" y="28"/>
                  </a:lnTo>
                  <a:lnTo>
                    <a:pt x="38" y="28"/>
                  </a:lnTo>
                  <a:lnTo>
                    <a:pt x="36" y="27"/>
                  </a:lnTo>
                  <a:lnTo>
                    <a:pt x="34" y="26"/>
                  </a:lnTo>
                  <a:lnTo>
                    <a:pt x="33" y="26"/>
                  </a:lnTo>
                  <a:lnTo>
                    <a:pt x="31" y="26"/>
                  </a:lnTo>
                  <a:lnTo>
                    <a:pt x="30" y="26"/>
                  </a:lnTo>
                  <a:lnTo>
                    <a:pt x="29" y="26"/>
                  </a:lnTo>
                  <a:lnTo>
                    <a:pt x="28" y="27"/>
                  </a:lnTo>
                  <a:lnTo>
                    <a:pt x="27" y="28"/>
                  </a:lnTo>
                  <a:lnTo>
                    <a:pt x="25" y="30"/>
                  </a:lnTo>
                  <a:lnTo>
                    <a:pt x="24" y="30"/>
                  </a:lnTo>
                  <a:lnTo>
                    <a:pt x="22" y="30"/>
                  </a:lnTo>
                  <a:lnTo>
                    <a:pt x="20" y="30"/>
                  </a:lnTo>
                  <a:lnTo>
                    <a:pt x="19" y="29"/>
                  </a:lnTo>
                  <a:lnTo>
                    <a:pt x="17" y="29"/>
                  </a:lnTo>
                  <a:lnTo>
                    <a:pt x="16" y="28"/>
                  </a:lnTo>
                  <a:lnTo>
                    <a:pt x="13" y="26"/>
                  </a:lnTo>
                  <a:lnTo>
                    <a:pt x="12" y="25"/>
                  </a:lnTo>
                  <a:lnTo>
                    <a:pt x="10" y="23"/>
                  </a:lnTo>
                  <a:lnTo>
                    <a:pt x="7" y="21"/>
                  </a:lnTo>
                  <a:lnTo>
                    <a:pt x="5" y="20"/>
                  </a:lnTo>
                  <a:lnTo>
                    <a:pt x="4" y="18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1" y="13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9"/>
                  </a:lnTo>
                  <a:lnTo>
                    <a:pt x="2" y="11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6" name="Slovakia">
              <a:extLst>
                <a:ext uri="{FF2B5EF4-FFF2-40B4-BE49-F238E27FC236}">
                  <a16:creationId xmlns:a16="http://schemas.microsoft.com/office/drawing/2014/main" id="{EAF07251-D94A-4C16-A4D6-371AC267E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4594" y="3343186"/>
              <a:ext cx="116072" cy="53781"/>
            </a:xfrm>
            <a:custGeom>
              <a:avLst/>
              <a:gdLst>
                <a:gd name="T0" fmla="*/ 2147483647 w 52"/>
                <a:gd name="T1" fmla="*/ 0 h 22"/>
                <a:gd name="T2" fmla="*/ 2147483647 w 52"/>
                <a:gd name="T3" fmla="*/ 2147483647 h 22"/>
                <a:gd name="T4" fmla="*/ 2147483647 w 52"/>
                <a:gd name="T5" fmla="*/ 2147483647 h 22"/>
                <a:gd name="T6" fmla="*/ 2147483647 w 52"/>
                <a:gd name="T7" fmla="*/ 2147483647 h 22"/>
                <a:gd name="T8" fmla="*/ 2147483647 w 52"/>
                <a:gd name="T9" fmla="*/ 2147483647 h 22"/>
                <a:gd name="T10" fmla="*/ 2147483647 w 52"/>
                <a:gd name="T11" fmla="*/ 2147483647 h 22"/>
                <a:gd name="T12" fmla="*/ 2147483647 w 52"/>
                <a:gd name="T13" fmla="*/ 2147483647 h 22"/>
                <a:gd name="T14" fmla="*/ 2147483647 w 52"/>
                <a:gd name="T15" fmla="*/ 2147483647 h 22"/>
                <a:gd name="T16" fmla="*/ 2147483647 w 52"/>
                <a:gd name="T17" fmla="*/ 2147483647 h 22"/>
                <a:gd name="T18" fmla="*/ 2147483647 w 52"/>
                <a:gd name="T19" fmla="*/ 2147483647 h 22"/>
                <a:gd name="T20" fmla="*/ 2147483647 w 52"/>
                <a:gd name="T21" fmla="*/ 2147483647 h 22"/>
                <a:gd name="T22" fmla="*/ 2147483647 w 52"/>
                <a:gd name="T23" fmla="*/ 2147483647 h 22"/>
                <a:gd name="T24" fmla="*/ 2147483647 w 52"/>
                <a:gd name="T25" fmla="*/ 2147483647 h 22"/>
                <a:gd name="T26" fmla="*/ 2147483647 w 52"/>
                <a:gd name="T27" fmla="*/ 2147483647 h 22"/>
                <a:gd name="T28" fmla="*/ 2147483647 w 52"/>
                <a:gd name="T29" fmla="*/ 2147483647 h 22"/>
                <a:gd name="T30" fmla="*/ 2147483647 w 52"/>
                <a:gd name="T31" fmla="*/ 2147483647 h 22"/>
                <a:gd name="T32" fmla="*/ 2147483647 w 52"/>
                <a:gd name="T33" fmla="*/ 2147483647 h 22"/>
                <a:gd name="T34" fmla="*/ 2147483647 w 52"/>
                <a:gd name="T35" fmla="*/ 2147483647 h 22"/>
                <a:gd name="T36" fmla="*/ 2147483647 w 52"/>
                <a:gd name="T37" fmla="*/ 2147483647 h 22"/>
                <a:gd name="T38" fmla="*/ 2147483647 w 52"/>
                <a:gd name="T39" fmla="*/ 2147483647 h 22"/>
                <a:gd name="T40" fmla="*/ 2147483647 w 52"/>
                <a:gd name="T41" fmla="*/ 2147483647 h 22"/>
                <a:gd name="T42" fmla="*/ 2147483647 w 52"/>
                <a:gd name="T43" fmla="*/ 2147483647 h 22"/>
                <a:gd name="T44" fmla="*/ 2147483647 w 52"/>
                <a:gd name="T45" fmla="*/ 2147483647 h 22"/>
                <a:gd name="T46" fmla="*/ 2147483647 w 52"/>
                <a:gd name="T47" fmla="*/ 2147483647 h 22"/>
                <a:gd name="T48" fmla="*/ 2147483647 w 52"/>
                <a:gd name="T49" fmla="*/ 2147483647 h 22"/>
                <a:gd name="T50" fmla="*/ 2147483647 w 52"/>
                <a:gd name="T51" fmla="*/ 2147483647 h 22"/>
                <a:gd name="T52" fmla="*/ 2147483647 w 52"/>
                <a:gd name="T53" fmla="*/ 2147483647 h 22"/>
                <a:gd name="T54" fmla="*/ 2147483647 w 52"/>
                <a:gd name="T55" fmla="*/ 2147483647 h 22"/>
                <a:gd name="T56" fmla="*/ 0 w 52"/>
                <a:gd name="T57" fmla="*/ 2147483647 h 22"/>
                <a:gd name="T58" fmla="*/ 2147483647 w 52"/>
                <a:gd name="T59" fmla="*/ 2147483647 h 22"/>
                <a:gd name="T60" fmla="*/ 2147483647 w 52"/>
                <a:gd name="T61" fmla="*/ 2147483647 h 22"/>
                <a:gd name="T62" fmla="*/ 2147483647 w 52"/>
                <a:gd name="T63" fmla="*/ 2147483647 h 22"/>
                <a:gd name="T64" fmla="*/ 2147483647 w 52"/>
                <a:gd name="T65" fmla="*/ 2147483647 h 22"/>
                <a:gd name="T66" fmla="*/ 2147483647 w 52"/>
                <a:gd name="T67" fmla="*/ 0 h 2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2"/>
                <a:gd name="T103" fmla="*/ 0 h 22"/>
                <a:gd name="T104" fmla="*/ 52 w 52"/>
                <a:gd name="T105" fmla="*/ 22 h 2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2" h="22">
                  <a:moveTo>
                    <a:pt x="15" y="0"/>
                  </a:moveTo>
                  <a:lnTo>
                    <a:pt x="15" y="0"/>
                  </a:lnTo>
                  <a:lnTo>
                    <a:pt x="18" y="1"/>
                  </a:lnTo>
                  <a:lnTo>
                    <a:pt x="20" y="2"/>
                  </a:lnTo>
                  <a:lnTo>
                    <a:pt x="22" y="2"/>
                  </a:lnTo>
                  <a:lnTo>
                    <a:pt x="24" y="1"/>
                  </a:lnTo>
                  <a:lnTo>
                    <a:pt x="25" y="2"/>
                  </a:lnTo>
                  <a:lnTo>
                    <a:pt x="27" y="3"/>
                  </a:lnTo>
                  <a:lnTo>
                    <a:pt x="28" y="4"/>
                  </a:lnTo>
                  <a:lnTo>
                    <a:pt x="29" y="5"/>
                  </a:lnTo>
                  <a:lnTo>
                    <a:pt x="31" y="4"/>
                  </a:lnTo>
                  <a:lnTo>
                    <a:pt x="33" y="3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3"/>
                  </a:lnTo>
                  <a:lnTo>
                    <a:pt x="41" y="2"/>
                  </a:lnTo>
                  <a:lnTo>
                    <a:pt x="43" y="2"/>
                  </a:lnTo>
                  <a:lnTo>
                    <a:pt x="45" y="2"/>
                  </a:lnTo>
                  <a:lnTo>
                    <a:pt x="47" y="3"/>
                  </a:lnTo>
                  <a:lnTo>
                    <a:pt x="48" y="4"/>
                  </a:lnTo>
                  <a:lnTo>
                    <a:pt x="50" y="6"/>
                  </a:lnTo>
                  <a:lnTo>
                    <a:pt x="52" y="6"/>
                  </a:lnTo>
                  <a:lnTo>
                    <a:pt x="52" y="7"/>
                  </a:lnTo>
                  <a:lnTo>
                    <a:pt x="51" y="8"/>
                  </a:lnTo>
                  <a:lnTo>
                    <a:pt x="50" y="10"/>
                  </a:lnTo>
                  <a:lnTo>
                    <a:pt x="50" y="11"/>
                  </a:lnTo>
                  <a:lnTo>
                    <a:pt x="49" y="13"/>
                  </a:lnTo>
                  <a:lnTo>
                    <a:pt x="49" y="14"/>
                  </a:lnTo>
                  <a:lnTo>
                    <a:pt x="49" y="15"/>
                  </a:lnTo>
                  <a:lnTo>
                    <a:pt x="46" y="15"/>
                  </a:lnTo>
                  <a:lnTo>
                    <a:pt x="44" y="13"/>
                  </a:lnTo>
                  <a:lnTo>
                    <a:pt x="41" y="13"/>
                  </a:lnTo>
                  <a:lnTo>
                    <a:pt x="39" y="13"/>
                  </a:lnTo>
                  <a:lnTo>
                    <a:pt x="36" y="13"/>
                  </a:lnTo>
                  <a:lnTo>
                    <a:pt x="33" y="14"/>
                  </a:lnTo>
                  <a:lnTo>
                    <a:pt x="33" y="16"/>
                  </a:lnTo>
                  <a:lnTo>
                    <a:pt x="31" y="16"/>
                  </a:lnTo>
                  <a:lnTo>
                    <a:pt x="29" y="17"/>
                  </a:lnTo>
                  <a:lnTo>
                    <a:pt x="26" y="17"/>
                  </a:lnTo>
                  <a:lnTo>
                    <a:pt x="23" y="18"/>
                  </a:lnTo>
                  <a:lnTo>
                    <a:pt x="20" y="19"/>
                  </a:lnTo>
                  <a:lnTo>
                    <a:pt x="18" y="19"/>
                  </a:lnTo>
                  <a:lnTo>
                    <a:pt x="17" y="21"/>
                  </a:lnTo>
                  <a:lnTo>
                    <a:pt x="16" y="21"/>
                  </a:lnTo>
                  <a:lnTo>
                    <a:pt x="16" y="22"/>
                  </a:lnTo>
                  <a:lnTo>
                    <a:pt x="15" y="22"/>
                  </a:lnTo>
                  <a:lnTo>
                    <a:pt x="14" y="22"/>
                  </a:lnTo>
                  <a:lnTo>
                    <a:pt x="12" y="22"/>
                  </a:lnTo>
                  <a:lnTo>
                    <a:pt x="11" y="22"/>
                  </a:lnTo>
                  <a:lnTo>
                    <a:pt x="9" y="22"/>
                  </a:lnTo>
                  <a:lnTo>
                    <a:pt x="8" y="22"/>
                  </a:lnTo>
                  <a:lnTo>
                    <a:pt x="6" y="21"/>
                  </a:lnTo>
                  <a:lnTo>
                    <a:pt x="5" y="20"/>
                  </a:lnTo>
                  <a:lnTo>
                    <a:pt x="4" y="19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1" y="17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3" y="7"/>
                  </a:lnTo>
                  <a:lnTo>
                    <a:pt x="2" y="8"/>
                  </a:lnTo>
                  <a:lnTo>
                    <a:pt x="5" y="6"/>
                  </a:lnTo>
                  <a:lnTo>
                    <a:pt x="9" y="5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7" name="Austria">
              <a:extLst>
                <a:ext uri="{FF2B5EF4-FFF2-40B4-BE49-F238E27FC236}">
                  <a16:creationId xmlns:a16="http://schemas.microsoft.com/office/drawing/2014/main" id="{4D2AA78E-9EE8-4015-AEAC-4D7F83416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808" y="3362742"/>
              <a:ext cx="158483" cy="70893"/>
            </a:xfrm>
            <a:custGeom>
              <a:avLst/>
              <a:gdLst>
                <a:gd name="T0" fmla="*/ 2147483647 w 71"/>
                <a:gd name="T1" fmla="*/ 2147483647 h 29"/>
                <a:gd name="T2" fmla="*/ 2147483647 w 71"/>
                <a:gd name="T3" fmla="*/ 2147483647 h 29"/>
                <a:gd name="T4" fmla="*/ 2147483647 w 71"/>
                <a:gd name="T5" fmla="*/ 2147483647 h 29"/>
                <a:gd name="T6" fmla="*/ 2147483647 w 71"/>
                <a:gd name="T7" fmla="*/ 2147483647 h 29"/>
                <a:gd name="T8" fmla="*/ 2147483647 w 71"/>
                <a:gd name="T9" fmla="*/ 2147483647 h 29"/>
                <a:gd name="T10" fmla="*/ 2147483647 w 71"/>
                <a:gd name="T11" fmla="*/ 2147483647 h 29"/>
                <a:gd name="T12" fmla="*/ 2147483647 w 71"/>
                <a:gd name="T13" fmla="*/ 2147483647 h 29"/>
                <a:gd name="T14" fmla="*/ 2147483647 w 71"/>
                <a:gd name="T15" fmla="*/ 2147483647 h 29"/>
                <a:gd name="T16" fmla="*/ 2147483647 w 71"/>
                <a:gd name="T17" fmla="*/ 2147483647 h 29"/>
                <a:gd name="T18" fmla="*/ 2147483647 w 71"/>
                <a:gd name="T19" fmla="*/ 2147483647 h 29"/>
                <a:gd name="T20" fmla="*/ 2147483647 w 71"/>
                <a:gd name="T21" fmla="*/ 2147483647 h 29"/>
                <a:gd name="T22" fmla="*/ 2147483647 w 71"/>
                <a:gd name="T23" fmla="*/ 2147483647 h 29"/>
                <a:gd name="T24" fmla="*/ 2147483647 w 71"/>
                <a:gd name="T25" fmla="*/ 2147483647 h 29"/>
                <a:gd name="T26" fmla="*/ 2147483647 w 71"/>
                <a:gd name="T27" fmla="*/ 2147483647 h 29"/>
                <a:gd name="T28" fmla="*/ 2147483647 w 71"/>
                <a:gd name="T29" fmla="*/ 2147483647 h 29"/>
                <a:gd name="T30" fmla="*/ 2147483647 w 71"/>
                <a:gd name="T31" fmla="*/ 2147483647 h 29"/>
                <a:gd name="T32" fmla="*/ 2147483647 w 71"/>
                <a:gd name="T33" fmla="*/ 2147483647 h 29"/>
                <a:gd name="T34" fmla="*/ 2147483647 w 71"/>
                <a:gd name="T35" fmla="*/ 2147483647 h 29"/>
                <a:gd name="T36" fmla="*/ 2147483647 w 71"/>
                <a:gd name="T37" fmla="*/ 2147483647 h 29"/>
                <a:gd name="T38" fmla="*/ 2147483647 w 71"/>
                <a:gd name="T39" fmla="*/ 2147483647 h 29"/>
                <a:gd name="T40" fmla="*/ 2147483647 w 71"/>
                <a:gd name="T41" fmla="*/ 2147483647 h 29"/>
                <a:gd name="T42" fmla="*/ 2147483647 w 71"/>
                <a:gd name="T43" fmla="*/ 2147483647 h 29"/>
                <a:gd name="T44" fmla="*/ 2147483647 w 71"/>
                <a:gd name="T45" fmla="*/ 2147483647 h 29"/>
                <a:gd name="T46" fmla="*/ 2147483647 w 71"/>
                <a:gd name="T47" fmla="*/ 0 h 29"/>
                <a:gd name="T48" fmla="*/ 2147483647 w 71"/>
                <a:gd name="T49" fmla="*/ 0 h 29"/>
                <a:gd name="T50" fmla="*/ 2147483647 w 71"/>
                <a:gd name="T51" fmla="*/ 0 h 29"/>
                <a:gd name="T52" fmla="*/ 2147483647 w 71"/>
                <a:gd name="T53" fmla="*/ 2147483647 h 29"/>
                <a:gd name="T54" fmla="*/ 2147483647 w 71"/>
                <a:gd name="T55" fmla="*/ 2147483647 h 29"/>
                <a:gd name="T56" fmla="*/ 2147483647 w 71"/>
                <a:gd name="T57" fmla="*/ 2147483647 h 29"/>
                <a:gd name="T58" fmla="*/ 2147483647 w 71"/>
                <a:gd name="T59" fmla="*/ 2147483647 h 29"/>
                <a:gd name="T60" fmla="*/ 2147483647 w 71"/>
                <a:gd name="T61" fmla="*/ 2147483647 h 29"/>
                <a:gd name="T62" fmla="*/ 2147483647 w 71"/>
                <a:gd name="T63" fmla="*/ 2147483647 h 29"/>
                <a:gd name="T64" fmla="*/ 2147483647 w 71"/>
                <a:gd name="T65" fmla="*/ 2147483647 h 29"/>
                <a:gd name="T66" fmla="*/ 2147483647 w 71"/>
                <a:gd name="T67" fmla="*/ 2147483647 h 29"/>
                <a:gd name="T68" fmla="*/ 2147483647 w 71"/>
                <a:gd name="T69" fmla="*/ 2147483647 h 29"/>
                <a:gd name="T70" fmla="*/ 2147483647 w 71"/>
                <a:gd name="T71" fmla="*/ 2147483647 h 29"/>
                <a:gd name="T72" fmla="*/ 2147483647 w 71"/>
                <a:gd name="T73" fmla="*/ 2147483647 h 29"/>
                <a:gd name="T74" fmla="*/ 2147483647 w 71"/>
                <a:gd name="T75" fmla="*/ 2147483647 h 29"/>
                <a:gd name="T76" fmla="*/ 2147483647 w 71"/>
                <a:gd name="T77" fmla="*/ 2147483647 h 29"/>
                <a:gd name="T78" fmla="*/ 2147483647 w 71"/>
                <a:gd name="T79" fmla="*/ 2147483647 h 29"/>
                <a:gd name="T80" fmla="*/ 2147483647 w 71"/>
                <a:gd name="T81" fmla="*/ 2147483647 h 29"/>
                <a:gd name="T82" fmla="*/ 2147483647 w 71"/>
                <a:gd name="T83" fmla="*/ 2147483647 h 29"/>
                <a:gd name="T84" fmla="*/ 2147483647 w 71"/>
                <a:gd name="T85" fmla="*/ 2147483647 h 29"/>
                <a:gd name="T86" fmla="*/ 2147483647 w 71"/>
                <a:gd name="T87" fmla="*/ 2147483647 h 29"/>
                <a:gd name="T88" fmla="*/ 2147483647 w 71"/>
                <a:gd name="T89" fmla="*/ 2147483647 h 29"/>
                <a:gd name="T90" fmla="*/ 2147483647 w 71"/>
                <a:gd name="T91" fmla="*/ 2147483647 h 29"/>
                <a:gd name="T92" fmla="*/ 2147483647 w 71"/>
                <a:gd name="T93" fmla="*/ 2147483647 h 29"/>
                <a:gd name="T94" fmla="*/ 2147483647 w 71"/>
                <a:gd name="T95" fmla="*/ 2147483647 h 29"/>
                <a:gd name="T96" fmla="*/ 2147483647 w 71"/>
                <a:gd name="T97" fmla="*/ 2147483647 h 29"/>
                <a:gd name="T98" fmla="*/ 2147483647 w 71"/>
                <a:gd name="T99" fmla="*/ 2147483647 h 29"/>
                <a:gd name="T100" fmla="*/ 2147483647 w 71"/>
                <a:gd name="T101" fmla="*/ 2147483647 h 29"/>
                <a:gd name="T102" fmla="*/ 2147483647 w 71"/>
                <a:gd name="T103" fmla="*/ 2147483647 h 29"/>
                <a:gd name="T104" fmla="*/ 2147483647 w 71"/>
                <a:gd name="T105" fmla="*/ 2147483647 h 29"/>
                <a:gd name="T106" fmla="*/ 2147483647 w 71"/>
                <a:gd name="T107" fmla="*/ 2147483647 h 29"/>
                <a:gd name="T108" fmla="*/ 2147483647 w 71"/>
                <a:gd name="T109" fmla="*/ 2147483647 h 29"/>
                <a:gd name="T110" fmla="*/ 2147483647 w 71"/>
                <a:gd name="T111" fmla="*/ 2147483647 h 29"/>
                <a:gd name="T112" fmla="*/ 2147483647 w 71"/>
                <a:gd name="T113" fmla="*/ 2147483647 h 29"/>
                <a:gd name="T114" fmla="*/ 2147483647 w 71"/>
                <a:gd name="T115" fmla="*/ 2147483647 h 29"/>
                <a:gd name="T116" fmla="*/ 2147483647 w 71"/>
                <a:gd name="T117" fmla="*/ 2147483647 h 29"/>
                <a:gd name="T118" fmla="*/ 2147483647 w 71"/>
                <a:gd name="T119" fmla="*/ 2147483647 h 2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71"/>
                <a:gd name="T181" fmla="*/ 0 h 29"/>
                <a:gd name="T182" fmla="*/ 71 w 71"/>
                <a:gd name="T183" fmla="*/ 29 h 29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71" h="29">
                  <a:moveTo>
                    <a:pt x="8" y="24"/>
                  </a:moveTo>
                  <a:lnTo>
                    <a:pt x="7" y="24"/>
                  </a:lnTo>
                  <a:lnTo>
                    <a:pt x="6" y="25"/>
                  </a:lnTo>
                  <a:lnTo>
                    <a:pt x="5" y="23"/>
                  </a:lnTo>
                  <a:lnTo>
                    <a:pt x="3" y="22"/>
                  </a:lnTo>
                  <a:lnTo>
                    <a:pt x="0" y="18"/>
                  </a:lnTo>
                  <a:lnTo>
                    <a:pt x="2" y="17"/>
                  </a:lnTo>
                  <a:lnTo>
                    <a:pt x="3" y="17"/>
                  </a:lnTo>
                  <a:lnTo>
                    <a:pt x="5" y="17"/>
                  </a:lnTo>
                  <a:lnTo>
                    <a:pt x="5" y="18"/>
                  </a:lnTo>
                  <a:lnTo>
                    <a:pt x="7" y="19"/>
                  </a:lnTo>
                  <a:lnTo>
                    <a:pt x="8" y="19"/>
                  </a:lnTo>
                  <a:lnTo>
                    <a:pt x="9" y="18"/>
                  </a:lnTo>
                  <a:lnTo>
                    <a:pt x="10" y="17"/>
                  </a:lnTo>
                  <a:lnTo>
                    <a:pt x="12" y="17"/>
                  </a:lnTo>
                  <a:lnTo>
                    <a:pt x="14" y="18"/>
                  </a:lnTo>
                  <a:lnTo>
                    <a:pt x="16" y="18"/>
                  </a:lnTo>
                  <a:lnTo>
                    <a:pt x="18" y="17"/>
                  </a:lnTo>
                  <a:lnTo>
                    <a:pt x="19" y="16"/>
                  </a:lnTo>
                  <a:lnTo>
                    <a:pt x="21" y="16"/>
                  </a:lnTo>
                  <a:lnTo>
                    <a:pt x="23" y="16"/>
                  </a:lnTo>
                  <a:lnTo>
                    <a:pt x="25" y="16"/>
                  </a:lnTo>
                  <a:lnTo>
                    <a:pt x="26" y="15"/>
                  </a:lnTo>
                  <a:lnTo>
                    <a:pt x="28" y="15"/>
                  </a:lnTo>
                  <a:lnTo>
                    <a:pt x="29" y="15"/>
                  </a:lnTo>
                  <a:lnTo>
                    <a:pt x="30" y="15"/>
                  </a:lnTo>
                  <a:lnTo>
                    <a:pt x="31" y="17"/>
                  </a:lnTo>
                  <a:lnTo>
                    <a:pt x="32" y="16"/>
                  </a:lnTo>
                  <a:lnTo>
                    <a:pt x="32" y="15"/>
                  </a:lnTo>
                  <a:lnTo>
                    <a:pt x="31" y="13"/>
                  </a:lnTo>
                  <a:lnTo>
                    <a:pt x="31" y="10"/>
                  </a:lnTo>
                  <a:lnTo>
                    <a:pt x="32" y="9"/>
                  </a:lnTo>
                  <a:lnTo>
                    <a:pt x="34" y="8"/>
                  </a:lnTo>
                  <a:lnTo>
                    <a:pt x="35" y="7"/>
                  </a:lnTo>
                  <a:lnTo>
                    <a:pt x="36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39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8" y="4"/>
                  </a:lnTo>
                  <a:lnTo>
                    <a:pt x="50" y="2"/>
                  </a:lnTo>
                  <a:lnTo>
                    <a:pt x="51" y="1"/>
                  </a:lnTo>
                  <a:lnTo>
                    <a:pt x="52" y="0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6" y="0"/>
                  </a:lnTo>
                  <a:lnTo>
                    <a:pt x="57" y="0"/>
                  </a:lnTo>
                  <a:lnTo>
                    <a:pt x="59" y="1"/>
                  </a:lnTo>
                  <a:lnTo>
                    <a:pt x="61" y="2"/>
                  </a:lnTo>
                  <a:lnTo>
                    <a:pt x="64" y="2"/>
                  </a:lnTo>
                  <a:lnTo>
                    <a:pt x="67" y="2"/>
                  </a:lnTo>
                  <a:lnTo>
                    <a:pt x="68" y="3"/>
                  </a:lnTo>
                  <a:lnTo>
                    <a:pt x="68" y="5"/>
                  </a:lnTo>
                  <a:lnTo>
                    <a:pt x="69" y="9"/>
                  </a:lnTo>
                  <a:lnTo>
                    <a:pt x="71" y="10"/>
                  </a:lnTo>
                  <a:lnTo>
                    <a:pt x="71" y="11"/>
                  </a:lnTo>
                  <a:lnTo>
                    <a:pt x="71" y="12"/>
                  </a:lnTo>
                  <a:lnTo>
                    <a:pt x="71" y="13"/>
                  </a:lnTo>
                  <a:lnTo>
                    <a:pt x="70" y="15"/>
                  </a:lnTo>
                  <a:lnTo>
                    <a:pt x="67" y="15"/>
                  </a:lnTo>
                  <a:lnTo>
                    <a:pt x="65" y="15"/>
                  </a:lnTo>
                  <a:lnTo>
                    <a:pt x="65" y="16"/>
                  </a:lnTo>
                  <a:lnTo>
                    <a:pt x="66" y="17"/>
                  </a:lnTo>
                  <a:lnTo>
                    <a:pt x="65" y="19"/>
                  </a:lnTo>
                  <a:lnTo>
                    <a:pt x="64" y="20"/>
                  </a:lnTo>
                  <a:lnTo>
                    <a:pt x="64" y="21"/>
                  </a:lnTo>
                  <a:lnTo>
                    <a:pt x="64" y="23"/>
                  </a:lnTo>
                  <a:lnTo>
                    <a:pt x="63" y="23"/>
                  </a:lnTo>
                  <a:lnTo>
                    <a:pt x="61" y="24"/>
                  </a:lnTo>
                  <a:lnTo>
                    <a:pt x="61" y="25"/>
                  </a:lnTo>
                  <a:lnTo>
                    <a:pt x="59" y="25"/>
                  </a:lnTo>
                  <a:lnTo>
                    <a:pt x="59" y="26"/>
                  </a:lnTo>
                  <a:lnTo>
                    <a:pt x="58" y="26"/>
                  </a:lnTo>
                  <a:lnTo>
                    <a:pt x="57" y="26"/>
                  </a:lnTo>
                  <a:lnTo>
                    <a:pt x="56" y="26"/>
                  </a:lnTo>
                  <a:lnTo>
                    <a:pt x="55" y="27"/>
                  </a:lnTo>
                  <a:lnTo>
                    <a:pt x="54" y="27"/>
                  </a:lnTo>
                  <a:lnTo>
                    <a:pt x="53" y="27"/>
                  </a:lnTo>
                  <a:lnTo>
                    <a:pt x="51" y="27"/>
                  </a:lnTo>
                  <a:lnTo>
                    <a:pt x="49" y="27"/>
                  </a:lnTo>
                  <a:lnTo>
                    <a:pt x="48" y="28"/>
                  </a:lnTo>
                  <a:lnTo>
                    <a:pt x="48" y="29"/>
                  </a:lnTo>
                  <a:lnTo>
                    <a:pt x="47" y="29"/>
                  </a:lnTo>
                  <a:lnTo>
                    <a:pt x="46" y="29"/>
                  </a:lnTo>
                  <a:lnTo>
                    <a:pt x="45" y="29"/>
                  </a:lnTo>
                  <a:lnTo>
                    <a:pt x="44" y="29"/>
                  </a:lnTo>
                  <a:lnTo>
                    <a:pt x="43" y="29"/>
                  </a:lnTo>
                  <a:lnTo>
                    <a:pt x="41" y="29"/>
                  </a:lnTo>
                  <a:lnTo>
                    <a:pt x="40" y="29"/>
                  </a:lnTo>
                  <a:lnTo>
                    <a:pt x="39" y="29"/>
                  </a:lnTo>
                  <a:lnTo>
                    <a:pt x="37" y="29"/>
                  </a:lnTo>
                  <a:lnTo>
                    <a:pt x="36" y="29"/>
                  </a:lnTo>
                  <a:lnTo>
                    <a:pt x="35" y="28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0" y="28"/>
                  </a:lnTo>
                  <a:lnTo>
                    <a:pt x="28" y="27"/>
                  </a:lnTo>
                  <a:lnTo>
                    <a:pt x="27" y="27"/>
                  </a:lnTo>
                  <a:lnTo>
                    <a:pt x="26" y="26"/>
                  </a:lnTo>
                  <a:lnTo>
                    <a:pt x="25" y="26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4" y="22"/>
                  </a:lnTo>
                  <a:lnTo>
                    <a:pt x="23" y="22"/>
                  </a:lnTo>
                  <a:lnTo>
                    <a:pt x="22" y="23"/>
                  </a:lnTo>
                  <a:lnTo>
                    <a:pt x="21" y="23"/>
                  </a:lnTo>
                  <a:lnTo>
                    <a:pt x="19" y="23"/>
                  </a:lnTo>
                  <a:lnTo>
                    <a:pt x="17" y="23"/>
                  </a:lnTo>
                  <a:lnTo>
                    <a:pt x="16" y="24"/>
                  </a:lnTo>
                  <a:lnTo>
                    <a:pt x="15" y="24"/>
                  </a:lnTo>
                  <a:lnTo>
                    <a:pt x="14" y="25"/>
                  </a:lnTo>
                  <a:lnTo>
                    <a:pt x="13" y="25"/>
                  </a:lnTo>
                  <a:lnTo>
                    <a:pt x="11" y="25"/>
                  </a:lnTo>
                  <a:lnTo>
                    <a:pt x="10" y="25"/>
                  </a:lnTo>
                  <a:lnTo>
                    <a:pt x="9" y="25"/>
                  </a:lnTo>
                  <a:lnTo>
                    <a:pt x="8" y="24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8" name="Liechtenstein">
              <a:extLst>
                <a:ext uri="{FF2B5EF4-FFF2-40B4-BE49-F238E27FC236}">
                  <a16:creationId xmlns:a16="http://schemas.microsoft.com/office/drawing/2014/main" id="{9AF029A2-A192-49AD-A1B4-813AAACFC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808" y="3406746"/>
              <a:ext cx="13393" cy="17112"/>
            </a:xfrm>
            <a:custGeom>
              <a:avLst/>
              <a:gdLst>
                <a:gd name="T0" fmla="*/ 2147483647 w 6"/>
                <a:gd name="T1" fmla="*/ 2147483647 h 7"/>
                <a:gd name="T2" fmla="*/ 2147483647 w 6"/>
                <a:gd name="T3" fmla="*/ 2147483647 h 7"/>
                <a:gd name="T4" fmla="*/ 2147483647 w 6"/>
                <a:gd name="T5" fmla="*/ 2147483647 h 7"/>
                <a:gd name="T6" fmla="*/ 2147483647 w 6"/>
                <a:gd name="T7" fmla="*/ 2147483647 h 7"/>
                <a:gd name="T8" fmla="*/ 2147483647 w 6"/>
                <a:gd name="T9" fmla="*/ 2147483647 h 7"/>
                <a:gd name="T10" fmla="*/ 0 w 6"/>
                <a:gd name="T11" fmla="*/ 2147483647 h 7"/>
                <a:gd name="T12" fmla="*/ 2147483647 w 6"/>
                <a:gd name="T13" fmla="*/ 2147483647 h 7"/>
                <a:gd name="T14" fmla="*/ 2147483647 w 6"/>
                <a:gd name="T15" fmla="*/ 2147483647 h 7"/>
                <a:gd name="T16" fmla="*/ 0 w 6"/>
                <a:gd name="T17" fmla="*/ 0 h 7"/>
                <a:gd name="T18" fmla="*/ 0 w 6"/>
                <a:gd name="T19" fmla="*/ 0 h 7"/>
                <a:gd name="T20" fmla="*/ 2147483647 w 6"/>
                <a:gd name="T21" fmla="*/ 2147483647 h 7"/>
                <a:gd name="T22" fmla="*/ 2147483647 w 6"/>
                <a:gd name="T23" fmla="*/ 2147483647 h 7"/>
                <a:gd name="T24" fmla="*/ 2147483647 w 6"/>
                <a:gd name="T25" fmla="*/ 2147483647 h 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"/>
                <a:gd name="T40" fmla="*/ 0 h 7"/>
                <a:gd name="T41" fmla="*/ 6 w 6"/>
                <a:gd name="T42" fmla="*/ 7 h 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" h="7">
                  <a:moveTo>
                    <a:pt x="6" y="7"/>
                  </a:moveTo>
                  <a:lnTo>
                    <a:pt x="4" y="6"/>
                  </a:lnTo>
                  <a:lnTo>
                    <a:pt x="3" y="6"/>
                  </a:lnTo>
                  <a:lnTo>
                    <a:pt x="2" y="5"/>
                  </a:lnTo>
                  <a:lnTo>
                    <a:pt x="1" y="4"/>
                  </a:lnTo>
                  <a:lnTo>
                    <a:pt x="0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3" y="4"/>
                  </a:lnTo>
                  <a:lnTo>
                    <a:pt x="5" y="5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9" name="Albania">
              <a:extLst>
                <a:ext uri="{FF2B5EF4-FFF2-40B4-BE49-F238E27FC236}">
                  <a16:creationId xmlns:a16="http://schemas.microsoft.com/office/drawing/2014/main" id="{633F5CA4-3CA9-4044-8801-FB6D68AB13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5934" y="3543641"/>
              <a:ext cx="35714" cy="80671"/>
            </a:xfrm>
            <a:custGeom>
              <a:avLst/>
              <a:gdLst>
                <a:gd name="T0" fmla="*/ 2147483647 w 16"/>
                <a:gd name="T1" fmla="*/ 2147483647 h 33"/>
                <a:gd name="T2" fmla="*/ 2147483647 w 16"/>
                <a:gd name="T3" fmla="*/ 2147483647 h 33"/>
                <a:gd name="T4" fmla="*/ 2147483647 w 16"/>
                <a:gd name="T5" fmla="*/ 2147483647 h 33"/>
                <a:gd name="T6" fmla="*/ 2147483647 w 16"/>
                <a:gd name="T7" fmla="*/ 2147483647 h 33"/>
                <a:gd name="T8" fmla="*/ 2147483647 w 16"/>
                <a:gd name="T9" fmla="*/ 2147483647 h 33"/>
                <a:gd name="T10" fmla="*/ 2147483647 w 16"/>
                <a:gd name="T11" fmla="*/ 2147483647 h 33"/>
                <a:gd name="T12" fmla="*/ 2147483647 w 16"/>
                <a:gd name="T13" fmla="*/ 2147483647 h 33"/>
                <a:gd name="T14" fmla="*/ 2147483647 w 16"/>
                <a:gd name="T15" fmla="*/ 2147483647 h 33"/>
                <a:gd name="T16" fmla="*/ 2147483647 w 16"/>
                <a:gd name="T17" fmla="*/ 2147483647 h 33"/>
                <a:gd name="T18" fmla="*/ 2147483647 w 16"/>
                <a:gd name="T19" fmla="*/ 2147483647 h 33"/>
                <a:gd name="T20" fmla="*/ 2147483647 w 16"/>
                <a:gd name="T21" fmla="*/ 0 h 33"/>
                <a:gd name="T22" fmla="*/ 2147483647 w 16"/>
                <a:gd name="T23" fmla="*/ 0 h 33"/>
                <a:gd name="T24" fmla="*/ 2147483647 w 16"/>
                <a:gd name="T25" fmla="*/ 2147483647 h 33"/>
                <a:gd name="T26" fmla="*/ 2147483647 w 16"/>
                <a:gd name="T27" fmla="*/ 2147483647 h 33"/>
                <a:gd name="T28" fmla="*/ 2147483647 w 16"/>
                <a:gd name="T29" fmla="*/ 2147483647 h 33"/>
                <a:gd name="T30" fmla="*/ 2147483647 w 16"/>
                <a:gd name="T31" fmla="*/ 2147483647 h 33"/>
                <a:gd name="T32" fmla="*/ 0 w 16"/>
                <a:gd name="T33" fmla="*/ 2147483647 h 33"/>
                <a:gd name="T34" fmla="*/ 2147483647 w 16"/>
                <a:gd name="T35" fmla="*/ 2147483647 h 33"/>
                <a:gd name="T36" fmla="*/ 2147483647 w 16"/>
                <a:gd name="T37" fmla="*/ 2147483647 h 33"/>
                <a:gd name="T38" fmla="*/ 2147483647 w 16"/>
                <a:gd name="T39" fmla="*/ 2147483647 h 33"/>
                <a:gd name="T40" fmla="*/ 2147483647 w 16"/>
                <a:gd name="T41" fmla="*/ 2147483647 h 33"/>
                <a:gd name="T42" fmla="*/ 2147483647 w 16"/>
                <a:gd name="T43" fmla="*/ 2147483647 h 33"/>
                <a:gd name="T44" fmla="*/ 2147483647 w 16"/>
                <a:gd name="T45" fmla="*/ 2147483647 h 33"/>
                <a:gd name="T46" fmla="*/ 2147483647 w 16"/>
                <a:gd name="T47" fmla="*/ 2147483647 h 33"/>
                <a:gd name="T48" fmla="*/ 2147483647 w 16"/>
                <a:gd name="T49" fmla="*/ 2147483647 h 33"/>
                <a:gd name="T50" fmla="*/ 2147483647 w 16"/>
                <a:gd name="T51" fmla="*/ 2147483647 h 33"/>
                <a:gd name="T52" fmla="*/ 0 w 16"/>
                <a:gd name="T53" fmla="*/ 2147483647 h 33"/>
                <a:gd name="T54" fmla="*/ 2147483647 w 16"/>
                <a:gd name="T55" fmla="*/ 2147483647 h 33"/>
                <a:gd name="T56" fmla="*/ 2147483647 w 16"/>
                <a:gd name="T57" fmla="*/ 2147483647 h 33"/>
                <a:gd name="T58" fmla="*/ 0 w 16"/>
                <a:gd name="T59" fmla="*/ 2147483647 h 33"/>
                <a:gd name="T60" fmla="*/ 2147483647 w 16"/>
                <a:gd name="T61" fmla="*/ 2147483647 h 33"/>
                <a:gd name="T62" fmla="*/ 2147483647 w 16"/>
                <a:gd name="T63" fmla="*/ 2147483647 h 33"/>
                <a:gd name="T64" fmla="*/ 2147483647 w 16"/>
                <a:gd name="T65" fmla="*/ 2147483647 h 33"/>
                <a:gd name="T66" fmla="*/ 2147483647 w 16"/>
                <a:gd name="T67" fmla="*/ 2147483647 h 33"/>
                <a:gd name="T68" fmla="*/ 2147483647 w 16"/>
                <a:gd name="T69" fmla="*/ 2147483647 h 33"/>
                <a:gd name="T70" fmla="*/ 2147483647 w 16"/>
                <a:gd name="T71" fmla="*/ 2147483647 h 33"/>
                <a:gd name="T72" fmla="*/ 2147483647 w 16"/>
                <a:gd name="T73" fmla="*/ 2147483647 h 33"/>
                <a:gd name="T74" fmla="*/ 2147483647 w 16"/>
                <a:gd name="T75" fmla="*/ 2147483647 h 33"/>
                <a:gd name="T76" fmla="*/ 2147483647 w 16"/>
                <a:gd name="T77" fmla="*/ 2147483647 h 33"/>
                <a:gd name="T78" fmla="*/ 2147483647 w 16"/>
                <a:gd name="T79" fmla="*/ 2147483647 h 33"/>
                <a:gd name="T80" fmla="*/ 2147483647 w 16"/>
                <a:gd name="T81" fmla="*/ 2147483647 h 33"/>
                <a:gd name="T82" fmla="*/ 2147483647 w 16"/>
                <a:gd name="T83" fmla="*/ 2147483647 h 33"/>
                <a:gd name="T84" fmla="*/ 2147483647 w 16"/>
                <a:gd name="T85" fmla="*/ 2147483647 h 33"/>
                <a:gd name="T86" fmla="*/ 2147483647 w 16"/>
                <a:gd name="T87" fmla="*/ 2147483647 h 33"/>
                <a:gd name="T88" fmla="*/ 2147483647 w 16"/>
                <a:gd name="T89" fmla="*/ 2147483647 h 3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33"/>
                <a:gd name="T137" fmla="*/ 16 w 16"/>
                <a:gd name="T138" fmla="*/ 33 h 33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33">
                  <a:moveTo>
                    <a:pt x="16" y="20"/>
                  </a:moveTo>
                  <a:lnTo>
                    <a:pt x="15" y="19"/>
                  </a:lnTo>
                  <a:lnTo>
                    <a:pt x="13" y="17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9"/>
                  </a:lnTo>
                  <a:lnTo>
                    <a:pt x="12" y="6"/>
                  </a:lnTo>
                  <a:lnTo>
                    <a:pt x="10" y="4"/>
                  </a:lnTo>
                  <a:lnTo>
                    <a:pt x="9" y="3"/>
                  </a:lnTo>
                  <a:lnTo>
                    <a:pt x="8" y="1"/>
                  </a:lnTo>
                  <a:lnTo>
                    <a:pt x="7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0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1" y="13"/>
                  </a:lnTo>
                  <a:lnTo>
                    <a:pt x="1" y="14"/>
                  </a:lnTo>
                  <a:lnTo>
                    <a:pt x="1" y="15"/>
                  </a:lnTo>
                  <a:lnTo>
                    <a:pt x="2" y="16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0" y="21"/>
                  </a:lnTo>
                  <a:lnTo>
                    <a:pt x="1" y="23"/>
                  </a:lnTo>
                  <a:lnTo>
                    <a:pt x="1" y="25"/>
                  </a:lnTo>
                  <a:lnTo>
                    <a:pt x="0" y="25"/>
                  </a:lnTo>
                  <a:lnTo>
                    <a:pt x="1" y="26"/>
                  </a:lnTo>
                  <a:lnTo>
                    <a:pt x="2" y="28"/>
                  </a:lnTo>
                  <a:lnTo>
                    <a:pt x="5" y="29"/>
                  </a:lnTo>
                  <a:lnTo>
                    <a:pt x="6" y="31"/>
                  </a:lnTo>
                  <a:lnTo>
                    <a:pt x="6" y="32"/>
                  </a:lnTo>
                  <a:lnTo>
                    <a:pt x="8" y="33"/>
                  </a:lnTo>
                  <a:lnTo>
                    <a:pt x="10" y="32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6"/>
                  </a:lnTo>
                  <a:lnTo>
                    <a:pt x="16" y="24"/>
                  </a:lnTo>
                  <a:lnTo>
                    <a:pt x="16" y="22"/>
                  </a:lnTo>
                  <a:lnTo>
                    <a:pt x="16" y="20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10" name="Andorra">
              <a:extLst>
                <a:ext uri="{FF2B5EF4-FFF2-40B4-BE49-F238E27FC236}">
                  <a16:creationId xmlns:a16="http://schemas.microsoft.com/office/drawing/2014/main" id="{FD1BF362-6EF2-4D0F-90FC-DBC4F07AA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5397" y="3543641"/>
              <a:ext cx="8928" cy="4888"/>
            </a:xfrm>
            <a:custGeom>
              <a:avLst/>
              <a:gdLst>
                <a:gd name="T0" fmla="*/ 2147483647 w 4"/>
                <a:gd name="T1" fmla="*/ 2147483647 h 2"/>
                <a:gd name="T2" fmla="*/ 2147483647 w 4"/>
                <a:gd name="T3" fmla="*/ 2147483647 h 2"/>
                <a:gd name="T4" fmla="*/ 2147483647 w 4"/>
                <a:gd name="T5" fmla="*/ 2147483647 h 2"/>
                <a:gd name="T6" fmla="*/ 2147483647 w 4"/>
                <a:gd name="T7" fmla="*/ 2147483647 h 2"/>
                <a:gd name="T8" fmla="*/ 2147483647 w 4"/>
                <a:gd name="T9" fmla="*/ 0 h 2"/>
                <a:gd name="T10" fmla="*/ 2147483647 w 4"/>
                <a:gd name="T11" fmla="*/ 0 h 2"/>
                <a:gd name="T12" fmla="*/ 0 w 4"/>
                <a:gd name="T13" fmla="*/ 0 h 2"/>
                <a:gd name="T14" fmla="*/ 2147483647 w 4"/>
                <a:gd name="T15" fmla="*/ 2147483647 h 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"/>
                <a:gd name="T25" fmla="*/ 0 h 2"/>
                <a:gd name="T26" fmla="*/ 4 w 4"/>
                <a:gd name="T27" fmla="*/ 2 h 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" h="2">
                  <a:moveTo>
                    <a:pt x="2" y="1"/>
                  </a:moveTo>
                  <a:lnTo>
                    <a:pt x="2" y="2"/>
                  </a:lnTo>
                  <a:lnTo>
                    <a:pt x="3" y="2"/>
                  </a:lnTo>
                  <a:lnTo>
                    <a:pt x="4" y="1"/>
                  </a:ln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11" name="Belgium">
              <a:extLst>
                <a:ext uri="{FF2B5EF4-FFF2-40B4-BE49-F238E27FC236}">
                  <a16:creationId xmlns:a16="http://schemas.microsoft.com/office/drawing/2014/main" id="{D45692F4-2670-4194-854E-8CF75459C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4414" y="3289406"/>
              <a:ext cx="71429" cy="58671"/>
            </a:xfrm>
            <a:custGeom>
              <a:avLst/>
              <a:gdLst>
                <a:gd name="T0" fmla="*/ 2147483647 w 32"/>
                <a:gd name="T1" fmla="*/ 2147483647 h 23"/>
                <a:gd name="T2" fmla="*/ 2147483647 w 32"/>
                <a:gd name="T3" fmla="*/ 2147483647 h 23"/>
                <a:gd name="T4" fmla="*/ 2147483647 w 32"/>
                <a:gd name="T5" fmla="*/ 2147483647 h 23"/>
                <a:gd name="T6" fmla="*/ 2147483647 w 32"/>
                <a:gd name="T7" fmla="*/ 2147483647 h 23"/>
                <a:gd name="T8" fmla="*/ 2147483647 w 32"/>
                <a:gd name="T9" fmla="*/ 2147483647 h 23"/>
                <a:gd name="T10" fmla="*/ 2147483647 w 32"/>
                <a:gd name="T11" fmla="*/ 2147483647 h 23"/>
                <a:gd name="T12" fmla="*/ 2147483647 w 32"/>
                <a:gd name="T13" fmla="*/ 2147483647 h 23"/>
                <a:gd name="T14" fmla="*/ 2147483647 w 32"/>
                <a:gd name="T15" fmla="*/ 2147483647 h 23"/>
                <a:gd name="T16" fmla="*/ 2147483647 w 32"/>
                <a:gd name="T17" fmla="*/ 2147483647 h 23"/>
                <a:gd name="T18" fmla="*/ 2147483647 w 32"/>
                <a:gd name="T19" fmla="*/ 2147483647 h 23"/>
                <a:gd name="T20" fmla="*/ 2147483647 w 32"/>
                <a:gd name="T21" fmla="*/ 2147483647 h 23"/>
                <a:gd name="T22" fmla="*/ 2147483647 w 32"/>
                <a:gd name="T23" fmla="*/ 2147483647 h 23"/>
                <a:gd name="T24" fmla="*/ 2147483647 w 32"/>
                <a:gd name="T25" fmla="*/ 2147483647 h 23"/>
                <a:gd name="T26" fmla="*/ 2147483647 w 32"/>
                <a:gd name="T27" fmla="*/ 2147483647 h 23"/>
                <a:gd name="T28" fmla="*/ 2147483647 w 32"/>
                <a:gd name="T29" fmla="*/ 2147483647 h 23"/>
                <a:gd name="T30" fmla="*/ 2147483647 w 32"/>
                <a:gd name="T31" fmla="*/ 2147483647 h 23"/>
                <a:gd name="T32" fmla="*/ 2147483647 w 32"/>
                <a:gd name="T33" fmla="*/ 2147483647 h 23"/>
                <a:gd name="T34" fmla="*/ 2147483647 w 32"/>
                <a:gd name="T35" fmla="*/ 2147483647 h 23"/>
                <a:gd name="T36" fmla="*/ 2147483647 w 32"/>
                <a:gd name="T37" fmla="*/ 2147483647 h 23"/>
                <a:gd name="T38" fmla="*/ 2147483647 w 32"/>
                <a:gd name="T39" fmla="*/ 2147483647 h 23"/>
                <a:gd name="T40" fmla="*/ 2147483647 w 32"/>
                <a:gd name="T41" fmla="*/ 2147483647 h 23"/>
                <a:gd name="T42" fmla="*/ 2147483647 w 32"/>
                <a:gd name="T43" fmla="*/ 2147483647 h 23"/>
                <a:gd name="T44" fmla="*/ 2147483647 w 32"/>
                <a:gd name="T45" fmla="*/ 2147483647 h 23"/>
                <a:gd name="T46" fmla="*/ 2147483647 w 32"/>
                <a:gd name="T47" fmla="*/ 2147483647 h 23"/>
                <a:gd name="T48" fmla="*/ 2147483647 w 32"/>
                <a:gd name="T49" fmla="*/ 2147483647 h 23"/>
                <a:gd name="T50" fmla="*/ 2147483647 w 32"/>
                <a:gd name="T51" fmla="*/ 2147483647 h 23"/>
                <a:gd name="T52" fmla="*/ 2147483647 w 32"/>
                <a:gd name="T53" fmla="*/ 2147483647 h 23"/>
                <a:gd name="T54" fmla="*/ 2147483647 w 32"/>
                <a:gd name="T55" fmla="*/ 2147483647 h 23"/>
                <a:gd name="T56" fmla="*/ 2147483647 w 32"/>
                <a:gd name="T57" fmla="*/ 2147483647 h 23"/>
                <a:gd name="T58" fmla="*/ 2147483647 w 32"/>
                <a:gd name="T59" fmla="*/ 2147483647 h 23"/>
                <a:gd name="T60" fmla="*/ 2147483647 w 32"/>
                <a:gd name="T61" fmla="*/ 2147483647 h 23"/>
                <a:gd name="T62" fmla="*/ 2147483647 w 32"/>
                <a:gd name="T63" fmla="*/ 2147483647 h 23"/>
                <a:gd name="T64" fmla="*/ 2147483647 w 32"/>
                <a:gd name="T65" fmla="*/ 2147483647 h 23"/>
                <a:gd name="T66" fmla="*/ 2147483647 w 32"/>
                <a:gd name="T67" fmla="*/ 2147483647 h 23"/>
                <a:gd name="T68" fmla="*/ 2147483647 w 32"/>
                <a:gd name="T69" fmla="*/ 2147483647 h 23"/>
                <a:gd name="T70" fmla="*/ 0 w 32"/>
                <a:gd name="T71" fmla="*/ 2147483647 h 23"/>
                <a:gd name="T72" fmla="*/ 0 w 32"/>
                <a:gd name="T73" fmla="*/ 2147483647 h 23"/>
                <a:gd name="T74" fmla="*/ 0 w 32"/>
                <a:gd name="T75" fmla="*/ 2147483647 h 23"/>
                <a:gd name="T76" fmla="*/ 2147483647 w 32"/>
                <a:gd name="T77" fmla="*/ 2147483647 h 23"/>
                <a:gd name="T78" fmla="*/ 2147483647 w 32"/>
                <a:gd name="T79" fmla="*/ 2147483647 h 23"/>
                <a:gd name="T80" fmla="*/ 2147483647 w 32"/>
                <a:gd name="T81" fmla="*/ 2147483647 h 23"/>
                <a:gd name="T82" fmla="*/ 2147483647 w 32"/>
                <a:gd name="T83" fmla="*/ 2147483647 h 23"/>
                <a:gd name="T84" fmla="*/ 2147483647 w 32"/>
                <a:gd name="T85" fmla="*/ 2147483647 h 23"/>
                <a:gd name="T86" fmla="*/ 2147483647 w 32"/>
                <a:gd name="T87" fmla="*/ 2147483647 h 23"/>
                <a:gd name="T88" fmla="*/ 2147483647 w 32"/>
                <a:gd name="T89" fmla="*/ 2147483647 h 23"/>
                <a:gd name="T90" fmla="*/ 2147483647 w 32"/>
                <a:gd name="T91" fmla="*/ 2147483647 h 23"/>
                <a:gd name="T92" fmla="*/ 2147483647 w 32"/>
                <a:gd name="T93" fmla="*/ 2147483647 h 23"/>
                <a:gd name="T94" fmla="*/ 2147483647 w 32"/>
                <a:gd name="T95" fmla="*/ 0 h 23"/>
                <a:gd name="T96" fmla="*/ 2147483647 w 32"/>
                <a:gd name="T97" fmla="*/ 0 h 23"/>
                <a:gd name="T98" fmla="*/ 2147483647 w 32"/>
                <a:gd name="T99" fmla="*/ 2147483647 h 23"/>
                <a:gd name="T100" fmla="*/ 2147483647 w 32"/>
                <a:gd name="T101" fmla="*/ 2147483647 h 23"/>
                <a:gd name="T102" fmla="*/ 2147483647 w 32"/>
                <a:gd name="T103" fmla="*/ 2147483647 h 23"/>
                <a:gd name="T104" fmla="*/ 2147483647 w 32"/>
                <a:gd name="T105" fmla="*/ 2147483647 h 23"/>
                <a:gd name="T106" fmla="*/ 2147483647 w 32"/>
                <a:gd name="T107" fmla="*/ 2147483647 h 23"/>
                <a:gd name="T108" fmla="*/ 2147483647 w 32"/>
                <a:gd name="T109" fmla="*/ 2147483647 h 23"/>
                <a:gd name="T110" fmla="*/ 2147483647 w 32"/>
                <a:gd name="T111" fmla="*/ 2147483647 h 23"/>
                <a:gd name="T112" fmla="*/ 2147483647 w 32"/>
                <a:gd name="T113" fmla="*/ 2147483647 h 23"/>
                <a:gd name="T114" fmla="*/ 2147483647 w 32"/>
                <a:gd name="T115" fmla="*/ 2147483647 h 23"/>
                <a:gd name="T116" fmla="*/ 2147483647 w 32"/>
                <a:gd name="T117" fmla="*/ 2147483647 h 23"/>
                <a:gd name="T118" fmla="*/ 2147483647 w 32"/>
                <a:gd name="T119" fmla="*/ 2147483647 h 23"/>
                <a:gd name="T120" fmla="*/ 2147483647 w 32"/>
                <a:gd name="T121" fmla="*/ 2147483647 h 2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2"/>
                <a:gd name="T184" fmla="*/ 0 h 23"/>
                <a:gd name="T185" fmla="*/ 32 w 32"/>
                <a:gd name="T186" fmla="*/ 23 h 2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2" h="23">
                  <a:moveTo>
                    <a:pt x="31" y="9"/>
                  </a:moveTo>
                  <a:lnTo>
                    <a:pt x="31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2" y="13"/>
                  </a:lnTo>
                  <a:lnTo>
                    <a:pt x="30" y="16"/>
                  </a:lnTo>
                  <a:lnTo>
                    <a:pt x="29" y="16"/>
                  </a:lnTo>
                  <a:lnTo>
                    <a:pt x="27" y="17"/>
                  </a:lnTo>
                  <a:lnTo>
                    <a:pt x="26" y="19"/>
                  </a:lnTo>
                  <a:lnTo>
                    <a:pt x="27" y="20"/>
                  </a:lnTo>
                  <a:lnTo>
                    <a:pt x="27" y="22"/>
                  </a:lnTo>
                  <a:lnTo>
                    <a:pt x="26" y="23"/>
                  </a:lnTo>
                  <a:lnTo>
                    <a:pt x="24" y="22"/>
                  </a:lnTo>
                  <a:lnTo>
                    <a:pt x="23" y="21"/>
                  </a:lnTo>
                  <a:lnTo>
                    <a:pt x="21" y="21"/>
                  </a:lnTo>
                  <a:lnTo>
                    <a:pt x="21" y="20"/>
                  </a:lnTo>
                  <a:lnTo>
                    <a:pt x="20" y="19"/>
                  </a:lnTo>
                  <a:lnTo>
                    <a:pt x="20" y="17"/>
                  </a:lnTo>
                  <a:lnTo>
                    <a:pt x="20" y="16"/>
                  </a:lnTo>
                  <a:lnTo>
                    <a:pt x="19" y="16"/>
                  </a:lnTo>
                  <a:lnTo>
                    <a:pt x="18" y="17"/>
                  </a:lnTo>
                  <a:lnTo>
                    <a:pt x="17" y="18"/>
                  </a:lnTo>
                  <a:lnTo>
                    <a:pt x="16" y="18"/>
                  </a:lnTo>
                  <a:lnTo>
                    <a:pt x="14" y="18"/>
                  </a:lnTo>
                  <a:lnTo>
                    <a:pt x="14" y="15"/>
                  </a:lnTo>
                  <a:lnTo>
                    <a:pt x="13" y="14"/>
                  </a:lnTo>
                  <a:lnTo>
                    <a:pt x="12" y="13"/>
                  </a:lnTo>
                  <a:lnTo>
                    <a:pt x="10" y="13"/>
                  </a:lnTo>
                  <a:lnTo>
                    <a:pt x="9" y="12"/>
                  </a:lnTo>
                  <a:lnTo>
                    <a:pt x="8" y="12"/>
                  </a:lnTo>
                  <a:lnTo>
                    <a:pt x="6" y="11"/>
                  </a:lnTo>
                  <a:lnTo>
                    <a:pt x="5" y="10"/>
                  </a:lnTo>
                  <a:lnTo>
                    <a:pt x="5" y="9"/>
                  </a:lnTo>
                  <a:lnTo>
                    <a:pt x="3" y="9"/>
                  </a:lnTo>
                  <a:lnTo>
                    <a:pt x="1" y="8"/>
                  </a:lnTo>
                  <a:lnTo>
                    <a:pt x="0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2" y="3"/>
                  </a:lnTo>
                  <a:lnTo>
                    <a:pt x="4" y="2"/>
                  </a:lnTo>
                  <a:lnTo>
                    <a:pt x="6" y="1"/>
                  </a:lnTo>
                  <a:lnTo>
                    <a:pt x="7" y="1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2" y="2"/>
                  </a:lnTo>
                  <a:lnTo>
                    <a:pt x="23" y="2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6" y="6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30" y="9"/>
                  </a:lnTo>
                  <a:lnTo>
                    <a:pt x="31" y="9"/>
                  </a:lnTo>
                  <a:close/>
                </a:path>
              </a:pathLst>
            </a:custGeom>
            <a:solidFill>
              <a:srgbClr val="06A8F5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12" name="Bosnia_and_Herzegovina">
              <a:extLst>
                <a:ext uri="{FF2B5EF4-FFF2-40B4-BE49-F238E27FC236}">
                  <a16:creationId xmlns:a16="http://schemas.microsoft.com/office/drawing/2014/main" id="{055A122A-3715-441C-9782-EDA94676F0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2272" y="3467860"/>
              <a:ext cx="80357" cy="75783"/>
            </a:xfrm>
            <a:custGeom>
              <a:avLst/>
              <a:gdLst>
                <a:gd name="T0" fmla="*/ 2147483647 w 36"/>
                <a:gd name="T1" fmla="*/ 2147483647 h 31"/>
                <a:gd name="T2" fmla="*/ 2147483647 w 36"/>
                <a:gd name="T3" fmla="*/ 2147483647 h 31"/>
                <a:gd name="T4" fmla="*/ 2147483647 w 36"/>
                <a:gd name="T5" fmla="*/ 2147483647 h 31"/>
                <a:gd name="T6" fmla="*/ 2147483647 w 36"/>
                <a:gd name="T7" fmla="*/ 2147483647 h 31"/>
                <a:gd name="T8" fmla="*/ 2147483647 w 36"/>
                <a:gd name="T9" fmla="*/ 2147483647 h 31"/>
                <a:gd name="T10" fmla="*/ 2147483647 w 36"/>
                <a:gd name="T11" fmla="*/ 2147483647 h 31"/>
                <a:gd name="T12" fmla="*/ 2147483647 w 36"/>
                <a:gd name="T13" fmla="*/ 2147483647 h 31"/>
                <a:gd name="T14" fmla="*/ 2147483647 w 36"/>
                <a:gd name="T15" fmla="*/ 2147483647 h 31"/>
                <a:gd name="T16" fmla="*/ 2147483647 w 36"/>
                <a:gd name="T17" fmla="*/ 2147483647 h 31"/>
                <a:gd name="T18" fmla="*/ 2147483647 w 36"/>
                <a:gd name="T19" fmla="*/ 2147483647 h 31"/>
                <a:gd name="T20" fmla="*/ 2147483647 w 36"/>
                <a:gd name="T21" fmla="*/ 2147483647 h 31"/>
                <a:gd name="T22" fmla="*/ 2147483647 w 36"/>
                <a:gd name="T23" fmla="*/ 2147483647 h 31"/>
                <a:gd name="T24" fmla="*/ 2147483647 w 36"/>
                <a:gd name="T25" fmla="*/ 2147483647 h 31"/>
                <a:gd name="T26" fmla="*/ 2147483647 w 36"/>
                <a:gd name="T27" fmla="*/ 2147483647 h 31"/>
                <a:gd name="T28" fmla="*/ 2147483647 w 36"/>
                <a:gd name="T29" fmla="*/ 2147483647 h 31"/>
                <a:gd name="T30" fmla="*/ 2147483647 w 36"/>
                <a:gd name="T31" fmla="*/ 2147483647 h 31"/>
                <a:gd name="T32" fmla="*/ 2147483647 w 36"/>
                <a:gd name="T33" fmla="*/ 2147483647 h 31"/>
                <a:gd name="T34" fmla="*/ 2147483647 w 36"/>
                <a:gd name="T35" fmla="*/ 0 h 31"/>
                <a:gd name="T36" fmla="*/ 2147483647 w 36"/>
                <a:gd name="T37" fmla="*/ 2147483647 h 31"/>
                <a:gd name="T38" fmla="*/ 2147483647 w 36"/>
                <a:gd name="T39" fmla="*/ 0 h 31"/>
                <a:gd name="T40" fmla="*/ 2147483647 w 36"/>
                <a:gd name="T41" fmla="*/ 2147483647 h 31"/>
                <a:gd name="T42" fmla="*/ 2147483647 w 36"/>
                <a:gd name="T43" fmla="*/ 2147483647 h 31"/>
                <a:gd name="T44" fmla="*/ 2147483647 w 36"/>
                <a:gd name="T45" fmla="*/ 2147483647 h 31"/>
                <a:gd name="T46" fmla="*/ 2147483647 w 36"/>
                <a:gd name="T47" fmla="*/ 2147483647 h 31"/>
                <a:gd name="T48" fmla="*/ 0 w 36"/>
                <a:gd name="T49" fmla="*/ 2147483647 h 31"/>
                <a:gd name="T50" fmla="*/ 0 w 36"/>
                <a:gd name="T51" fmla="*/ 2147483647 h 31"/>
                <a:gd name="T52" fmla="*/ 2147483647 w 36"/>
                <a:gd name="T53" fmla="*/ 2147483647 h 31"/>
                <a:gd name="T54" fmla="*/ 2147483647 w 36"/>
                <a:gd name="T55" fmla="*/ 2147483647 h 31"/>
                <a:gd name="T56" fmla="*/ 2147483647 w 36"/>
                <a:gd name="T57" fmla="*/ 2147483647 h 31"/>
                <a:gd name="T58" fmla="*/ 2147483647 w 36"/>
                <a:gd name="T59" fmla="*/ 2147483647 h 31"/>
                <a:gd name="T60" fmla="*/ 2147483647 w 36"/>
                <a:gd name="T61" fmla="*/ 2147483647 h 31"/>
                <a:gd name="T62" fmla="*/ 2147483647 w 36"/>
                <a:gd name="T63" fmla="*/ 2147483647 h 31"/>
                <a:gd name="T64" fmla="*/ 2147483647 w 36"/>
                <a:gd name="T65" fmla="*/ 2147483647 h 31"/>
                <a:gd name="T66" fmla="*/ 2147483647 w 36"/>
                <a:gd name="T67" fmla="*/ 2147483647 h 31"/>
                <a:gd name="T68" fmla="*/ 2147483647 w 36"/>
                <a:gd name="T69" fmla="*/ 2147483647 h 31"/>
                <a:gd name="T70" fmla="*/ 2147483647 w 36"/>
                <a:gd name="T71" fmla="*/ 2147483647 h 31"/>
                <a:gd name="T72" fmla="*/ 2147483647 w 36"/>
                <a:gd name="T73" fmla="*/ 2147483647 h 31"/>
                <a:gd name="T74" fmla="*/ 2147483647 w 36"/>
                <a:gd name="T75" fmla="*/ 2147483647 h 31"/>
                <a:gd name="T76" fmla="*/ 2147483647 w 36"/>
                <a:gd name="T77" fmla="*/ 2147483647 h 31"/>
                <a:gd name="T78" fmla="*/ 2147483647 w 36"/>
                <a:gd name="T79" fmla="*/ 2147483647 h 31"/>
                <a:gd name="T80" fmla="*/ 2147483647 w 36"/>
                <a:gd name="T81" fmla="*/ 2147483647 h 31"/>
                <a:gd name="T82" fmla="*/ 2147483647 w 36"/>
                <a:gd name="T83" fmla="*/ 2147483647 h 31"/>
                <a:gd name="T84" fmla="*/ 2147483647 w 36"/>
                <a:gd name="T85" fmla="*/ 2147483647 h 31"/>
                <a:gd name="T86" fmla="*/ 2147483647 w 36"/>
                <a:gd name="T87" fmla="*/ 2147483647 h 31"/>
                <a:gd name="T88" fmla="*/ 2147483647 w 36"/>
                <a:gd name="T89" fmla="*/ 2147483647 h 31"/>
                <a:gd name="T90" fmla="*/ 2147483647 w 36"/>
                <a:gd name="T91" fmla="*/ 2147483647 h 31"/>
                <a:gd name="T92" fmla="*/ 2147483647 w 36"/>
                <a:gd name="T93" fmla="*/ 2147483647 h 31"/>
                <a:gd name="T94" fmla="*/ 2147483647 w 36"/>
                <a:gd name="T95" fmla="*/ 2147483647 h 31"/>
                <a:gd name="T96" fmla="*/ 2147483647 w 36"/>
                <a:gd name="T97" fmla="*/ 2147483647 h 3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6"/>
                <a:gd name="T148" fmla="*/ 0 h 31"/>
                <a:gd name="T149" fmla="*/ 36 w 36"/>
                <a:gd name="T150" fmla="*/ 31 h 3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6" h="31">
                  <a:moveTo>
                    <a:pt x="33" y="20"/>
                  </a:moveTo>
                  <a:lnTo>
                    <a:pt x="33" y="19"/>
                  </a:lnTo>
                  <a:lnTo>
                    <a:pt x="33" y="18"/>
                  </a:lnTo>
                  <a:lnTo>
                    <a:pt x="33" y="17"/>
                  </a:lnTo>
                  <a:lnTo>
                    <a:pt x="32" y="16"/>
                  </a:lnTo>
                  <a:lnTo>
                    <a:pt x="32" y="15"/>
                  </a:lnTo>
                  <a:lnTo>
                    <a:pt x="33" y="15"/>
                  </a:lnTo>
                  <a:lnTo>
                    <a:pt x="33" y="16"/>
                  </a:lnTo>
                  <a:lnTo>
                    <a:pt x="34" y="16"/>
                  </a:lnTo>
                  <a:lnTo>
                    <a:pt x="35" y="15"/>
                  </a:lnTo>
                  <a:lnTo>
                    <a:pt x="36" y="15"/>
                  </a:lnTo>
                  <a:lnTo>
                    <a:pt x="36" y="14"/>
                  </a:lnTo>
                  <a:lnTo>
                    <a:pt x="35" y="14"/>
                  </a:lnTo>
                  <a:lnTo>
                    <a:pt x="34" y="14"/>
                  </a:lnTo>
                  <a:lnTo>
                    <a:pt x="33" y="12"/>
                  </a:lnTo>
                  <a:lnTo>
                    <a:pt x="32" y="11"/>
                  </a:lnTo>
                  <a:lnTo>
                    <a:pt x="31" y="10"/>
                  </a:lnTo>
                  <a:lnTo>
                    <a:pt x="31" y="8"/>
                  </a:lnTo>
                  <a:lnTo>
                    <a:pt x="31" y="7"/>
                  </a:lnTo>
                  <a:lnTo>
                    <a:pt x="32" y="6"/>
                  </a:lnTo>
                  <a:lnTo>
                    <a:pt x="33" y="4"/>
                  </a:lnTo>
                  <a:lnTo>
                    <a:pt x="31" y="4"/>
                  </a:lnTo>
                  <a:lnTo>
                    <a:pt x="29" y="4"/>
                  </a:lnTo>
                  <a:lnTo>
                    <a:pt x="27" y="3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3" y="2"/>
                  </a:lnTo>
                  <a:lnTo>
                    <a:pt x="21" y="1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4" y="1"/>
                  </a:lnTo>
                  <a:lnTo>
                    <a:pt x="12" y="1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2"/>
                  </a:lnTo>
                  <a:lnTo>
                    <a:pt x="5" y="4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2" y="7"/>
                  </a:lnTo>
                  <a:lnTo>
                    <a:pt x="2" y="6"/>
                  </a:lnTo>
                  <a:lnTo>
                    <a:pt x="5" y="12"/>
                  </a:lnTo>
                  <a:lnTo>
                    <a:pt x="8" y="15"/>
                  </a:lnTo>
                  <a:lnTo>
                    <a:pt x="12" y="19"/>
                  </a:lnTo>
                  <a:lnTo>
                    <a:pt x="12" y="20"/>
                  </a:lnTo>
                  <a:lnTo>
                    <a:pt x="13" y="20"/>
                  </a:lnTo>
                  <a:lnTo>
                    <a:pt x="14" y="20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8" y="25"/>
                  </a:lnTo>
                  <a:lnTo>
                    <a:pt x="18" y="26"/>
                  </a:lnTo>
                  <a:lnTo>
                    <a:pt x="17" y="26"/>
                  </a:lnTo>
                  <a:lnTo>
                    <a:pt x="17" y="27"/>
                  </a:lnTo>
                  <a:lnTo>
                    <a:pt x="18" y="27"/>
                  </a:lnTo>
                  <a:lnTo>
                    <a:pt x="19" y="26"/>
                  </a:lnTo>
                  <a:lnTo>
                    <a:pt x="21" y="28"/>
                  </a:lnTo>
                  <a:lnTo>
                    <a:pt x="23" y="29"/>
                  </a:lnTo>
                  <a:lnTo>
                    <a:pt x="25" y="31"/>
                  </a:lnTo>
                  <a:lnTo>
                    <a:pt x="26" y="31"/>
                  </a:lnTo>
                  <a:lnTo>
                    <a:pt x="27" y="29"/>
                  </a:lnTo>
                  <a:lnTo>
                    <a:pt x="27" y="28"/>
                  </a:lnTo>
                  <a:lnTo>
                    <a:pt x="26" y="28"/>
                  </a:lnTo>
                  <a:lnTo>
                    <a:pt x="26" y="27"/>
                  </a:lnTo>
                  <a:lnTo>
                    <a:pt x="26" y="26"/>
                  </a:lnTo>
                  <a:lnTo>
                    <a:pt x="27" y="26"/>
                  </a:lnTo>
                  <a:lnTo>
                    <a:pt x="28" y="26"/>
                  </a:lnTo>
                  <a:lnTo>
                    <a:pt x="28" y="25"/>
                  </a:lnTo>
                  <a:lnTo>
                    <a:pt x="28" y="24"/>
                  </a:lnTo>
                  <a:lnTo>
                    <a:pt x="28" y="23"/>
                  </a:lnTo>
                  <a:lnTo>
                    <a:pt x="29" y="23"/>
                  </a:lnTo>
                  <a:lnTo>
                    <a:pt x="30" y="23"/>
                  </a:lnTo>
                  <a:lnTo>
                    <a:pt x="31" y="23"/>
                  </a:lnTo>
                  <a:lnTo>
                    <a:pt x="31" y="22"/>
                  </a:lnTo>
                  <a:lnTo>
                    <a:pt x="30" y="22"/>
                  </a:lnTo>
                  <a:lnTo>
                    <a:pt x="30" y="21"/>
                  </a:lnTo>
                  <a:lnTo>
                    <a:pt x="30" y="20"/>
                  </a:lnTo>
                  <a:lnTo>
                    <a:pt x="31" y="20"/>
                  </a:lnTo>
                  <a:lnTo>
                    <a:pt x="32" y="20"/>
                  </a:lnTo>
                  <a:lnTo>
                    <a:pt x="33" y="20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13" name="Bulgaria">
              <a:extLst>
                <a:ext uri="{FF2B5EF4-FFF2-40B4-BE49-F238E27FC236}">
                  <a16:creationId xmlns:a16="http://schemas.microsoft.com/office/drawing/2014/main" id="{4885136A-13F1-4582-98AB-253C6951D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8434" y="3499640"/>
              <a:ext cx="131698" cy="78227"/>
            </a:xfrm>
            <a:custGeom>
              <a:avLst/>
              <a:gdLst>
                <a:gd name="T0" fmla="*/ 2147483647 w 59"/>
                <a:gd name="T1" fmla="*/ 2147483647 h 32"/>
                <a:gd name="T2" fmla="*/ 2147483647 w 59"/>
                <a:gd name="T3" fmla="*/ 2147483647 h 32"/>
                <a:gd name="T4" fmla="*/ 2147483647 w 59"/>
                <a:gd name="T5" fmla="*/ 2147483647 h 32"/>
                <a:gd name="T6" fmla="*/ 2147483647 w 59"/>
                <a:gd name="T7" fmla="*/ 2147483647 h 32"/>
                <a:gd name="T8" fmla="*/ 2147483647 w 59"/>
                <a:gd name="T9" fmla="*/ 2147483647 h 32"/>
                <a:gd name="T10" fmla="*/ 2147483647 w 59"/>
                <a:gd name="T11" fmla="*/ 0 h 32"/>
                <a:gd name="T12" fmla="*/ 2147483647 w 59"/>
                <a:gd name="T13" fmla="*/ 2147483647 h 32"/>
                <a:gd name="T14" fmla="*/ 2147483647 w 59"/>
                <a:gd name="T15" fmla="*/ 2147483647 h 32"/>
                <a:gd name="T16" fmla="*/ 2147483647 w 59"/>
                <a:gd name="T17" fmla="*/ 2147483647 h 32"/>
                <a:gd name="T18" fmla="*/ 2147483647 w 59"/>
                <a:gd name="T19" fmla="*/ 2147483647 h 32"/>
                <a:gd name="T20" fmla="*/ 2147483647 w 59"/>
                <a:gd name="T21" fmla="*/ 2147483647 h 32"/>
                <a:gd name="T22" fmla="*/ 2147483647 w 59"/>
                <a:gd name="T23" fmla="*/ 0 h 32"/>
                <a:gd name="T24" fmla="*/ 2147483647 w 59"/>
                <a:gd name="T25" fmla="*/ 2147483647 h 32"/>
                <a:gd name="T26" fmla="*/ 2147483647 w 59"/>
                <a:gd name="T27" fmla="*/ 2147483647 h 32"/>
                <a:gd name="T28" fmla="*/ 2147483647 w 59"/>
                <a:gd name="T29" fmla="*/ 2147483647 h 32"/>
                <a:gd name="T30" fmla="*/ 2147483647 w 59"/>
                <a:gd name="T31" fmla="*/ 2147483647 h 32"/>
                <a:gd name="T32" fmla="*/ 2147483647 w 59"/>
                <a:gd name="T33" fmla="*/ 2147483647 h 32"/>
                <a:gd name="T34" fmla="*/ 2147483647 w 59"/>
                <a:gd name="T35" fmla="*/ 2147483647 h 32"/>
                <a:gd name="T36" fmla="*/ 2147483647 w 59"/>
                <a:gd name="T37" fmla="*/ 2147483647 h 32"/>
                <a:gd name="T38" fmla="*/ 2147483647 w 59"/>
                <a:gd name="T39" fmla="*/ 2147483647 h 32"/>
                <a:gd name="T40" fmla="*/ 2147483647 w 59"/>
                <a:gd name="T41" fmla="*/ 2147483647 h 32"/>
                <a:gd name="T42" fmla="*/ 2147483647 w 59"/>
                <a:gd name="T43" fmla="*/ 2147483647 h 32"/>
                <a:gd name="T44" fmla="*/ 2147483647 w 59"/>
                <a:gd name="T45" fmla="*/ 2147483647 h 32"/>
                <a:gd name="T46" fmla="*/ 2147483647 w 59"/>
                <a:gd name="T47" fmla="*/ 2147483647 h 32"/>
                <a:gd name="T48" fmla="*/ 2147483647 w 59"/>
                <a:gd name="T49" fmla="*/ 2147483647 h 32"/>
                <a:gd name="T50" fmla="*/ 2147483647 w 59"/>
                <a:gd name="T51" fmla="*/ 2147483647 h 32"/>
                <a:gd name="T52" fmla="*/ 2147483647 w 59"/>
                <a:gd name="T53" fmla="*/ 2147483647 h 32"/>
                <a:gd name="T54" fmla="*/ 2147483647 w 59"/>
                <a:gd name="T55" fmla="*/ 2147483647 h 32"/>
                <a:gd name="T56" fmla="*/ 2147483647 w 59"/>
                <a:gd name="T57" fmla="*/ 2147483647 h 32"/>
                <a:gd name="T58" fmla="*/ 2147483647 w 59"/>
                <a:gd name="T59" fmla="*/ 2147483647 h 32"/>
                <a:gd name="T60" fmla="*/ 2147483647 w 59"/>
                <a:gd name="T61" fmla="*/ 2147483647 h 32"/>
                <a:gd name="T62" fmla="*/ 2147483647 w 59"/>
                <a:gd name="T63" fmla="*/ 2147483647 h 32"/>
                <a:gd name="T64" fmla="*/ 2147483647 w 59"/>
                <a:gd name="T65" fmla="*/ 2147483647 h 3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9"/>
                <a:gd name="T100" fmla="*/ 0 h 32"/>
                <a:gd name="T101" fmla="*/ 59 w 59"/>
                <a:gd name="T102" fmla="*/ 32 h 3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9" h="32">
                  <a:moveTo>
                    <a:pt x="6" y="28"/>
                  </a:moveTo>
                  <a:lnTo>
                    <a:pt x="5" y="24"/>
                  </a:lnTo>
                  <a:lnTo>
                    <a:pt x="1" y="21"/>
                  </a:lnTo>
                  <a:lnTo>
                    <a:pt x="1" y="17"/>
                  </a:lnTo>
                  <a:lnTo>
                    <a:pt x="3" y="14"/>
                  </a:lnTo>
                  <a:lnTo>
                    <a:pt x="5" y="12"/>
                  </a:lnTo>
                  <a:lnTo>
                    <a:pt x="2" y="9"/>
                  </a:lnTo>
                  <a:lnTo>
                    <a:pt x="1" y="7"/>
                  </a:lnTo>
                  <a:lnTo>
                    <a:pt x="0" y="4"/>
                  </a:lnTo>
                  <a:lnTo>
                    <a:pt x="1" y="1"/>
                  </a:lnTo>
                  <a:lnTo>
                    <a:pt x="4" y="0"/>
                  </a:lnTo>
                  <a:lnTo>
                    <a:pt x="6" y="0"/>
                  </a:lnTo>
                  <a:lnTo>
                    <a:pt x="5" y="2"/>
                  </a:lnTo>
                  <a:lnTo>
                    <a:pt x="7" y="4"/>
                  </a:lnTo>
                  <a:lnTo>
                    <a:pt x="9" y="4"/>
                  </a:lnTo>
                  <a:lnTo>
                    <a:pt x="15" y="4"/>
                  </a:lnTo>
                  <a:lnTo>
                    <a:pt x="22" y="4"/>
                  </a:lnTo>
                  <a:lnTo>
                    <a:pt x="25" y="5"/>
                  </a:lnTo>
                  <a:lnTo>
                    <a:pt x="29" y="6"/>
                  </a:lnTo>
                  <a:lnTo>
                    <a:pt x="32" y="5"/>
                  </a:lnTo>
                  <a:lnTo>
                    <a:pt x="35" y="3"/>
                  </a:lnTo>
                  <a:lnTo>
                    <a:pt x="39" y="2"/>
                  </a:lnTo>
                  <a:lnTo>
                    <a:pt x="43" y="0"/>
                  </a:lnTo>
                  <a:lnTo>
                    <a:pt x="46" y="0"/>
                  </a:lnTo>
                  <a:lnTo>
                    <a:pt x="47" y="1"/>
                  </a:lnTo>
                  <a:lnTo>
                    <a:pt x="52" y="2"/>
                  </a:lnTo>
                  <a:lnTo>
                    <a:pt x="56" y="5"/>
                  </a:lnTo>
                  <a:lnTo>
                    <a:pt x="59" y="4"/>
                  </a:lnTo>
                  <a:lnTo>
                    <a:pt x="58" y="7"/>
                  </a:lnTo>
                  <a:lnTo>
                    <a:pt x="57" y="8"/>
                  </a:lnTo>
                  <a:lnTo>
                    <a:pt x="54" y="9"/>
                  </a:lnTo>
                  <a:lnTo>
                    <a:pt x="52" y="11"/>
                  </a:lnTo>
                  <a:lnTo>
                    <a:pt x="52" y="13"/>
                  </a:lnTo>
                  <a:lnTo>
                    <a:pt x="52" y="16"/>
                  </a:lnTo>
                  <a:lnTo>
                    <a:pt x="51" y="16"/>
                  </a:lnTo>
                  <a:lnTo>
                    <a:pt x="50" y="17"/>
                  </a:lnTo>
                  <a:lnTo>
                    <a:pt x="49" y="18"/>
                  </a:lnTo>
                  <a:lnTo>
                    <a:pt x="48" y="18"/>
                  </a:lnTo>
                  <a:lnTo>
                    <a:pt x="49" y="19"/>
                  </a:lnTo>
                  <a:lnTo>
                    <a:pt x="50" y="19"/>
                  </a:lnTo>
                  <a:lnTo>
                    <a:pt x="50" y="20"/>
                  </a:lnTo>
                  <a:lnTo>
                    <a:pt x="51" y="22"/>
                  </a:lnTo>
                  <a:lnTo>
                    <a:pt x="52" y="23"/>
                  </a:lnTo>
                  <a:lnTo>
                    <a:pt x="53" y="24"/>
                  </a:lnTo>
                  <a:lnTo>
                    <a:pt x="53" y="25"/>
                  </a:lnTo>
                  <a:lnTo>
                    <a:pt x="52" y="25"/>
                  </a:lnTo>
                  <a:lnTo>
                    <a:pt x="48" y="25"/>
                  </a:lnTo>
                  <a:lnTo>
                    <a:pt x="45" y="24"/>
                  </a:lnTo>
                  <a:lnTo>
                    <a:pt x="41" y="25"/>
                  </a:lnTo>
                  <a:lnTo>
                    <a:pt x="39" y="25"/>
                  </a:lnTo>
                  <a:lnTo>
                    <a:pt x="38" y="26"/>
                  </a:lnTo>
                  <a:lnTo>
                    <a:pt x="37" y="26"/>
                  </a:lnTo>
                  <a:lnTo>
                    <a:pt x="35" y="27"/>
                  </a:lnTo>
                  <a:lnTo>
                    <a:pt x="35" y="30"/>
                  </a:lnTo>
                  <a:lnTo>
                    <a:pt x="33" y="31"/>
                  </a:lnTo>
                  <a:lnTo>
                    <a:pt x="29" y="32"/>
                  </a:lnTo>
                  <a:lnTo>
                    <a:pt x="26" y="31"/>
                  </a:lnTo>
                  <a:lnTo>
                    <a:pt x="23" y="30"/>
                  </a:lnTo>
                  <a:lnTo>
                    <a:pt x="22" y="29"/>
                  </a:lnTo>
                  <a:lnTo>
                    <a:pt x="20" y="29"/>
                  </a:lnTo>
                  <a:lnTo>
                    <a:pt x="18" y="29"/>
                  </a:lnTo>
                  <a:lnTo>
                    <a:pt x="15" y="30"/>
                  </a:lnTo>
                  <a:lnTo>
                    <a:pt x="11" y="30"/>
                  </a:lnTo>
                  <a:lnTo>
                    <a:pt x="8" y="31"/>
                  </a:lnTo>
                  <a:lnTo>
                    <a:pt x="6" y="31"/>
                  </a:lnTo>
                  <a:lnTo>
                    <a:pt x="6" y="28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14" name="Croatia">
              <a:extLst>
                <a:ext uri="{FF2B5EF4-FFF2-40B4-BE49-F238E27FC236}">
                  <a16:creationId xmlns:a16="http://schemas.microsoft.com/office/drawing/2014/main" id="{32378656-40E9-44DC-B420-5A6F3FF38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5396" y="3433636"/>
              <a:ext cx="125000" cy="112450"/>
            </a:xfrm>
            <a:custGeom>
              <a:avLst/>
              <a:gdLst>
                <a:gd name="T0" fmla="*/ 2147483647 w 56"/>
                <a:gd name="T1" fmla="*/ 2147483647 h 46"/>
                <a:gd name="T2" fmla="*/ 2147483647 w 56"/>
                <a:gd name="T3" fmla="*/ 2147483647 h 46"/>
                <a:gd name="T4" fmla="*/ 2147483647 w 56"/>
                <a:gd name="T5" fmla="*/ 2147483647 h 46"/>
                <a:gd name="T6" fmla="*/ 2147483647 w 56"/>
                <a:gd name="T7" fmla="*/ 2147483647 h 46"/>
                <a:gd name="T8" fmla="*/ 2147483647 w 56"/>
                <a:gd name="T9" fmla="*/ 2147483647 h 46"/>
                <a:gd name="T10" fmla="*/ 2147483647 w 56"/>
                <a:gd name="T11" fmla="*/ 2147483647 h 46"/>
                <a:gd name="T12" fmla="*/ 2147483647 w 56"/>
                <a:gd name="T13" fmla="*/ 2147483647 h 46"/>
                <a:gd name="T14" fmla="*/ 2147483647 w 56"/>
                <a:gd name="T15" fmla="*/ 0 h 46"/>
                <a:gd name="T16" fmla="*/ 2147483647 w 56"/>
                <a:gd name="T17" fmla="*/ 2147483647 h 46"/>
                <a:gd name="T18" fmla="*/ 2147483647 w 56"/>
                <a:gd name="T19" fmla="*/ 2147483647 h 46"/>
                <a:gd name="T20" fmla="*/ 2147483647 w 56"/>
                <a:gd name="T21" fmla="*/ 2147483647 h 46"/>
                <a:gd name="T22" fmla="*/ 2147483647 w 56"/>
                <a:gd name="T23" fmla="*/ 2147483647 h 46"/>
                <a:gd name="T24" fmla="*/ 2147483647 w 56"/>
                <a:gd name="T25" fmla="*/ 2147483647 h 46"/>
                <a:gd name="T26" fmla="*/ 2147483647 w 56"/>
                <a:gd name="T27" fmla="*/ 2147483647 h 46"/>
                <a:gd name="T28" fmla="*/ 2147483647 w 56"/>
                <a:gd name="T29" fmla="*/ 2147483647 h 46"/>
                <a:gd name="T30" fmla="*/ 2147483647 w 56"/>
                <a:gd name="T31" fmla="*/ 2147483647 h 46"/>
                <a:gd name="T32" fmla="*/ 2147483647 w 56"/>
                <a:gd name="T33" fmla="*/ 2147483647 h 46"/>
                <a:gd name="T34" fmla="*/ 2147483647 w 56"/>
                <a:gd name="T35" fmla="*/ 2147483647 h 46"/>
                <a:gd name="T36" fmla="*/ 2147483647 w 56"/>
                <a:gd name="T37" fmla="*/ 2147483647 h 46"/>
                <a:gd name="T38" fmla="*/ 2147483647 w 56"/>
                <a:gd name="T39" fmla="*/ 2147483647 h 46"/>
                <a:gd name="T40" fmla="*/ 2147483647 w 56"/>
                <a:gd name="T41" fmla="*/ 2147483647 h 46"/>
                <a:gd name="T42" fmla="*/ 2147483647 w 56"/>
                <a:gd name="T43" fmla="*/ 2147483647 h 46"/>
                <a:gd name="T44" fmla="*/ 2147483647 w 56"/>
                <a:gd name="T45" fmla="*/ 2147483647 h 46"/>
                <a:gd name="T46" fmla="*/ 2147483647 w 56"/>
                <a:gd name="T47" fmla="*/ 2147483647 h 46"/>
                <a:gd name="T48" fmla="*/ 2147483647 w 56"/>
                <a:gd name="T49" fmla="*/ 2147483647 h 46"/>
                <a:gd name="T50" fmla="*/ 2147483647 w 56"/>
                <a:gd name="T51" fmla="*/ 2147483647 h 46"/>
                <a:gd name="T52" fmla="*/ 2147483647 w 56"/>
                <a:gd name="T53" fmla="*/ 2147483647 h 46"/>
                <a:gd name="T54" fmla="*/ 2147483647 w 56"/>
                <a:gd name="T55" fmla="*/ 2147483647 h 46"/>
                <a:gd name="T56" fmla="*/ 2147483647 w 56"/>
                <a:gd name="T57" fmla="*/ 2147483647 h 46"/>
                <a:gd name="T58" fmla="*/ 2147483647 w 56"/>
                <a:gd name="T59" fmla="*/ 2147483647 h 46"/>
                <a:gd name="T60" fmla="*/ 2147483647 w 56"/>
                <a:gd name="T61" fmla="*/ 2147483647 h 46"/>
                <a:gd name="T62" fmla="*/ 2147483647 w 56"/>
                <a:gd name="T63" fmla="*/ 2147483647 h 46"/>
                <a:gd name="T64" fmla="*/ 2147483647 w 56"/>
                <a:gd name="T65" fmla="*/ 2147483647 h 46"/>
                <a:gd name="T66" fmla="*/ 2147483647 w 56"/>
                <a:gd name="T67" fmla="*/ 2147483647 h 46"/>
                <a:gd name="T68" fmla="*/ 2147483647 w 56"/>
                <a:gd name="T69" fmla="*/ 2147483647 h 46"/>
                <a:gd name="T70" fmla="*/ 2147483647 w 56"/>
                <a:gd name="T71" fmla="*/ 2147483647 h 46"/>
                <a:gd name="T72" fmla="*/ 2147483647 w 56"/>
                <a:gd name="T73" fmla="*/ 2147483647 h 46"/>
                <a:gd name="T74" fmla="*/ 2147483647 w 56"/>
                <a:gd name="T75" fmla="*/ 2147483647 h 46"/>
                <a:gd name="T76" fmla="*/ 2147483647 w 56"/>
                <a:gd name="T77" fmla="*/ 2147483647 h 46"/>
                <a:gd name="T78" fmla="*/ 2147483647 w 56"/>
                <a:gd name="T79" fmla="*/ 2147483647 h 46"/>
                <a:gd name="T80" fmla="*/ 2147483647 w 56"/>
                <a:gd name="T81" fmla="*/ 2147483647 h 46"/>
                <a:gd name="T82" fmla="*/ 2147483647 w 56"/>
                <a:gd name="T83" fmla="*/ 2147483647 h 46"/>
                <a:gd name="T84" fmla="*/ 2147483647 w 56"/>
                <a:gd name="T85" fmla="*/ 2147483647 h 46"/>
                <a:gd name="T86" fmla="*/ 2147483647 w 56"/>
                <a:gd name="T87" fmla="*/ 2147483647 h 46"/>
                <a:gd name="T88" fmla="*/ 2147483647 w 56"/>
                <a:gd name="T89" fmla="*/ 2147483647 h 46"/>
                <a:gd name="T90" fmla="*/ 2147483647 w 56"/>
                <a:gd name="T91" fmla="*/ 2147483647 h 46"/>
                <a:gd name="T92" fmla="*/ 2147483647 w 56"/>
                <a:gd name="T93" fmla="*/ 2147483647 h 46"/>
                <a:gd name="T94" fmla="*/ 2147483647 w 56"/>
                <a:gd name="T95" fmla="*/ 2147483647 h 46"/>
                <a:gd name="T96" fmla="*/ 2147483647 w 56"/>
                <a:gd name="T97" fmla="*/ 2147483647 h 46"/>
                <a:gd name="T98" fmla="*/ 2147483647 w 56"/>
                <a:gd name="T99" fmla="*/ 2147483647 h 46"/>
                <a:gd name="T100" fmla="*/ 2147483647 w 56"/>
                <a:gd name="T101" fmla="*/ 2147483647 h 46"/>
                <a:gd name="T102" fmla="*/ 2147483647 w 56"/>
                <a:gd name="T103" fmla="*/ 2147483647 h 46"/>
                <a:gd name="T104" fmla="*/ 2147483647 w 56"/>
                <a:gd name="T105" fmla="*/ 2147483647 h 46"/>
                <a:gd name="T106" fmla="*/ 2147483647 w 56"/>
                <a:gd name="T107" fmla="*/ 2147483647 h 46"/>
                <a:gd name="T108" fmla="*/ 2147483647 w 56"/>
                <a:gd name="T109" fmla="*/ 2147483647 h 46"/>
                <a:gd name="T110" fmla="*/ 2147483647 w 56"/>
                <a:gd name="T111" fmla="*/ 2147483647 h 46"/>
                <a:gd name="T112" fmla="*/ 2147483647 w 56"/>
                <a:gd name="T113" fmla="*/ 2147483647 h 46"/>
                <a:gd name="T114" fmla="*/ 2147483647 w 56"/>
                <a:gd name="T115" fmla="*/ 2147483647 h 46"/>
                <a:gd name="T116" fmla="*/ 2147483647 w 56"/>
                <a:gd name="T117" fmla="*/ 2147483647 h 46"/>
                <a:gd name="T118" fmla="*/ 2147483647 w 56"/>
                <a:gd name="T119" fmla="*/ 2147483647 h 4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6"/>
                <a:gd name="T181" fmla="*/ 0 h 46"/>
                <a:gd name="T182" fmla="*/ 56 w 56"/>
                <a:gd name="T183" fmla="*/ 46 h 4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6" h="46">
                  <a:moveTo>
                    <a:pt x="55" y="15"/>
                  </a:moveTo>
                  <a:lnTo>
                    <a:pt x="56" y="15"/>
                  </a:lnTo>
                  <a:lnTo>
                    <a:pt x="55" y="15"/>
                  </a:lnTo>
                  <a:lnTo>
                    <a:pt x="53" y="14"/>
                  </a:lnTo>
                  <a:lnTo>
                    <a:pt x="51" y="14"/>
                  </a:lnTo>
                  <a:lnTo>
                    <a:pt x="51" y="12"/>
                  </a:lnTo>
                  <a:lnTo>
                    <a:pt x="52" y="12"/>
                  </a:lnTo>
                  <a:lnTo>
                    <a:pt x="51" y="11"/>
                  </a:lnTo>
                  <a:lnTo>
                    <a:pt x="50" y="11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6"/>
                  </a:lnTo>
                  <a:lnTo>
                    <a:pt x="49" y="6"/>
                  </a:lnTo>
                  <a:lnTo>
                    <a:pt x="46" y="8"/>
                  </a:lnTo>
                  <a:lnTo>
                    <a:pt x="44" y="8"/>
                  </a:lnTo>
                  <a:lnTo>
                    <a:pt x="41" y="8"/>
                  </a:lnTo>
                  <a:lnTo>
                    <a:pt x="39" y="7"/>
                  </a:lnTo>
                  <a:lnTo>
                    <a:pt x="37" y="6"/>
                  </a:lnTo>
                  <a:lnTo>
                    <a:pt x="35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5" y="1"/>
                  </a:lnTo>
                  <a:lnTo>
                    <a:pt x="25" y="2"/>
                  </a:lnTo>
                  <a:lnTo>
                    <a:pt x="24" y="2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19" y="4"/>
                  </a:lnTo>
                  <a:lnTo>
                    <a:pt x="19" y="5"/>
                  </a:lnTo>
                  <a:lnTo>
                    <a:pt x="20" y="5"/>
                  </a:lnTo>
                  <a:lnTo>
                    <a:pt x="20" y="6"/>
                  </a:lnTo>
                  <a:lnTo>
                    <a:pt x="20" y="7"/>
                  </a:lnTo>
                  <a:lnTo>
                    <a:pt x="20" y="8"/>
                  </a:lnTo>
                  <a:lnTo>
                    <a:pt x="19" y="8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8" y="10"/>
                  </a:lnTo>
                  <a:lnTo>
                    <a:pt x="17" y="10"/>
                  </a:lnTo>
                  <a:lnTo>
                    <a:pt x="17" y="11"/>
                  </a:lnTo>
                  <a:lnTo>
                    <a:pt x="17" y="12"/>
                  </a:lnTo>
                  <a:lnTo>
                    <a:pt x="16" y="12"/>
                  </a:lnTo>
                  <a:lnTo>
                    <a:pt x="16" y="11"/>
                  </a:lnTo>
                  <a:lnTo>
                    <a:pt x="15" y="11"/>
                  </a:lnTo>
                  <a:lnTo>
                    <a:pt x="14" y="11"/>
                  </a:lnTo>
                  <a:lnTo>
                    <a:pt x="14" y="12"/>
                  </a:lnTo>
                  <a:lnTo>
                    <a:pt x="13" y="12"/>
                  </a:lnTo>
                  <a:lnTo>
                    <a:pt x="13" y="11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11" y="11"/>
                  </a:lnTo>
                  <a:lnTo>
                    <a:pt x="11" y="12"/>
                  </a:lnTo>
                  <a:lnTo>
                    <a:pt x="10" y="12"/>
                  </a:lnTo>
                  <a:lnTo>
                    <a:pt x="9" y="12"/>
                  </a:lnTo>
                  <a:lnTo>
                    <a:pt x="8" y="12"/>
                  </a:lnTo>
                  <a:lnTo>
                    <a:pt x="8" y="13"/>
                  </a:lnTo>
                  <a:lnTo>
                    <a:pt x="7" y="13"/>
                  </a:lnTo>
                  <a:lnTo>
                    <a:pt x="7" y="12"/>
                  </a:lnTo>
                  <a:lnTo>
                    <a:pt x="6" y="12"/>
                  </a:lnTo>
                  <a:lnTo>
                    <a:pt x="5" y="12"/>
                  </a:lnTo>
                  <a:lnTo>
                    <a:pt x="5" y="13"/>
                  </a:lnTo>
                  <a:lnTo>
                    <a:pt x="4" y="13"/>
                  </a:lnTo>
                  <a:lnTo>
                    <a:pt x="3" y="13"/>
                  </a:lnTo>
                  <a:lnTo>
                    <a:pt x="2" y="13"/>
                  </a:lnTo>
                  <a:lnTo>
                    <a:pt x="2" y="12"/>
                  </a:lnTo>
                  <a:lnTo>
                    <a:pt x="1" y="12"/>
                  </a:lnTo>
                  <a:lnTo>
                    <a:pt x="1" y="11"/>
                  </a:lnTo>
                  <a:lnTo>
                    <a:pt x="0" y="12"/>
                  </a:lnTo>
                  <a:lnTo>
                    <a:pt x="1" y="13"/>
                  </a:lnTo>
                  <a:lnTo>
                    <a:pt x="1" y="15"/>
                  </a:lnTo>
                  <a:lnTo>
                    <a:pt x="2" y="16"/>
                  </a:lnTo>
                  <a:lnTo>
                    <a:pt x="3" y="19"/>
                  </a:lnTo>
                  <a:lnTo>
                    <a:pt x="4" y="19"/>
                  </a:lnTo>
                  <a:lnTo>
                    <a:pt x="5" y="19"/>
                  </a:lnTo>
                  <a:lnTo>
                    <a:pt x="6" y="18"/>
                  </a:lnTo>
                  <a:lnTo>
                    <a:pt x="7" y="16"/>
                  </a:lnTo>
                  <a:lnTo>
                    <a:pt x="8" y="14"/>
                  </a:lnTo>
                  <a:lnTo>
                    <a:pt x="10" y="14"/>
                  </a:lnTo>
                  <a:lnTo>
                    <a:pt x="11" y="15"/>
                  </a:lnTo>
                  <a:lnTo>
                    <a:pt x="11" y="16"/>
                  </a:lnTo>
                  <a:lnTo>
                    <a:pt x="12" y="16"/>
                  </a:lnTo>
                  <a:lnTo>
                    <a:pt x="13" y="16"/>
                  </a:lnTo>
                  <a:lnTo>
                    <a:pt x="13" y="18"/>
                  </a:lnTo>
                  <a:lnTo>
                    <a:pt x="13" y="20"/>
                  </a:lnTo>
                  <a:lnTo>
                    <a:pt x="15" y="23"/>
                  </a:lnTo>
                  <a:lnTo>
                    <a:pt x="16" y="24"/>
                  </a:lnTo>
                  <a:lnTo>
                    <a:pt x="18" y="25"/>
                  </a:lnTo>
                  <a:lnTo>
                    <a:pt x="16" y="25"/>
                  </a:lnTo>
                  <a:lnTo>
                    <a:pt x="16" y="26"/>
                  </a:lnTo>
                  <a:lnTo>
                    <a:pt x="16" y="27"/>
                  </a:lnTo>
                  <a:lnTo>
                    <a:pt x="18" y="29"/>
                  </a:lnTo>
                  <a:lnTo>
                    <a:pt x="19" y="30"/>
                  </a:lnTo>
                  <a:lnTo>
                    <a:pt x="21" y="31"/>
                  </a:lnTo>
                  <a:lnTo>
                    <a:pt x="22" y="32"/>
                  </a:lnTo>
                  <a:lnTo>
                    <a:pt x="23" y="33"/>
                  </a:lnTo>
                  <a:lnTo>
                    <a:pt x="23" y="34"/>
                  </a:lnTo>
                  <a:lnTo>
                    <a:pt x="24" y="34"/>
                  </a:lnTo>
                  <a:lnTo>
                    <a:pt x="26" y="34"/>
                  </a:lnTo>
                  <a:lnTo>
                    <a:pt x="29" y="34"/>
                  </a:lnTo>
                  <a:lnTo>
                    <a:pt x="31" y="35"/>
                  </a:lnTo>
                  <a:lnTo>
                    <a:pt x="34" y="37"/>
                  </a:lnTo>
                  <a:lnTo>
                    <a:pt x="36" y="39"/>
                  </a:lnTo>
                  <a:lnTo>
                    <a:pt x="37" y="40"/>
                  </a:lnTo>
                  <a:lnTo>
                    <a:pt x="38" y="41"/>
                  </a:lnTo>
                  <a:lnTo>
                    <a:pt x="37" y="41"/>
                  </a:lnTo>
                  <a:lnTo>
                    <a:pt x="36" y="40"/>
                  </a:lnTo>
                  <a:lnTo>
                    <a:pt x="34" y="39"/>
                  </a:lnTo>
                  <a:lnTo>
                    <a:pt x="33" y="40"/>
                  </a:lnTo>
                  <a:lnTo>
                    <a:pt x="36" y="40"/>
                  </a:lnTo>
                  <a:lnTo>
                    <a:pt x="38" y="42"/>
                  </a:lnTo>
                  <a:lnTo>
                    <a:pt x="39" y="42"/>
                  </a:lnTo>
                  <a:lnTo>
                    <a:pt x="41" y="42"/>
                  </a:lnTo>
                  <a:lnTo>
                    <a:pt x="42" y="43"/>
                  </a:lnTo>
                  <a:lnTo>
                    <a:pt x="44" y="44"/>
                  </a:lnTo>
                  <a:lnTo>
                    <a:pt x="46" y="45"/>
                  </a:lnTo>
                  <a:lnTo>
                    <a:pt x="47" y="46"/>
                  </a:lnTo>
                  <a:lnTo>
                    <a:pt x="47" y="45"/>
                  </a:lnTo>
                  <a:lnTo>
                    <a:pt x="46" y="45"/>
                  </a:lnTo>
                  <a:lnTo>
                    <a:pt x="44" y="43"/>
                  </a:lnTo>
                  <a:lnTo>
                    <a:pt x="42" y="42"/>
                  </a:lnTo>
                  <a:lnTo>
                    <a:pt x="40" y="40"/>
                  </a:lnTo>
                  <a:lnTo>
                    <a:pt x="39" y="41"/>
                  </a:lnTo>
                  <a:lnTo>
                    <a:pt x="38" y="41"/>
                  </a:lnTo>
                  <a:lnTo>
                    <a:pt x="38" y="40"/>
                  </a:lnTo>
                  <a:lnTo>
                    <a:pt x="39" y="40"/>
                  </a:lnTo>
                  <a:lnTo>
                    <a:pt x="39" y="39"/>
                  </a:lnTo>
                  <a:lnTo>
                    <a:pt x="38" y="39"/>
                  </a:lnTo>
                  <a:lnTo>
                    <a:pt x="37" y="38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4"/>
                  </a:lnTo>
                  <a:lnTo>
                    <a:pt x="35" y="34"/>
                  </a:lnTo>
                  <a:lnTo>
                    <a:pt x="34" y="34"/>
                  </a:lnTo>
                  <a:lnTo>
                    <a:pt x="33" y="34"/>
                  </a:lnTo>
                  <a:lnTo>
                    <a:pt x="33" y="33"/>
                  </a:lnTo>
                  <a:lnTo>
                    <a:pt x="29" y="29"/>
                  </a:lnTo>
                  <a:lnTo>
                    <a:pt x="26" y="26"/>
                  </a:lnTo>
                  <a:lnTo>
                    <a:pt x="23" y="20"/>
                  </a:lnTo>
                  <a:lnTo>
                    <a:pt x="23" y="21"/>
                  </a:lnTo>
                  <a:lnTo>
                    <a:pt x="22" y="21"/>
                  </a:lnTo>
                  <a:lnTo>
                    <a:pt x="21" y="20"/>
                  </a:lnTo>
                  <a:lnTo>
                    <a:pt x="21" y="18"/>
                  </a:lnTo>
                  <a:lnTo>
                    <a:pt x="21" y="17"/>
                  </a:lnTo>
                  <a:lnTo>
                    <a:pt x="21" y="16"/>
                  </a:lnTo>
                  <a:lnTo>
                    <a:pt x="22" y="16"/>
                  </a:lnTo>
                  <a:lnTo>
                    <a:pt x="22" y="15"/>
                  </a:lnTo>
                  <a:lnTo>
                    <a:pt x="23" y="15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7" y="15"/>
                  </a:lnTo>
                  <a:lnTo>
                    <a:pt x="28" y="15"/>
                  </a:lnTo>
                  <a:lnTo>
                    <a:pt x="30" y="15"/>
                  </a:lnTo>
                  <a:lnTo>
                    <a:pt x="30" y="14"/>
                  </a:lnTo>
                  <a:lnTo>
                    <a:pt x="31" y="14"/>
                  </a:lnTo>
                  <a:lnTo>
                    <a:pt x="32" y="14"/>
                  </a:lnTo>
                  <a:lnTo>
                    <a:pt x="33" y="15"/>
                  </a:lnTo>
                  <a:lnTo>
                    <a:pt x="35" y="15"/>
                  </a:lnTo>
                  <a:lnTo>
                    <a:pt x="35" y="14"/>
                  </a:lnTo>
                  <a:lnTo>
                    <a:pt x="36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39" y="16"/>
                  </a:lnTo>
                  <a:lnTo>
                    <a:pt x="40" y="16"/>
                  </a:lnTo>
                  <a:lnTo>
                    <a:pt x="41" y="16"/>
                  </a:lnTo>
                  <a:lnTo>
                    <a:pt x="42" y="16"/>
                  </a:lnTo>
                  <a:lnTo>
                    <a:pt x="42" y="15"/>
                  </a:lnTo>
                  <a:lnTo>
                    <a:pt x="44" y="16"/>
                  </a:lnTo>
                  <a:lnTo>
                    <a:pt x="46" y="15"/>
                  </a:lnTo>
                  <a:lnTo>
                    <a:pt x="47" y="16"/>
                  </a:lnTo>
                  <a:lnTo>
                    <a:pt x="48" y="17"/>
                  </a:lnTo>
                  <a:lnTo>
                    <a:pt x="50" y="18"/>
                  </a:lnTo>
                  <a:lnTo>
                    <a:pt x="52" y="18"/>
                  </a:lnTo>
                  <a:lnTo>
                    <a:pt x="52" y="17"/>
                  </a:lnTo>
                  <a:lnTo>
                    <a:pt x="52" y="16"/>
                  </a:lnTo>
                  <a:lnTo>
                    <a:pt x="53" y="16"/>
                  </a:lnTo>
                  <a:lnTo>
                    <a:pt x="53" y="15"/>
                  </a:lnTo>
                  <a:lnTo>
                    <a:pt x="54" y="16"/>
                  </a:lnTo>
                  <a:lnTo>
                    <a:pt x="55" y="16"/>
                  </a:lnTo>
                  <a:lnTo>
                    <a:pt x="55" y="15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grpSp>
          <p:nvGrpSpPr>
            <p:cNvPr id="15" name="Denmark">
              <a:extLst>
                <a:ext uri="{FF2B5EF4-FFF2-40B4-BE49-F238E27FC236}">
                  <a16:creationId xmlns:a16="http://schemas.microsoft.com/office/drawing/2014/main" id="{36899165-928A-4E25-9CFA-B7B4DF1045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3790" y="3093840"/>
              <a:ext cx="142858" cy="100228"/>
              <a:chOff x="16440150" y="4276725"/>
              <a:chExt cx="64" cy="41"/>
            </a:xfrm>
            <a:solidFill>
              <a:srgbClr val="002B69">
                <a:alpha val="91000"/>
              </a:srgbClr>
            </a:solidFill>
          </p:grpSpPr>
          <p:sp>
            <p:nvSpPr>
              <p:cNvPr id="133" name="D283">
                <a:extLst>
                  <a:ext uri="{FF2B5EF4-FFF2-40B4-BE49-F238E27FC236}">
                    <a16:creationId xmlns:a16="http://schemas.microsoft.com/office/drawing/2014/main" id="{DD668D8F-8277-4F87-90D7-EE16742D1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40210" y="4276757"/>
                <a:ext cx="4" cy="3"/>
              </a:xfrm>
              <a:custGeom>
                <a:avLst/>
                <a:gdLst>
                  <a:gd name="T0" fmla="*/ 3 w 4"/>
                  <a:gd name="T1" fmla="*/ 3 h 3"/>
                  <a:gd name="T2" fmla="*/ 2 w 4"/>
                  <a:gd name="T3" fmla="*/ 3 h 3"/>
                  <a:gd name="T4" fmla="*/ 1 w 4"/>
                  <a:gd name="T5" fmla="*/ 3 h 3"/>
                  <a:gd name="T6" fmla="*/ 0 w 4"/>
                  <a:gd name="T7" fmla="*/ 2 h 3"/>
                  <a:gd name="T8" fmla="*/ 1 w 4"/>
                  <a:gd name="T9" fmla="*/ 1 h 3"/>
                  <a:gd name="T10" fmla="*/ 1 w 4"/>
                  <a:gd name="T11" fmla="*/ 0 h 3"/>
                  <a:gd name="T12" fmla="*/ 2 w 4"/>
                  <a:gd name="T13" fmla="*/ 0 h 3"/>
                  <a:gd name="T14" fmla="*/ 4 w 4"/>
                  <a:gd name="T15" fmla="*/ 1 h 3"/>
                  <a:gd name="T16" fmla="*/ 4 w 4"/>
                  <a:gd name="T17" fmla="*/ 3 h 3"/>
                  <a:gd name="T18" fmla="*/ 3 w 4"/>
                  <a:gd name="T19" fmla="*/ 3 h 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"/>
                  <a:gd name="T31" fmla="*/ 0 h 3"/>
                  <a:gd name="T32" fmla="*/ 4 w 4"/>
                  <a:gd name="T33" fmla="*/ 3 h 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" h="3">
                    <a:moveTo>
                      <a:pt x="3" y="3"/>
                    </a:moveTo>
                    <a:lnTo>
                      <a:pt x="2" y="3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1"/>
                    </a:lnTo>
                    <a:lnTo>
                      <a:pt x="4" y="3"/>
                    </a:lnTo>
                    <a:lnTo>
                      <a:pt x="3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34" name="D284">
                <a:extLst>
                  <a:ext uri="{FF2B5EF4-FFF2-40B4-BE49-F238E27FC236}">
                    <a16:creationId xmlns:a16="http://schemas.microsoft.com/office/drawing/2014/main" id="{9D938F8C-4E8C-4641-A5F6-255EE9D28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40177" y="4276745"/>
                <a:ext cx="16" cy="15"/>
              </a:xfrm>
              <a:custGeom>
                <a:avLst/>
                <a:gdLst>
                  <a:gd name="T0" fmla="*/ 5 w 16"/>
                  <a:gd name="T1" fmla="*/ 3 h 15"/>
                  <a:gd name="T2" fmla="*/ 4 w 16"/>
                  <a:gd name="T3" fmla="*/ 4 h 15"/>
                  <a:gd name="T4" fmla="*/ 3 w 16"/>
                  <a:gd name="T5" fmla="*/ 5 h 15"/>
                  <a:gd name="T6" fmla="*/ 2 w 16"/>
                  <a:gd name="T7" fmla="*/ 6 h 15"/>
                  <a:gd name="T8" fmla="*/ 0 w 16"/>
                  <a:gd name="T9" fmla="*/ 6 h 15"/>
                  <a:gd name="T10" fmla="*/ 0 w 16"/>
                  <a:gd name="T11" fmla="*/ 7 h 15"/>
                  <a:gd name="T12" fmla="*/ 2 w 16"/>
                  <a:gd name="T13" fmla="*/ 7 h 15"/>
                  <a:gd name="T14" fmla="*/ 2 w 16"/>
                  <a:gd name="T15" fmla="*/ 9 h 15"/>
                  <a:gd name="T16" fmla="*/ 2 w 16"/>
                  <a:gd name="T17" fmla="*/ 11 h 15"/>
                  <a:gd name="T18" fmla="*/ 3 w 16"/>
                  <a:gd name="T19" fmla="*/ 12 h 15"/>
                  <a:gd name="T20" fmla="*/ 4 w 16"/>
                  <a:gd name="T21" fmla="*/ 13 h 15"/>
                  <a:gd name="T22" fmla="*/ 6 w 16"/>
                  <a:gd name="T23" fmla="*/ 13 h 15"/>
                  <a:gd name="T24" fmla="*/ 8 w 16"/>
                  <a:gd name="T25" fmla="*/ 13 h 15"/>
                  <a:gd name="T26" fmla="*/ 7 w 16"/>
                  <a:gd name="T27" fmla="*/ 14 h 15"/>
                  <a:gd name="T28" fmla="*/ 8 w 16"/>
                  <a:gd name="T29" fmla="*/ 15 h 15"/>
                  <a:gd name="T30" fmla="*/ 10 w 16"/>
                  <a:gd name="T31" fmla="*/ 15 h 15"/>
                  <a:gd name="T32" fmla="*/ 11 w 16"/>
                  <a:gd name="T33" fmla="*/ 14 h 15"/>
                  <a:gd name="T34" fmla="*/ 11 w 16"/>
                  <a:gd name="T35" fmla="*/ 13 h 15"/>
                  <a:gd name="T36" fmla="*/ 12 w 16"/>
                  <a:gd name="T37" fmla="*/ 12 h 15"/>
                  <a:gd name="T38" fmla="*/ 14 w 16"/>
                  <a:gd name="T39" fmla="*/ 12 h 15"/>
                  <a:gd name="T40" fmla="*/ 14 w 16"/>
                  <a:gd name="T41" fmla="*/ 10 h 15"/>
                  <a:gd name="T42" fmla="*/ 12 w 16"/>
                  <a:gd name="T43" fmla="*/ 10 h 15"/>
                  <a:gd name="T44" fmla="*/ 13 w 16"/>
                  <a:gd name="T45" fmla="*/ 8 h 15"/>
                  <a:gd name="T46" fmla="*/ 14 w 16"/>
                  <a:gd name="T47" fmla="*/ 7 h 15"/>
                  <a:gd name="T48" fmla="*/ 16 w 16"/>
                  <a:gd name="T49" fmla="*/ 7 h 15"/>
                  <a:gd name="T50" fmla="*/ 16 w 16"/>
                  <a:gd name="T51" fmla="*/ 5 h 15"/>
                  <a:gd name="T52" fmla="*/ 15 w 16"/>
                  <a:gd name="T53" fmla="*/ 4 h 15"/>
                  <a:gd name="T54" fmla="*/ 14 w 16"/>
                  <a:gd name="T55" fmla="*/ 2 h 15"/>
                  <a:gd name="T56" fmla="*/ 13 w 16"/>
                  <a:gd name="T57" fmla="*/ 1 h 15"/>
                  <a:gd name="T58" fmla="*/ 12 w 16"/>
                  <a:gd name="T59" fmla="*/ 0 h 15"/>
                  <a:gd name="T60" fmla="*/ 11 w 16"/>
                  <a:gd name="T61" fmla="*/ 1 h 15"/>
                  <a:gd name="T62" fmla="*/ 10 w 16"/>
                  <a:gd name="T63" fmla="*/ 2 h 15"/>
                  <a:gd name="T64" fmla="*/ 9 w 16"/>
                  <a:gd name="T65" fmla="*/ 3 h 15"/>
                  <a:gd name="T66" fmla="*/ 10 w 16"/>
                  <a:gd name="T67" fmla="*/ 4 h 15"/>
                  <a:gd name="T68" fmla="*/ 10 w 16"/>
                  <a:gd name="T69" fmla="*/ 6 h 15"/>
                  <a:gd name="T70" fmla="*/ 10 w 16"/>
                  <a:gd name="T71" fmla="*/ 6 h 15"/>
                  <a:gd name="T72" fmla="*/ 10 w 16"/>
                  <a:gd name="T73" fmla="*/ 6 h 15"/>
                  <a:gd name="T74" fmla="*/ 10 w 16"/>
                  <a:gd name="T75" fmla="*/ 4 h 15"/>
                  <a:gd name="T76" fmla="*/ 9 w 16"/>
                  <a:gd name="T77" fmla="*/ 3 h 15"/>
                  <a:gd name="T78" fmla="*/ 9 w 16"/>
                  <a:gd name="T79" fmla="*/ 5 h 15"/>
                  <a:gd name="T80" fmla="*/ 8 w 16"/>
                  <a:gd name="T81" fmla="*/ 6 h 15"/>
                  <a:gd name="T82" fmla="*/ 8 w 16"/>
                  <a:gd name="T83" fmla="*/ 6 h 15"/>
                  <a:gd name="T84" fmla="*/ 8 w 16"/>
                  <a:gd name="T85" fmla="*/ 5 h 15"/>
                  <a:gd name="T86" fmla="*/ 7 w 16"/>
                  <a:gd name="T87" fmla="*/ 4 h 15"/>
                  <a:gd name="T88" fmla="*/ 8 w 16"/>
                  <a:gd name="T89" fmla="*/ 3 h 15"/>
                  <a:gd name="T90" fmla="*/ 6 w 16"/>
                  <a:gd name="T91" fmla="*/ 3 h 15"/>
                  <a:gd name="T92" fmla="*/ 4 w 16"/>
                  <a:gd name="T93" fmla="*/ 3 h 15"/>
                  <a:gd name="T94" fmla="*/ 4 w 16"/>
                  <a:gd name="T95" fmla="*/ 3 h 15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6"/>
                  <a:gd name="T145" fmla="*/ 0 h 15"/>
                  <a:gd name="T146" fmla="*/ 16 w 16"/>
                  <a:gd name="T147" fmla="*/ 15 h 15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6" h="15">
                    <a:moveTo>
                      <a:pt x="4" y="3"/>
                    </a:moveTo>
                    <a:lnTo>
                      <a:pt x="5" y="3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4" y="5"/>
                    </a:lnTo>
                    <a:lnTo>
                      <a:pt x="3" y="5"/>
                    </a:lnTo>
                    <a:lnTo>
                      <a:pt x="3" y="6"/>
                    </a:lnTo>
                    <a:lnTo>
                      <a:pt x="2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1" y="6"/>
                    </a:lnTo>
                    <a:lnTo>
                      <a:pt x="0" y="7"/>
                    </a:lnTo>
                    <a:lnTo>
                      <a:pt x="1" y="7"/>
                    </a:lnTo>
                    <a:lnTo>
                      <a:pt x="2" y="7"/>
                    </a:lnTo>
                    <a:lnTo>
                      <a:pt x="2" y="8"/>
                    </a:lnTo>
                    <a:lnTo>
                      <a:pt x="2" y="9"/>
                    </a:lnTo>
                    <a:lnTo>
                      <a:pt x="2" y="10"/>
                    </a:lnTo>
                    <a:lnTo>
                      <a:pt x="2" y="11"/>
                    </a:lnTo>
                    <a:lnTo>
                      <a:pt x="3" y="11"/>
                    </a:lnTo>
                    <a:lnTo>
                      <a:pt x="3" y="12"/>
                    </a:lnTo>
                    <a:lnTo>
                      <a:pt x="3" y="13"/>
                    </a:lnTo>
                    <a:lnTo>
                      <a:pt x="4" y="13"/>
                    </a:lnTo>
                    <a:lnTo>
                      <a:pt x="5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8" y="13"/>
                    </a:lnTo>
                    <a:lnTo>
                      <a:pt x="7" y="13"/>
                    </a:lnTo>
                    <a:lnTo>
                      <a:pt x="7" y="14"/>
                    </a:lnTo>
                    <a:lnTo>
                      <a:pt x="7" y="15"/>
                    </a:lnTo>
                    <a:lnTo>
                      <a:pt x="8" y="15"/>
                    </a:lnTo>
                    <a:lnTo>
                      <a:pt x="9" y="15"/>
                    </a:lnTo>
                    <a:lnTo>
                      <a:pt x="10" y="15"/>
                    </a:lnTo>
                    <a:lnTo>
                      <a:pt x="11" y="15"/>
                    </a:lnTo>
                    <a:lnTo>
                      <a:pt x="11" y="14"/>
                    </a:lnTo>
                    <a:lnTo>
                      <a:pt x="12" y="14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3" y="12"/>
                    </a:lnTo>
                    <a:lnTo>
                      <a:pt x="14" y="12"/>
                    </a:lnTo>
                    <a:lnTo>
                      <a:pt x="14" y="11"/>
                    </a:lnTo>
                    <a:lnTo>
                      <a:pt x="14" y="10"/>
                    </a:lnTo>
                    <a:lnTo>
                      <a:pt x="13" y="10"/>
                    </a:lnTo>
                    <a:lnTo>
                      <a:pt x="12" y="10"/>
                    </a:lnTo>
                    <a:lnTo>
                      <a:pt x="12" y="9"/>
                    </a:lnTo>
                    <a:lnTo>
                      <a:pt x="13" y="8"/>
                    </a:lnTo>
                    <a:lnTo>
                      <a:pt x="13" y="7"/>
                    </a:lnTo>
                    <a:lnTo>
                      <a:pt x="14" y="7"/>
                    </a:lnTo>
                    <a:lnTo>
                      <a:pt x="15" y="7"/>
                    </a:lnTo>
                    <a:lnTo>
                      <a:pt x="16" y="7"/>
                    </a:lnTo>
                    <a:lnTo>
                      <a:pt x="16" y="6"/>
                    </a:lnTo>
                    <a:lnTo>
                      <a:pt x="16" y="5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5" y="3"/>
                    </a:lnTo>
                    <a:lnTo>
                      <a:pt x="14" y="2"/>
                    </a:lnTo>
                    <a:lnTo>
                      <a:pt x="14" y="1"/>
                    </a:lnTo>
                    <a:lnTo>
                      <a:pt x="13" y="1"/>
                    </a:lnTo>
                    <a:lnTo>
                      <a:pt x="13" y="0"/>
                    </a:lnTo>
                    <a:lnTo>
                      <a:pt x="12" y="0"/>
                    </a:lnTo>
                    <a:lnTo>
                      <a:pt x="12" y="1"/>
                    </a:lnTo>
                    <a:lnTo>
                      <a:pt x="11" y="1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9" y="2"/>
                    </a:lnTo>
                    <a:lnTo>
                      <a:pt x="9" y="3"/>
                    </a:lnTo>
                    <a:lnTo>
                      <a:pt x="10" y="3"/>
                    </a:lnTo>
                    <a:lnTo>
                      <a:pt x="10" y="4"/>
                    </a:lnTo>
                    <a:lnTo>
                      <a:pt x="10" y="5"/>
                    </a:lnTo>
                    <a:lnTo>
                      <a:pt x="10" y="6"/>
                    </a:lnTo>
                    <a:lnTo>
                      <a:pt x="10" y="7"/>
                    </a:lnTo>
                    <a:lnTo>
                      <a:pt x="10" y="6"/>
                    </a:lnTo>
                    <a:lnTo>
                      <a:pt x="9" y="6"/>
                    </a:lnTo>
                    <a:lnTo>
                      <a:pt x="10" y="6"/>
                    </a:lnTo>
                    <a:lnTo>
                      <a:pt x="10" y="5"/>
                    </a:lnTo>
                    <a:lnTo>
                      <a:pt x="10" y="4"/>
                    </a:lnTo>
                    <a:lnTo>
                      <a:pt x="9" y="4"/>
                    </a:lnTo>
                    <a:lnTo>
                      <a:pt x="9" y="3"/>
                    </a:lnTo>
                    <a:lnTo>
                      <a:pt x="9" y="4"/>
                    </a:lnTo>
                    <a:lnTo>
                      <a:pt x="9" y="5"/>
                    </a:lnTo>
                    <a:lnTo>
                      <a:pt x="8" y="5"/>
                    </a:lnTo>
                    <a:lnTo>
                      <a:pt x="8" y="6"/>
                    </a:lnTo>
                    <a:lnTo>
                      <a:pt x="8" y="7"/>
                    </a:lnTo>
                    <a:lnTo>
                      <a:pt x="8" y="6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7" y="5"/>
                    </a:lnTo>
                    <a:lnTo>
                      <a:pt x="7" y="4"/>
                    </a:lnTo>
                    <a:lnTo>
                      <a:pt x="7" y="3"/>
                    </a:lnTo>
                    <a:lnTo>
                      <a:pt x="8" y="3"/>
                    </a:lnTo>
                    <a:lnTo>
                      <a:pt x="7" y="3"/>
                    </a:lnTo>
                    <a:lnTo>
                      <a:pt x="6" y="3"/>
                    </a:lnTo>
                    <a:lnTo>
                      <a:pt x="5" y="3"/>
                    </a:lnTo>
                    <a:lnTo>
                      <a:pt x="4" y="3"/>
                    </a:lnTo>
                    <a:lnTo>
                      <a:pt x="4" y="2"/>
                    </a:lnTo>
                    <a:lnTo>
                      <a:pt x="4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925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35" name="D285">
                <a:extLst>
                  <a:ext uri="{FF2B5EF4-FFF2-40B4-BE49-F238E27FC236}">
                    <a16:creationId xmlns:a16="http://schemas.microsoft.com/office/drawing/2014/main" id="{5B15E247-03DC-4111-9C3C-A5B87F6599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40184" y="4276761"/>
                <a:ext cx="4" cy="5"/>
              </a:xfrm>
              <a:custGeom>
                <a:avLst/>
                <a:gdLst>
                  <a:gd name="T0" fmla="*/ 1 w 4"/>
                  <a:gd name="T1" fmla="*/ 0 h 5"/>
                  <a:gd name="T2" fmla="*/ 0 w 4"/>
                  <a:gd name="T3" fmla="*/ 0 h 5"/>
                  <a:gd name="T4" fmla="*/ 1 w 4"/>
                  <a:gd name="T5" fmla="*/ 1 h 5"/>
                  <a:gd name="T6" fmla="*/ 1 w 4"/>
                  <a:gd name="T7" fmla="*/ 2 h 5"/>
                  <a:gd name="T8" fmla="*/ 2 w 4"/>
                  <a:gd name="T9" fmla="*/ 2 h 5"/>
                  <a:gd name="T10" fmla="*/ 2 w 4"/>
                  <a:gd name="T11" fmla="*/ 3 h 5"/>
                  <a:gd name="T12" fmla="*/ 2 w 4"/>
                  <a:gd name="T13" fmla="*/ 4 h 5"/>
                  <a:gd name="T14" fmla="*/ 2 w 4"/>
                  <a:gd name="T15" fmla="*/ 5 h 5"/>
                  <a:gd name="T16" fmla="*/ 3 w 4"/>
                  <a:gd name="T17" fmla="*/ 5 h 5"/>
                  <a:gd name="T18" fmla="*/ 3 w 4"/>
                  <a:gd name="T19" fmla="*/ 4 h 5"/>
                  <a:gd name="T20" fmla="*/ 3 w 4"/>
                  <a:gd name="T21" fmla="*/ 3 h 5"/>
                  <a:gd name="T22" fmla="*/ 3 w 4"/>
                  <a:gd name="T23" fmla="*/ 2 h 5"/>
                  <a:gd name="T24" fmla="*/ 4 w 4"/>
                  <a:gd name="T25" fmla="*/ 2 h 5"/>
                  <a:gd name="T26" fmla="*/ 4 w 4"/>
                  <a:gd name="T27" fmla="*/ 1 h 5"/>
                  <a:gd name="T28" fmla="*/ 3 w 4"/>
                  <a:gd name="T29" fmla="*/ 1 h 5"/>
                  <a:gd name="T30" fmla="*/ 2 w 4"/>
                  <a:gd name="T31" fmla="*/ 1 h 5"/>
                  <a:gd name="T32" fmla="*/ 2 w 4"/>
                  <a:gd name="T33" fmla="*/ 0 h 5"/>
                  <a:gd name="T34" fmla="*/ 1 w 4"/>
                  <a:gd name="T35" fmla="*/ 0 h 5"/>
                  <a:gd name="T36" fmla="*/ 1 w 4"/>
                  <a:gd name="T37" fmla="*/ 0 h 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"/>
                  <a:gd name="T58" fmla="*/ 0 h 5"/>
                  <a:gd name="T59" fmla="*/ 4 w 4"/>
                  <a:gd name="T60" fmla="*/ 5 h 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" h="5">
                    <a:moveTo>
                      <a:pt x="1" y="0"/>
                    </a:moveTo>
                    <a:lnTo>
                      <a:pt x="0" y="0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2" y="3"/>
                    </a:lnTo>
                    <a:lnTo>
                      <a:pt x="2" y="4"/>
                    </a:lnTo>
                    <a:lnTo>
                      <a:pt x="2" y="5"/>
                    </a:lnTo>
                    <a:lnTo>
                      <a:pt x="3" y="5"/>
                    </a:lnTo>
                    <a:lnTo>
                      <a:pt x="3" y="4"/>
                    </a:lnTo>
                    <a:lnTo>
                      <a:pt x="3" y="3"/>
                    </a:lnTo>
                    <a:lnTo>
                      <a:pt x="3" y="2"/>
                    </a:lnTo>
                    <a:lnTo>
                      <a:pt x="4" y="2"/>
                    </a:lnTo>
                    <a:lnTo>
                      <a:pt x="4" y="1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36" name="D286">
                <a:extLst>
                  <a:ext uri="{FF2B5EF4-FFF2-40B4-BE49-F238E27FC236}">
                    <a16:creationId xmlns:a16="http://schemas.microsoft.com/office/drawing/2014/main" id="{85B22E5E-7BEA-41F3-841C-B87CDA559C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40178" y="4276761"/>
                <a:ext cx="7" cy="4"/>
              </a:xfrm>
              <a:custGeom>
                <a:avLst/>
                <a:gdLst>
                  <a:gd name="T0" fmla="*/ 2 w 7"/>
                  <a:gd name="T1" fmla="*/ 0 h 4"/>
                  <a:gd name="T2" fmla="*/ 1 w 7"/>
                  <a:gd name="T3" fmla="*/ 0 h 4"/>
                  <a:gd name="T4" fmla="*/ 0 w 7"/>
                  <a:gd name="T5" fmla="*/ 0 h 4"/>
                  <a:gd name="T6" fmla="*/ 0 w 7"/>
                  <a:gd name="T7" fmla="*/ 1 h 4"/>
                  <a:gd name="T8" fmla="*/ 1 w 7"/>
                  <a:gd name="T9" fmla="*/ 1 h 4"/>
                  <a:gd name="T10" fmla="*/ 0 w 7"/>
                  <a:gd name="T11" fmla="*/ 2 h 4"/>
                  <a:gd name="T12" fmla="*/ 1 w 7"/>
                  <a:gd name="T13" fmla="*/ 3 h 4"/>
                  <a:gd name="T14" fmla="*/ 2 w 7"/>
                  <a:gd name="T15" fmla="*/ 3 h 4"/>
                  <a:gd name="T16" fmla="*/ 3 w 7"/>
                  <a:gd name="T17" fmla="*/ 3 h 4"/>
                  <a:gd name="T18" fmla="*/ 3 w 7"/>
                  <a:gd name="T19" fmla="*/ 4 h 4"/>
                  <a:gd name="T20" fmla="*/ 4 w 7"/>
                  <a:gd name="T21" fmla="*/ 4 h 4"/>
                  <a:gd name="T22" fmla="*/ 5 w 7"/>
                  <a:gd name="T23" fmla="*/ 3 h 4"/>
                  <a:gd name="T24" fmla="*/ 6 w 7"/>
                  <a:gd name="T25" fmla="*/ 4 h 4"/>
                  <a:gd name="T26" fmla="*/ 7 w 7"/>
                  <a:gd name="T27" fmla="*/ 3 h 4"/>
                  <a:gd name="T28" fmla="*/ 6 w 7"/>
                  <a:gd name="T29" fmla="*/ 3 h 4"/>
                  <a:gd name="T30" fmla="*/ 7 w 7"/>
                  <a:gd name="T31" fmla="*/ 2 h 4"/>
                  <a:gd name="T32" fmla="*/ 6 w 7"/>
                  <a:gd name="T33" fmla="*/ 2 h 4"/>
                  <a:gd name="T34" fmla="*/ 6 w 7"/>
                  <a:gd name="T35" fmla="*/ 1 h 4"/>
                  <a:gd name="T36" fmla="*/ 5 w 7"/>
                  <a:gd name="T37" fmla="*/ 1 h 4"/>
                  <a:gd name="T38" fmla="*/ 4 w 7"/>
                  <a:gd name="T39" fmla="*/ 1 h 4"/>
                  <a:gd name="T40" fmla="*/ 3 w 7"/>
                  <a:gd name="T41" fmla="*/ 1 h 4"/>
                  <a:gd name="T42" fmla="*/ 2 w 7"/>
                  <a:gd name="T43" fmla="*/ 1 h 4"/>
                  <a:gd name="T44" fmla="*/ 2 w 7"/>
                  <a:gd name="T45" fmla="*/ 0 h 4"/>
                  <a:gd name="T46" fmla="*/ 2 w 7"/>
                  <a:gd name="T47" fmla="*/ 0 h 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7"/>
                  <a:gd name="T73" fmla="*/ 0 h 4"/>
                  <a:gd name="T74" fmla="*/ 7 w 7"/>
                  <a:gd name="T75" fmla="*/ 4 h 4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7" h="4">
                    <a:moveTo>
                      <a:pt x="2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3" y="4"/>
                    </a:lnTo>
                    <a:lnTo>
                      <a:pt x="4" y="4"/>
                    </a:lnTo>
                    <a:lnTo>
                      <a:pt x="5" y="3"/>
                    </a:lnTo>
                    <a:lnTo>
                      <a:pt x="6" y="4"/>
                    </a:lnTo>
                    <a:lnTo>
                      <a:pt x="7" y="3"/>
                    </a:lnTo>
                    <a:lnTo>
                      <a:pt x="6" y="3"/>
                    </a:lnTo>
                    <a:lnTo>
                      <a:pt x="7" y="2"/>
                    </a:lnTo>
                    <a:lnTo>
                      <a:pt x="6" y="2"/>
                    </a:lnTo>
                    <a:lnTo>
                      <a:pt x="6" y="1"/>
                    </a:lnTo>
                    <a:lnTo>
                      <a:pt x="5" y="1"/>
                    </a:lnTo>
                    <a:lnTo>
                      <a:pt x="4" y="1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37" name="D287">
                <a:extLst>
                  <a:ext uri="{FF2B5EF4-FFF2-40B4-BE49-F238E27FC236}">
                    <a16:creationId xmlns:a16="http://schemas.microsoft.com/office/drawing/2014/main" id="{7DEC5FA7-331E-4E83-B59B-FC9751885C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40166" y="4276752"/>
                <a:ext cx="10" cy="8"/>
              </a:xfrm>
              <a:custGeom>
                <a:avLst/>
                <a:gdLst>
                  <a:gd name="T0" fmla="*/ 2 w 10"/>
                  <a:gd name="T1" fmla="*/ 1 h 8"/>
                  <a:gd name="T2" fmla="*/ 2 w 10"/>
                  <a:gd name="T3" fmla="*/ 2 h 8"/>
                  <a:gd name="T4" fmla="*/ 1 w 10"/>
                  <a:gd name="T5" fmla="*/ 2 h 8"/>
                  <a:gd name="T6" fmla="*/ 0 w 10"/>
                  <a:gd name="T7" fmla="*/ 2 h 8"/>
                  <a:gd name="T8" fmla="*/ 0 w 10"/>
                  <a:gd name="T9" fmla="*/ 3 h 8"/>
                  <a:gd name="T10" fmla="*/ 0 w 10"/>
                  <a:gd name="T11" fmla="*/ 4 h 8"/>
                  <a:gd name="T12" fmla="*/ 1 w 10"/>
                  <a:gd name="T13" fmla="*/ 4 h 8"/>
                  <a:gd name="T14" fmla="*/ 1 w 10"/>
                  <a:gd name="T15" fmla="*/ 5 h 8"/>
                  <a:gd name="T16" fmla="*/ 1 w 10"/>
                  <a:gd name="T17" fmla="*/ 6 h 8"/>
                  <a:gd name="T18" fmla="*/ 2 w 10"/>
                  <a:gd name="T19" fmla="*/ 6 h 8"/>
                  <a:gd name="T20" fmla="*/ 3 w 10"/>
                  <a:gd name="T21" fmla="*/ 6 h 8"/>
                  <a:gd name="T22" fmla="*/ 4 w 10"/>
                  <a:gd name="T23" fmla="*/ 6 h 8"/>
                  <a:gd name="T24" fmla="*/ 3 w 10"/>
                  <a:gd name="T25" fmla="*/ 7 h 8"/>
                  <a:gd name="T26" fmla="*/ 4 w 10"/>
                  <a:gd name="T27" fmla="*/ 7 h 8"/>
                  <a:gd name="T28" fmla="*/ 5 w 10"/>
                  <a:gd name="T29" fmla="*/ 7 h 8"/>
                  <a:gd name="T30" fmla="*/ 6 w 10"/>
                  <a:gd name="T31" fmla="*/ 7 h 8"/>
                  <a:gd name="T32" fmla="*/ 6 w 10"/>
                  <a:gd name="T33" fmla="*/ 8 h 8"/>
                  <a:gd name="T34" fmla="*/ 7 w 10"/>
                  <a:gd name="T35" fmla="*/ 8 h 8"/>
                  <a:gd name="T36" fmla="*/ 8 w 10"/>
                  <a:gd name="T37" fmla="*/ 8 h 8"/>
                  <a:gd name="T38" fmla="*/ 8 w 10"/>
                  <a:gd name="T39" fmla="*/ 7 h 8"/>
                  <a:gd name="T40" fmla="*/ 9 w 10"/>
                  <a:gd name="T41" fmla="*/ 7 h 8"/>
                  <a:gd name="T42" fmla="*/ 10 w 10"/>
                  <a:gd name="T43" fmla="*/ 6 h 8"/>
                  <a:gd name="T44" fmla="*/ 10 w 10"/>
                  <a:gd name="T45" fmla="*/ 5 h 8"/>
                  <a:gd name="T46" fmla="*/ 10 w 10"/>
                  <a:gd name="T47" fmla="*/ 4 h 8"/>
                  <a:gd name="T48" fmla="*/ 9 w 10"/>
                  <a:gd name="T49" fmla="*/ 4 h 8"/>
                  <a:gd name="T50" fmla="*/ 9 w 10"/>
                  <a:gd name="T51" fmla="*/ 3 h 8"/>
                  <a:gd name="T52" fmla="*/ 9 w 10"/>
                  <a:gd name="T53" fmla="*/ 2 h 8"/>
                  <a:gd name="T54" fmla="*/ 8 w 10"/>
                  <a:gd name="T55" fmla="*/ 1 h 8"/>
                  <a:gd name="T56" fmla="*/ 8 w 10"/>
                  <a:gd name="T57" fmla="*/ 0 h 8"/>
                  <a:gd name="T58" fmla="*/ 7 w 10"/>
                  <a:gd name="T59" fmla="*/ 0 h 8"/>
                  <a:gd name="T60" fmla="*/ 7 w 10"/>
                  <a:gd name="T61" fmla="*/ 1 h 8"/>
                  <a:gd name="T62" fmla="*/ 6 w 10"/>
                  <a:gd name="T63" fmla="*/ 1 h 8"/>
                  <a:gd name="T64" fmla="*/ 5 w 10"/>
                  <a:gd name="T65" fmla="*/ 1 h 8"/>
                  <a:gd name="T66" fmla="*/ 4 w 10"/>
                  <a:gd name="T67" fmla="*/ 1 h 8"/>
                  <a:gd name="T68" fmla="*/ 3 w 10"/>
                  <a:gd name="T69" fmla="*/ 1 h 8"/>
                  <a:gd name="T70" fmla="*/ 2 w 10"/>
                  <a:gd name="T71" fmla="*/ 1 h 8"/>
                  <a:gd name="T72" fmla="*/ 2 w 10"/>
                  <a:gd name="T73" fmla="*/ 1 h 8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0"/>
                  <a:gd name="T112" fmla="*/ 0 h 8"/>
                  <a:gd name="T113" fmla="*/ 10 w 10"/>
                  <a:gd name="T114" fmla="*/ 8 h 8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0" h="8">
                    <a:moveTo>
                      <a:pt x="2" y="1"/>
                    </a:moveTo>
                    <a:lnTo>
                      <a:pt x="2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1" y="4"/>
                    </a:lnTo>
                    <a:lnTo>
                      <a:pt x="1" y="5"/>
                    </a:lnTo>
                    <a:lnTo>
                      <a:pt x="1" y="6"/>
                    </a:lnTo>
                    <a:lnTo>
                      <a:pt x="2" y="6"/>
                    </a:lnTo>
                    <a:lnTo>
                      <a:pt x="3" y="6"/>
                    </a:lnTo>
                    <a:lnTo>
                      <a:pt x="4" y="6"/>
                    </a:lnTo>
                    <a:lnTo>
                      <a:pt x="3" y="7"/>
                    </a:lnTo>
                    <a:lnTo>
                      <a:pt x="4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6" y="8"/>
                    </a:lnTo>
                    <a:lnTo>
                      <a:pt x="7" y="8"/>
                    </a:lnTo>
                    <a:lnTo>
                      <a:pt x="8" y="8"/>
                    </a:lnTo>
                    <a:lnTo>
                      <a:pt x="8" y="7"/>
                    </a:lnTo>
                    <a:lnTo>
                      <a:pt x="9" y="7"/>
                    </a:lnTo>
                    <a:lnTo>
                      <a:pt x="10" y="6"/>
                    </a:lnTo>
                    <a:lnTo>
                      <a:pt x="10" y="5"/>
                    </a:lnTo>
                    <a:lnTo>
                      <a:pt x="10" y="4"/>
                    </a:lnTo>
                    <a:lnTo>
                      <a:pt x="9" y="4"/>
                    </a:lnTo>
                    <a:lnTo>
                      <a:pt x="9" y="3"/>
                    </a:lnTo>
                    <a:lnTo>
                      <a:pt x="9" y="2"/>
                    </a:lnTo>
                    <a:lnTo>
                      <a:pt x="8" y="1"/>
                    </a:lnTo>
                    <a:lnTo>
                      <a:pt x="8" y="0"/>
                    </a:lnTo>
                    <a:lnTo>
                      <a:pt x="7" y="0"/>
                    </a:lnTo>
                    <a:lnTo>
                      <a:pt x="7" y="1"/>
                    </a:lnTo>
                    <a:lnTo>
                      <a:pt x="6" y="1"/>
                    </a:lnTo>
                    <a:lnTo>
                      <a:pt x="5" y="1"/>
                    </a:lnTo>
                    <a:lnTo>
                      <a:pt x="4" y="1"/>
                    </a:lnTo>
                    <a:lnTo>
                      <a:pt x="3" y="1"/>
                    </a:lnTo>
                    <a:lnTo>
                      <a:pt x="2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38" name="D288">
                <a:extLst>
                  <a:ext uri="{FF2B5EF4-FFF2-40B4-BE49-F238E27FC236}">
                    <a16:creationId xmlns:a16="http://schemas.microsoft.com/office/drawing/2014/main" id="{85D2A320-78FC-4E11-AC77-D8BF5786B4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40174" y="4276758"/>
                <a:ext cx="3" cy="6"/>
              </a:xfrm>
              <a:custGeom>
                <a:avLst/>
                <a:gdLst>
                  <a:gd name="T0" fmla="*/ 2 w 3"/>
                  <a:gd name="T1" fmla="*/ 2 h 6"/>
                  <a:gd name="T2" fmla="*/ 1 w 3"/>
                  <a:gd name="T3" fmla="*/ 2 h 6"/>
                  <a:gd name="T4" fmla="*/ 1 w 3"/>
                  <a:gd name="T5" fmla="*/ 3 h 6"/>
                  <a:gd name="T6" fmla="*/ 1 w 3"/>
                  <a:gd name="T7" fmla="*/ 4 h 6"/>
                  <a:gd name="T8" fmla="*/ 0 w 3"/>
                  <a:gd name="T9" fmla="*/ 4 h 6"/>
                  <a:gd name="T10" fmla="*/ 0 w 3"/>
                  <a:gd name="T11" fmla="*/ 5 h 6"/>
                  <a:gd name="T12" fmla="*/ 1 w 3"/>
                  <a:gd name="T13" fmla="*/ 5 h 6"/>
                  <a:gd name="T14" fmla="*/ 1 w 3"/>
                  <a:gd name="T15" fmla="*/ 6 h 6"/>
                  <a:gd name="T16" fmla="*/ 2 w 3"/>
                  <a:gd name="T17" fmla="*/ 5 h 6"/>
                  <a:gd name="T18" fmla="*/ 2 w 3"/>
                  <a:gd name="T19" fmla="*/ 4 h 6"/>
                  <a:gd name="T20" fmla="*/ 2 w 3"/>
                  <a:gd name="T21" fmla="*/ 3 h 6"/>
                  <a:gd name="T22" fmla="*/ 3 w 3"/>
                  <a:gd name="T23" fmla="*/ 3 h 6"/>
                  <a:gd name="T24" fmla="*/ 3 w 3"/>
                  <a:gd name="T25" fmla="*/ 2 h 6"/>
                  <a:gd name="T26" fmla="*/ 3 w 3"/>
                  <a:gd name="T27" fmla="*/ 1 h 6"/>
                  <a:gd name="T28" fmla="*/ 3 w 3"/>
                  <a:gd name="T29" fmla="*/ 0 h 6"/>
                  <a:gd name="T30" fmla="*/ 2 w 3"/>
                  <a:gd name="T31" fmla="*/ 0 h 6"/>
                  <a:gd name="T32" fmla="*/ 2 w 3"/>
                  <a:gd name="T33" fmla="*/ 1 h 6"/>
                  <a:gd name="T34" fmla="*/ 2 w 3"/>
                  <a:gd name="T35" fmla="*/ 2 h 6"/>
                  <a:gd name="T36" fmla="*/ 2 w 3"/>
                  <a:gd name="T37" fmla="*/ 2 h 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"/>
                  <a:gd name="T58" fmla="*/ 0 h 6"/>
                  <a:gd name="T59" fmla="*/ 3 w 3"/>
                  <a:gd name="T60" fmla="*/ 6 h 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" h="6">
                    <a:moveTo>
                      <a:pt x="2" y="2"/>
                    </a:moveTo>
                    <a:lnTo>
                      <a:pt x="1" y="2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1" y="5"/>
                    </a:lnTo>
                    <a:lnTo>
                      <a:pt x="1" y="6"/>
                    </a:lnTo>
                    <a:lnTo>
                      <a:pt x="2" y="5"/>
                    </a:lnTo>
                    <a:lnTo>
                      <a:pt x="2" y="4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39" name="D289">
                <a:extLst>
                  <a:ext uri="{FF2B5EF4-FFF2-40B4-BE49-F238E27FC236}">
                    <a16:creationId xmlns:a16="http://schemas.microsoft.com/office/drawing/2014/main" id="{559CD4A5-000D-446A-8DBE-9CC57E8E92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40150" y="4276725"/>
                <a:ext cx="26" cy="37"/>
              </a:xfrm>
              <a:custGeom>
                <a:avLst/>
                <a:gdLst>
                  <a:gd name="T0" fmla="*/ 9 w 26"/>
                  <a:gd name="T1" fmla="*/ 37 h 37"/>
                  <a:gd name="T2" fmla="*/ 12 w 26"/>
                  <a:gd name="T3" fmla="*/ 37 h 37"/>
                  <a:gd name="T4" fmla="*/ 13 w 26"/>
                  <a:gd name="T5" fmla="*/ 36 h 37"/>
                  <a:gd name="T6" fmla="*/ 15 w 26"/>
                  <a:gd name="T7" fmla="*/ 37 h 37"/>
                  <a:gd name="T8" fmla="*/ 14 w 26"/>
                  <a:gd name="T9" fmla="*/ 36 h 37"/>
                  <a:gd name="T10" fmla="*/ 12 w 26"/>
                  <a:gd name="T11" fmla="*/ 35 h 37"/>
                  <a:gd name="T12" fmla="*/ 12 w 26"/>
                  <a:gd name="T13" fmla="*/ 33 h 37"/>
                  <a:gd name="T14" fmla="*/ 14 w 26"/>
                  <a:gd name="T15" fmla="*/ 32 h 37"/>
                  <a:gd name="T16" fmla="*/ 13 w 26"/>
                  <a:gd name="T17" fmla="*/ 31 h 37"/>
                  <a:gd name="T18" fmla="*/ 14 w 26"/>
                  <a:gd name="T19" fmla="*/ 29 h 37"/>
                  <a:gd name="T20" fmla="*/ 14 w 26"/>
                  <a:gd name="T21" fmla="*/ 28 h 37"/>
                  <a:gd name="T22" fmla="*/ 14 w 26"/>
                  <a:gd name="T23" fmla="*/ 26 h 37"/>
                  <a:gd name="T24" fmla="*/ 17 w 26"/>
                  <a:gd name="T25" fmla="*/ 26 h 37"/>
                  <a:gd name="T26" fmla="*/ 16 w 26"/>
                  <a:gd name="T27" fmla="*/ 24 h 37"/>
                  <a:gd name="T28" fmla="*/ 19 w 26"/>
                  <a:gd name="T29" fmla="*/ 24 h 37"/>
                  <a:gd name="T30" fmla="*/ 20 w 26"/>
                  <a:gd name="T31" fmla="*/ 21 h 37"/>
                  <a:gd name="T32" fmla="*/ 21 w 26"/>
                  <a:gd name="T33" fmla="*/ 19 h 37"/>
                  <a:gd name="T34" fmla="*/ 22 w 26"/>
                  <a:gd name="T35" fmla="*/ 21 h 37"/>
                  <a:gd name="T36" fmla="*/ 24 w 26"/>
                  <a:gd name="T37" fmla="*/ 20 h 37"/>
                  <a:gd name="T38" fmla="*/ 26 w 26"/>
                  <a:gd name="T39" fmla="*/ 17 h 37"/>
                  <a:gd name="T40" fmla="*/ 24 w 26"/>
                  <a:gd name="T41" fmla="*/ 16 h 37"/>
                  <a:gd name="T42" fmla="*/ 22 w 26"/>
                  <a:gd name="T43" fmla="*/ 16 h 37"/>
                  <a:gd name="T44" fmla="*/ 20 w 26"/>
                  <a:gd name="T45" fmla="*/ 16 h 37"/>
                  <a:gd name="T46" fmla="*/ 19 w 26"/>
                  <a:gd name="T47" fmla="*/ 15 h 37"/>
                  <a:gd name="T48" fmla="*/ 18 w 26"/>
                  <a:gd name="T49" fmla="*/ 14 h 37"/>
                  <a:gd name="T50" fmla="*/ 19 w 26"/>
                  <a:gd name="T51" fmla="*/ 13 h 37"/>
                  <a:gd name="T52" fmla="*/ 19 w 26"/>
                  <a:gd name="T53" fmla="*/ 12 h 37"/>
                  <a:gd name="T54" fmla="*/ 20 w 26"/>
                  <a:gd name="T55" fmla="*/ 11 h 37"/>
                  <a:gd name="T56" fmla="*/ 20 w 26"/>
                  <a:gd name="T57" fmla="*/ 9 h 37"/>
                  <a:gd name="T58" fmla="*/ 21 w 26"/>
                  <a:gd name="T59" fmla="*/ 7 h 37"/>
                  <a:gd name="T60" fmla="*/ 22 w 26"/>
                  <a:gd name="T61" fmla="*/ 5 h 37"/>
                  <a:gd name="T62" fmla="*/ 21 w 26"/>
                  <a:gd name="T63" fmla="*/ 2 h 37"/>
                  <a:gd name="T64" fmla="*/ 22 w 26"/>
                  <a:gd name="T65" fmla="*/ 0 h 37"/>
                  <a:gd name="T66" fmla="*/ 20 w 26"/>
                  <a:gd name="T67" fmla="*/ 0 h 37"/>
                  <a:gd name="T68" fmla="*/ 17 w 26"/>
                  <a:gd name="T69" fmla="*/ 2 h 37"/>
                  <a:gd name="T70" fmla="*/ 14 w 26"/>
                  <a:gd name="T71" fmla="*/ 4 h 37"/>
                  <a:gd name="T72" fmla="*/ 12 w 26"/>
                  <a:gd name="T73" fmla="*/ 7 h 37"/>
                  <a:gd name="T74" fmla="*/ 7 w 26"/>
                  <a:gd name="T75" fmla="*/ 7 h 37"/>
                  <a:gd name="T76" fmla="*/ 3 w 26"/>
                  <a:gd name="T77" fmla="*/ 9 h 37"/>
                  <a:gd name="T78" fmla="*/ 1 w 26"/>
                  <a:gd name="T79" fmla="*/ 14 h 37"/>
                  <a:gd name="T80" fmla="*/ 0 w 26"/>
                  <a:gd name="T81" fmla="*/ 17 h 37"/>
                  <a:gd name="T82" fmla="*/ 0 w 26"/>
                  <a:gd name="T83" fmla="*/ 21 h 37"/>
                  <a:gd name="T84" fmla="*/ 1 w 26"/>
                  <a:gd name="T85" fmla="*/ 24 h 37"/>
                  <a:gd name="T86" fmla="*/ 0 w 26"/>
                  <a:gd name="T87" fmla="*/ 27 h 37"/>
                  <a:gd name="T88" fmla="*/ 1 w 26"/>
                  <a:gd name="T89" fmla="*/ 28 h 37"/>
                  <a:gd name="T90" fmla="*/ 3 w 26"/>
                  <a:gd name="T91" fmla="*/ 29 h 37"/>
                  <a:gd name="T92" fmla="*/ 5 w 26"/>
                  <a:gd name="T93" fmla="*/ 31 h 37"/>
                  <a:gd name="T94" fmla="*/ 5 w 26"/>
                  <a:gd name="T95" fmla="*/ 34 h 37"/>
                  <a:gd name="T96" fmla="*/ 6 w 26"/>
                  <a:gd name="T97" fmla="*/ 37 h 37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26"/>
                  <a:gd name="T148" fmla="*/ 0 h 37"/>
                  <a:gd name="T149" fmla="*/ 26 w 26"/>
                  <a:gd name="T150" fmla="*/ 37 h 37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26" h="37">
                    <a:moveTo>
                      <a:pt x="7" y="37"/>
                    </a:moveTo>
                    <a:lnTo>
                      <a:pt x="9" y="37"/>
                    </a:lnTo>
                    <a:lnTo>
                      <a:pt x="11" y="37"/>
                    </a:lnTo>
                    <a:lnTo>
                      <a:pt x="12" y="37"/>
                    </a:lnTo>
                    <a:lnTo>
                      <a:pt x="13" y="37"/>
                    </a:lnTo>
                    <a:lnTo>
                      <a:pt x="13" y="36"/>
                    </a:lnTo>
                    <a:lnTo>
                      <a:pt x="14" y="37"/>
                    </a:lnTo>
                    <a:lnTo>
                      <a:pt x="15" y="37"/>
                    </a:lnTo>
                    <a:lnTo>
                      <a:pt x="15" y="36"/>
                    </a:lnTo>
                    <a:lnTo>
                      <a:pt x="14" y="36"/>
                    </a:lnTo>
                    <a:lnTo>
                      <a:pt x="13" y="35"/>
                    </a:lnTo>
                    <a:lnTo>
                      <a:pt x="12" y="35"/>
                    </a:lnTo>
                    <a:lnTo>
                      <a:pt x="12" y="34"/>
                    </a:lnTo>
                    <a:lnTo>
                      <a:pt x="12" y="33"/>
                    </a:lnTo>
                    <a:lnTo>
                      <a:pt x="13" y="33"/>
                    </a:lnTo>
                    <a:lnTo>
                      <a:pt x="14" y="32"/>
                    </a:lnTo>
                    <a:lnTo>
                      <a:pt x="13" y="32"/>
                    </a:lnTo>
                    <a:lnTo>
                      <a:pt x="13" y="31"/>
                    </a:lnTo>
                    <a:lnTo>
                      <a:pt x="14" y="30"/>
                    </a:lnTo>
                    <a:lnTo>
                      <a:pt x="14" y="29"/>
                    </a:lnTo>
                    <a:lnTo>
                      <a:pt x="13" y="29"/>
                    </a:lnTo>
                    <a:lnTo>
                      <a:pt x="14" y="28"/>
                    </a:lnTo>
                    <a:lnTo>
                      <a:pt x="15" y="27"/>
                    </a:lnTo>
                    <a:lnTo>
                      <a:pt x="14" y="26"/>
                    </a:lnTo>
                    <a:lnTo>
                      <a:pt x="15" y="26"/>
                    </a:lnTo>
                    <a:lnTo>
                      <a:pt x="17" y="26"/>
                    </a:lnTo>
                    <a:lnTo>
                      <a:pt x="17" y="25"/>
                    </a:lnTo>
                    <a:lnTo>
                      <a:pt x="16" y="24"/>
                    </a:lnTo>
                    <a:lnTo>
                      <a:pt x="17" y="24"/>
                    </a:lnTo>
                    <a:lnTo>
                      <a:pt x="19" y="24"/>
                    </a:lnTo>
                    <a:lnTo>
                      <a:pt x="20" y="23"/>
                    </a:lnTo>
                    <a:lnTo>
                      <a:pt x="20" y="21"/>
                    </a:lnTo>
                    <a:lnTo>
                      <a:pt x="20" y="20"/>
                    </a:lnTo>
                    <a:lnTo>
                      <a:pt x="21" y="19"/>
                    </a:lnTo>
                    <a:lnTo>
                      <a:pt x="21" y="20"/>
                    </a:lnTo>
                    <a:lnTo>
                      <a:pt x="22" y="21"/>
                    </a:lnTo>
                    <a:lnTo>
                      <a:pt x="23" y="20"/>
                    </a:lnTo>
                    <a:lnTo>
                      <a:pt x="24" y="20"/>
                    </a:lnTo>
                    <a:lnTo>
                      <a:pt x="25" y="18"/>
                    </a:lnTo>
                    <a:lnTo>
                      <a:pt x="26" y="17"/>
                    </a:lnTo>
                    <a:lnTo>
                      <a:pt x="25" y="16"/>
                    </a:lnTo>
                    <a:lnTo>
                      <a:pt x="24" y="16"/>
                    </a:lnTo>
                    <a:lnTo>
                      <a:pt x="23" y="16"/>
                    </a:lnTo>
                    <a:lnTo>
                      <a:pt x="22" y="16"/>
                    </a:lnTo>
                    <a:lnTo>
                      <a:pt x="21" y="16"/>
                    </a:lnTo>
                    <a:lnTo>
                      <a:pt x="20" y="16"/>
                    </a:lnTo>
                    <a:lnTo>
                      <a:pt x="19" y="16"/>
                    </a:lnTo>
                    <a:lnTo>
                      <a:pt x="19" y="15"/>
                    </a:lnTo>
                    <a:lnTo>
                      <a:pt x="20" y="14"/>
                    </a:lnTo>
                    <a:lnTo>
                      <a:pt x="18" y="14"/>
                    </a:lnTo>
                    <a:lnTo>
                      <a:pt x="18" y="13"/>
                    </a:lnTo>
                    <a:lnTo>
                      <a:pt x="19" y="13"/>
                    </a:lnTo>
                    <a:lnTo>
                      <a:pt x="20" y="12"/>
                    </a:lnTo>
                    <a:lnTo>
                      <a:pt x="19" y="12"/>
                    </a:lnTo>
                    <a:lnTo>
                      <a:pt x="20" y="12"/>
                    </a:lnTo>
                    <a:lnTo>
                      <a:pt x="20" y="11"/>
                    </a:lnTo>
                    <a:lnTo>
                      <a:pt x="20" y="10"/>
                    </a:lnTo>
                    <a:lnTo>
                      <a:pt x="20" y="9"/>
                    </a:lnTo>
                    <a:lnTo>
                      <a:pt x="20" y="8"/>
                    </a:lnTo>
                    <a:lnTo>
                      <a:pt x="21" y="7"/>
                    </a:lnTo>
                    <a:lnTo>
                      <a:pt x="22" y="6"/>
                    </a:lnTo>
                    <a:lnTo>
                      <a:pt x="22" y="5"/>
                    </a:lnTo>
                    <a:lnTo>
                      <a:pt x="21" y="3"/>
                    </a:lnTo>
                    <a:lnTo>
                      <a:pt x="21" y="2"/>
                    </a:lnTo>
                    <a:lnTo>
                      <a:pt x="21" y="1"/>
                    </a:lnTo>
                    <a:lnTo>
                      <a:pt x="22" y="0"/>
                    </a:lnTo>
                    <a:lnTo>
                      <a:pt x="21" y="0"/>
                    </a:lnTo>
                    <a:lnTo>
                      <a:pt x="20" y="0"/>
                    </a:lnTo>
                    <a:lnTo>
                      <a:pt x="19" y="1"/>
                    </a:lnTo>
                    <a:lnTo>
                      <a:pt x="17" y="2"/>
                    </a:lnTo>
                    <a:lnTo>
                      <a:pt x="15" y="3"/>
                    </a:lnTo>
                    <a:lnTo>
                      <a:pt x="14" y="4"/>
                    </a:lnTo>
                    <a:lnTo>
                      <a:pt x="13" y="6"/>
                    </a:lnTo>
                    <a:lnTo>
                      <a:pt x="12" y="7"/>
                    </a:lnTo>
                    <a:lnTo>
                      <a:pt x="10" y="7"/>
                    </a:lnTo>
                    <a:lnTo>
                      <a:pt x="7" y="7"/>
                    </a:lnTo>
                    <a:lnTo>
                      <a:pt x="5" y="8"/>
                    </a:lnTo>
                    <a:lnTo>
                      <a:pt x="3" y="9"/>
                    </a:lnTo>
                    <a:lnTo>
                      <a:pt x="2" y="10"/>
                    </a:lnTo>
                    <a:lnTo>
                      <a:pt x="1" y="14"/>
                    </a:lnTo>
                    <a:lnTo>
                      <a:pt x="1" y="15"/>
                    </a:lnTo>
                    <a:lnTo>
                      <a:pt x="0" y="17"/>
                    </a:lnTo>
                    <a:lnTo>
                      <a:pt x="0" y="19"/>
                    </a:lnTo>
                    <a:lnTo>
                      <a:pt x="0" y="21"/>
                    </a:lnTo>
                    <a:lnTo>
                      <a:pt x="0" y="23"/>
                    </a:lnTo>
                    <a:lnTo>
                      <a:pt x="1" y="24"/>
                    </a:lnTo>
                    <a:lnTo>
                      <a:pt x="1" y="26"/>
                    </a:lnTo>
                    <a:lnTo>
                      <a:pt x="0" y="27"/>
                    </a:lnTo>
                    <a:lnTo>
                      <a:pt x="0" y="28"/>
                    </a:lnTo>
                    <a:lnTo>
                      <a:pt x="1" y="28"/>
                    </a:lnTo>
                    <a:lnTo>
                      <a:pt x="2" y="28"/>
                    </a:lnTo>
                    <a:lnTo>
                      <a:pt x="3" y="29"/>
                    </a:lnTo>
                    <a:lnTo>
                      <a:pt x="4" y="30"/>
                    </a:lnTo>
                    <a:lnTo>
                      <a:pt x="5" y="31"/>
                    </a:lnTo>
                    <a:lnTo>
                      <a:pt x="5" y="32"/>
                    </a:lnTo>
                    <a:lnTo>
                      <a:pt x="5" y="34"/>
                    </a:lnTo>
                    <a:lnTo>
                      <a:pt x="5" y="35"/>
                    </a:lnTo>
                    <a:lnTo>
                      <a:pt x="6" y="37"/>
                    </a:lnTo>
                    <a:lnTo>
                      <a:pt x="7" y="37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grpSp>
          <p:nvGrpSpPr>
            <p:cNvPr id="16" name="Estonia">
              <a:extLst>
                <a:ext uri="{FF2B5EF4-FFF2-40B4-BE49-F238E27FC236}">
                  <a16:creationId xmlns:a16="http://schemas.microsoft.com/office/drawing/2014/main" id="{D1DBA87B-9412-491F-9583-6846806F02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3880" y="3027835"/>
              <a:ext cx="140626" cy="63559"/>
              <a:chOff x="17592675" y="4019550"/>
              <a:chExt cx="63" cy="26"/>
            </a:xfrm>
            <a:solidFill>
              <a:srgbClr val="002B69">
                <a:alpha val="91000"/>
              </a:srgbClr>
            </a:solidFill>
          </p:grpSpPr>
          <p:sp>
            <p:nvSpPr>
              <p:cNvPr id="130" name="D302">
                <a:extLst>
                  <a:ext uri="{FF2B5EF4-FFF2-40B4-BE49-F238E27FC236}">
                    <a16:creationId xmlns:a16="http://schemas.microsoft.com/office/drawing/2014/main" id="{B1C4282E-C048-40E4-8146-1B3E5D43EA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92691" y="4019550"/>
                <a:ext cx="47" cy="26"/>
              </a:xfrm>
              <a:custGeom>
                <a:avLst/>
                <a:gdLst>
                  <a:gd name="T0" fmla="*/ 46 w 47"/>
                  <a:gd name="T1" fmla="*/ 1 h 26"/>
                  <a:gd name="T2" fmla="*/ 44 w 47"/>
                  <a:gd name="T3" fmla="*/ 2 h 26"/>
                  <a:gd name="T4" fmla="*/ 41 w 47"/>
                  <a:gd name="T5" fmla="*/ 3 h 26"/>
                  <a:gd name="T6" fmla="*/ 38 w 47"/>
                  <a:gd name="T7" fmla="*/ 2 h 26"/>
                  <a:gd name="T8" fmla="*/ 36 w 47"/>
                  <a:gd name="T9" fmla="*/ 1 h 26"/>
                  <a:gd name="T10" fmla="*/ 31 w 47"/>
                  <a:gd name="T11" fmla="*/ 2 h 26"/>
                  <a:gd name="T12" fmla="*/ 26 w 47"/>
                  <a:gd name="T13" fmla="*/ 1 h 26"/>
                  <a:gd name="T14" fmla="*/ 21 w 47"/>
                  <a:gd name="T15" fmla="*/ 0 h 26"/>
                  <a:gd name="T16" fmla="*/ 18 w 47"/>
                  <a:gd name="T17" fmla="*/ 0 h 26"/>
                  <a:gd name="T18" fmla="*/ 15 w 47"/>
                  <a:gd name="T19" fmla="*/ 1 h 26"/>
                  <a:gd name="T20" fmla="*/ 12 w 47"/>
                  <a:gd name="T21" fmla="*/ 1 h 26"/>
                  <a:gd name="T22" fmla="*/ 11 w 47"/>
                  <a:gd name="T23" fmla="*/ 3 h 26"/>
                  <a:gd name="T24" fmla="*/ 8 w 47"/>
                  <a:gd name="T25" fmla="*/ 2 h 26"/>
                  <a:gd name="T26" fmla="*/ 5 w 47"/>
                  <a:gd name="T27" fmla="*/ 4 h 26"/>
                  <a:gd name="T28" fmla="*/ 1 w 47"/>
                  <a:gd name="T29" fmla="*/ 6 h 26"/>
                  <a:gd name="T30" fmla="*/ 1 w 47"/>
                  <a:gd name="T31" fmla="*/ 8 h 26"/>
                  <a:gd name="T32" fmla="*/ 1 w 47"/>
                  <a:gd name="T33" fmla="*/ 10 h 26"/>
                  <a:gd name="T34" fmla="*/ 3 w 47"/>
                  <a:gd name="T35" fmla="*/ 11 h 26"/>
                  <a:gd name="T36" fmla="*/ 3 w 47"/>
                  <a:gd name="T37" fmla="*/ 13 h 26"/>
                  <a:gd name="T38" fmla="*/ 2 w 47"/>
                  <a:gd name="T39" fmla="*/ 14 h 26"/>
                  <a:gd name="T40" fmla="*/ 2 w 47"/>
                  <a:gd name="T41" fmla="*/ 16 h 26"/>
                  <a:gd name="T42" fmla="*/ 4 w 47"/>
                  <a:gd name="T43" fmla="*/ 17 h 26"/>
                  <a:gd name="T44" fmla="*/ 6 w 47"/>
                  <a:gd name="T45" fmla="*/ 16 h 26"/>
                  <a:gd name="T46" fmla="*/ 6 w 47"/>
                  <a:gd name="T47" fmla="*/ 19 h 26"/>
                  <a:gd name="T48" fmla="*/ 8 w 47"/>
                  <a:gd name="T49" fmla="*/ 18 h 26"/>
                  <a:gd name="T50" fmla="*/ 10 w 47"/>
                  <a:gd name="T51" fmla="*/ 16 h 26"/>
                  <a:gd name="T52" fmla="*/ 10 w 47"/>
                  <a:gd name="T53" fmla="*/ 20 h 26"/>
                  <a:gd name="T54" fmla="*/ 9 w 47"/>
                  <a:gd name="T55" fmla="*/ 23 h 26"/>
                  <a:gd name="T56" fmla="*/ 12 w 47"/>
                  <a:gd name="T57" fmla="*/ 22 h 26"/>
                  <a:gd name="T58" fmla="*/ 16 w 47"/>
                  <a:gd name="T59" fmla="*/ 21 h 26"/>
                  <a:gd name="T60" fmla="*/ 20 w 47"/>
                  <a:gd name="T61" fmla="*/ 19 h 26"/>
                  <a:gd name="T62" fmla="*/ 21 w 47"/>
                  <a:gd name="T63" fmla="*/ 21 h 26"/>
                  <a:gd name="T64" fmla="*/ 24 w 47"/>
                  <a:gd name="T65" fmla="*/ 22 h 26"/>
                  <a:gd name="T66" fmla="*/ 27 w 47"/>
                  <a:gd name="T67" fmla="*/ 24 h 26"/>
                  <a:gd name="T68" fmla="*/ 31 w 47"/>
                  <a:gd name="T69" fmla="*/ 26 h 26"/>
                  <a:gd name="T70" fmla="*/ 36 w 47"/>
                  <a:gd name="T71" fmla="*/ 26 h 26"/>
                  <a:gd name="T72" fmla="*/ 38 w 47"/>
                  <a:gd name="T73" fmla="*/ 25 h 26"/>
                  <a:gd name="T74" fmla="*/ 40 w 47"/>
                  <a:gd name="T75" fmla="*/ 26 h 26"/>
                  <a:gd name="T76" fmla="*/ 42 w 47"/>
                  <a:gd name="T77" fmla="*/ 25 h 26"/>
                  <a:gd name="T78" fmla="*/ 42 w 47"/>
                  <a:gd name="T79" fmla="*/ 23 h 26"/>
                  <a:gd name="T80" fmla="*/ 41 w 47"/>
                  <a:gd name="T81" fmla="*/ 20 h 26"/>
                  <a:gd name="T82" fmla="*/ 40 w 47"/>
                  <a:gd name="T83" fmla="*/ 17 h 26"/>
                  <a:gd name="T84" fmla="*/ 41 w 47"/>
                  <a:gd name="T85" fmla="*/ 14 h 26"/>
                  <a:gd name="T86" fmla="*/ 40 w 47"/>
                  <a:gd name="T87" fmla="*/ 12 h 26"/>
                  <a:gd name="T88" fmla="*/ 41 w 47"/>
                  <a:gd name="T89" fmla="*/ 10 h 26"/>
                  <a:gd name="T90" fmla="*/ 43 w 47"/>
                  <a:gd name="T91" fmla="*/ 9 h 26"/>
                  <a:gd name="T92" fmla="*/ 45 w 47"/>
                  <a:gd name="T93" fmla="*/ 6 h 26"/>
                  <a:gd name="T94" fmla="*/ 46 w 47"/>
                  <a:gd name="T95" fmla="*/ 4 h 2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47"/>
                  <a:gd name="T145" fmla="*/ 0 h 26"/>
                  <a:gd name="T146" fmla="*/ 47 w 47"/>
                  <a:gd name="T147" fmla="*/ 26 h 2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47" h="26">
                    <a:moveTo>
                      <a:pt x="47" y="2"/>
                    </a:moveTo>
                    <a:lnTo>
                      <a:pt x="47" y="1"/>
                    </a:lnTo>
                    <a:lnTo>
                      <a:pt x="46" y="1"/>
                    </a:lnTo>
                    <a:lnTo>
                      <a:pt x="45" y="1"/>
                    </a:lnTo>
                    <a:lnTo>
                      <a:pt x="45" y="2"/>
                    </a:lnTo>
                    <a:lnTo>
                      <a:pt x="44" y="2"/>
                    </a:lnTo>
                    <a:lnTo>
                      <a:pt x="43" y="2"/>
                    </a:lnTo>
                    <a:lnTo>
                      <a:pt x="43" y="3"/>
                    </a:lnTo>
                    <a:lnTo>
                      <a:pt x="41" y="3"/>
                    </a:lnTo>
                    <a:lnTo>
                      <a:pt x="40" y="3"/>
                    </a:lnTo>
                    <a:lnTo>
                      <a:pt x="39" y="2"/>
                    </a:lnTo>
                    <a:lnTo>
                      <a:pt x="38" y="2"/>
                    </a:lnTo>
                    <a:lnTo>
                      <a:pt x="38" y="1"/>
                    </a:lnTo>
                    <a:lnTo>
                      <a:pt x="37" y="1"/>
                    </a:lnTo>
                    <a:lnTo>
                      <a:pt x="36" y="1"/>
                    </a:lnTo>
                    <a:lnTo>
                      <a:pt x="35" y="2"/>
                    </a:lnTo>
                    <a:lnTo>
                      <a:pt x="33" y="1"/>
                    </a:lnTo>
                    <a:lnTo>
                      <a:pt x="31" y="2"/>
                    </a:lnTo>
                    <a:lnTo>
                      <a:pt x="30" y="2"/>
                    </a:lnTo>
                    <a:lnTo>
                      <a:pt x="27" y="2"/>
                    </a:lnTo>
                    <a:lnTo>
                      <a:pt x="26" y="1"/>
                    </a:lnTo>
                    <a:lnTo>
                      <a:pt x="24" y="1"/>
                    </a:lnTo>
                    <a:lnTo>
                      <a:pt x="22" y="0"/>
                    </a:lnTo>
                    <a:lnTo>
                      <a:pt x="21" y="0"/>
                    </a:lnTo>
                    <a:lnTo>
                      <a:pt x="20" y="0"/>
                    </a:lnTo>
                    <a:lnTo>
                      <a:pt x="19" y="0"/>
                    </a:lnTo>
                    <a:lnTo>
                      <a:pt x="18" y="0"/>
                    </a:lnTo>
                    <a:lnTo>
                      <a:pt x="17" y="1"/>
                    </a:lnTo>
                    <a:lnTo>
                      <a:pt x="16" y="1"/>
                    </a:lnTo>
                    <a:lnTo>
                      <a:pt x="15" y="1"/>
                    </a:lnTo>
                    <a:lnTo>
                      <a:pt x="14" y="1"/>
                    </a:lnTo>
                    <a:lnTo>
                      <a:pt x="13" y="1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3"/>
                    </a:lnTo>
                    <a:lnTo>
                      <a:pt x="11" y="3"/>
                    </a:lnTo>
                    <a:lnTo>
                      <a:pt x="10" y="2"/>
                    </a:lnTo>
                    <a:lnTo>
                      <a:pt x="9" y="2"/>
                    </a:lnTo>
                    <a:lnTo>
                      <a:pt x="8" y="2"/>
                    </a:lnTo>
                    <a:lnTo>
                      <a:pt x="7" y="2"/>
                    </a:lnTo>
                    <a:lnTo>
                      <a:pt x="6" y="3"/>
                    </a:lnTo>
                    <a:lnTo>
                      <a:pt x="5" y="4"/>
                    </a:lnTo>
                    <a:lnTo>
                      <a:pt x="4" y="5"/>
                    </a:lnTo>
                    <a:lnTo>
                      <a:pt x="3" y="5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7"/>
                    </a:lnTo>
                    <a:lnTo>
                      <a:pt x="1" y="8"/>
                    </a:lnTo>
                    <a:lnTo>
                      <a:pt x="2" y="8"/>
                    </a:lnTo>
                    <a:lnTo>
                      <a:pt x="2" y="9"/>
                    </a:lnTo>
                    <a:lnTo>
                      <a:pt x="1" y="10"/>
                    </a:lnTo>
                    <a:lnTo>
                      <a:pt x="1" y="11"/>
                    </a:lnTo>
                    <a:lnTo>
                      <a:pt x="2" y="11"/>
                    </a:lnTo>
                    <a:lnTo>
                      <a:pt x="3" y="11"/>
                    </a:lnTo>
                    <a:lnTo>
                      <a:pt x="4" y="11"/>
                    </a:lnTo>
                    <a:lnTo>
                      <a:pt x="4" y="12"/>
                    </a:lnTo>
                    <a:lnTo>
                      <a:pt x="3" y="13"/>
                    </a:lnTo>
                    <a:lnTo>
                      <a:pt x="2" y="13"/>
                    </a:lnTo>
                    <a:lnTo>
                      <a:pt x="1" y="13"/>
                    </a:lnTo>
                    <a:lnTo>
                      <a:pt x="2" y="14"/>
                    </a:lnTo>
                    <a:lnTo>
                      <a:pt x="3" y="14"/>
                    </a:lnTo>
                    <a:lnTo>
                      <a:pt x="3" y="15"/>
                    </a:lnTo>
                    <a:lnTo>
                      <a:pt x="2" y="16"/>
                    </a:lnTo>
                    <a:lnTo>
                      <a:pt x="3" y="16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5" y="17"/>
                    </a:lnTo>
                    <a:lnTo>
                      <a:pt x="5" y="16"/>
                    </a:lnTo>
                    <a:lnTo>
                      <a:pt x="6" y="16"/>
                    </a:lnTo>
                    <a:lnTo>
                      <a:pt x="6" y="17"/>
                    </a:lnTo>
                    <a:lnTo>
                      <a:pt x="6" y="18"/>
                    </a:lnTo>
                    <a:lnTo>
                      <a:pt x="6" y="19"/>
                    </a:lnTo>
                    <a:lnTo>
                      <a:pt x="7" y="19"/>
                    </a:lnTo>
                    <a:lnTo>
                      <a:pt x="8" y="19"/>
                    </a:lnTo>
                    <a:lnTo>
                      <a:pt x="8" y="18"/>
                    </a:lnTo>
                    <a:lnTo>
                      <a:pt x="9" y="17"/>
                    </a:lnTo>
                    <a:lnTo>
                      <a:pt x="9" y="16"/>
                    </a:lnTo>
                    <a:lnTo>
                      <a:pt x="10" y="16"/>
                    </a:lnTo>
                    <a:lnTo>
                      <a:pt x="10" y="17"/>
                    </a:lnTo>
                    <a:lnTo>
                      <a:pt x="10" y="19"/>
                    </a:lnTo>
                    <a:lnTo>
                      <a:pt x="10" y="20"/>
                    </a:lnTo>
                    <a:lnTo>
                      <a:pt x="10" y="21"/>
                    </a:lnTo>
                    <a:lnTo>
                      <a:pt x="9" y="22"/>
                    </a:lnTo>
                    <a:lnTo>
                      <a:pt x="9" y="23"/>
                    </a:lnTo>
                    <a:lnTo>
                      <a:pt x="10" y="23"/>
                    </a:lnTo>
                    <a:lnTo>
                      <a:pt x="11" y="23"/>
                    </a:lnTo>
                    <a:lnTo>
                      <a:pt x="12" y="22"/>
                    </a:lnTo>
                    <a:lnTo>
                      <a:pt x="13" y="22"/>
                    </a:lnTo>
                    <a:lnTo>
                      <a:pt x="15" y="22"/>
                    </a:lnTo>
                    <a:lnTo>
                      <a:pt x="16" y="21"/>
                    </a:lnTo>
                    <a:lnTo>
                      <a:pt x="17" y="20"/>
                    </a:lnTo>
                    <a:lnTo>
                      <a:pt x="18" y="20"/>
                    </a:lnTo>
                    <a:lnTo>
                      <a:pt x="20" y="19"/>
                    </a:lnTo>
                    <a:lnTo>
                      <a:pt x="20" y="20"/>
                    </a:lnTo>
                    <a:lnTo>
                      <a:pt x="21" y="20"/>
                    </a:lnTo>
                    <a:lnTo>
                      <a:pt x="21" y="21"/>
                    </a:lnTo>
                    <a:lnTo>
                      <a:pt x="22" y="21"/>
                    </a:lnTo>
                    <a:lnTo>
                      <a:pt x="23" y="21"/>
                    </a:lnTo>
                    <a:lnTo>
                      <a:pt x="24" y="22"/>
                    </a:lnTo>
                    <a:lnTo>
                      <a:pt x="26" y="22"/>
                    </a:lnTo>
                    <a:lnTo>
                      <a:pt x="27" y="23"/>
                    </a:lnTo>
                    <a:lnTo>
                      <a:pt x="27" y="24"/>
                    </a:lnTo>
                    <a:lnTo>
                      <a:pt x="29" y="25"/>
                    </a:lnTo>
                    <a:lnTo>
                      <a:pt x="30" y="26"/>
                    </a:lnTo>
                    <a:lnTo>
                      <a:pt x="31" y="26"/>
                    </a:lnTo>
                    <a:lnTo>
                      <a:pt x="33" y="26"/>
                    </a:lnTo>
                    <a:lnTo>
                      <a:pt x="35" y="26"/>
                    </a:lnTo>
                    <a:lnTo>
                      <a:pt x="36" y="26"/>
                    </a:lnTo>
                    <a:lnTo>
                      <a:pt x="37" y="26"/>
                    </a:lnTo>
                    <a:lnTo>
                      <a:pt x="37" y="25"/>
                    </a:lnTo>
                    <a:lnTo>
                      <a:pt x="38" y="25"/>
                    </a:lnTo>
                    <a:lnTo>
                      <a:pt x="39" y="25"/>
                    </a:lnTo>
                    <a:lnTo>
                      <a:pt x="40" y="25"/>
                    </a:lnTo>
                    <a:lnTo>
                      <a:pt x="40" y="26"/>
                    </a:lnTo>
                    <a:lnTo>
                      <a:pt x="41" y="26"/>
                    </a:lnTo>
                    <a:lnTo>
                      <a:pt x="41" y="25"/>
                    </a:lnTo>
                    <a:lnTo>
                      <a:pt x="42" y="25"/>
                    </a:lnTo>
                    <a:lnTo>
                      <a:pt x="42" y="24"/>
                    </a:lnTo>
                    <a:lnTo>
                      <a:pt x="43" y="24"/>
                    </a:lnTo>
                    <a:lnTo>
                      <a:pt x="42" y="23"/>
                    </a:lnTo>
                    <a:lnTo>
                      <a:pt x="41" y="22"/>
                    </a:lnTo>
                    <a:lnTo>
                      <a:pt x="41" y="21"/>
                    </a:lnTo>
                    <a:lnTo>
                      <a:pt x="41" y="20"/>
                    </a:lnTo>
                    <a:lnTo>
                      <a:pt x="40" y="19"/>
                    </a:lnTo>
                    <a:lnTo>
                      <a:pt x="40" y="18"/>
                    </a:lnTo>
                    <a:lnTo>
                      <a:pt x="40" y="17"/>
                    </a:lnTo>
                    <a:lnTo>
                      <a:pt x="40" y="16"/>
                    </a:lnTo>
                    <a:lnTo>
                      <a:pt x="41" y="15"/>
                    </a:lnTo>
                    <a:lnTo>
                      <a:pt x="41" y="14"/>
                    </a:lnTo>
                    <a:lnTo>
                      <a:pt x="41" y="13"/>
                    </a:lnTo>
                    <a:lnTo>
                      <a:pt x="40" y="13"/>
                    </a:lnTo>
                    <a:lnTo>
                      <a:pt x="40" y="12"/>
                    </a:lnTo>
                    <a:lnTo>
                      <a:pt x="40" y="11"/>
                    </a:lnTo>
                    <a:lnTo>
                      <a:pt x="41" y="11"/>
                    </a:lnTo>
                    <a:lnTo>
                      <a:pt x="41" y="10"/>
                    </a:lnTo>
                    <a:lnTo>
                      <a:pt x="42" y="10"/>
                    </a:lnTo>
                    <a:lnTo>
                      <a:pt x="43" y="10"/>
                    </a:lnTo>
                    <a:lnTo>
                      <a:pt x="43" y="9"/>
                    </a:lnTo>
                    <a:lnTo>
                      <a:pt x="44" y="8"/>
                    </a:lnTo>
                    <a:lnTo>
                      <a:pt x="44" y="7"/>
                    </a:lnTo>
                    <a:lnTo>
                      <a:pt x="45" y="6"/>
                    </a:lnTo>
                    <a:lnTo>
                      <a:pt x="46" y="6"/>
                    </a:lnTo>
                    <a:lnTo>
                      <a:pt x="46" y="5"/>
                    </a:lnTo>
                    <a:lnTo>
                      <a:pt x="46" y="4"/>
                    </a:lnTo>
                    <a:lnTo>
                      <a:pt x="47" y="3"/>
                    </a:lnTo>
                    <a:lnTo>
                      <a:pt x="47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31" name="D303">
                <a:extLst>
                  <a:ext uri="{FF2B5EF4-FFF2-40B4-BE49-F238E27FC236}">
                    <a16:creationId xmlns:a16="http://schemas.microsoft.com/office/drawing/2014/main" id="{78020BCA-76FD-4BE2-98A0-E4CD989872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92675" y="4019564"/>
                <a:ext cx="12" cy="11"/>
              </a:xfrm>
              <a:custGeom>
                <a:avLst/>
                <a:gdLst>
                  <a:gd name="T0" fmla="*/ 12 w 12"/>
                  <a:gd name="T1" fmla="*/ 3 h 11"/>
                  <a:gd name="T2" fmla="*/ 12 w 12"/>
                  <a:gd name="T3" fmla="*/ 2 h 11"/>
                  <a:gd name="T4" fmla="*/ 11 w 12"/>
                  <a:gd name="T5" fmla="*/ 2 h 11"/>
                  <a:gd name="T6" fmla="*/ 10 w 12"/>
                  <a:gd name="T7" fmla="*/ 2 h 11"/>
                  <a:gd name="T8" fmla="*/ 10 w 12"/>
                  <a:gd name="T9" fmla="*/ 1 h 11"/>
                  <a:gd name="T10" fmla="*/ 9 w 12"/>
                  <a:gd name="T11" fmla="*/ 1 h 11"/>
                  <a:gd name="T12" fmla="*/ 8 w 12"/>
                  <a:gd name="T13" fmla="*/ 1 h 11"/>
                  <a:gd name="T14" fmla="*/ 7 w 12"/>
                  <a:gd name="T15" fmla="*/ 1 h 11"/>
                  <a:gd name="T16" fmla="*/ 6 w 12"/>
                  <a:gd name="T17" fmla="*/ 0 h 11"/>
                  <a:gd name="T18" fmla="*/ 5 w 12"/>
                  <a:gd name="T19" fmla="*/ 0 h 11"/>
                  <a:gd name="T20" fmla="*/ 5 w 12"/>
                  <a:gd name="T21" fmla="*/ 1 h 11"/>
                  <a:gd name="T22" fmla="*/ 4 w 12"/>
                  <a:gd name="T23" fmla="*/ 1 h 11"/>
                  <a:gd name="T24" fmla="*/ 3 w 12"/>
                  <a:gd name="T25" fmla="*/ 1 h 11"/>
                  <a:gd name="T26" fmla="*/ 2 w 12"/>
                  <a:gd name="T27" fmla="*/ 1 h 11"/>
                  <a:gd name="T28" fmla="*/ 2 w 12"/>
                  <a:gd name="T29" fmla="*/ 2 h 11"/>
                  <a:gd name="T30" fmla="*/ 2 w 12"/>
                  <a:gd name="T31" fmla="*/ 3 h 11"/>
                  <a:gd name="T32" fmla="*/ 1 w 12"/>
                  <a:gd name="T33" fmla="*/ 3 h 11"/>
                  <a:gd name="T34" fmla="*/ 0 w 12"/>
                  <a:gd name="T35" fmla="*/ 3 h 11"/>
                  <a:gd name="T36" fmla="*/ 0 w 12"/>
                  <a:gd name="T37" fmla="*/ 4 h 11"/>
                  <a:gd name="T38" fmla="*/ 1 w 12"/>
                  <a:gd name="T39" fmla="*/ 5 h 11"/>
                  <a:gd name="T40" fmla="*/ 0 w 12"/>
                  <a:gd name="T41" fmla="*/ 5 h 11"/>
                  <a:gd name="T42" fmla="*/ 0 w 12"/>
                  <a:gd name="T43" fmla="*/ 6 h 11"/>
                  <a:gd name="T44" fmla="*/ 1 w 12"/>
                  <a:gd name="T45" fmla="*/ 6 h 11"/>
                  <a:gd name="T46" fmla="*/ 2 w 12"/>
                  <a:gd name="T47" fmla="*/ 6 h 11"/>
                  <a:gd name="T48" fmla="*/ 2 w 12"/>
                  <a:gd name="T49" fmla="*/ 7 h 11"/>
                  <a:gd name="T50" fmla="*/ 1 w 12"/>
                  <a:gd name="T51" fmla="*/ 8 h 11"/>
                  <a:gd name="T52" fmla="*/ 1 w 12"/>
                  <a:gd name="T53" fmla="*/ 9 h 11"/>
                  <a:gd name="T54" fmla="*/ 1 w 12"/>
                  <a:gd name="T55" fmla="*/ 10 h 11"/>
                  <a:gd name="T56" fmla="*/ 1 w 12"/>
                  <a:gd name="T57" fmla="*/ 11 h 11"/>
                  <a:gd name="T58" fmla="*/ 2 w 12"/>
                  <a:gd name="T59" fmla="*/ 10 h 11"/>
                  <a:gd name="T60" fmla="*/ 3 w 12"/>
                  <a:gd name="T61" fmla="*/ 10 h 11"/>
                  <a:gd name="T62" fmla="*/ 4 w 12"/>
                  <a:gd name="T63" fmla="*/ 9 h 11"/>
                  <a:gd name="T64" fmla="*/ 4 w 12"/>
                  <a:gd name="T65" fmla="*/ 8 h 11"/>
                  <a:gd name="T66" fmla="*/ 5 w 12"/>
                  <a:gd name="T67" fmla="*/ 6 h 11"/>
                  <a:gd name="T68" fmla="*/ 5 w 12"/>
                  <a:gd name="T69" fmla="*/ 5 h 11"/>
                  <a:gd name="T70" fmla="*/ 6 w 12"/>
                  <a:gd name="T71" fmla="*/ 5 h 11"/>
                  <a:gd name="T72" fmla="*/ 7 w 12"/>
                  <a:gd name="T73" fmla="*/ 5 h 11"/>
                  <a:gd name="T74" fmla="*/ 8 w 12"/>
                  <a:gd name="T75" fmla="*/ 5 h 11"/>
                  <a:gd name="T76" fmla="*/ 9 w 12"/>
                  <a:gd name="T77" fmla="*/ 5 h 11"/>
                  <a:gd name="T78" fmla="*/ 10 w 12"/>
                  <a:gd name="T79" fmla="*/ 4 h 11"/>
                  <a:gd name="T80" fmla="*/ 11 w 12"/>
                  <a:gd name="T81" fmla="*/ 4 h 11"/>
                  <a:gd name="T82" fmla="*/ 12 w 12"/>
                  <a:gd name="T83" fmla="*/ 3 h 11"/>
                  <a:gd name="T84" fmla="*/ 12 w 12"/>
                  <a:gd name="T85" fmla="*/ 3 h 11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2"/>
                  <a:gd name="T130" fmla="*/ 0 h 11"/>
                  <a:gd name="T131" fmla="*/ 12 w 12"/>
                  <a:gd name="T132" fmla="*/ 11 h 11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2" h="11">
                    <a:moveTo>
                      <a:pt x="12" y="3"/>
                    </a:moveTo>
                    <a:lnTo>
                      <a:pt x="12" y="2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10" y="1"/>
                    </a:lnTo>
                    <a:lnTo>
                      <a:pt x="9" y="1"/>
                    </a:lnTo>
                    <a:lnTo>
                      <a:pt x="8" y="1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5" y="1"/>
                    </a:lnTo>
                    <a:lnTo>
                      <a:pt x="4" y="1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2" y="2"/>
                    </a:lnTo>
                    <a:lnTo>
                      <a:pt x="2" y="3"/>
                    </a:lnTo>
                    <a:lnTo>
                      <a:pt x="1" y="3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1" y="6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1" y="8"/>
                    </a:lnTo>
                    <a:lnTo>
                      <a:pt x="1" y="9"/>
                    </a:lnTo>
                    <a:lnTo>
                      <a:pt x="1" y="10"/>
                    </a:lnTo>
                    <a:lnTo>
                      <a:pt x="1" y="11"/>
                    </a:lnTo>
                    <a:lnTo>
                      <a:pt x="2" y="10"/>
                    </a:lnTo>
                    <a:lnTo>
                      <a:pt x="3" y="10"/>
                    </a:lnTo>
                    <a:lnTo>
                      <a:pt x="4" y="9"/>
                    </a:lnTo>
                    <a:lnTo>
                      <a:pt x="4" y="8"/>
                    </a:lnTo>
                    <a:lnTo>
                      <a:pt x="5" y="6"/>
                    </a:lnTo>
                    <a:lnTo>
                      <a:pt x="5" y="5"/>
                    </a:lnTo>
                    <a:lnTo>
                      <a:pt x="6" y="5"/>
                    </a:lnTo>
                    <a:lnTo>
                      <a:pt x="7" y="5"/>
                    </a:lnTo>
                    <a:lnTo>
                      <a:pt x="8" y="5"/>
                    </a:lnTo>
                    <a:lnTo>
                      <a:pt x="9" y="5"/>
                    </a:lnTo>
                    <a:lnTo>
                      <a:pt x="10" y="4"/>
                    </a:lnTo>
                    <a:lnTo>
                      <a:pt x="11" y="4"/>
                    </a:lnTo>
                    <a:lnTo>
                      <a:pt x="12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32" name="D304">
                <a:extLst>
                  <a:ext uri="{FF2B5EF4-FFF2-40B4-BE49-F238E27FC236}">
                    <a16:creationId xmlns:a16="http://schemas.microsoft.com/office/drawing/2014/main" id="{D1B27ECD-B5EF-4D76-8B63-839710F663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92678" y="4019558"/>
                <a:ext cx="7" cy="5"/>
              </a:xfrm>
              <a:custGeom>
                <a:avLst/>
                <a:gdLst>
                  <a:gd name="T0" fmla="*/ 5 w 7"/>
                  <a:gd name="T1" fmla="*/ 4 h 5"/>
                  <a:gd name="T2" fmla="*/ 6 w 7"/>
                  <a:gd name="T3" fmla="*/ 4 h 5"/>
                  <a:gd name="T4" fmla="*/ 7 w 7"/>
                  <a:gd name="T5" fmla="*/ 3 h 5"/>
                  <a:gd name="T6" fmla="*/ 7 w 7"/>
                  <a:gd name="T7" fmla="*/ 2 h 5"/>
                  <a:gd name="T8" fmla="*/ 6 w 7"/>
                  <a:gd name="T9" fmla="*/ 2 h 5"/>
                  <a:gd name="T10" fmla="*/ 5 w 7"/>
                  <a:gd name="T11" fmla="*/ 1 h 5"/>
                  <a:gd name="T12" fmla="*/ 5 w 7"/>
                  <a:gd name="T13" fmla="*/ 0 h 5"/>
                  <a:gd name="T14" fmla="*/ 4 w 7"/>
                  <a:gd name="T15" fmla="*/ 0 h 5"/>
                  <a:gd name="T16" fmla="*/ 3 w 7"/>
                  <a:gd name="T17" fmla="*/ 0 h 5"/>
                  <a:gd name="T18" fmla="*/ 3 w 7"/>
                  <a:gd name="T19" fmla="*/ 1 h 5"/>
                  <a:gd name="T20" fmla="*/ 2 w 7"/>
                  <a:gd name="T21" fmla="*/ 1 h 5"/>
                  <a:gd name="T22" fmla="*/ 2 w 7"/>
                  <a:gd name="T23" fmla="*/ 2 h 5"/>
                  <a:gd name="T24" fmla="*/ 1 w 7"/>
                  <a:gd name="T25" fmla="*/ 2 h 5"/>
                  <a:gd name="T26" fmla="*/ 0 w 7"/>
                  <a:gd name="T27" fmla="*/ 2 h 5"/>
                  <a:gd name="T28" fmla="*/ 0 w 7"/>
                  <a:gd name="T29" fmla="*/ 3 h 5"/>
                  <a:gd name="T30" fmla="*/ 1 w 7"/>
                  <a:gd name="T31" fmla="*/ 3 h 5"/>
                  <a:gd name="T32" fmla="*/ 2 w 7"/>
                  <a:gd name="T33" fmla="*/ 3 h 5"/>
                  <a:gd name="T34" fmla="*/ 3 w 7"/>
                  <a:gd name="T35" fmla="*/ 3 h 5"/>
                  <a:gd name="T36" fmla="*/ 3 w 7"/>
                  <a:gd name="T37" fmla="*/ 4 h 5"/>
                  <a:gd name="T38" fmla="*/ 4 w 7"/>
                  <a:gd name="T39" fmla="*/ 5 h 5"/>
                  <a:gd name="T40" fmla="*/ 5 w 7"/>
                  <a:gd name="T41" fmla="*/ 5 h 5"/>
                  <a:gd name="T42" fmla="*/ 5 w 7"/>
                  <a:gd name="T43" fmla="*/ 4 h 5"/>
                  <a:gd name="T44" fmla="*/ 5 w 7"/>
                  <a:gd name="T45" fmla="*/ 4 h 5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7"/>
                  <a:gd name="T70" fmla="*/ 0 h 5"/>
                  <a:gd name="T71" fmla="*/ 7 w 7"/>
                  <a:gd name="T72" fmla="*/ 5 h 5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7" h="5">
                    <a:moveTo>
                      <a:pt x="5" y="4"/>
                    </a:moveTo>
                    <a:lnTo>
                      <a:pt x="6" y="4"/>
                    </a:lnTo>
                    <a:lnTo>
                      <a:pt x="7" y="3"/>
                    </a:lnTo>
                    <a:lnTo>
                      <a:pt x="7" y="2"/>
                    </a:lnTo>
                    <a:lnTo>
                      <a:pt x="6" y="2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2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3" y="4"/>
                    </a:lnTo>
                    <a:lnTo>
                      <a:pt x="4" y="5"/>
                    </a:lnTo>
                    <a:lnTo>
                      <a:pt x="5" y="5"/>
                    </a:lnTo>
                    <a:lnTo>
                      <a:pt x="5" y="4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grpSp>
          <p:nvGrpSpPr>
            <p:cNvPr id="17" name="Finland">
              <a:extLst>
                <a:ext uri="{FF2B5EF4-FFF2-40B4-BE49-F238E27FC236}">
                  <a16:creationId xmlns:a16="http://schemas.microsoft.com/office/drawing/2014/main" id="{2EC1BFFE-783A-4B74-9BB2-A622317D15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2631" y="2646480"/>
              <a:ext cx="243305" cy="376465"/>
              <a:chOff x="17459325" y="2533650"/>
              <a:chExt cx="109" cy="154"/>
            </a:xfrm>
            <a:solidFill>
              <a:srgbClr val="002B69">
                <a:alpha val="91000"/>
              </a:srgbClr>
            </a:solidFill>
          </p:grpSpPr>
          <p:sp>
            <p:nvSpPr>
              <p:cNvPr id="126" name="D333">
                <a:extLst>
                  <a:ext uri="{FF2B5EF4-FFF2-40B4-BE49-F238E27FC236}">
                    <a16:creationId xmlns:a16="http://schemas.microsoft.com/office/drawing/2014/main" id="{228D195B-2436-499D-9B61-FD02961E42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34" y="2533650"/>
                <a:ext cx="100" cy="154"/>
              </a:xfrm>
              <a:custGeom>
                <a:avLst/>
                <a:gdLst>
                  <a:gd name="T0" fmla="*/ 83 w 100"/>
                  <a:gd name="T1" fmla="*/ 132 h 154"/>
                  <a:gd name="T2" fmla="*/ 97 w 100"/>
                  <a:gd name="T3" fmla="*/ 118 h 154"/>
                  <a:gd name="T4" fmla="*/ 99 w 100"/>
                  <a:gd name="T5" fmla="*/ 109 h 154"/>
                  <a:gd name="T6" fmla="*/ 95 w 100"/>
                  <a:gd name="T7" fmla="*/ 104 h 154"/>
                  <a:gd name="T8" fmla="*/ 90 w 100"/>
                  <a:gd name="T9" fmla="*/ 97 h 154"/>
                  <a:gd name="T10" fmla="*/ 89 w 100"/>
                  <a:gd name="T11" fmla="*/ 87 h 154"/>
                  <a:gd name="T12" fmla="*/ 86 w 100"/>
                  <a:gd name="T13" fmla="*/ 78 h 154"/>
                  <a:gd name="T14" fmla="*/ 88 w 100"/>
                  <a:gd name="T15" fmla="*/ 69 h 154"/>
                  <a:gd name="T16" fmla="*/ 86 w 100"/>
                  <a:gd name="T17" fmla="*/ 62 h 154"/>
                  <a:gd name="T18" fmla="*/ 80 w 100"/>
                  <a:gd name="T19" fmla="*/ 52 h 154"/>
                  <a:gd name="T20" fmla="*/ 86 w 100"/>
                  <a:gd name="T21" fmla="*/ 41 h 154"/>
                  <a:gd name="T22" fmla="*/ 83 w 100"/>
                  <a:gd name="T23" fmla="*/ 34 h 154"/>
                  <a:gd name="T24" fmla="*/ 74 w 100"/>
                  <a:gd name="T25" fmla="*/ 29 h 154"/>
                  <a:gd name="T26" fmla="*/ 75 w 100"/>
                  <a:gd name="T27" fmla="*/ 20 h 154"/>
                  <a:gd name="T28" fmla="*/ 79 w 100"/>
                  <a:gd name="T29" fmla="*/ 16 h 154"/>
                  <a:gd name="T30" fmla="*/ 80 w 100"/>
                  <a:gd name="T31" fmla="*/ 11 h 154"/>
                  <a:gd name="T32" fmla="*/ 79 w 100"/>
                  <a:gd name="T33" fmla="*/ 6 h 154"/>
                  <a:gd name="T34" fmla="*/ 72 w 100"/>
                  <a:gd name="T35" fmla="*/ 2 h 154"/>
                  <a:gd name="T36" fmla="*/ 65 w 100"/>
                  <a:gd name="T37" fmla="*/ 0 h 154"/>
                  <a:gd name="T38" fmla="*/ 54 w 100"/>
                  <a:gd name="T39" fmla="*/ 2 h 154"/>
                  <a:gd name="T40" fmla="*/ 48 w 100"/>
                  <a:gd name="T41" fmla="*/ 9 h 154"/>
                  <a:gd name="T42" fmla="*/ 48 w 100"/>
                  <a:gd name="T43" fmla="*/ 16 h 154"/>
                  <a:gd name="T44" fmla="*/ 40 w 100"/>
                  <a:gd name="T45" fmla="*/ 22 h 154"/>
                  <a:gd name="T46" fmla="*/ 32 w 100"/>
                  <a:gd name="T47" fmla="*/ 19 h 154"/>
                  <a:gd name="T48" fmla="*/ 24 w 100"/>
                  <a:gd name="T49" fmla="*/ 22 h 154"/>
                  <a:gd name="T50" fmla="*/ 16 w 100"/>
                  <a:gd name="T51" fmla="*/ 18 h 154"/>
                  <a:gd name="T52" fmla="*/ 6 w 100"/>
                  <a:gd name="T53" fmla="*/ 12 h 154"/>
                  <a:gd name="T54" fmla="*/ 2 w 100"/>
                  <a:gd name="T55" fmla="*/ 15 h 154"/>
                  <a:gd name="T56" fmla="*/ 3 w 100"/>
                  <a:gd name="T57" fmla="*/ 18 h 154"/>
                  <a:gd name="T58" fmla="*/ 16 w 100"/>
                  <a:gd name="T59" fmla="*/ 25 h 154"/>
                  <a:gd name="T60" fmla="*/ 27 w 100"/>
                  <a:gd name="T61" fmla="*/ 34 h 154"/>
                  <a:gd name="T62" fmla="*/ 27 w 100"/>
                  <a:gd name="T63" fmla="*/ 42 h 154"/>
                  <a:gd name="T64" fmla="*/ 27 w 100"/>
                  <a:gd name="T65" fmla="*/ 48 h 154"/>
                  <a:gd name="T66" fmla="*/ 31 w 100"/>
                  <a:gd name="T67" fmla="*/ 56 h 154"/>
                  <a:gd name="T68" fmla="*/ 32 w 100"/>
                  <a:gd name="T69" fmla="*/ 65 h 154"/>
                  <a:gd name="T70" fmla="*/ 36 w 100"/>
                  <a:gd name="T71" fmla="*/ 67 h 154"/>
                  <a:gd name="T72" fmla="*/ 42 w 100"/>
                  <a:gd name="T73" fmla="*/ 71 h 154"/>
                  <a:gd name="T74" fmla="*/ 44 w 100"/>
                  <a:gd name="T75" fmla="*/ 76 h 154"/>
                  <a:gd name="T76" fmla="*/ 44 w 100"/>
                  <a:gd name="T77" fmla="*/ 80 h 154"/>
                  <a:gd name="T78" fmla="*/ 39 w 100"/>
                  <a:gd name="T79" fmla="*/ 82 h 154"/>
                  <a:gd name="T80" fmla="*/ 32 w 100"/>
                  <a:gd name="T81" fmla="*/ 90 h 154"/>
                  <a:gd name="T82" fmla="*/ 24 w 100"/>
                  <a:gd name="T83" fmla="*/ 97 h 154"/>
                  <a:gd name="T84" fmla="*/ 17 w 100"/>
                  <a:gd name="T85" fmla="*/ 104 h 154"/>
                  <a:gd name="T86" fmla="*/ 10 w 100"/>
                  <a:gd name="T87" fmla="*/ 106 h 154"/>
                  <a:gd name="T88" fmla="*/ 7 w 100"/>
                  <a:gd name="T89" fmla="*/ 109 h 154"/>
                  <a:gd name="T90" fmla="*/ 4 w 100"/>
                  <a:gd name="T91" fmla="*/ 113 h 154"/>
                  <a:gd name="T92" fmla="*/ 5 w 100"/>
                  <a:gd name="T93" fmla="*/ 120 h 154"/>
                  <a:gd name="T94" fmla="*/ 7 w 100"/>
                  <a:gd name="T95" fmla="*/ 126 h 154"/>
                  <a:gd name="T96" fmla="*/ 8 w 100"/>
                  <a:gd name="T97" fmla="*/ 130 h 154"/>
                  <a:gd name="T98" fmla="*/ 7 w 100"/>
                  <a:gd name="T99" fmla="*/ 134 h 154"/>
                  <a:gd name="T100" fmla="*/ 6 w 100"/>
                  <a:gd name="T101" fmla="*/ 138 h 154"/>
                  <a:gd name="T102" fmla="*/ 9 w 100"/>
                  <a:gd name="T103" fmla="*/ 143 h 154"/>
                  <a:gd name="T104" fmla="*/ 16 w 100"/>
                  <a:gd name="T105" fmla="*/ 145 h 154"/>
                  <a:gd name="T106" fmla="*/ 20 w 100"/>
                  <a:gd name="T107" fmla="*/ 147 h 154"/>
                  <a:gd name="T108" fmla="*/ 23 w 100"/>
                  <a:gd name="T109" fmla="*/ 152 h 154"/>
                  <a:gd name="T110" fmla="*/ 24 w 100"/>
                  <a:gd name="T111" fmla="*/ 152 h 154"/>
                  <a:gd name="T112" fmla="*/ 30 w 100"/>
                  <a:gd name="T113" fmla="*/ 151 h 154"/>
                  <a:gd name="T114" fmla="*/ 36 w 100"/>
                  <a:gd name="T115" fmla="*/ 149 h 154"/>
                  <a:gd name="T116" fmla="*/ 42 w 100"/>
                  <a:gd name="T117" fmla="*/ 148 h 154"/>
                  <a:gd name="T118" fmla="*/ 47 w 100"/>
                  <a:gd name="T119" fmla="*/ 147 h 154"/>
                  <a:gd name="T120" fmla="*/ 50 w 100"/>
                  <a:gd name="T121" fmla="*/ 146 h 154"/>
                  <a:gd name="T122" fmla="*/ 57 w 100"/>
                  <a:gd name="T123" fmla="*/ 144 h 154"/>
                  <a:gd name="T124" fmla="*/ 65 w 100"/>
                  <a:gd name="T125" fmla="*/ 143 h 154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w 100"/>
                  <a:gd name="T190" fmla="*/ 0 h 154"/>
                  <a:gd name="T191" fmla="*/ 100 w 100"/>
                  <a:gd name="T192" fmla="*/ 154 h 154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T189" t="T190" r="T191" b="T192"/>
                <a:pathLst>
                  <a:path w="100" h="154">
                    <a:moveTo>
                      <a:pt x="68" y="142"/>
                    </a:moveTo>
                    <a:lnTo>
                      <a:pt x="71" y="140"/>
                    </a:lnTo>
                    <a:lnTo>
                      <a:pt x="75" y="137"/>
                    </a:lnTo>
                    <a:lnTo>
                      <a:pt x="80" y="134"/>
                    </a:lnTo>
                    <a:lnTo>
                      <a:pt x="83" y="132"/>
                    </a:lnTo>
                    <a:lnTo>
                      <a:pt x="86" y="129"/>
                    </a:lnTo>
                    <a:lnTo>
                      <a:pt x="89" y="126"/>
                    </a:lnTo>
                    <a:lnTo>
                      <a:pt x="92" y="123"/>
                    </a:lnTo>
                    <a:lnTo>
                      <a:pt x="95" y="120"/>
                    </a:lnTo>
                    <a:lnTo>
                      <a:pt x="97" y="118"/>
                    </a:lnTo>
                    <a:lnTo>
                      <a:pt x="99" y="115"/>
                    </a:lnTo>
                    <a:lnTo>
                      <a:pt x="100" y="113"/>
                    </a:lnTo>
                    <a:lnTo>
                      <a:pt x="100" y="111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8" y="108"/>
                    </a:lnTo>
                    <a:lnTo>
                      <a:pt x="98" y="107"/>
                    </a:lnTo>
                    <a:lnTo>
                      <a:pt x="97" y="107"/>
                    </a:lnTo>
                    <a:lnTo>
                      <a:pt x="97" y="105"/>
                    </a:lnTo>
                    <a:lnTo>
                      <a:pt x="95" y="104"/>
                    </a:lnTo>
                    <a:lnTo>
                      <a:pt x="94" y="103"/>
                    </a:lnTo>
                    <a:lnTo>
                      <a:pt x="92" y="102"/>
                    </a:lnTo>
                    <a:lnTo>
                      <a:pt x="90" y="101"/>
                    </a:lnTo>
                    <a:lnTo>
                      <a:pt x="89" y="99"/>
                    </a:lnTo>
                    <a:lnTo>
                      <a:pt x="90" y="97"/>
                    </a:lnTo>
                    <a:lnTo>
                      <a:pt x="92" y="95"/>
                    </a:lnTo>
                    <a:lnTo>
                      <a:pt x="93" y="93"/>
                    </a:lnTo>
                    <a:lnTo>
                      <a:pt x="93" y="91"/>
                    </a:lnTo>
                    <a:lnTo>
                      <a:pt x="90" y="89"/>
                    </a:lnTo>
                    <a:lnTo>
                      <a:pt x="89" y="87"/>
                    </a:lnTo>
                    <a:lnTo>
                      <a:pt x="89" y="85"/>
                    </a:lnTo>
                    <a:lnTo>
                      <a:pt x="88" y="83"/>
                    </a:lnTo>
                    <a:lnTo>
                      <a:pt x="85" y="82"/>
                    </a:lnTo>
                    <a:lnTo>
                      <a:pt x="85" y="80"/>
                    </a:lnTo>
                    <a:lnTo>
                      <a:pt x="86" y="78"/>
                    </a:lnTo>
                    <a:lnTo>
                      <a:pt x="86" y="76"/>
                    </a:lnTo>
                    <a:lnTo>
                      <a:pt x="85" y="75"/>
                    </a:lnTo>
                    <a:lnTo>
                      <a:pt x="86" y="73"/>
                    </a:lnTo>
                    <a:lnTo>
                      <a:pt x="86" y="71"/>
                    </a:lnTo>
                    <a:lnTo>
                      <a:pt x="88" y="69"/>
                    </a:lnTo>
                    <a:lnTo>
                      <a:pt x="89" y="69"/>
                    </a:lnTo>
                    <a:lnTo>
                      <a:pt x="88" y="68"/>
                    </a:lnTo>
                    <a:lnTo>
                      <a:pt x="88" y="66"/>
                    </a:lnTo>
                    <a:lnTo>
                      <a:pt x="87" y="64"/>
                    </a:lnTo>
                    <a:lnTo>
                      <a:pt x="86" y="62"/>
                    </a:lnTo>
                    <a:lnTo>
                      <a:pt x="84" y="60"/>
                    </a:lnTo>
                    <a:lnTo>
                      <a:pt x="83" y="59"/>
                    </a:lnTo>
                    <a:lnTo>
                      <a:pt x="83" y="57"/>
                    </a:lnTo>
                    <a:lnTo>
                      <a:pt x="82" y="55"/>
                    </a:lnTo>
                    <a:lnTo>
                      <a:pt x="80" y="52"/>
                    </a:lnTo>
                    <a:lnTo>
                      <a:pt x="80" y="50"/>
                    </a:lnTo>
                    <a:lnTo>
                      <a:pt x="81" y="49"/>
                    </a:lnTo>
                    <a:lnTo>
                      <a:pt x="83" y="46"/>
                    </a:lnTo>
                    <a:lnTo>
                      <a:pt x="84" y="44"/>
                    </a:lnTo>
                    <a:lnTo>
                      <a:pt x="86" y="41"/>
                    </a:lnTo>
                    <a:lnTo>
                      <a:pt x="87" y="40"/>
                    </a:lnTo>
                    <a:lnTo>
                      <a:pt x="87" y="39"/>
                    </a:lnTo>
                    <a:lnTo>
                      <a:pt x="87" y="37"/>
                    </a:lnTo>
                    <a:lnTo>
                      <a:pt x="85" y="36"/>
                    </a:lnTo>
                    <a:lnTo>
                      <a:pt x="83" y="34"/>
                    </a:lnTo>
                    <a:lnTo>
                      <a:pt x="82" y="32"/>
                    </a:lnTo>
                    <a:lnTo>
                      <a:pt x="79" y="31"/>
                    </a:lnTo>
                    <a:lnTo>
                      <a:pt x="77" y="31"/>
                    </a:lnTo>
                    <a:lnTo>
                      <a:pt x="75" y="30"/>
                    </a:lnTo>
                    <a:lnTo>
                      <a:pt x="74" y="29"/>
                    </a:lnTo>
                    <a:lnTo>
                      <a:pt x="73" y="27"/>
                    </a:lnTo>
                    <a:lnTo>
                      <a:pt x="73" y="24"/>
                    </a:lnTo>
                    <a:lnTo>
                      <a:pt x="73" y="23"/>
                    </a:lnTo>
                    <a:lnTo>
                      <a:pt x="74" y="22"/>
                    </a:lnTo>
                    <a:lnTo>
                      <a:pt x="75" y="20"/>
                    </a:lnTo>
                    <a:lnTo>
                      <a:pt x="74" y="19"/>
                    </a:lnTo>
                    <a:lnTo>
                      <a:pt x="75" y="18"/>
                    </a:lnTo>
                    <a:lnTo>
                      <a:pt x="76" y="18"/>
                    </a:lnTo>
                    <a:lnTo>
                      <a:pt x="78" y="17"/>
                    </a:lnTo>
                    <a:lnTo>
                      <a:pt x="79" y="16"/>
                    </a:lnTo>
                    <a:lnTo>
                      <a:pt x="77" y="15"/>
                    </a:lnTo>
                    <a:lnTo>
                      <a:pt x="77" y="14"/>
                    </a:lnTo>
                    <a:lnTo>
                      <a:pt x="77" y="13"/>
                    </a:lnTo>
                    <a:lnTo>
                      <a:pt x="79" y="12"/>
                    </a:lnTo>
                    <a:lnTo>
                      <a:pt x="80" y="11"/>
                    </a:lnTo>
                    <a:lnTo>
                      <a:pt x="81" y="11"/>
                    </a:lnTo>
                    <a:lnTo>
                      <a:pt x="81" y="10"/>
                    </a:lnTo>
                    <a:lnTo>
                      <a:pt x="81" y="9"/>
                    </a:lnTo>
                    <a:lnTo>
                      <a:pt x="80" y="7"/>
                    </a:lnTo>
                    <a:lnTo>
                      <a:pt x="79" y="6"/>
                    </a:lnTo>
                    <a:lnTo>
                      <a:pt x="78" y="5"/>
                    </a:lnTo>
                    <a:lnTo>
                      <a:pt x="76" y="4"/>
                    </a:lnTo>
                    <a:lnTo>
                      <a:pt x="75" y="4"/>
                    </a:lnTo>
                    <a:lnTo>
                      <a:pt x="73" y="3"/>
                    </a:lnTo>
                    <a:lnTo>
                      <a:pt x="72" y="2"/>
                    </a:lnTo>
                    <a:lnTo>
                      <a:pt x="71" y="1"/>
                    </a:lnTo>
                    <a:lnTo>
                      <a:pt x="70" y="0"/>
                    </a:lnTo>
                    <a:lnTo>
                      <a:pt x="69" y="0"/>
                    </a:lnTo>
                    <a:lnTo>
                      <a:pt x="67" y="0"/>
                    </a:lnTo>
                    <a:lnTo>
                      <a:pt x="65" y="0"/>
                    </a:lnTo>
                    <a:lnTo>
                      <a:pt x="63" y="1"/>
                    </a:lnTo>
                    <a:lnTo>
                      <a:pt x="61" y="2"/>
                    </a:lnTo>
                    <a:lnTo>
                      <a:pt x="59" y="2"/>
                    </a:lnTo>
                    <a:lnTo>
                      <a:pt x="56" y="2"/>
                    </a:lnTo>
                    <a:lnTo>
                      <a:pt x="54" y="2"/>
                    </a:lnTo>
                    <a:lnTo>
                      <a:pt x="52" y="3"/>
                    </a:lnTo>
                    <a:lnTo>
                      <a:pt x="50" y="4"/>
                    </a:lnTo>
                    <a:lnTo>
                      <a:pt x="49" y="6"/>
                    </a:lnTo>
                    <a:lnTo>
                      <a:pt x="48" y="8"/>
                    </a:lnTo>
                    <a:lnTo>
                      <a:pt x="48" y="9"/>
                    </a:lnTo>
                    <a:lnTo>
                      <a:pt x="48" y="11"/>
                    </a:lnTo>
                    <a:lnTo>
                      <a:pt x="48" y="12"/>
                    </a:lnTo>
                    <a:lnTo>
                      <a:pt x="48" y="14"/>
                    </a:lnTo>
                    <a:lnTo>
                      <a:pt x="48" y="15"/>
                    </a:lnTo>
                    <a:lnTo>
                      <a:pt x="48" y="16"/>
                    </a:lnTo>
                    <a:lnTo>
                      <a:pt x="48" y="17"/>
                    </a:lnTo>
                    <a:lnTo>
                      <a:pt x="45" y="18"/>
                    </a:lnTo>
                    <a:lnTo>
                      <a:pt x="43" y="19"/>
                    </a:lnTo>
                    <a:lnTo>
                      <a:pt x="42" y="21"/>
                    </a:lnTo>
                    <a:lnTo>
                      <a:pt x="40" y="22"/>
                    </a:lnTo>
                    <a:lnTo>
                      <a:pt x="37" y="23"/>
                    </a:lnTo>
                    <a:lnTo>
                      <a:pt x="35" y="22"/>
                    </a:lnTo>
                    <a:lnTo>
                      <a:pt x="35" y="21"/>
                    </a:lnTo>
                    <a:lnTo>
                      <a:pt x="33" y="20"/>
                    </a:lnTo>
                    <a:lnTo>
                      <a:pt x="32" y="19"/>
                    </a:lnTo>
                    <a:lnTo>
                      <a:pt x="30" y="20"/>
                    </a:lnTo>
                    <a:lnTo>
                      <a:pt x="29" y="21"/>
                    </a:lnTo>
                    <a:lnTo>
                      <a:pt x="27" y="22"/>
                    </a:lnTo>
                    <a:lnTo>
                      <a:pt x="26" y="22"/>
                    </a:lnTo>
                    <a:lnTo>
                      <a:pt x="24" y="22"/>
                    </a:lnTo>
                    <a:lnTo>
                      <a:pt x="22" y="22"/>
                    </a:lnTo>
                    <a:lnTo>
                      <a:pt x="19" y="21"/>
                    </a:lnTo>
                    <a:lnTo>
                      <a:pt x="17" y="21"/>
                    </a:lnTo>
                    <a:lnTo>
                      <a:pt x="16" y="20"/>
                    </a:lnTo>
                    <a:lnTo>
                      <a:pt x="16" y="18"/>
                    </a:lnTo>
                    <a:lnTo>
                      <a:pt x="14" y="17"/>
                    </a:lnTo>
                    <a:lnTo>
                      <a:pt x="12" y="15"/>
                    </a:lnTo>
                    <a:lnTo>
                      <a:pt x="11" y="14"/>
                    </a:lnTo>
                    <a:lnTo>
                      <a:pt x="8" y="12"/>
                    </a:lnTo>
                    <a:lnTo>
                      <a:pt x="6" y="12"/>
                    </a:lnTo>
                    <a:lnTo>
                      <a:pt x="4" y="13"/>
                    </a:lnTo>
                    <a:lnTo>
                      <a:pt x="4" y="14"/>
                    </a:lnTo>
                    <a:lnTo>
                      <a:pt x="5" y="15"/>
                    </a:lnTo>
                    <a:lnTo>
                      <a:pt x="3" y="15"/>
                    </a:lnTo>
                    <a:lnTo>
                      <a:pt x="2" y="15"/>
                    </a:lnTo>
                    <a:lnTo>
                      <a:pt x="0" y="15"/>
                    </a:lnTo>
                    <a:lnTo>
                      <a:pt x="0" y="16"/>
                    </a:lnTo>
                    <a:lnTo>
                      <a:pt x="1" y="17"/>
                    </a:lnTo>
                    <a:lnTo>
                      <a:pt x="2" y="18"/>
                    </a:lnTo>
                    <a:lnTo>
                      <a:pt x="3" y="18"/>
                    </a:lnTo>
                    <a:lnTo>
                      <a:pt x="5" y="20"/>
                    </a:lnTo>
                    <a:lnTo>
                      <a:pt x="8" y="22"/>
                    </a:lnTo>
                    <a:lnTo>
                      <a:pt x="10" y="23"/>
                    </a:lnTo>
                    <a:lnTo>
                      <a:pt x="13" y="25"/>
                    </a:lnTo>
                    <a:lnTo>
                      <a:pt x="16" y="25"/>
                    </a:lnTo>
                    <a:lnTo>
                      <a:pt x="19" y="26"/>
                    </a:lnTo>
                    <a:lnTo>
                      <a:pt x="22" y="28"/>
                    </a:lnTo>
                    <a:lnTo>
                      <a:pt x="24" y="30"/>
                    </a:lnTo>
                    <a:lnTo>
                      <a:pt x="26" y="32"/>
                    </a:lnTo>
                    <a:lnTo>
                      <a:pt x="27" y="34"/>
                    </a:lnTo>
                    <a:lnTo>
                      <a:pt x="28" y="35"/>
                    </a:lnTo>
                    <a:lnTo>
                      <a:pt x="27" y="36"/>
                    </a:lnTo>
                    <a:lnTo>
                      <a:pt x="27" y="38"/>
                    </a:lnTo>
                    <a:lnTo>
                      <a:pt x="27" y="40"/>
                    </a:lnTo>
                    <a:lnTo>
                      <a:pt x="27" y="42"/>
                    </a:lnTo>
                    <a:lnTo>
                      <a:pt x="28" y="42"/>
                    </a:lnTo>
                    <a:lnTo>
                      <a:pt x="28" y="44"/>
                    </a:lnTo>
                    <a:lnTo>
                      <a:pt x="28" y="45"/>
                    </a:lnTo>
                    <a:lnTo>
                      <a:pt x="27" y="46"/>
                    </a:lnTo>
                    <a:lnTo>
                      <a:pt x="27" y="48"/>
                    </a:lnTo>
                    <a:lnTo>
                      <a:pt x="29" y="50"/>
                    </a:lnTo>
                    <a:lnTo>
                      <a:pt x="30" y="52"/>
                    </a:lnTo>
                    <a:lnTo>
                      <a:pt x="31" y="53"/>
                    </a:lnTo>
                    <a:lnTo>
                      <a:pt x="31" y="55"/>
                    </a:lnTo>
                    <a:lnTo>
                      <a:pt x="31" y="56"/>
                    </a:lnTo>
                    <a:lnTo>
                      <a:pt x="29" y="57"/>
                    </a:lnTo>
                    <a:lnTo>
                      <a:pt x="29" y="59"/>
                    </a:lnTo>
                    <a:lnTo>
                      <a:pt x="29" y="62"/>
                    </a:lnTo>
                    <a:lnTo>
                      <a:pt x="31" y="64"/>
                    </a:lnTo>
                    <a:lnTo>
                      <a:pt x="32" y="65"/>
                    </a:lnTo>
                    <a:lnTo>
                      <a:pt x="32" y="66"/>
                    </a:lnTo>
                    <a:lnTo>
                      <a:pt x="33" y="66"/>
                    </a:lnTo>
                    <a:lnTo>
                      <a:pt x="34" y="67"/>
                    </a:lnTo>
                    <a:lnTo>
                      <a:pt x="36" y="68"/>
                    </a:lnTo>
                    <a:lnTo>
                      <a:pt x="36" y="67"/>
                    </a:lnTo>
                    <a:lnTo>
                      <a:pt x="37" y="68"/>
                    </a:lnTo>
                    <a:lnTo>
                      <a:pt x="38" y="69"/>
                    </a:lnTo>
                    <a:lnTo>
                      <a:pt x="39" y="70"/>
                    </a:lnTo>
                    <a:lnTo>
                      <a:pt x="40" y="70"/>
                    </a:lnTo>
                    <a:lnTo>
                      <a:pt x="42" y="71"/>
                    </a:lnTo>
                    <a:lnTo>
                      <a:pt x="42" y="72"/>
                    </a:lnTo>
                    <a:lnTo>
                      <a:pt x="43" y="73"/>
                    </a:lnTo>
                    <a:lnTo>
                      <a:pt x="44" y="74"/>
                    </a:lnTo>
                    <a:lnTo>
                      <a:pt x="44" y="75"/>
                    </a:lnTo>
                    <a:lnTo>
                      <a:pt x="44" y="76"/>
                    </a:lnTo>
                    <a:lnTo>
                      <a:pt x="44" y="77"/>
                    </a:lnTo>
                    <a:lnTo>
                      <a:pt x="44" y="78"/>
                    </a:lnTo>
                    <a:lnTo>
                      <a:pt x="44" y="79"/>
                    </a:lnTo>
                    <a:lnTo>
                      <a:pt x="45" y="80"/>
                    </a:lnTo>
                    <a:lnTo>
                      <a:pt x="44" y="80"/>
                    </a:lnTo>
                    <a:lnTo>
                      <a:pt x="43" y="81"/>
                    </a:lnTo>
                    <a:lnTo>
                      <a:pt x="44" y="82"/>
                    </a:lnTo>
                    <a:lnTo>
                      <a:pt x="42" y="81"/>
                    </a:lnTo>
                    <a:lnTo>
                      <a:pt x="40" y="82"/>
                    </a:lnTo>
                    <a:lnTo>
                      <a:pt x="39" y="82"/>
                    </a:lnTo>
                    <a:lnTo>
                      <a:pt x="37" y="82"/>
                    </a:lnTo>
                    <a:lnTo>
                      <a:pt x="37" y="84"/>
                    </a:lnTo>
                    <a:lnTo>
                      <a:pt x="36" y="87"/>
                    </a:lnTo>
                    <a:lnTo>
                      <a:pt x="34" y="88"/>
                    </a:lnTo>
                    <a:lnTo>
                      <a:pt x="32" y="90"/>
                    </a:lnTo>
                    <a:lnTo>
                      <a:pt x="30" y="91"/>
                    </a:lnTo>
                    <a:lnTo>
                      <a:pt x="28" y="93"/>
                    </a:lnTo>
                    <a:lnTo>
                      <a:pt x="26" y="94"/>
                    </a:lnTo>
                    <a:lnTo>
                      <a:pt x="25" y="96"/>
                    </a:lnTo>
                    <a:lnTo>
                      <a:pt x="24" y="97"/>
                    </a:lnTo>
                    <a:lnTo>
                      <a:pt x="22" y="99"/>
                    </a:lnTo>
                    <a:lnTo>
                      <a:pt x="21" y="101"/>
                    </a:lnTo>
                    <a:lnTo>
                      <a:pt x="20" y="102"/>
                    </a:lnTo>
                    <a:lnTo>
                      <a:pt x="18" y="103"/>
                    </a:lnTo>
                    <a:lnTo>
                      <a:pt x="17" y="104"/>
                    </a:lnTo>
                    <a:lnTo>
                      <a:pt x="16" y="105"/>
                    </a:lnTo>
                    <a:lnTo>
                      <a:pt x="15" y="106"/>
                    </a:lnTo>
                    <a:lnTo>
                      <a:pt x="13" y="106"/>
                    </a:lnTo>
                    <a:lnTo>
                      <a:pt x="12" y="106"/>
                    </a:lnTo>
                    <a:lnTo>
                      <a:pt x="10" y="106"/>
                    </a:lnTo>
                    <a:lnTo>
                      <a:pt x="10" y="107"/>
                    </a:lnTo>
                    <a:lnTo>
                      <a:pt x="9" y="107"/>
                    </a:lnTo>
                    <a:lnTo>
                      <a:pt x="11" y="108"/>
                    </a:lnTo>
                    <a:lnTo>
                      <a:pt x="10" y="109"/>
                    </a:lnTo>
                    <a:lnTo>
                      <a:pt x="7" y="109"/>
                    </a:lnTo>
                    <a:lnTo>
                      <a:pt x="7" y="110"/>
                    </a:lnTo>
                    <a:lnTo>
                      <a:pt x="7" y="111"/>
                    </a:lnTo>
                    <a:lnTo>
                      <a:pt x="5" y="111"/>
                    </a:lnTo>
                    <a:lnTo>
                      <a:pt x="4" y="112"/>
                    </a:lnTo>
                    <a:lnTo>
                      <a:pt x="4" y="113"/>
                    </a:lnTo>
                    <a:lnTo>
                      <a:pt x="3" y="114"/>
                    </a:lnTo>
                    <a:lnTo>
                      <a:pt x="4" y="115"/>
                    </a:lnTo>
                    <a:lnTo>
                      <a:pt x="4" y="117"/>
                    </a:lnTo>
                    <a:lnTo>
                      <a:pt x="5" y="118"/>
                    </a:lnTo>
                    <a:lnTo>
                      <a:pt x="5" y="120"/>
                    </a:lnTo>
                    <a:lnTo>
                      <a:pt x="5" y="121"/>
                    </a:lnTo>
                    <a:lnTo>
                      <a:pt x="5" y="123"/>
                    </a:lnTo>
                    <a:lnTo>
                      <a:pt x="6" y="124"/>
                    </a:lnTo>
                    <a:lnTo>
                      <a:pt x="7" y="125"/>
                    </a:lnTo>
                    <a:lnTo>
                      <a:pt x="7" y="126"/>
                    </a:lnTo>
                    <a:lnTo>
                      <a:pt x="7" y="127"/>
                    </a:lnTo>
                    <a:lnTo>
                      <a:pt x="8" y="128"/>
                    </a:lnTo>
                    <a:lnTo>
                      <a:pt x="8" y="129"/>
                    </a:lnTo>
                    <a:lnTo>
                      <a:pt x="9" y="130"/>
                    </a:lnTo>
                    <a:lnTo>
                      <a:pt x="8" y="130"/>
                    </a:lnTo>
                    <a:lnTo>
                      <a:pt x="7" y="130"/>
                    </a:lnTo>
                    <a:lnTo>
                      <a:pt x="7" y="131"/>
                    </a:lnTo>
                    <a:lnTo>
                      <a:pt x="7" y="132"/>
                    </a:lnTo>
                    <a:lnTo>
                      <a:pt x="7" y="133"/>
                    </a:lnTo>
                    <a:lnTo>
                      <a:pt x="7" y="134"/>
                    </a:lnTo>
                    <a:lnTo>
                      <a:pt x="7" y="135"/>
                    </a:lnTo>
                    <a:lnTo>
                      <a:pt x="7" y="136"/>
                    </a:lnTo>
                    <a:lnTo>
                      <a:pt x="6" y="136"/>
                    </a:lnTo>
                    <a:lnTo>
                      <a:pt x="5" y="138"/>
                    </a:lnTo>
                    <a:lnTo>
                      <a:pt x="6" y="138"/>
                    </a:lnTo>
                    <a:lnTo>
                      <a:pt x="6" y="139"/>
                    </a:lnTo>
                    <a:lnTo>
                      <a:pt x="6" y="140"/>
                    </a:lnTo>
                    <a:lnTo>
                      <a:pt x="7" y="141"/>
                    </a:lnTo>
                    <a:lnTo>
                      <a:pt x="6" y="142"/>
                    </a:lnTo>
                    <a:lnTo>
                      <a:pt x="9" y="143"/>
                    </a:lnTo>
                    <a:lnTo>
                      <a:pt x="10" y="143"/>
                    </a:lnTo>
                    <a:lnTo>
                      <a:pt x="11" y="143"/>
                    </a:lnTo>
                    <a:lnTo>
                      <a:pt x="12" y="144"/>
                    </a:lnTo>
                    <a:lnTo>
                      <a:pt x="13" y="145"/>
                    </a:lnTo>
                    <a:lnTo>
                      <a:pt x="16" y="145"/>
                    </a:lnTo>
                    <a:lnTo>
                      <a:pt x="17" y="146"/>
                    </a:lnTo>
                    <a:lnTo>
                      <a:pt x="16" y="147"/>
                    </a:lnTo>
                    <a:lnTo>
                      <a:pt x="17" y="147"/>
                    </a:lnTo>
                    <a:lnTo>
                      <a:pt x="18" y="148"/>
                    </a:lnTo>
                    <a:lnTo>
                      <a:pt x="20" y="147"/>
                    </a:lnTo>
                    <a:lnTo>
                      <a:pt x="20" y="149"/>
                    </a:lnTo>
                    <a:lnTo>
                      <a:pt x="21" y="150"/>
                    </a:lnTo>
                    <a:lnTo>
                      <a:pt x="22" y="151"/>
                    </a:lnTo>
                    <a:lnTo>
                      <a:pt x="22" y="152"/>
                    </a:lnTo>
                    <a:lnTo>
                      <a:pt x="23" y="152"/>
                    </a:lnTo>
                    <a:lnTo>
                      <a:pt x="22" y="153"/>
                    </a:lnTo>
                    <a:lnTo>
                      <a:pt x="21" y="154"/>
                    </a:lnTo>
                    <a:lnTo>
                      <a:pt x="22" y="154"/>
                    </a:lnTo>
                    <a:lnTo>
                      <a:pt x="23" y="153"/>
                    </a:lnTo>
                    <a:lnTo>
                      <a:pt x="24" y="152"/>
                    </a:lnTo>
                    <a:lnTo>
                      <a:pt x="25" y="150"/>
                    </a:lnTo>
                    <a:lnTo>
                      <a:pt x="26" y="151"/>
                    </a:lnTo>
                    <a:lnTo>
                      <a:pt x="26" y="152"/>
                    </a:lnTo>
                    <a:lnTo>
                      <a:pt x="28" y="152"/>
                    </a:lnTo>
                    <a:lnTo>
                      <a:pt x="30" y="151"/>
                    </a:lnTo>
                    <a:lnTo>
                      <a:pt x="32" y="151"/>
                    </a:lnTo>
                    <a:lnTo>
                      <a:pt x="33" y="150"/>
                    </a:lnTo>
                    <a:lnTo>
                      <a:pt x="34" y="151"/>
                    </a:lnTo>
                    <a:lnTo>
                      <a:pt x="35" y="150"/>
                    </a:lnTo>
                    <a:lnTo>
                      <a:pt x="36" y="149"/>
                    </a:lnTo>
                    <a:lnTo>
                      <a:pt x="37" y="149"/>
                    </a:lnTo>
                    <a:lnTo>
                      <a:pt x="38" y="149"/>
                    </a:lnTo>
                    <a:lnTo>
                      <a:pt x="40" y="149"/>
                    </a:lnTo>
                    <a:lnTo>
                      <a:pt x="41" y="148"/>
                    </a:lnTo>
                    <a:lnTo>
                      <a:pt x="42" y="148"/>
                    </a:lnTo>
                    <a:lnTo>
                      <a:pt x="44" y="148"/>
                    </a:lnTo>
                    <a:lnTo>
                      <a:pt x="44" y="147"/>
                    </a:lnTo>
                    <a:lnTo>
                      <a:pt x="45" y="146"/>
                    </a:lnTo>
                    <a:lnTo>
                      <a:pt x="46" y="147"/>
                    </a:lnTo>
                    <a:lnTo>
                      <a:pt x="47" y="147"/>
                    </a:lnTo>
                    <a:lnTo>
                      <a:pt x="48" y="147"/>
                    </a:lnTo>
                    <a:lnTo>
                      <a:pt x="49" y="146"/>
                    </a:lnTo>
                    <a:lnTo>
                      <a:pt x="48" y="145"/>
                    </a:lnTo>
                    <a:lnTo>
                      <a:pt x="49" y="145"/>
                    </a:lnTo>
                    <a:lnTo>
                      <a:pt x="50" y="146"/>
                    </a:lnTo>
                    <a:lnTo>
                      <a:pt x="51" y="146"/>
                    </a:lnTo>
                    <a:lnTo>
                      <a:pt x="52" y="145"/>
                    </a:lnTo>
                    <a:lnTo>
                      <a:pt x="54" y="145"/>
                    </a:lnTo>
                    <a:lnTo>
                      <a:pt x="55" y="145"/>
                    </a:lnTo>
                    <a:lnTo>
                      <a:pt x="57" y="144"/>
                    </a:lnTo>
                    <a:lnTo>
                      <a:pt x="59" y="144"/>
                    </a:lnTo>
                    <a:lnTo>
                      <a:pt x="61" y="144"/>
                    </a:lnTo>
                    <a:lnTo>
                      <a:pt x="62" y="144"/>
                    </a:lnTo>
                    <a:lnTo>
                      <a:pt x="64" y="144"/>
                    </a:lnTo>
                    <a:lnTo>
                      <a:pt x="65" y="143"/>
                    </a:lnTo>
                    <a:lnTo>
                      <a:pt x="65" y="144"/>
                    </a:lnTo>
                    <a:lnTo>
                      <a:pt x="68" y="14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27" name="D334">
                <a:extLst>
                  <a:ext uri="{FF2B5EF4-FFF2-40B4-BE49-F238E27FC236}">
                    <a16:creationId xmlns:a16="http://schemas.microsoft.com/office/drawing/2014/main" id="{1B5732C8-96EE-4054-85F3-8BAC1DD387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25" y="2533796"/>
                <a:ext cx="4" cy="5"/>
              </a:xfrm>
              <a:custGeom>
                <a:avLst/>
                <a:gdLst>
                  <a:gd name="T0" fmla="*/ 3 w 4"/>
                  <a:gd name="T1" fmla="*/ 1 h 5"/>
                  <a:gd name="T2" fmla="*/ 4 w 4"/>
                  <a:gd name="T3" fmla="*/ 1 h 5"/>
                  <a:gd name="T4" fmla="*/ 4 w 4"/>
                  <a:gd name="T5" fmla="*/ 2 h 5"/>
                  <a:gd name="T6" fmla="*/ 3 w 4"/>
                  <a:gd name="T7" fmla="*/ 3 h 5"/>
                  <a:gd name="T8" fmla="*/ 2 w 4"/>
                  <a:gd name="T9" fmla="*/ 3 h 5"/>
                  <a:gd name="T10" fmla="*/ 3 w 4"/>
                  <a:gd name="T11" fmla="*/ 4 h 5"/>
                  <a:gd name="T12" fmla="*/ 4 w 4"/>
                  <a:gd name="T13" fmla="*/ 4 h 5"/>
                  <a:gd name="T14" fmla="*/ 3 w 4"/>
                  <a:gd name="T15" fmla="*/ 5 h 5"/>
                  <a:gd name="T16" fmla="*/ 2 w 4"/>
                  <a:gd name="T17" fmla="*/ 4 h 5"/>
                  <a:gd name="T18" fmla="*/ 1 w 4"/>
                  <a:gd name="T19" fmla="*/ 4 h 5"/>
                  <a:gd name="T20" fmla="*/ 0 w 4"/>
                  <a:gd name="T21" fmla="*/ 4 h 5"/>
                  <a:gd name="T22" fmla="*/ 0 w 4"/>
                  <a:gd name="T23" fmla="*/ 3 h 5"/>
                  <a:gd name="T24" fmla="*/ 0 w 4"/>
                  <a:gd name="T25" fmla="*/ 2 h 5"/>
                  <a:gd name="T26" fmla="*/ 1 w 4"/>
                  <a:gd name="T27" fmla="*/ 2 h 5"/>
                  <a:gd name="T28" fmla="*/ 1 w 4"/>
                  <a:gd name="T29" fmla="*/ 1 h 5"/>
                  <a:gd name="T30" fmla="*/ 0 w 4"/>
                  <a:gd name="T31" fmla="*/ 0 h 5"/>
                  <a:gd name="T32" fmla="*/ 1 w 4"/>
                  <a:gd name="T33" fmla="*/ 0 h 5"/>
                  <a:gd name="T34" fmla="*/ 2 w 4"/>
                  <a:gd name="T35" fmla="*/ 0 h 5"/>
                  <a:gd name="T36" fmla="*/ 3 w 4"/>
                  <a:gd name="T37" fmla="*/ 0 h 5"/>
                  <a:gd name="T38" fmla="*/ 3 w 4"/>
                  <a:gd name="T39" fmla="*/ 1 h 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"/>
                  <a:gd name="T61" fmla="*/ 0 h 5"/>
                  <a:gd name="T62" fmla="*/ 4 w 4"/>
                  <a:gd name="T63" fmla="*/ 5 h 5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" h="5">
                    <a:moveTo>
                      <a:pt x="3" y="1"/>
                    </a:moveTo>
                    <a:lnTo>
                      <a:pt x="4" y="1"/>
                    </a:lnTo>
                    <a:lnTo>
                      <a:pt x="4" y="2"/>
                    </a:lnTo>
                    <a:lnTo>
                      <a:pt x="3" y="3"/>
                    </a:lnTo>
                    <a:lnTo>
                      <a:pt x="2" y="3"/>
                    </a:lnTo>
                    <a:lnTo>
                      <a:pt x="3" y="4"/>
                    </a:lnTo>
                    <a:lnTo>
                      <a:pt x="4" y="4"/>
                    </a:lnTo>
                    <a:lnTo>
                      <a:pt x="3" y="5"/>
                    </a:lnTo>
                    <a:lnTo>
                      <a:pt x="2" y="4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3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28" name="D335">
                <a:extLst>
                  <a:ext uri="{FF2B5EF4-FFF2-40B4-BE49-F238E27FC236}">
                    <a16:creationId xmlns:a16="http://schemas.microsoft.com/office/drawing/2014/main" id="{0F1D8D70-C7D2-4D1C-BDD2-0306A5AFE6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43" y="2533798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1 w 2"/>
                  <a:gd name="T3" fmla="*/ 2 h 2"/>
                  <a:gd name="T4" fmla="*/ 0 w 2"/>
                  <a:gd name="T5" fmla="*/ 1 h 2"/>
                  <a:gd name="T6" fmla="*/ 0 w 2"/>
                  <a:gd name="T7" fmla="*/ 0 h 2"/>
                  <a:gd name="T8" fmla="*/ 1 w 2"/>
                  <a:gd name="T9" fmla="*/ 0 h 2"/>
                  <a:gd name="T10" fmla="*/ 2 w 2"/>
                  <a:gd name="T11" fmla="*/ 1 h 2"/>
                  <a:gd name="T12" fmla="*/ 2 w 2"/>
                  <a:gd name="T13" fmla="*/ 2 h 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"/>
                  <a:gd name="T22" fmla="*/ 0 h 2"/>
                  <a:gd name="T23" fmla="*/ 2 w 2"/>
                  <a:gd name="T24" fmla="*/ 2 h 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" h="2">
                    <a:moveTo>
                      <a:pt x="2" y="2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1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29" name="D336">
                <a:extLst>
                  <a:ext uri="{FF2B5EF4-FFF2-40B4-BE49-F238E27FC236}">
                    <a16:creationId xmlns:a16="http://schemas.microsoft.com/office/drawing/2014/main" id="{60100EE2-9ED2-49D1-BAAB-DB3E4A81D8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49" y="2533798"/>
                <a:ext cx="5" cy="3"/>
              </a:xfrm>
              <a:custGeom>
                <a:avLst/>
                <a:gdLst>
                  <a:gd name="T0" fmla="*/ 3 w 5"/>
                  <a:gd name="T1" fmla="*/ 3 h 3"/>
                  <a:gd name="T2" fmla="*/ 2 w 5"/>
                  <a:gd name="T3" fmla="*/ 3 h 3"/>
                  <a:gd name="T4" fmla="*/ 1 w 5"/>
                  <a:gd name="T5" fmla="*/ 3 h 3"/>
                  <a:gd name="T6" fmla="*/ 0 w 5"/>
                  <a:gd name="T7" fmla="*/ 3 h 3"/>
                  <a:gd name="T8" fmla="*/ 1 w 5"/>
                  <a:gd name="T9" fmla="*/ 2 h 3"/>
                  <a:gd name="T10" fmla="*/ 2 w 5"/>
                  <a:gd name="T11" fmla="*/ 2 h 3"/>
                  <a:gd name="T12" fmla="*/ 2 w 5"/>
                  <a:gd name="T13" fmla="*/ 1 h 3"/>
                  <a:gd name="T14" fmla="*/ 3 w 5"/>
                  <a:gd name="T15" fmla="*/ 0 h 3"/>
                  <a:gd name="T16" fmla="*/ 4 w 5"/>
                  <a:gd name="T17" fmla="*/ 0 h 3"/>
                  <a:gd name="T18" fmla="*/ 5 w 5"/>
                  <a:gd name="T19" fmla="*/ 0 h 3"/>
                  <a:gd name="T20" fmla="*/ 4 w 5"/>
                  <a:gd name="T21" fmla="*/ 0 h 3"/>
                  <a:gd name="T22" fmla="*/ 4 w 5"/>
                  <a:gd name="T23" fmla="*/ 1 h 3"/>
                  <a:gd name="T24" fmla="*/ 4 w 5"/>
                  <a:gd name="T25" fmla="*/ 3 h 3"/>
                  <a:gd name="T26" fmla="*/ 3 w 5"/>
                  <a:gd name="T27" fmla="*/ 3 h 3"/>
                  <a:gd name="T28" fmla="*/ 3 w 5"/>
                  <a:gd name="T29" fmla="*/ 3 h 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"/>
                  <a:gd name="T46" fmla="*/ 0 h 3"/>
                  <a:gd name="T47" fmla="*/ 5 w 5"/>
                  <a:gd name="T48" fmla="*/ 3 h 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" h="3">
                    <a:moveTo>
                      <a:pt x="3" y="3"/>
                    </a:moveTo>
                    <a:lnTo>
                      <a:pt x="2" y="3"/>
                    </a:lnTo>
                    <a:lnTo>
                      <a:pt x="1" y="3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2" y="1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4" y="1"/>
                    </a:lnTo>
                    <a:lnTo>
                      <a:pt x="4" y="3"/>
                    </a:lnTo>
                    <a:lnTo>
                      <a:pt x="3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grpSp>
          <p:nvGrpSpPr>
            <p:cNvPr id="18" name="France">
              <a:extLst>
                <a:ext uri="{FF2B5EF4-FFF2-40B4-BE49-F238E27FC236}">
                  <a16:creationId xmlns:a16="http://schemas.microsoft.com/office/drawing/2014/main" id="{510D6DC3-E070-4A6C-87EA-12E2008858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0395" y="3299184"/>
              <a:ext cx="294644" cy="276238"/>
              <a:chOff x="15316200" y="5076825"/>
              <a:chExt cx="132" cy="113"/>
            </a:xfrm>
            <a:solidFill>
              <a:srgbClr val="002B69">
                <a:alpha val="91000"/>
              </a:srgbClr>
            </a:solidFill>
          </p:grpSpPr>
          <p:sp>
            <p:nvSpPr>
              <p:cNvPr id="124" name="D338">
                <a:extLst>
                  <a:ext uri="{FF2B5EF4-FFF2-40B4-BE49-F238E27FC236}">
                    <a16:creationId xmlns:a16="http://schemas.microsoft.com/office/drawing/2014/main" id="{EA58E30F-2CDD-4F44-A4AF-88499A0100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16200" y="5076825"/>
                <a:ext cx="118" cy="102"/>
              </a:xfrm>
              <a:custGeom>
                <a:avLst/>
                <a:gdLst>
                  <a:gd name="T0" fmla="*/ 112 w 118"/>
                  <a:gd name="T1" fmla="*/ 82 h 102"/>
                  <a:gd name="T2" fmla="*/ 107 w 118"/>
                  <a:gd name="T3" fmla="*/ 77 h 102"/>
                  <a:gd name="T4" fmla="*/ 105 w 118"/>
                  <a:gd name="T5" fmla="*/ 72 h 102"/>
                  <a:gd name="T6" fmla="*/ 108 w 118"/>
                  <a:gd name="T7" fmla="*/ 68 h 102"/>
                  <a:gd name="T8" fmla="*/ 106 w 118"/>
                  <a:gd name="T9" fmla="*/ 62 h 102"/>
                  <a:gd name="T10" fmla="*/ 106 w 118"/>
                  <a:gd name="T11" fmla="*/ 60 h 102"/>
                  <a:gd name="T12" fmla="*/ 104 w 118"/>
                  <a:gd name="T13" fmla="*/ 56 h 102"/>
                  <a:gd name="T14" fmla="*/ 99 w 118"/>
                  <a:gd name="T15" fmla="*/ 57 h 102"/>
                  <a:gd name="T16" fmla="*/ 101 w 118"/>
                  <a:gd name="T17" fmla="*/ 52 h 102"/>
                  <a:gd name="T18" fmla="*/ 105 w 118"/>
                  <a:gd name="T19" fmla="*/ 48 h 102"/>
                  <a:gd name="T20" fmla="*/ 108 w 118"/>
                  <a:gd name="T21" fmla="*/ 43 h 102"/>
                  <a:gd name="T22" fmla="*/ 112 w 118"/>
                  <a:gd name="T23" fmla="*/ 40 h 102"/>
                  <a:gd name="T24" fmla="*/ 114 w 118"/>
                  <a:gd name="T25" fmla="*/ 31 h 102"/>
                  <a:gd name="T26" fmla="*/ 113 w 118"/>
                  <a:gd name="T27" fmla="*/ 24 h 102"/>
                  <a:gd name="T28" fmla="*/ 104 w 118"/>
                  <a:gd name="T29" fmla="*/ 22 h 102"/>
                  <a:gd name="T30" fmla="*/ 99 w 118"/>
                  <a:gd name="T31" fmla="*/ 19 h 102"/>
                  <a:gd name="T32" fmla="*/ 90 w 118"/>
                  <a:gd name="T33" fmla="*/ 17 h 102"/>
                  <a:gd name="T34" fmla="*/ 88 w 118"/>
                  <a:gd name="T35" fmla="*/ 12 h 102"/>
                  <a:gd name="T36" fmla="*/ 83 w 118"/>
                  <a:gd name="T37" fmla="*/ 11 h 102"/>
                  <a:gd name="T38" fmla="*/ 77 w 118"/>
                  <a:gd name="T39" fmla="*/ 8 h 102"/>
                  <a:gd name="T40" fmla="*/ 70 w 118"/>
                  <a:gd name="T41" fmla="*/ 4 h 102"/>
                  <a:gd name="T42" fmla="*/ 67 w 118"/>
                  <a:gd name="T43" fmla="*/ 1 h 102"/>
                  <a:gd name="T44" fmla="*/ 59 w 118"/>
                  <a:gd name="T45" fmla="*/ 8 h 102"/>
                  <a:gd name="T46" fmla="*/ 52 w 118"/>
                  <a:gd name="T47" fmla="*/ 15 h 102"/>
                  <a:gd name="T48" fmla="*/ 48 w 118"/>
                  <a:gd name="T49" fmla="*/ 20 h 102"/>
                  <a:gd name="T50" fmla="*/ 44 w 118"/>
                  <a:gd name="T51" fmla="*/ 22 h 102"/>
                  <a:gd name="T52" fmla="*/ 35 w 118"/>
                  <a:gd name="T53" fmla="*/ 21 h 102"/>
                  <a:gd name="T54" fmla="*/ 31 w 118"/>
                  <a:gd name="T55" fmla="*/ 18 h 102"/>
                  <a:gd name="T56" fmla="*/ 28 w 118"/>
                  <a:gd name="T57" fmla="*/ 22 h 102"/>
                  <a:gd name="T58" fmla="*/ 30 w 118"/>
                  <a:gd name="T59" fmla="*/ 29 h 102"/>
                  <a:gd name="T60" fmla="*/ 26 w 118"/>
                  <a:gd name="T61" fmla="*/ 30 h 102"/>
                  <a:gd name="T62" fmla="*/ 20 w 118"/>
                  <a:gd name="T63" fmla="*/ 31 h 102"/>
                  <a:gd name="T64" fmla="*/ 13 w 118"/>
                  <a:gd name="T65" fmla="*/ 28 h 102"/>
                  <a:gd name="T66" fmla="*/ 8 w 118"/>
                  <a:gd name="T67" fmla="*/ 30 h 102"/>
                  <a:gd name="T68" fmla="*/ 0 w 118"/>
                  <a:gd name="T69" fmla="*/ 33 h 102"/>
                  <a:gd name="T70" fmla="*/ 3 w 118"/>
                  <a:gd name="T71" fmla="*/ 34 h 102"/>
                  <a:gd name="T72" fmla="*/ 1 w 118"/>
                  <a:gd name="T73" fmla="*/ 37 h 102"/>
                  <a:gd name="T74" fmla="*/ 8 w 118"/>
                  <a:gd name="T75" fmla="*/ 39 h 102"/>
                  <a:gd name="T76" fmla="*/ 15 w 118"/>
                  <a:gd name="T77" fmla="*/ 42 h 102"/>
                  <a:gd name="T78" fmla="*/ 18 w 118"/>
                  <a:gd name="T79" fmla="*/ 43 h 102"/>
                  <a:gd name="T80" fmla="*/ 24 w 118"/>
                  <a:gd name="T81" fmla="*/ 46 h 102"/>
                  <a:gd name="T82" fmla="*/ 25 w 118"/>
                  <a:gd name="T83" fmla="*/ 48 h 102"/>
                  <a:gd name="T84" fmla="*/ 30 w 118"/>
                  <a:gd name="T85" fmla="*/ 56 h 102"/>
                  <a:gd name="T86" fmla="*/ 35 w 118"/>
                  <a:gd name="T87" fmla="*/ 62 h 102"/>
                  <a:gd name="T88" fmla="*/ 38 w 118"/>
                  <a:gd name="T89" fmla="*/ 70 h 102"/>
                  <a:gd name="T90" fmla="*/ 35 w 118"/>
                  <a:gd name="T91" fmla="*/ 70 h 102"/>
                  <a:gd name="T92" fmla="*/ 34 w 118"/>
                  <a:gd name="T93" fmla="*/ 80 h 102"/>
                  <a:gd name="T94" fmla="*/ 29 w 118"/>
                  <a:gd name="T95" fmla="*/ 91 h 102"/>
                  <a:gd name="T96" fmla="*/ 32 w 118"/>
                  <a:gd name="T97" fmla="*/ 94 h 102"/>
                  <a:gd name="T98" fmla="*/ 40 w 118"/>
                  <a:gd name="T99" fmla="*/ 98 h 102"/>
                  <a:gd name="T100" fmla="*/ 51 w 118"/>
                  <a:gd name="T101" fmla="*/ 98 h 102"/>
                  <a:gd name="T102" fmla="*/ 57 w 118"/>
                  <a:gd name="T103" fmla="*/ 100 h 102"/>
                  <a:gd name="T104" fmla="*/ 65 w 118"/>
                  <a:gd name="T105" fmla="*/ 102 h 102"/>
                  <a:gd name="T106" fmla="*/ 73 w 118"/>
                  <a:gd name="T107" fmla="*/ 98 h 102"/>
                  <a:gd name="T108" fmla="*/ 77 w 118"/>
                  <a:gd name="T109" fmla="*/ 92 h 102"/>
                  <a:gd name="T110" fmla="*/ 82 w 118"/>
                  <a:gd name="T111" fmla="*/ 89 h 102"/>
                  <a:gd name="T112" fmla="*/ 86 w 118"/>
                  <a:gd name="T113" fmla="*/ 91 h 102"/>
                  <a:gd name="T114" fmla="*/ 90 w 118"/>
                  <a:gd name="T115" fmla="*/ 90 h 102"/>
                  <a:gd name="T116" fmla="*/ 96 w 118"/>
                  <a:gd name="T117" fmla="*/ 93 h 102"/>
                  <a:gd name="T118" fmla="*/ 100 w 118"/>
                  <a:gd name="T119" fmla="*/ 94 h 102"/>
                  <a:gd name="T120" fmla="*/ 105 w 118"/>
                  <a:gd name="T121" fmla="*/ 92 h 102"/>
                  <a:gd name="T122" fmla="*/ 109 w 118"/>
                  <a:gd name="T123" fmla="*/ 89 h 102"/>
                  <a:gd name="T124" fmla="*/ 113 w 118"/>
                  <a:gd name="T125" fmla="*/ 86 h 102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w 118"/>
                  <a:gd name="T190" fmla="*/ 0 h 102"/>
                  <a:gd name="T191" fmla="*/ 118 w 118"/>
                  <a:gd name="T192" fmla="*/ 102 h 102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T189" t="T190" r="T191" b="T192"/>
                <a:pathLst>
                  <a:path w="118" h="102">
                    <a:moveTo>
                      <a:pt x="113" y="85"/>
                    </a:moveTo>
                    <a:lnTo>
                      <a:pt x="113" y="84"/>
                    </a:lnTo>
                    <a:lnTo>
                      <a:pt x="113" y="83"/>
                    </a:lnTo>
                    <a:lnTo>
                      <a:pt x="113" y="82"/>
                    </a:lnTo>
                    <a:lnTo>
                      <a:pt x="112" y="82"/>
                    </a:lnTo>
                    <a:lnTo>
                      <a:pt x="110" y="82"/>
                    </a:lnTo>
                    <a:lnTo>
                      <a:pt x="109" y="81"/>
                    </a:lnTo>
                    <a:lnTo>
                      <a:pt x="108" y="80"/>
                    </a:lnTo>
                    <a:lnTo>
                      <a:pt x="107" y="78"/>
                    </a:lnTo>
                    <a:lnTo>
                      <a:pt x="107" y="77"/>
                    </a:lnTo>
                    <a:lnTo>
                      <a:pt x="107" y="75"/>
                    </a:lnTo>
                    <a:lnTo>
                      <a:pt x="107" y="74"/>
                    </a:lnTo>
                    <a:lnTo>
                      <a:pt x="106" y="74"/>
                    </a:lnTo>
                    <a:lnTo>
                      <a:pt x="106" y="73"/>
                    </a:lnTo>
                    <a:lnTo>
                      <a:pt x="105" y="72"/>
                    </a:lnTo>
                    <a:lnTo>
                      <a:pt x="106" y="71"/>
                    </a:lnTo>
                    <a:lnTo>
                      <a:pt x="107" y="70"/>
                    </a:lnTo>
                    <a:lnTo>
                      <a:pt x="108" y="70"/>
                    </a:lnTo>
                    <a:lnTo>
                      <a:pt x="109" y="69"/>
                    </a:lnTo>
                    <a:lnTo>
                      <a:pt x="108" y="68"/>
                    </a:lnTo>
                    <a:lnTo>
                      <a:pt x="107" y="67"/>
                    </a:lnTo>
                    <a:lnTo>
                      <a:pt x="107" y="65"/>
                    </a:lnTo>
                    <a:lnTo>
                      <a:pt x="106" y="64"/>
                    </a:lnTo>
                    <a:lnTo>
                      <a:pt x="106" y="63"/>
                    </a:lnTo>
                    <a:lnTo>
                      <a:pt x="106" y="62"/>
                    </a:lnTo>
                    <a:lnTo>
                      <a:pt x="107" y="62"/>
                    </a:lnTo>
                    <a:lnTo>
                      <a:pt x="108" y="62"/>
                    </a:lnTo>
                    <a:lnTo>
                      <a:pt x="108" y="61"/>
                    </a:lnTo>
                    <a:lnTo>
                      <a:pt x="107" y="61"/>
                    </a:lnTo>
                    <a:lnTo>
                      <a:pt x="106" y="60"/>
                    </a:lnTo>
                    <a:lnTo>
                      <a:pt x="106" y="59"/>
                    </a:lnTo>
                    <a:lnTo>
                      <a:pt x="106" y="57"/>
                    </a:lnTo>
                    <a:lnTo>
                      <a:pt x="106" y="56"/>
                    </a:lnTo>
                    <a:lnTo>
                      <a:pt x="105" y="56"/>
                    </a:lnTo>
                    <a:lnTo>
                      <a:pt x="104" y="56"/>
                    </a:lnTo>
                    <a:lnTo>
                      <a:pt x="102" y="56"/>
                    </a:lnTo>
                    <a:lnTo>
                      <a:pt x="101" y="57"/>
                    </a:lnTo>
                    <a:lnTo>
                      <a:pt x="100" y="59"/>
                    </a:lnTo>
                    <a:lnTo>
                      <a:pt x="99" y="59"/>
                    </a:lnTo>
                    <a:lnTo>
                      <a:pt x="99" y="57"/>
                    </a:lnTo>
                    <a:lnTo>
                      <a:pt x="99" y="56"/>
                    </a:lnTo>
                    <a:lnTo>
                      <a:pt x="99" y="55"/>
                    </a:lnTo>
                    <a:lnTo>
                      <a:pt x="100" y="54"/>
                    </a:lnTo>
                    <a:lnTo>
                      <a:pt x="100" y="53"/>
                    </a:lnTo>
                    <a:lnTo>
                      <a:pt x="101" y="52"/>
                    </a:lnTo>
                    <a:lnTo>
                      <a:pt x="102" y="52"/>
                    </a:lnTo>
                    <a:lnTo>
                      <a:pt x="102" y="51"/>
                    </a:lnTo>
                    <a:lnTo>
                      <a:pt x="103" y="50"/>
                    </a:lnTo>
                    <a:lnTo>
                      <a:pt x="104" y="49"/>
                    </a:lnTo>
                    <a:lnTo>
                      <a:pt x="105" y="48"/>
                    </a:lnTo>
                    <a:lnTo>
                      <a:pt x="106" y="46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7" y="44"/>
                    </a:lnTo>
                    <a:lnTo>
                      <a:pt x="108" y="43"/>
                    </a:lnTo>
                    <a:lnTo>
                      <a:pt x="109" y="43"/>
                    </a:lnTo>
                    <a:lnTo>
                      <a:pt x="111" y="43"/>
                    </a:lnTo>
                    <a:lnTo>
                      <a:pt x="112" y="43"/>
                    </a:lnTo>
                    <a:lnTo>
                      <a:pt x="113" y="42"/>
                    </a:lnTo>
                    <a:lnTo>
                      <a:pt x="112" y="40"/>
                    </a:lnTo>
                    <a:lnTo>
                      <a:pt x="112" y="38"/>
                    </a:lnTo>
                    <a:lnTo>
                      <a:pt x="113" y="36"/>
                    </a:lnTo>
                    <a:lnTo>
                      <a:pt x="113" y="35"/>
                    </a:lnTo>
                    <a:lnTo>
                      <a:pt x="114" y="33"/>
                    </a:lnTo>
                    <a:lnTo>
                      <a:pt x="114" y="31"/>
                    </a:lnTo>
                    <a:lnTo>
                      <a:pt x="116" y="29"/>
                    </a:lnTo>
                    <a:lnTo>
                      <a:pt x="117" y="28"/>
                    </a:lnTo>
                    <a:lnTo>
                      <a:pt x="118" y="26"/>
                    </a:lnTo>
                    <a:lnTo>
                      <a:pt x="115" y="25"/>
                    </a:lnTo>
                    <a:lnTo>
                      <a:pt x="113" y="24"/>
                    </a:lnTo>
                    <a:lnTo>
                      <a:pt x="111" y="24"/>
                    </a:lnTo>
                    <a:lnTo>
                      <a:pt x="109" y="23"/>
                    </a:lnTo>
                    <a:lnTo>
                      <a:pt x="107" y="23"/>
                    </a:lnTo>
                    <a:lnTo>
                      <a:pt x="105" y="23"/>
                    </a:lnTo>
                    <a:lnTo>
                      <a:pt x="104" y="22"/>
                    </a:lnTo>
                    <a:lnTo>
                      <a:pt x="103" y="21"/>
                    </a:lnTo>
                    <a:lnTo>
                      <a:pt x="102" y="20"/>
                    </a:lnTo>
                    <a:lnTo>
                      <a:pt x="101" y="19"/>
                    </a:lnTo>
                    <a:lnTo>
                      <a:pt x="100" y="19"/>
                    </a:lnTo>
                    <a:lnTo>
                      <a:pt x="99" y="19"/>
                    </a:lnTo>
                    <a:lnTo>
                      <a:pt x="96" y="18"/>
                    </a:lnTo>
                    <a:lnTo>
                      <a:pt x="95" y="19"/>
                    </a:lnTo>
                    <a:lnTo>
                      <a:pt x="93" y="18"/>
                    </a:lnTo>
                    <a:lnTo>
                      <a:pt x="92" y="17"/>
                    </a:lnTo>
                    <a:lnTo>
                      <a:pt x="90" y="17"/>
                    </a:lnTo>
                    <a:lnTo>
                      <a:pt x="90" y="16"/>
                    </a:lnTo>
                    <a:lnTo>
                      <a:pt x="89" y="15"/>
                    </a:lnTo>
                    <a:lnTo>
                      <a:pt x="89" y="13"/>
                    </a:lnTo>
                    <a:lnTo>
                      <a:pt x="89" y="12"/>
                    </a:lnTo>
                    <a:lnTo>
                      <a:pt x="88" y="12"/>
                    </a:lnTo>
                    <a:lnTo>
                      <a:pt x="87" y="13"/>
                    </a:lnTo>
                    <a:lnTo>
                      <a:pt x="86" y="14"/>
                    </a:lnTo>
                    <a:lnTo>
                      <a:pt x="85" y="14"/>
                    </a:lnTo>
                    <a:lnTo>
                      <a:pt x="83" y="14"/>
                    </a:lnTo>
                    <a:lnTo>
                      <a:pt x="83" y="11"/>
                    </a:lnTo>
                    <a:lnTo>
                      <a:pt x="82" y="10"/>
                    </a:lnTo>
                    <a:lnTo>
                      <a:pt x="81" y="9"/>
                    </a:lnTo>
                    <a:lnTo>
                      <a:pt x="79" y="9"/>
                    </a:lnTo>
                    <a:lnTo>
                      <a:pt x="78" y="8"/>
                    </a:lnTo>
                    <a:lnTo>
                      <a:pt x="77" y="8"/>
                    </a:lnTo>
                    <a:lnTo>
                      <a:pt x="75" y="7"/>
                    </a:lnTo>
                    <a:lnTo>
                      <a:pt x="74" y="6"/>
                    </a:lnTo>
                    <a:lnTo>
                      <a:pt x="74" y="5"/>
                    </a:lnTo>
                    <a:lnTo>
                      <a:pt x="72" y="5"/>
                    </a:lnTo>
                    <a:lnTo>
                      <a:pt x="70" y="4"/>
                    </a:lnTo>
                    <a:lnTo>
                      <a:pt x="69" y="3"/>
                    </a:lnTo>
                    <a:lnTo>
                      <a:pt x="69" y="1"/>
                    </a:lnTo>
                    <a:lnTo>
                      <a:pt x="69" y="0"/>
                    </a:lnTo>
                    <a:lnTo>
                      <a:pt x="68" y="1"/>
                    </a:lnTo>
                    <a:lnTo>
                      <a:pt x="67" y="1"/>
                    </a:lnTo>
                    <a:lnTo>
                      <a:pt x="65" y="1"/>
                    </a:lnTo>
                    <a:lnTo>
                      <a:pt x="63" y="2"/>
                    </a:lnTo>
                    <a:lnTo>
                      <a:pt x="60" y="3"/>
                    </a:lnTo>
                    <a:lnTo>
                      <a:pt x="59" y="5"/>
                    </a:lnTo>
                    <a:lnTo>
                      <a:pt x="59" y="8"/>
                    </a:lnTo>
                    <a:lnTo>
                      <a:pt x="59" y="10"/>
                    </a:lnTo>
                    <a:lnTo>
                      <a:pt x="59" y="11"/>
                    </a:lnTo>
                    <a:lnTo>
                      <a:pt x="57" y="13"/>
                    </a:lnTo>
                    <a:lnTo>
                      <a:pt x="55" y="14"/>
                    </a:lnTo>
                    <a:lnTo>
                      <a:pt x="52" y="15"/>
                    </a:lnTo>
                    <a:lnTo>
                      <a:pt x="49" y="16"/>
                    </a:lnTo>
                    <a:lnTo>
                      <a:pt x="47" y="17"/>
                    </a:lnTo>
                    <a:lnTo>
                      <a:pt x="46" y="19"/>
                    </a:lnTo>
                    <a:lnTo>
                      <a:pt x="46" y="20"/>
                    </a:lnTo>
                    <a:lnTo>
                      <a:pt x="48" y="20"/>
                    </a:lnTo>
                    <a:lnTo>
                      <a:pt x="49" y="20"/>
                    </a:lnTo>
                    <a:lnTo>
                      <a:pt x="49" y="21"/>
                    </a:lnTo>
                    <a:lnTo>
                      <a:pt x="48" y="21"/>
                    </a:lnTo>
                    <a:lnTo>
                      <a:pt x="46" y="21"/>
                    </a:lnTo>
                    <a:lnTo>
                      <a:pt x="44" y="22"/>
                    </a:lnTo>
                    <a:lnTo>
                      <a:pt x="42" y="22"/>
                    </a:lnTo>
                    <a:lnTo>
                      <a:pt x="41" y="22"/>
                    </a:lnTo>
                    <a:lnTo>
                      <a:pt x="38" y="22"/>
                    </a:lnTo>
                    <a:lnTo>
                      <a:pt x="36" y="21"/>
                    </a:lnTo>
                    <a:lnTo>
                      <a:pt x="35" y="21"/>
                    </a:lnTo>
                    <a:lnTo>
                      <a:pt x="34" y="20"/>
                    </a:lnTo>
                    <a:lnTo>
                      <a:pt x="33" y="19"/>
                    </a:lnTo>
                    <a:lnTo>
                      <a:pt x="33" y="18"/>
                    </a:lnTo>
                    <a:lnTo>
                      <a:pt x="32" y="18"/>
                    </a:lnTo>
                    <a:lnTo>
                      <a:pt x="31" y="18"/>
                    </a:lnTo>
                    <a:lnTo>
                      <a:pt x="29" y="18"/>
                    </a:lnTo>
                    <a:lnTo>
                      <a:pt x="27" y="17"/>
                    </a:lnTo>
                    <a:lnTo>
                      <a:pt x="27" y="19"/>
                    </a:lnTo>
                    <a:lnTo>
                      <a:pt x="27" y="20"/>
                    </a:lnTo>
                    <a:lnTo>
                      <a:pt x="28" y="22"/>
                    </a:lnTo>
                    <a:lnTo>
                      <a:pt x="29" y="22"/>
                    </a:lnTo>
                    <a:lnTo>
                      <a:pt x="29" y="24"/>
                    </a:lnTo>
                    <a:lnTo>
                      <a:pt x="30" y="26"/>
                    </a:lnTo>
                    <a:lnTo>
                      <a:pt x="30" y="27"/>
                    </a:lnTo>
                    <a:lnTo>
                      <a:pt x="30" y="29"/>
                    </a:lnTo>
                    <a:lnTo>
                      <a:pt x="31" y="30"/>
                    </a:lnTo>
                    <a:lnTo>
                      <a:pt x="29" y="30"/>
                    </a:lnTo>
                    <a:lnTo>
                      <a:pt x="28" y="30"/>
                    </a:lnTo>
                    <a:lnTo>
                      <a:pt x="27" y="30"/>
                    </a:lnTo>
                    <a:lnTo>
                      <a:pt x="26" y="30"/>
                    </a:lnTo>
                    <a:lnTo>
                      <a:pt x="25" y="30"/>
                    </a:lnTo>
                    <a:lnTo>
                      <a:pt x="24" y="30"/>
                    </a:lnTo>
                    <a:lnTo>
                      <a:pt x="23" y="30"/>
                    </a:lnTo>
                    <a:lnTo>
                      <a:pt x="22" y="30"/>
                    </a:lnTo>
                    <a:lnTo>
                      <a:pt x="20" y="31"/>
                    </a:lnTo>
                    <a:lnTo>
                      <a:pt x="19" y="30"/>
                    </a:lnTo>
                    <a:lnTo>
                      <a:pt x="17" y="29"/>
                    </a:lnTo>
                    <a:lnTo>
                      <a:pt x="16" y="28"/>
                    </a:lnTo>
                    <a:lnTo>
                      <a:pt x="14" y="28"/>
                    </a:lnTo>
                    <a:lnTo>
                      <a:pt x="13" y="28"/>
                    </a:lnTo>
                    <a:lnTo>
                      <a:pt x="12" y="28"/>
                    </a:lnTo>
                    <a:lnTo>
                      <a:pt x="11" y="29"/>
                    </a:lnTo>
                    <a:lnTo>
                      <a:pt x="10" y="29"/>
                    </a:lnTo>
                    <a:lnTo>
                      <a:pt x="9" y="30"/>
                    </a:lnTo>
                    <a:lnTo>
                      <a:pt x="8" y="30"/>
                    </a:lnTo>
                    <a:lnTo>
                      <a:pt x="6" y="30"/>
                    </a:lnTo>
                    <a:lnTo>
                      <a:pt x="5" y="30"/>
                    </a:lnTo>
                    <a:lnTo>
                      <a:pt x="3" y="31"/>
                    </a:lnTo>
                    <a:lnTo>
                      <a:pt x="1" y="32"/>
                    </a:lnTo>
                    <a:lnTo>
                      <a:pt x="0" y="33"/>
                    </a:lnTo>
                    <a:lnTo>
                      <a:pt x="0" y="34"/>
                    </a:lnTo>
                    <a:lnTo>
                      <a:pt x="2" y="34"/>
                    </a:lnTo>
                    <a:lnTo>
                      <a:pt x="4" y="33"/>
                    </a:lnTo>
                    <a:lnTo>
                      <a:pt x="4" y="34"/>
                    </a:lnTo>
                    <a:lnTo>
                      <a:pt x="3" y="34"/>
                    </a:lnTo>
                    <a:lnTo>
                      <a:pt x="2" y="35"/>
                    </a:lnTo>
                    <a:lnTo>
                      <a:pt x="2" y="36"/>
                    </a:lnTo>
                    <a:lnTo>
                      <a:pt x="4" y="36"/>
                    </a:lnTo>
                    <a:lnTo>
                      <a:pt x="2" y="37"/>
                    </a:lnTo>
                    <a:lnTo>
                      <a:pt x="1" y="37"/>
                    </a:lnTo>
                    <a:lnTo>
                      <a:pt x="2" y="38"/>
                    </a:lnTo>
                    <a:lnTo>
                      <a:pt x="3" y="39"/>
                    </a:lnTo>
                    <a:lnTo>
                      <a:pt x="4" y="40"/>
                    </a:lnTo>
                    <a:lnTo>
                      <a:pt x="6" y="39"/>
                    </a:lnTo>
                    <a:lnTo>
                      <a:pt x="8" y="39"/>
                    </a:lnTo>
                    <a:lnTo>
                      <a:pt x="9" y="40"/>
                    </a:lnTo>
                    <a:lnTo>
                      <a:pt x="11" y="41"/>
                    </a:lnTo>
                    <a:lnTo>
                      <a:pt x="13" y="41"/>
                    </a:lnTo>
                    <a:lnTo>
                      <a:pt x="14" y="42"/>
                    </a:lnTo>
                    <a:lnTo>
                      <a:pt x="15" y="42"/>
                    </a:lnTo>
                    <a:lnTo>
                      <a:pt x="15" y="43"/>
                    </a:lnTo>
                    <a:lnTo>
                      <a:pt x="16" y="43"/>
                    </a:lnTo>
                    <a:lnTo>
                      <a:pt x="18" y="42"/>
                    </a:lnTo>
                    <a:lnTo>
                      <a:pt x="19" y="43"/>
                    </a:lnTo>
                    <a:lnTo>
                      <a:pt x="18" y="43"/>
                    </a:lnTo>
                    <a:lnTo>
                      <a:pt x="21" y="43"/>
                    </a:lnTo>
                    <a:lnTo>
                      <a:pt x="22" y="44"/>
                    </a:lnTo>
                    <a:lnTo>
                      <a:pt x="22" y="45"/>
                    </a:lnTo>
                    <a:lnTo>
                      <a:pt x="22" y="46"/>
                    </a:lnTo>
                    <a:lnTo>
                      <a:pt x="24" y="46"/>
                    </a:lnTo>
                    <a:lnTo>
                      <a:pt x="27" y="46"/>
                    </a:lnTo>
                    <a:lnTo>
                      <a:pt x="28" y="47"/>
                    </a:lnTo>
                    <a:lnTo>
                      <a:pt x="27" y="47"/>
                    </a:lnTo>
                    <a:lnTo>
                      <a:pt x="25" y="47"/>
                    </a:lnTo>
                    <a:lnTo>
                      <a:pt x="25" y="48"/>
                    </a:lnTo>
                    <a:lnTo>
                      <a:pt x="26" y="50"/>
                    </a:lnTo>
                    <a:lnTo>
                      <a:pt x="25" y="51"/>
                    </a:lnTo>
                    <a:lnTo>
                      <a:pt x="27" y="53"/>
                    </a:lnTo>
                    <a:lnTo>
                      <a:pt x="28" y="55"/>
                    </a:lnTo>
                    <a:lnTo>
                      <a:pt x="30" y="56"/>
                    </a:lnTo>
                    <a:lnTo>
                      <a:pt x="32" y="57"/>
                    </a:lnTo>
                    <a:lnTo>
                      <a:pt x="34" y="58"/>
                    </a:lnTo>
                    <a:lnTo>
                      <a:pt x="34" y="59"/>
                    </a:lnTo>
                    <a:lnTo>
                      <a:pt x="35" y="60"/>
                    </a:lnTo>
                    <a:lnTo>
                      <a:pt x="35" y="62"/>
                    </a:lnTo>
                    <a:lnTo>
                      <a:pt x="34" y="64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8" y="68"/>
                    </a:lnTo>
                    <a:lnTo>
                      <a:pt x="38" y="70"/>
                    </a:lnTo>
                    <a:lnTo>
                      <a:pt x="38" y="69"/>
                    </a:lnTo>
                    <a:lnTo>
                      <a:pt x="37" y="68"/>
                    </a:lnTo>
                    <a:lnTo>
                      <a:pt x="35" y="67"/>
                    </a:lnTo>
                    <a:lnTo>
                      <a:pt x="35" y="68"/>
                    </a:lnTo>
                    <a:lnTo>
                      <a:pt x="35" y="70"/>
                    </a:lnTo>
                    <a:lnTo>
                      <a:pt x="34" y="73"/>
                    </a:lnTo>
                    <a:lnTo>
                      <a:pt x="34" y="75"/>
                    </a:lnTo>
                    <a:lnTo>
                      <a:pt x="35" y="76"/>
                    </a:lnTo>
                    <a:lnTo>
                      <a:pt x="35" y="77"/>
                    </a:lnTo>
                    <a:lnTo>
                      <a:pt x="34" y="80"/>
                    </a:lnTo>
                    <a:lnTo>
                      <a:pt x="33" y="83"/>
                    </a:lnTo>
                    <a:lnTo>
                      <a:pt x="32" y="86"/>
                    </a:lnTo>
                    <a:lnTo>
                      <a:pt x="32" y="88"/>
                    </a:lnTo>
                    <a:lnTo>
                      <a:pt x="31" y="90"/>
                    </a:lnTo>
                    <a:lnTo>
                      <a:pt x="29" y="91"/>
                    </a:lnTo>
                    <a:lnTo>
                      <a:pt x="28" y="91"/>
                    </a:lnTo>
                    <a:lnTo>
                      <a:pt x="28" y="92"/>
                    </a:lnTo>
                    <a:lnTo>
                      <a:pt x="29" y="92"/>
                    </a:lnTo>
                    <a:lnTo>
                      <a:pt x="30" y="93"/>
                    </a:lnTo>
                    <a:lnTo>
                      <a:pt x="32" y="94"/>
                    </a:lnTo>
                    <a:lnTo>
                      <a:pt x="33" y="95"/>
                    </a:lnTo>
                    <a:lnTo>
                      <a:pt x="35" y="95"/>
                    </a:lnTo>
                    <a:lnTo>
                      <a:pt x="37" y="96"/>
                    </a:lnTo>
                    <a:lnTo>
                      <a:pt x="38" y="97"/>
                    </a:lnTo>
                    <a:lnTo>
                      <a:pt x="40" y="98"/>
                    </a:lnTo>
                    <a:lnTo>
                      <a:pt x="43" y="98"/>
                    </a:lnTo>
                    <a:lnTo>
                      <a:pt x="46" y="99"/>
                    </a:lnTo>
                    <a:lnTo>
                      <a:pt x="48" y="99"/>
                    </a:lnTo>
                    <a:lnTo>
                      <a:pt x="49" y="99"/>
                    </a:lnTo>
                    <a:lnTo>
                      <a:pt x="51" y="98"/>
                    </a:lnTo>
                    <a:lnTo>
                      <a:pt x="53" y="98"/>
                    </a:lnTo>
                    <a:lnTo>
                      <a:pt x="54" y="98"/>
                    </a:lnTo>
                    <a:lnTo>
                      <a:pt x="55" y="99"/>
                    </a:lnTo>
                    <a:lnTo>
                      <a:pt x="56" y="100"/>
                    </a:lnTo>
                    <a:lnTo>
                      <a:pt x="57" y="100"/>
                    </a:lnTo>
                    <a:lnTo>
                      <a:pt x="59" y="100"/>
                    </a:lnTo>
                    <a:lnTo>
                      <a:pt x="60" y="101"/>
                    </a:lnTo>
                    <a:lnTo>
                      <a:pt x="61" y="102"/>
                    </a:lnTo>
                    <a:lnTo>
                      <a:pt x="63" y="102"/>
                    </a:lnTo>
                    <a:lnTo>
                      <a:pt x="65" y="102"/>
                    </a:lnTo>
                    <a:lnTo>
                      <a:pt x="68" y="102"/>
                    </a:lnTo>
                    <a:lnTo>
                      <a:pt x="70" y="102"/>
                    </a:lnTo>
                    <a:lnTo>
                      <a:pt x="72" y="102"/>
                    </a:lnTo>
                    <a:lnTo>
                      <a:pt x="73" y="102"/>
                    </a:lnTo>
                    <a:lnTo>
                      <a:pt x="73" y="98"/>
                    </a:lnTo>
                    <a:lnTo>
                      <a:pt x="72" y="97"/>
                    </a:lnTo>
                    <a:lnTo>
                      <a:pt x="73" y="95"/>
                    </a:lnTo>
                    <a:lnTo>
                      <a:pt x="74" y="93"/>
                    </a:lnTo>
                    <a:lnTo>
                      <a:pt x="76" y="92"/>
                    </a:lnTo>
                    <a:lnTo>
                      <a:pt x="77" y="92"/>
                    </a:lnTo>
                    <a:lnTo>
                      <a:pt x="78" y="91"/>
                    </a:lnTo>
                    <a:lnTo>
                      <a:pt x="79" y="91"/>
                    </a:lnTo>
                    <a:lnTo>
                      <a:pt x="80" y="90"/>
                    </a:lnTo>
                    <a:lnTo>
                      <a:pt x="81" y="89"/>
                    </a:lnTo>
                    <a:lnTo>
                      <a:pt x="82" y="89"/>
                    </a:lnTo>
                    <a:lnTo>
                      <a:pt x="83" y="90"/>
                    </a:lnTo>
                    <a:lnTo>
                      <a:pt x="84" y="90"/>
                    </a:lnTo>
                    <a:lnTo>
                      <a:pt x="85" y="90"/>
                    </a:lnTo>
                    <a:lnTo>
                      <a:pt x="86" y="90"/>
                    </a:lnTo>
                    <a:lnTo>
                      <a:pt x="86" y="91"/>
                    </a:lnTo>
                    <a:lnTo>
                      <a:pt x="88" y="91"/>
                    </a:lnTo>
                    <a:lnTo>
                      <a:pt x="89" y="91"/>
                    </a:lnTo>
                    <a:lnTo>
                      <a:pt x="90" y="91"/>
                    </a:lnTo>
                    <a:lnTo>
                      <a:pt x="91" y="91"/>
                    </a:lnTo>
                    <a:lnTo>
                      <a:pt x="90" y="90"/>
                    </a:lnTo>
                    <a:lnTo>
                      <a:pt x="91" y="91"/>
                    </a:lnTo>
                    <a:lnTo>
                      <a:pt x="93" y="91"/>
                    </a:lnTo>
                    <a:lnTo>
                      <a:pt x="94" y="92"/>
                    </a:lnTo>
                    <a:lnTo>
                      <a:pt x="95" y="93"/>
                    </a:lnTo>
                    <a:lnTo>
                      <a:pt x="96" y="93"/>
                    </a:lnTo>
                    <a:lnTo>
                      <a:pt x="97" y="93"/>
                    </a:lnTo>
                    <a:lnTo>
                      <a:pt x="97" y="94"/>
                    </a:lnTo>
                    <a:lnTo>
                      <a:pt x="98" y="94"/>
                    </a:lnTo>
                    <a:lnTo>
                      <a:pt x="99" y="94"/>
                    </a:lnTo>
                    <a:lnTo>
                      <a:pt x="100" y="94"/>
                    </a:lnTo>
                    <a:lnTo>
                      <a:pt x="101" y="94"/>
                    </a:lnTo>
                    <a:lnTo>
                      <a:pt x="102" y="94"/>
                    </a:lnTo>
                    <a:lnTo>
                      <a:pt x="103" y="93"/>
                    </a:lnTo>
                    <a:lnTo>
                      <a:pt x="105" y="93"/>
                    </a:lnTo>
                    <a:lnTo>
                      <a:pt x="105" y="92"/>
                    </a:lnTo>
                    <a:lnTo>
                      <a:pt x="105" y="91"/>
                    </a:lnTo>
                    <a:lnTo>
                      <a:pt x="106" y="91"/>
                    </a:lnTo>
                    <a:lnTo>
                      <a:pt x="107" y="90"/>
                    </a:lnTo>
                    <a:lnTo>
                      <a:pt x="108" y="89"/>
                    </a:lnTo>
                    <a:lnTo>
                      <a:pt x="109" y="89"/>
                    </a:lnTo>
                    <a:lnTo>
                      <a:pt x="110" y="88"/>
                    </a:lnTo>
                    <a:lnTo>
                      <a:pt x="110" y="87"/>
                    </a:lnTo>
                    <a:lnTo>
                      <a:pt x="111" y="87"/>
                    </a:lnTo>
                    <a:lnTo>
                      <a:pt x="112" y="86"/>
                    </a:lnTo>
                    <a:lnTo>
                      <a:pt x="113" y="86"/>
                    </a:lnTo>
                    <a:lnTo>
                      <a:pt x="113" y="85"/>
                    </a:lnTo>
                    <a:close/>
                  </a:path>
                </a:pathLst>
              </a:custGeom>
              <a:solidFill>
                <a:srgbClr val="06A8F5"/>
              </a:solidFill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25" name="D339">
                <a:extLst>
                  <a:ext uri="{FF2B5EF4-FFF2-40B4-BE49-F238E27FC236}">
                    <a16:creationId xmlns:a16="http://schemas.microsoft.com/office/drawing/2014/main" id="{15FEA257-72FB-4B89-829B-0F9A1A7C68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16323" y="5076920"/>
                <a:ext cx="9" cy="18"/>
              </a:xfrm>
              <a:custGeom>
                <a:avLst/>
                <a:gdLst>
                  <a:gd name="T0" fmla="*/ 7 w 9"/>
                  <a:gd name="T1" fmla="*/ 0 h 18"/>
                  <a:gd name="T2" fmla="*/ 7 w 9"/>
                  <a:gd name="T3" fmla="*/ 1 h 18"/>
                  <a:gd name="T4" fmla="*/ 7 w 9"/>
                  <a:gd name="T5" fmla="*/ 2 h 18"/>
                  <a:gd name="T6" fmla="*/ 6 w 9"/>
                  <a:gd name="T7" fmla="*/ 3 h 18"/>
                  <a:gd name="T8" fmla="*/ 5 w 9"/>
                  <a:gd name="T9" fmla="*/ 3 h 18"/>
                  <a:gd name="T10" fmla="*/ 4 w 9"/>
                  <a:gd name="T11" fmla="*/ 4 h 18"/>
                  <a:gd name="T12" fmla="*/ 3 w 9"/>
                  <a:gd name="T13" fmla="*/ 4 h 18"/>
                  <a:gd name="T14" fmla="*/ 2 w 9"/>
                  <a:gd name="T15" fmla="*/ 5 h 18"/>
                  <a:gd name="T16" fmla="*/ 1 w 9"/>
                  <a:gd name="T17" fmla="*/ 4 h 18"/>
                  <a:gd name="T18" fmla="*/ 1 w 9"/>
                  <a:gd name="T19" fmla="*/ 5 h 18"/>
                  <a:gd name="T20" fmla="*/ 0 w 9"/>
                  <a:gd name="T21" fmla="*/ 6 h 18"/>
                  <a:gd name="T22" fmla="*/ 0 w 9"/>
                  <a:gd name="T23" fmla="*/ 7 h 18"/>
                  <a:gd name="T24" fmla="*/ 0 w 9"/>
                  <a:gd name="T25" fmla="*/ 8 h 18"/>
                  <a:gd name="T26" fmla="*/ 0 w 9"/>
                  <a:gd name="T27" fmla="*/ 9 h 18"/>
                  <a:gd name="T28" fmla="*/ 1 w 9"/>
                  <a:gd name="T29" fmla="*/ 10 h 18"/>
                  <a:gd name="T30" fmla="*/ 1 w 9"/>
                  <a:gd name="T31" fmla="*/ 12 h 18"/>
                  <a:gd name="T32" fmla="*/ 1 w 9"/>
                  <a:gd name="T33" fmla="*/ 13 h 18"/>
                  <a:gd name="T34" fmla="*/ 1 w 9"/>
                  <a:gd name="T35" fmla="*/ 14 h 18"/>
                  <a:gd name="T36" fmla="*/ 2 w 9"/>
                  <a:gd name="T37" fmla="*/ 14 h 18"/>
                  <a:gd name="T38" fmla="*/ 2 w 9"/>
                  <a:gd name="T39" fmla="*/ 15 h 18"/>
                  <a:gd name="T40" fmla="*/ 3 w 9"/>
                  <a:gd name="T41" fmla="*/ 16 h 18"/>
                  <a:gd name="T42" fmla="*/ 4 w 9"/>
                  <a:gd name="T43" fmla="*/ 17 h 18"/>
                  <a:gd name="T44" fmla="*/ 5 w 9"/>
                  <a:gd name="T45" fmla="*/ 17 h 18"/>
                  <a:gd name="T46" fmla="*/ 6 w 9"/>
                  <a:gd name="T47" fmla="*/ 18 h 18"/>
                  <a:gd name="T48" fmla="*/ 6 w 9"/>
                  <a:gd name="T49" fmla="*/ 17 h 18"/>
                  <a:gd name="T50" fmla="*/ 6 w 9"/>
                  <a:gd name="T51" fmla="*/ 16 h 18"/>
                  <a:gd name="T52" fmla="*/ 7 w 9"/>
                  <a:gd name="T53" fmla="*/ 16 h 18"/>
                  <a:gd name="T54" fmla="*/ 7 w 9"/>
                  <a:gd name="T55" fmla="*/ 15 h 18"/>
                  <a:gd name="T56" fmla="*/ 7 w 9"/>
                  <a:gd name="T57" fmla="*/ 14 h 18"/>
                  <a:gd name="T58" fmla="*/ 8 w 9"/>
                  <a:gd name="T59" fmla="*/ 13 h 18"/>
                  <a:gd name="T60" fmla="*/ 8 w 9"/>
                  <a:gd name="T61" fmla="*/ 12 h 18"/>
                  <a:gd name="T62" fmla="*/ 8 w 9"/>
                  <a:gd name="T63" fmla="*/ 10 h 18"/>
                  <a:gd name="T64" fmla="*/ 9 w 9"/>
                  <a:gd name="T65" fmla="*/ 9 h 18"/>
                  <a:gd name="T66" fmla="*/ 8 w 9"/>
                  <a:gd name="T67" fmla="*/ 6 h 18"/>
                  <a:gd name="T68" fmla="*/ 8 w 9"/>
                  <a:gd name="T69" fmla="*/ 5 h 18"/>
                  <a:gd name="T70" fmla="*/ 8 w 9"/>
                  <a:gd name="T71" fmla="*/ 3 h 18"/>
                  <a:gd name="T72" fmla="*/ 8 w 9"/>
                  <a:gd name="T73" fmla="*/ 2 h 18"/>
                  <a:gd name="T74" fmla="*/ 8 w 9"/>
                  <a:gd name="T75" fmla="*/ 0 h 18"/>
                  <a:gd name="T76" fmla="*/ 7 w 9"/>
                  <a:gd name="T77" fmla="*/ 0 h 18"/>
                  <a:gd name="T78" fmla="*/ 7 w 9"/>
                  <a:gd name="T79" fmla="*/ 0 h 1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9"/>
                  <a:gd name="T121" fmla="*/ 0 h 18"/>
                  <a:gd name="T122" fmla="*/ 9 w 9"/>
                  <a:gd name="T123" fmla="*/ 18 h 18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9" h="18">
                    <a:moveTo>
                      <a:pt x="7" y="0"/>
                    </a:moveTo>
                    <a:lnTo>
                      <a:pt x="7" y="1"/>
                    </a:lnTo>
                    <a:lnTo>
                      <a:pt x="7" y="2"/>
                    </a:lnTo>
                    <a:lnTo>
                      <a:pt x="6" y="3"/>
                    </a:lnTo>
                    <a:lnTo>
                      <a:pt x="5" y="3"/>
                    </a:lnTo>
                    <a:lnTo>
                      <a:pt x="4" y="4"/>
                    </a:lnTo>
                    <a:lnTo>
                      <a:pt x="3" y="4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1" y="5"/>
                    </a:lnTo>
                    <a:lnTo>
                      <a:pt x="0" y="6"/>
                    </a:lnTo>
                    <a:lnTo>
                      <a:pt x="0" y="7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1" y="10"/>
                    </a:lnTo>
                    <a:lnTo>
                      <a:pt x="1" y="12"/>
                    </a:lnTo>
                    <a:lnTo>
                      <a:pt x="1" y="13"/>
                    </a:lnTo>
                    <a:lnTo>
                      <a:pt x="1" y="14"/>
                    </a:lnTo>
                    <a:lnTo>
                      <a:pt x="2" y="14"/>
                    </a:lnTo>
                    <a:lnTo>
                      <a:pt x="2" y="15"/>
                    </a:lnTo>
                    <a:lnTo>
                      <a:pt x="3" y="16"/>
                    </a:lnTo>
                    <a:lnTo>
                      <a:pt x="4" y="17"/>
                    </a:lnTo>
                    <a:lnTo>
                      <a:pt x="5" y="17"/>
                    </a:lnTo>
                    <a:lnTo>
                      <a:pt x="6" y="18"/>
                    </a:lnTo>
                    <a:lnTo>
                      <a:pt x="6" y="17"/>
                    </a:lnTo>
                    <a:lnTo>
                      <a:pt x="6" y="16"/>
                    </a:lnTo>
                    <a:lnTo>
                      <a:pt x="7" y="16"/>
                    </a:lnTo>
                    <a:lnTo>
                      <a:pt x="7" y="15"/>
                    </a:lnTo>
                    <a:lnTo>
                      <a:pt x="7" y="14"/>
                    </a:lnTo>
                    <a:lnTo>
                      <a:pt x="8" y="13"/>
                    </a:lnTo>
                    <a:lnTo>
                      <a:pt x="8" y="12"/>
                    </a:lnTo>
                    <a:lnTo>
                      <a:pt x="8" y="10"/>
                    </a:lnTo>
                    <a:lnTo>
                      <a:pt x="9" y="9"/>
                    </a:lnTo>
                    <a:lnTo>
                      <a:pt x="8" y="6"/>
                    </a:lnTo>
                    <a:lnTo>
                      <a:pt x="8" y="5"/>
                    </a:lnTo>
                    <a:lnTo>
                      <a:pt x="8" y="3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6A8F5"/>
              </a:solidFill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grpSp>
          <p:nvGrpSpPr>
            <p:cNvPr id="19" name="Germany">
              <a:extLst>
                <a:ext uri="{FF2B5EF4-FFF2-40B4-BE49-F238E27FC236}">
                  <a16:creationId xmlns:a16="http://schemas.microsoft.com/office/drawing/2014/main" id="{22AF4A24-FF80-4668-A489-A1CF89204B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99147" y="3181843"/>
              <a:ext cx="185268" cy="227346"/>
              <a:chOff x="16249650" y="4619625"/>
              <a:chExt cx="83" cy="93"/>
            </a:xfrm>
            <a:solidFill>
              <a:srgbClr val="002B69">
                <a:alpha val="91000"/>
              </a:srgbClr>
            </a:solidFill>
          </p:grpSpPr>
          <p:sp>
            <p:nvSpPr>
              <p:cNvPr id="122" name="D345">
                <a:extLst>
                  <a:ext uri="{FF2B5EF4-FFF2-40B4-BE49-F238E27FC236}">
                    <a16:creationId xmlns:a16="http://schemas.microsoft.com/office/drawing/2014/main" id="{078C771D-6B60-4601-8B57-1811DE33F6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49650" y="4619625"/>
                <a:ext cx="83" cy="93"/>
              </a:xfrm>
              <a:custGeom>
                <a:avLst/>
                <a:gdLst>
                  <a:gd name="T0" fmla="*/ 1 w 83"/>
                  <a:gd name="T1" fmla="*/ 47 h 93"/>
                  <a:gd name="T2" fmla="*/ 1 w 83"/>
                  <a:gd name="T3" fmla="*/ 39 h 93"/>
                  <a:gd name="T4" fmla="*/ 7 w 83"/>
                  <a:gd name="T5" fmla="*/ 37 h 93"/>
                  <a:gd name="T6" fmla="*/ 9 w 83"/>
                  <a:gd name="T7" fmla="*/ 31 h 93"/>
                  <a:gd name="T8" fmla="*/ 10 w 83"/>
                  <a:gd name="T9" fmla="*/ 25 h 93"/>
                  <a:gd name="T10" fmla="*/ 15 w 83"/>
                  <a:gd name="T11" fmla="*/ 22 h 93"/>
                  <a:gd name="T12" fmla="*/ 11 w 83"/>
                  <a:gd name="T13" fmla="*/ 19 h 93"/>
                  <a:gd name="T14" fmla="*/ 17 w 83"/>
                  <a:gd name="T15" fmla="*/ 16 h 93"/>
                  <a:gd name="T16" fmla="*/ 22 w 83"/>
                  <a:gd name="T17" fmla="*/ 18 h 93"/>
                  <a:gd name="T18" fmla="*/ 24 w 83"/>
                  <a:gd name="T19" fmla="*/ 18 h 93"/>
                  <a:gd name="T20" fmla="*/ 26 w 83"/>
                  <a:gd name="T21" fmla="*/ 14 h 93"/>
                  <a:gd name="T22" fmla="*/ 27 w 83"/>
                  <a:gd name="T23" fmla="*/ 11 h 93"/>
                  <a:gd name="T24" fmla="*/ 26 w 83"/>
                  <a:gd name="T25" fmla="*/ 8 h 93"/>
                  <a:gd name="T26" fmla="*/ 28 w 83"/>
                  <a:gd name="T27" fmla="*/ 5 h 93"/>
                  <a:gd name="T28" fmla="*/ 26 w 83"/>
                  <a:gd name="T29" fmla="*/ 0 h 93"/>
                  <a:gd name="T30" fmla="*/ 32 w 83"/>
                  <a:gd name="T31" fmla="*/ 1 h 93"/>
                  <a:gd name="T32" fmla="*/ 36 w 83"/>
                  <a:gd name="T33" fmla="*/ 2 h 93"/>
                  <a:gd name="T34" fmla="*/ 38 w 83"/>
                  <a:gd name="T35" fmla="*/ 6 h 93"/>
                  <a:gd name="T36" fmla="*/ 42 w 83"/>
                  <a:gd name="T37" fmla="*/ 8 h 93"/>
                  <a:gd name="T38" fmla="*/ 47 w 83"/>
                  <a:gd name="T39" fmla="*/ 9 h 93"/>
                  <a:gd name="T40" fmla="*/ 46 w 83"/>
                  <a:gd name="T41" fmla="*/ 13 h 93"/>
                  <a:gd name="T42" fmla="*/ 50 w 83"/>
                  <a:gd name="T43" fmla="*/ 12 h 93"/>
                  <a:gd name="T44" fmla="*/ 56 w 83"/>
                  <a:gd name="T45" fmla="*/ 9 h 93"/>
                  <a:gd name="T46" fmla="*/ 60 w 83"/>
                  <a:gd name="T47" fmla="*/ 6 h 93"/>
                  <a:gd name="T48" fmla="*/ 59 w 83"/>
                  <a:gd name="T49" fmla="*/ 9 h 93"/>
                  <a:gd name="T50" fmla="*/ 65 w 83"/>
                  <a:gd name="T51" fmla="*/ 8 h 93"/>
                  <a:gd name="T52" fmla="*/ 70 w 83"/>
                  <a:gd name="T53" fmla="*/ 10 h 93"/>
                  <a:gd name="T54" fmla="*/ 73 w 83"/>
                  <a:gd name="T55" fmla="*/ 14 h 93"/>
                  <a:gd name="T56" fmla="*/ 78 w 83"/>
                  <a:gd name="T57" fmla="*/ 19 h 93"/>
                  <a:gd name="T58" fmla="*/ 76 w 83"/>
                  <a:gd name="T59" fmla="*/ 26 h 93"/>
                  <a:gd name="T60" fmla="*/ 79 w 83"/>
                  <a:gd name="T61" fmla="*/ 31 h 93"/>
                  <a:gd name="T62" fmla="*/ 80 w 83"/>
                  <a:gd name="T63" fmla="*/ 39 h 93"/>
                  <a:gd name="T64" fmla="*/ 83 w 83"/>
                  <a:gd name="T65" fmla="*/ 45 h 93"/>
                  <a:gd name="T66" fmla="*/ 81 w 83"/>
                  <a:gd name="T67" fmla="*/ 51 h 93"/>
                  <a:gd name="T68" fmla="*/ 76 w 83"/>
                  <a:gd name="T69" fmla="*/ 49 h 93"/>
                  <a:gd name="T70" fmla="*/ 68 w 83"/>
                  <a:gd name="T71" fmla="*/ 55 h 93"/>
                  <a:gd name="T72" fmla="*/ 61 w 83"/>
                  <a:gd name="T73" fmla="*/ 57 h 93"/>
                  <a:gd name="T74" fmla="*/ 58 w 83"/>
                  <a:gd name="T75" fmla="*/ 60 h 93"/>
                  <a:gd name="T76" fmla="*/ 59 w 83"/>
                  <a:gd name="T77" fmla="*/ 62 h 93"/>
                  <a:gd name="T78" fmla="*/ 66 w 83"/>
                  <a:gd name="T79" fmla="*/ 71 h 93"/>
                  <a:gd name="T80" fmla="*/ 72 w 83"/>
                  <a:gd name="T81" fmla="*/ 78 h 93"/>
                  <a:gd name="T82" fmla="*/ 67 w 83"/>
                  <a:gd name="T83" fmla="*/ 82 h 93"/>
                  <a:gd name="T84" fmla="*/ 65 w 83"/>
                  <a:gd name="T85" fmla="*/ 90 h 93"/>
                  <a:gd name="T86" fmla="*/ 59 w 83"/>
                  <a:gd name="T87" fmla="*/ 89 h 93"/>
                  <a:gd name="T88" fmla="*/ 51 w 83"/>
                  <a:gd name="T89" fmla="*/ 91 h 93"/>
                  <a:gd name="T90" fmla="*/ 42 w 83"/>
                  <a:gd name="T91" fmla="*/ 92 h 93"/>
                  <a:gd name="T92" fmla="*/ 36 w 83"/>
                  <a:gd name="T93" fmla="*/ 91 h 93"/>
                  <a:gd name="T94" fmla="*/ 28 w 83"/>
                  <a:gd name="T95" fmla="*/ 90 h 93"/>
                  <a:gd name="T96" fmla="*/ 18 w 83"/>
                  <a:gd name="T97" fmla="*/ 91 h 93"/>
                  <a:gd name="T98" fmla="*/ 15 w 83"/>
                  <a:gd name="T99" fmla="*/ 84 h 93"/>
                  <a:gd name="T100" fmla="*/ 19 w 83"/>
                  <a:gd name="T101" fmla="*/ 76 h 93"/>
                  <a:gd name="T102" fmla="*/ 11 w 83"/>
                  <a:gd name="T103" fmla="*/ 71 h 93"/>
                  <a:gd name="T104" fmla="*/ 4 w 83"/>
                  <a:gd name="T105" fmla="*/ 68 h 93"/>
                  <a:gd name="T106" fmla="*/ 2 w 83"/>
                  <a:gd name="T107" fmla="*/ 62 h 93"/>
                  <a:gd name="T108" fmla="*/ 3 w 83"/>
                  <a:gd name="T109" fmla="*/ 57 h 93"/>
                  <a:gd name="T110" fmla="*/ 1 w 83"/>
                  <a:gd name="T111" fmla="*/ 53 h 93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83"/>
                  <a:gd name="T169" fmla="*/ 0 h 93"/>
                  <a:gd name="T170" fmla="*/ 83 w 83"/>
                  <a:gd name="T171" fmla="*/ 93 h 93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83" h="93">
                    <a:moveTo>
                      <a:pt x="1" y="52"/>
                    </a:moveTo>
                    <a:lnTo>
                      <a:pt x="1" y="51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1" y="47"/>
                    </a:lnTo>
                    <a:lnTo>
                      <a:pt x="1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39"/>
                    </a:lnTo>
                    <a:lnTo>
                      <a:pt x="1" y="38"/>
                    </a:lnTo>
                    <a:lnTo>
                      <a:pt x="2" y="38"/>
                    </a:lnTo>
                    <a:lnTo>
                      <a:pt x="5" y="39"/>
                    </a:lnTo>
                    <a:lnTo>
                      <a:pt x="6" y="39"/>
                    </a:lnTo>
                    <a:lnTo>
                      <a:pt x="7" y="37"/>
                    </a:lnTo>
                    <a:lnTo>
                      <a:pt x="7" y="36"/>
                    </a:lnTo>
                    <a:lnTo>
                      <a:pt x="9" y="35"/>
                    </a:lnTo>
                    <a:lnTo>
                      <a:pt x="10" y="33"/>
                    </a:lnTo>
                    <a:lnTo>
                      <a:pt x="10" y="32"/>
                    </a:lnTo>
                    <a:lnTo>
                      <a:pt x="9" y="31"/>
                    </a:lnTo>
                    <a:lnTo>
                      <a:pt x="7" y="31"/>
                    </a:lnTo>
                    <a:lnTo>
                      <a:pt x="7" y="29"/>
                    </a:lnTo>
                    <a:lnTo>
                      <a:pt x="9" y="28"/>
                    </a:lnTo>
                    <a:lnTo>
                      <a:pt x="10" y="26"/>
                    </a:lnTo>
                    <a:lnTo>
                      <a:pt x="10" y="25"/>
                    </a:lnTo>
                    <a:lnTo>
                      <a:pt x="10" y="23"/>
                    </a:lnTo>
                    <a:lnTo>
                      <a:pt x="11" y="22"/>
                    </a:lnTo>
                    <a:lnTo>
                      <a:pt x="13" y="21"/>
                    </a:lnTo>
                    <a:lnTo>
                      <a:pt x="14" y="22"/>
                    </a:lnTo>
                    <a:lnTo>
                      <a:pt x="15" y="22"/>
                    </a:lnTo>
                    <a:lnTo>
                      <a:pt x="14" y="21"/>
                    </a:lnTo>
                    <a:lnTo>
                      <a:pt x="13" y="21"/>
                    </a:lnTo>
                    <a:lnTo>
                      <a:pt x="13" y="20"/>
                    </a:lnTo>
                    <a:lnTo>
                      <a:pt x="11" y="20"/>
                    </a:lnTo>
                    <a:lnTo>
                      <a:pt x="11" y="19"/>
                    </a:lnTo>
                    <a:lnTo>
                      <a:pt x="11" y="18"/>
                    </a:lnTo>
                    <a:lnTo>
                      <a:pt x="12" y="18"/>
                    </a:lnTo>
                    <a:lnTo>
                      <a:pt x="12" y="17"/>
                    </a:lnTo>
                    <a:lnTo>
                      <a:pt x="14" y="16"/>
                    </a:lnTo>
                    <a:lnTo>
                      <a:pt x="17" y="16"/>
                    </a:lnTo>
                    <a:lnTo>
                      <a:pt x="20" y="16"/>
                    </a:lnTo>
                    <a:lnTo>
                      <a:pt x="21" y="18"/>
                    </a:lnTo>
                    <a:lnTo>
                      <a:pt x="21" y="19"/>
                    </a:lnTo>
                    <a:lnTo>
                      <a:pt x="22" y="19"/>
                    </a:lnTo>
                    <a:lnTo>
                      <a:pt x="22" y="18"/>
                    </a:lnTo>
                    <a:lnTo>
                      <a:pt x="23" y="18"/>
                    </a:lnTo>
                    <a:lnTo>
                      <a:pt x="24" y="20"/>
                    </a:lnTo>
                    <a:lnTo>
                      <a:pt x="25" y="21"/>
                    </a:lnTo>
                    <a:lnTo>
                      <a:pt x="25" y="20"/>
                    </a:lnTo>
                    <a:lnTo>
                      <a:pt x="24" y="18"/>
                    </a:lnTo>
                    <a:lnTo>
                      <a:pt x="24" y="17"/>
                    </a:lnTo>
                    <a:lnTo>
                      <a:pt x="24" y="16"/>
                    </a:lnTo>
                    <a:lnTo>
                      <a:pt x="25" y="15"/>
                    </a:lnTo>
                    <a:lnTo>
                      <a:pt x="25" y="14"/>
                    </a:lnTo>
                    <a:lnTo>
                      <a:pt x="26" y="14"/>
                    </a:lnTo>
                    <a:lnTo>
                      <a:pt x="28" y="14"/>
                    </a:lnTo>
                    <a:lnTo>
                      <a:pt x="29" y="14"/>
                    </a:lnTo>
                    <a:lnTo>
                      <a:pt x="28" y="13"/>
                    </a:lnTo>
                    <a:lnTo>
                      <a:pt x="27" y="12"/>
                    </a:lnTo>
                    <a:lnTo>
                      <a:pt x="27" y="11"/>
                    </a:lnTo>
                    <a:lnTo>
                      <a:pt x="28" y="11"/>
                    </a:lnTo>
                    <a:lnTo>
                      <a:pt x="27" y="10"/>
                    </a:lnTo>
                    <a:lnTo>
                      <a:pt x="27" y="9"/>
                    </a:lnTo>
                    <a:lnTo>
                      <a:pt x="27" y="8"/>
                    </a:lnTo>
                    <a:lnTo>
                      <a:pt x="26" y="8"/>
                    </a:lnTo>
                    <a:lnTo>
                      <a:pt x="25" y="8"/>
                    </a:lnTo>
                    <a:lnTo>
                      <a:pt x="26" y="7"/>
                    </a:lnTo>
                    <a:lnTo>
                      <a:pt x="27" y="6"/>
                    </a:lnTo>
                    <a:lnTo>
                      <a:pt x="28" y="6"/>
                    </a:lnTo>
                    <a:lnTo>
                      <a:pt x="28" y="5"/>
                    </a:lnTo>
                    <a:lnTo>
                      <a:pt x="27" y="4"/>
                    </a:lnTo>
                    <a:lnTo>
                      <a:pt x="26" y="3"/>
                    </a:lnTo>
                    <a:lnTo>
                      <a:pt x="25" y="2"/>
                    </a:lnTo>
                    <a:lnTo>
                      <a:pt x="26" y="1"/>
                    </a:lnTo>
                    <a:lnTo>
                      <a:pt x="26" y="0"/>
                    </a:lnTo>
                    <a:lnTo>
                      <a:pt x="26" y="1"/>
                    </a:lnTo>
                    <a:lnTo>
                      <a:pt x="27" y="1"/>
                    </a:lnTo>
                    <a:lnTo>
                      <a:pt x="29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5" y="2"/>
                    </a:lnTo>
                    <a:lnTo>
                      <a:pt x="36" y="2"/>
                    </a:lnTo>
                    <a:lnTo>
                      <a:pt x="37" y="3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6" y="6"/>
                    </a:lnTo>
                    <a:lnTo>
                      <a:pt x="38" y="6"/>
                    </a:lnTo>
                    <a:lnTo>
                      <a:pt x="38" y="7"/>
                    </a:lnTo>
                    <a:lnTo>
                      <a:pt x="39" y="7"/>
                    </a:lnTo>
                    <a:lnTo>
                      <a:pt x="40" y="6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5" y="8"/>
                    </a:lnTo>
                    <a:lnTo>
                      <a:pt x="46" y="7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6" y="10"/>
                    </a:lnTo>
                    <a:lnTo>
                      <a:pt x="45" y="11"/>
                    </a:lnTo>
                    <a:lnTo>
                      <a:pt x="44" y="12"/>
                    </a:lnTo>
                    <a:lnTo>
                      <a:pt x="45" y="13"/>
                    </a:lnTo>
                    <a:lnTo>
                      <a:pt x="46" y="13"/>
                    </a:lnTo>
                    <a:lnTo>
                      <a:pt x="47" y="12"/>
                    </a:lnTo>
                    <a:lnTo>
                      <a:pt x="48" y="12"/>
                    </a:lnTo>
                    <a:lnTo>
                      <a:pt x="49" y="13"/>
                    </a:lnTo>
                    <a:lnTo>
                      <a:pt x="51" y="13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1"/>
                    </a:lnTo>
                    <a:lnTo>
                      <a:pt x="53" y="10"/>
                    </a:lnTo>
                    <a:lnTo>
                      <a:pt x="55" y="10"/>
                    </a:lnTo>
                    <a:lnTo>
                      <a:pt x="56" y="9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9" y="8"/>
                    </a:lnTo>
                    <a:lnTo>
                      <a:pt x="60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1" y="7"/>
                    </a:lnTo>
                    <a:lnTo>
                      <a:pt x="60" y="8"/>
                    </a:lnTo>
                    <a:lnTo>
                      <a:pt x="59" y="9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3" y="7"/>
                    </a:lnTo>
                    <a:lnTo>
                      <a:pt x="65" y="7"/>
                    </a:lnTo>
                    <a:lnTo>
                      <a:pt x="65" y="8"/>
                    </a:lnTo>
                    <a:lnTo>
                      <a:pt x="67" y="9"/>
                    </a:lnTo>
                    <a:lnTo>
                      <a:pt x="67" y="10"/>
                    </a:lnTo>
                    <a:lnTo>
                      <a:pt x="68" y="10"/>
                    </a:lnTo>
                    <a:lnTo>
                      <a:pt x="69" y="11"/>
                    </a:lnTo>
                    <a:lnTo>
                      <a:pt x="70" y="10"/>
                    </a:lnTo>
                    <a:lnTo>
                      <a:pt x="71" y="11"/>
                    </a:lnTo>
                    <a:lnTo>
                      <a:pt x="72" y="12"/>
                    </a:lnTo>
                    <a:lnTo>
                      <a:pt x="72" y="13"/>
                    </a:lnTo>
                    <a:lnTo>
                      <a:pt x="72" y="14"/>
                    </a:lnTo>
                    <a:lnTo>
                      <a:pt x="73" y="14"/>
                    </a:lnTo>
                    <a:lnTo>
                      <a:pt x="75" y="15"/>
                    </a:lnTo>
                    <a:lnTo>
                      <a:pt x="76" y="15"/>
                    </a:lnTo>
                    <a:lnTo>
                      <a:pt x="76" y="16"/>
                    </a:lnTo>
                    <a:lnTo>
                      <a:pt x="77" y="18"/>
                    </a:lnTo>
                    <a:lnTo>
                      <a:pt x="78" y="19"/>
                    </a:lnTo>
                    <a:lnTo>
                      <a:pt x="78" y="20"/>
                    </a:lnTo>
                    <a:lnTo>
                      <a:pt x="78" y="21"/>
                    </a:lnTo>
                    <a:lnTo>
                      <a:pt x="77" y="23"/>
                    </a:lnTo>
                    <a:lnTo>
                      <a:pt x="76" y="24"/>
                    </a:lnTo>
                    <a:lnTo>
                      <a:pt x="76" y="26"/>
                    </a:lnTo>
                    <a:lnTo>
                      <a:pt x="76" y="27"/>
                    </a:lnTo>
                    <a:lnTo>
                      <a:pt x="77" y="28"/>
                    </a:lnTo>
                    <a:lnTo>
                      <a:pt x="78" y="28"/>
                    </a:lnTo>
                    <a:lnTo>
                      <a:pt x="79" y="30"/>
                    </a:lnTo>
                    <a:lnTo>
                      <a:pt x="79" y="31"/>
                    </a:lnTo>
                    <a:lnTo>
                      <a:pt x="79" y="33"/>
                    </a:lnTo>
                    <a:lnTo>
                      <a:pt x="79" y="34"/>
                    </a:lnTo>
                    <a:lnTo>
                      <a:pt x="80" y="37"/>
                    </a:lnTo>
                    <a:lnTo>
                      <a:pt x="80" y="38"/>
                    </a:lnTo>
                    <a:lnTo>
                      <a:pt x="80" y="39"/>
                    </a:lnTo>
                    <a:lnTo>
                      <a:pt x="80" y="41"/>
                    </a:lnTo>
                    <a:lnTo>
                      <a:pt x="81" y="43"/>
                    </a:lnTo>
                    <a:lnTo>
                      <a:pt x="82" y="44"/>
                    </a:lnTo>
                    <a:lnTo>
                      <a:pt x="83" y="44"/>
                    </a:lnTo>
                    <a:lnTo>
                      <a:pt x="83" y="45"/>
                    </a:lnTo>
                    <a:lnTo>
                      <a:pt x="83" y="46"/>
                    </a:lnTo>
                    <a:lnTo>
                      <a:pt x="83" y="48"/>
                    </a:lnTo>
                    <a:lnTo>
                      <a:pt x="82" y="50"/>
                    </a:lnTo>
                    <a:lnTo>
                      <a:pt x="82" y="51"/>
                    </a:lnTo>
                    <a:lnTo>
                      <a:pt x="81" y="51"/>
                    </a:lnTo>
                    <a:lnTo>
                      <a:pt x="80" y="51"/>
                    </a:lnTo>
                    <a:lnTo>
                      <a:pt x="79" y="50"/>
                    </a:lnTo>
                    <a:lnTo>
                      <a:pt x="78" y="48"/>
                    </a:lnTo>
                    <a:lnTo>
                      <a:pt x="76" y="48"/>
                    </a:lnTo>
                    <a:lnTo>
                      <a:pt x="76" y="49"/>
                    </a:lnTo>
                    <a:lnTo>
                      <a:pt x="76" y="51"/>
                    </a:lnTo>
                    <a:lnTo>
                      <a:pt x="74" y="52"/>
                    </a:lnTo>
                    <a:lnTo>
                      <a:pt x="71" y="52"/>
                    </a:lnTo>
                    <a:lnTo>
                      <a:pt x="69" y="53"/>
                    </a:lnTo>
                    <a:lnTo>
                      <a:pt x="68" y="55"/>
                    </a:lnTo>
                    <a:lnTo>
                      <a:pt x="67" y="55"/>
                    </a:lnTo>
                    <a:lnTo>
                      <a:pt x="65" y="56"/>
                    </a:lnTo>
                    <a:lnTo>
                      <a:pt x="64" y="56"/>
                    </a:lnTo>
                    <a:lnTo>
                      <a:pt x="62" y="57"/>
                    </a:lnTo>
                    <a:lnTo>
                      <a:pt x="61" y="57"/>
                    </a:lnTo>
                    <a:lnTo>
                      <a:pt x="60" y="57"/>
                    </a:lnTo>
                    <a:lnTo>
                      <a:pt x="60" y="58"/>
                    </a:lnTo>
                    <a:lnTo>
                      <a:pt x="59" y="58"/>
                    </a:lnTo>
                    <a:lnTo>
                      <a:pt x="59" y="59"/>
                    </a:lnTo>
                    <a:lnTo>
                      <a:pt x="58" y="60"/>
                    </a:lnTo>
                    <a:lnTo>
                      <a:pt x="58" y="59"/>
                    </a:lnTo>
                    <a:lnTo>
                      <a:pt x="56" y="58"/>
                    </a:lnTo>
                    <a:lnTo>
                      <a:pt x="56" y="59"/>
                    </a:lnTo>
                    <a:lnTo>
                      <a:pt x="57" y="61"/>
                    </a:lnTo>
                    <a:lnTo>
                      <a:pt x="59" y="62"/>
                    </a:lnTo>
                    <a:lnTo>
                      <a:pt x="60" y="63"/>
                    </a:lnTo>
                    <a:lnTo>
                      <a:pt x="60" y="66"/>
                    </a:lnTo>
                    <a:lnTo>
                      <a:pt x="61" y="68"/>
                    </a:lnTo>
                    <a:lnTo>
                      <a:pt x="63" y="69"/>
                    </a:lnTo>
                    <a:lnTo>
                      <a:pt x="66" y="71"/>
                    </a:lnTo>
                    <a:lnTo>
                      <a:pt x="68" y="73"/>
                    </a:lnTo>
                    <a:lnTo>
                      <a:pt x="69" y="74"/>
                    </a:lnTo>
                    <a:lnTo>
                      <a:pt x="72" y="76"/>
                    </a:lnTo>
                    <a:lnTo>
                      <a:pt x="73" y="77"/>
                    </a:lnTo>
                    <a:lnTo>
                      <a:pt x="72" y="78"/>
                    </a:lnTo>
                    <a:lnTo>
                      <a:pt x="71" y="78"/>
                    </a:lnTo>
                    <a:lnTo>
                      <a:pt x="70" y="79"/>
                    </a:lnTo>
                    <a:lnTo>
                      <a:pt x="69" y="80"/>
                    </a:lnTo>
                    <a:lnTo>
                      <a:pt x="68" y="81"/>
                    </a:lnTo>
                    <a:lnTo>
                      <a:pt x="67" y="82"/>
                    </a:lnTo>
                    <a:lnTo>
                      <a:pt x="65" y="83"/>
                    </a:lnTo>
                    <a:lnTo>
                      <a:pt x="64" y="84"/>
                    </a:lnTo>
                    <a:lnTo>
                      <a:pt x="64" y="87"/>
                    </a:lnTo>
                    <a:lnTo>
                      <a:pt x="65" y="89"/>
                    </a:lnTo>
                    <a:lnTo>
                      <a:pt x="65" y="90"/>
                    </a:lnTo>
                    <a:lnTo>
                      <a:pt x="64" y="91"/>
                    </a:lnTo>
                    <a:lnTo>
                      <a:pt x="63" y="89"/>
                    </a:lnTo>
                    <a:lnTo>
                      <a:pt x="62" y="89"/>
                    </a:lnTo>
                    <a:lnTo>
                      <a:pt x="61" y="89"/>
                    </a:lnTo>
                    <a:lnTo>
                      <a:pt x="59" y="89"/>
                    </a:lnTo>
                    <a:lnTo>
                      <a:pt x="58" y="90"/>
                    </a:lnTo>
                    <a:lnTo>
                      <a:pt x="56" y="90"/>
                    </a:lnTo>
                    <a:lnTo>
                      <a:pt x="54" y="90"/>
                    </a:lnTo>
                    <a:lnTo>
                      <a:pt x="52" y="90"/>
                    </a:lnTo>
                    <a:lnTo>
                      <a:pt x="51" y="91"/>
                    </a:lnTo>
                    <a:lnTo>
                      <a:pt x="49" y="92"/>
                    </a:lnTo>
                    <a:lnTo>
                      <a:pt x="47" y="92"/>
                    </a:lnTo>
                    <a:lnTo>
                      <a:pt x="45" y="91"/>
                    </a:lnTo>
                    <a:lnTo>
                      <a:pt x="43" y="91"/>
                    </a:lnTo>
                    <a:lnTo>
                      <a:pt x="42" y="92"/>
                    </a:lnTo>
                    <a:lnTo>
                      <a:pt x="41" y="93"/>
                    </a:lnTo>
                    <a:lnTo>
                      <a:pt x="40" y="93"/>
                    </a:lnTo>
                    <a:lnTo>
                      <a:pt x="38" y="92"/>
                    </a:lnTo>
                    <a:lnTo>
                      <a:pt x="38" y="91"/>
                    </a:lnTo>
                    <a:lnTo>
                      <a:pt x="36" y="91"/>
                    </a:lnTo>
                    <a:lnTo>
                      <a:pt x="35" y="91"/>
                    </a:lnTo>
                    <a:lnTo>
                      <a:pt x="33" y="92"/>
                    </a:lnTo>
                    <a:lnTo>
                      <a:pt x="32" y="91"/>
                    </a:lnTo>
                    <a:lnTo>
                      <a:pt x="30" y="90"/>
                    </a:lnTo>
                    <a:lnTo>
                      <a:pt x="28" y="90"/>
                    </a:lnTo>
                    <a:lnTo>
                      <a:pt x="26" y="90"/>
                    </a:lnTo>
                    <a:lnTo>
                      <a:pt x="25" y="90"/>
                    </a:lnTo>
                    <a:lnTo>
                      <a:pt x="22" y="90"/>
                    </a:lnTo>
                    <a:lnTo>
                      <a:pt x="20" y="90"/>
                    </a:lnTo>
                    <a:lnTo>
                      <a:pt x="18" y="91"/>
                    </a:lnTo>
                    <a:lnTo>
                      <a:pt x="16" y="91"/>
                    </a:lnTo>
                    <a:lnTo>
                      <a:pt x="15" y="90"/>
                    </a:lnTo>
                    <a:lnTo>
                      <a:pt x="14" y="88"/>
                    </a:lnTo>
                    <a:lnTo>
                      <a:pt x="14" y="86"/>
                    </a:lnTo>
                    <a:lnTo>
                      <a:pt x="15" y="84"/>
                    </a:lnTo>
                    <a:lnTo>
                      <a:pt x="15" y="83"/>
                    </a:lnTo>
                    <a:lnTo>
                      <a:pt x="16" y="81"/>
                    </a:lnTo>
                    <a:lnTo>
                      <a:pt x="16" y="79"/>
                    </a:lnTo>
                    <a:lnTo>
                      <a:pt x="18" y="77"/>
                    </a:lnTo>
                    <a:lnTo>
                      <a:pt x="19" y="76"/>
                    </a:lnTo>
                    <a:lnTo>
                      <a:pt x="20" y="74"/>
                    </a:lnTo>
                    <a:lnTo>
                      <a:pt x="17" y="73"/>
                    </a:lnTo>
                    <a:lnTo>
                      <a:pt x="15" y="72"/>
                    </a:lnTo>
                    <a:lnTo>
                      <a:pt x="13" y="72"/>
                    </a:lnTo>
                    <a:lnTo>
                      <a:pt x="11" y="71"/>
                    </a:lnTo>
                    <a:lnTo>
                      <a:pt x="9" y="71"/>
                    </a:lnTo>
                    <a:lnTo>
                      <a:pt x="7" y="71"/>
                    </a:lnTo>
                    <a:lnTo>
                      <a:pt x="6" y="70"/>
                    </a:lnTo>
                    <a:lnTo>
                      <a:pt x="5" y="69"/>
                    </a:lnTo>
                    <a:lnTo>
                      <a:pt x="4" y="68"/>
                    </a:lnTo>
                    <a:lnTo>
                      <a:pt x="3" y="67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2" y="62"/>
                    </a:lnTo>
                    <a:lnTo>
                      <a:pt x="2" y="61"/>
                    </a:lnTo>
                    <a:lnTo>
                      <a:pt x="3" y="60"/>
                    </a:lnTo>
                    <a:lnTo>
                      <a:pt x="1" y="59"/>
                    </a:lnTo>
                    <a:lnTo>
                      <a:pt x="1" y="60"/>
                    </a:lnTo>
                    <a:lnTo>
                      <a:pt x="3" y="57"/>
                    </a:lnTo>
                    <a:lnTo>
                      <a:pt x="3" y="56"/>
                    </a:lnTo>
                    <a:lnTo>
                      <a:pt x="2" y="55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1" y="53"/>
                    </a:lnTo>
                    <a:lnTo>
                      <a:pt x="1" y="52"/>
                    </a:lnTo>
                    <a:close/>
                  </a:path>
                </a:pathLst>
              </a:custGeom>
              <a:solidFill>
                <a:srgbClr val="06A8F5"/>
              </a:solidFill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23" name="D346">
                <a:extLst>
                  <a:ext uri="{FF2B5EF4-FFF2-40B4-BE49-F238E27FC236}">
                    <a16:creationId xmlns:a16="http://schemas.microsoft.com/office/drawing/2014/main" id="{2B33E54D-4CEA-405B-AD2F-ECE5184B10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49716" y="4619629"/>
                <a:ext cx="5" cy="5"/>
              </a:xfrm>
              <a:custGeom>
                <a:avLst/>
                <a:gdLst>
                  <a:gd name="T0" fmla="*/ 5 w 5"/>
                  <a:gd name="T1" fmla="*/ 2 h 5"/>
                  <a:gd name="T2" fmla="*/ 5 w 5"/>
                  <a:gd name="T3" fmla="*/ 1 h 5"/>
                  <a:gd name="T4" fmla="*/ 4 w 5"/>
                  <a:gd name="T5" fmla="*/ 0 h 5"/>
                  <a:gd name="T6" fmla="*/ 3 w 5"/>
                  <a:gd name="T7" fmla="*/ 0 h 5"/>
                  <a:gd name="T8" fmla="*/ 2 w 5"/>
                  <a:gd name="T9" fmla="*/ 0 h 5"/>
                  <a:gd name="T10" fmla="*/ 1 w 5"/>
                  <a:gd name="T11" fmla="*/ 0 h 5"/>
                  <a:gd name="T12" fmla="*/ 2 w 5"/>
                  <a:gd name="T13" fmla="*/ 1 h 5"/>
                  <a:gd name="T14" fmla="*/ 3 w 5"/>
                  <a:gd name="T15" fmla="*/ 1 h 5"/>
                  <a:gd name="T16" fmla="*/ 3 w 5"/>
                  <a:gd name="T17" fmla="*/ 2 h 5"/>
                  <a:gd name="T18" fmla="*/ 2 w 5"/>
                  <a:gd name="T19" fmla="*/ 2 h 5"/>
                  <a:gd name="T20" fmla="*/ 1 w 5"/>
                  <a:gd name="T21" fmla="*/ 1 h 5"/>
                  <a:gd name="T22" fmla="*/ 0 w 5"/>
                  <a:gd name="T23" fmla="*/ 1 h 5"/>
                  <a:gd name="T24" fmla="*/ 1 w 5"/>
                  <a:gd name="T25" fmla="*/ 2 h 5"/>
                  <a:gd name="T26" fmla="*/ 1 w 5"/>
                  <a:gd name="T27" fmla="*/ 3 h 5"/>
                  <a:gd name="T28" fmla="*/ 0 w 5"/>
                  <a:gd name="T29" fmla="*/ 4 h 5"/>
                  <a:gd name="T30" fmla="*/ 1 w 5"/>
                  <a:gd name="T31" fmla="*/ 4 h 5"/>
                  <a:gd name="T32" fmla="*/ 3 w 5"/>
                  <a:gd name="T33" fmla="*/ 5 h 5"/>
                  <a:gd name="T34" fmla="*/ 3 w 5"/>
                  <a:gd name="T35" fmla="*/ 4 h 5"/>
                  <a:gd name="T36" fmla="*/ 4 w 5"/>
                  <a:gd name="T37" fmla="*/ 4 h 5"/>
                  <a:gd name="T38" fmla="*/ 5 w 5"/>
                  <a:gd name="T39" fmla="*/ 4 h 5"/>
                  <a:gd name="T40" fmla="*/ 5 w 5"/>
                  <a:gd name="T41" fmla="*/ 3 h 5"/>
                  <a:gd name="T42" fmla="*/ 4 w 5"/>
                  <a:gd name="T43" fmla="*/ 2 h 5"/>
                  <a:gd name="T44" fmla="*/ 5 w 5"/>
                  <a:gd name="T45" fmla="*/ 2 h 5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5"/>
                  <a:gd name="T70" fmla="*/ 0 h 5"/>
                  <a:gd name="T71" fmla="*/ 5 w 5"/>
                  <a:gd name="T72" fmla="*/ 5 h 5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5" h="5">
                    <a:moveTo>
                      <a:pt x="5" y="2"/>
                    </a:moveTo>
                    <a:lnTo>
                      <a:pt x="5" y="1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2" y="1"/>
                    </a:lnTo>
                    <a:lnTo>
                      <a:pt x="3" y="1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0" y="4"/>
                    </a:lnTo>
                    <a:lnTo>
                      <a:pt x="1" y="4"/>
                    </a:lnTo>
                    <a:lnTo>
                      <a:pt x="3" y="5"/>
                    </a:lnTo>
                    <a:lnTo>
                      <a:pt x="3" y="4"/>
                    </a:lnTo>
                    <a:lnTo>
                      <a:pt x="4" y="4"/>
                    </a:lnTo>
                    <a:lnTo>
                      <a:pt x="5" y="4"/>
                    </a:lnTo>
                    <a:lnTo>
                      <a:pt x="5" y="3"/>
                    </a:lnTo>
                    <a:lnTo>
                      <a:pt x="4" y="2"/>
                    </a:lnTo>
                    <a:lnTo>
                      <a:pt x="5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grpSp>
          <p:nvGrpSpPr>
            <p:cNvPr id="20" name="Greece">
              <a:extLst>
                <a:ext uri="{FF2B5EF4-FFF2-40B4-BE49-F238E27FC236}">
                  <a16:creationId xmlns:a16="http://schemas.microsoft.com/office/drawing/2014/main" id="{2755B9FF-1319-4423-A855-156BCEA11F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2631" y="3563198"/>
              <a:ext cx="180804" cy="183344"/>
              <a:chOff x="17459325" y="6105525"/>
              <a:chExt cx="81" cy="75"/>
            </a:xfrm>
            <a:solidFill>
              <a:srgbClr val="002B69">
                <a:alpha val="91000"/>
              </a:srgbClr>
            </a:solidFill>
          </p:grpSpPr>
          <p:sp>
            <p:nvSpPr>
              <p:cNvPr id="109" name="D354">
                <a:extLst>
                  <a:ext uri="{FF2B5EF4-FFF2-40B4-BE49-F238E27FC236}">
                    <a16:creationId xmlns:a16="http://schemas.microsoft.com/office/drawing/2014/main" id="{E2F9281C-AB07-4945-97C1-F73BF92170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30" y="6105525"/>
                <a:ext cx="59" cy="45"/>
              </a:xfrm>
              <a:custGeom>
                <a:avLst/>
                <a:gdLst>
                  <a:gd name="T0" fmla="*/ 2 w 59"/>
                  <a:gd name="T1" fmla="*/ 22 h 45"/>
                  <a:gd name="T2" fmla="*/ 6 w 59"/>
                  <a:gd name="T3" fmla="*/ 16 h 45"/>
                  <a:gd name="T4" fmla="*/ 8 w 59"/>
                  <a:gd name="T5" fmla="*/ 11 h 45"/>
                  <a:gd name="T6" fmla="*/ 14 w 59"/>
                  <a:gd name="T7" fmla="*/ 10 h 45"/>
                  <a:gd name="T8" fmla="*/ 22 w 59"/>
                  <a:gd name="T9" fmla="*/ 7 h 45"/>
                  <a:gd name="T10" fmla="*/ 28 w 59"/>
                  <a:gd name="T11" fmla="*/ 5 h 45"/>
                  <a:gd name="T12" fmla="*/ 38 w 59"/>
                  <a:gd name="T13" fmla="*/ 3 h 45"/>
                  <a:gd name="T14" fmla="*/ 43 w 59"/>
                  <a:gd name="T15" fmla="*/ 4 h 45"/>
                  <a:gd name="T16" fmla="*/ 53 w 59"/>
                  <a:gd name="T17" fmla="*/ 5 h 45"/>
                  <a:gd name="T18" fmla="*/ 57 w 59"/>
                  <a:gd name="T19" fmla="*/ 0 h 45"/>
                  <a:gd name="T20" fmla="*/ 59 w 59"/>
                  <a:gd name="T21" fmla="*/ 4 h 45"/>
                  <a:gd name="T22" fmla="*/ 56 w 59"/>
                  <a:gd name="T23" fmla="*/ 10 h 45"/>
                  <a:gd name="T24" fmla="*/ 50 w 59"/>
                  <a:gd name="T25" fmla="*/ 11 h 45"/>
                  <a:gd name="T26" fmla="*/ 45 w 59"/>
                  <a:gd name="T27" fmla="*/ 9 h 45"/>
                  <a:gd name="T28" fmla="*/ 41 w 59"/>
                  <a:gd name="T29" fmla="*/ 11 h 45"/>
                  <a:gd name="T30" fmla="*/ 35 w 59"/>
                  <a:gd name="T31" fmla="*/ 12 h 45"/>
                  <a:gd name="T32" fmla="*/ 35 w 59"/>
                  <a:gd name="T33" fmla="*/ 15 h 45"/>
                  <a:gd name="T34" fmla="*/ 38 w 59"/>
                  <a:gd name="T35" fmla="*/ 17 h 45"/>
                  <a:gd name="T36" fmla="*/ 35 w 59"/>
                  <a:gd name="T37" fmla="*/ 16 h 45"/>
                  <a:gd name="T38" fmla="*/ 35 w 59"/>
                  <a:gd name="T39" fmla="*/ 19 h 45"/>
                  <a:gd name="T40" fmla="*/ 33 w 59"/>
                  <a:gd name="T41" fmla="*/ 18 h 45"/>
                  <a:gd name="T42" fmla="*/ 31 w 59"/>
                  <a:gd name="T43" fmla="*/ 19 h 45"/>
                  <a:gd name="T44" fmla="*/ 30 w 59"/>
                  <a:gd name="T45" fmla="*/ 19 h 45"/>
                  <a:gd name="T46" fmla="*/ 25 w 59"/>
                  <a:gd name="T47" fmla="*/ 15 h 45"/>
                  <a:gd name="T48" fmla="*/ 23 w 59"/>
                  <a:gd name="T49" fmla="*/ 17 h 45"/>
                  <a:gd name="T50" fmla="*/ 24 w 59"/>
                  <a:gd name="T51" fmla="*/ 22 h 45"/>
                  <a:gd name="T52" fmla="*/ 28 w 59"/>
                  <a:gd name="T53" fmla="*/ 27 h 45"/>
                  <a:gd name="T54" fmla="*/ 28 w 59"/>
                  <a:gd name="T55" fmla="*/ 30 h 45"/>
                  <a:gd name="T56" fmla="*/ 27 w 59"/>
                  <a:gd name="T57" fmla="*/ 28 h 45"/>
                  <a:gd name="T58" fmla="*/ 26 w 59"/>
                  <a:gd name="T59" fmla="*/ 31 h 45"/>
                  <a:gd name="T60" fmla="*/ 24 w 59"/>
                  <a:gd name="T61" fmla="*/ 32 h 45"/>
                  <a:gd name="T62" fmla="*/ 25 w 59"/>
                  <a:gd name="T63" fmla="*/ 34 h 45"/>
                  <a:gd name="T64" fmla="*/ 29 w 59"/>
                  <a:gd name="T65" fmla="*/ 35 h 45"/>
                  <a:gd name="T66" fmla="*/ 32 w 59"/>
                  <a:gd name="T67" fmla="*/ 38 h 45"/>
                  <a:gd name="T68" fmla="*/ 36 w 59"/>
                  <a:gd name="T69" fmla="*/ 40 h 45"/>
                  <a:gd name="T70" fmla="*/ 36 w 59"/>
                  <a:gd name="T71" fmla="*/ 44 h 45"/>
                  <a:gd name="T72" fmla="*/ 32 w 59"/>
                  <a:gd name="T73" fmla="*/ 42 h 45"/>
                  <a:gd name="T74" fmla="*/ 26 w 59"/>
                  <a:gd name="T75" fmla="*/ 42 h 45"/>
                  <a:gd name="T76" fmla="*/ 26 w 59"/>
                  <a:gd name="T77" fmla="*/ 40 h 45"/>
                  <a:gd name="T78" fmla="*/ 22 w 59"/>
                  <a:gd name="T79" fmla="*/ 39 h 45"/>
                  <a:gd name="T80" fmla="*/ 17 w 59"/>
                  <a:gd name="T81" fmla="*/ 38 h 45"/>
                  <a:gd name="T82" fmla="*/ 10 w 59"/>
                  <a:gd name="T83" fmla="*/ 38 h 45"/>
                  <a:gd name="T84" fmla="*/ 8 w 59"/>
                  <a:gd name="T85" fmla="*/ 35 h 45"/>
                  <a:gd name="T86" fmla="*/ 7 w 59"/>
                  <a:gd name="T87" fmla="*/ 33 h 45"/>
                  <a:gd name="T88" fmla="*/ 6 w 59"/>
                  <a:gd name="T89" fmla="*/ 30 h 45"/>
                  <a:gd name="T90" fmla="*/ 3 w 59"/>
                  <a:gd name="T91" fmla="*/ 28 h 45"/>
                  <a:gd name="T92" fmla="*/ 1 w 59"/>
                  <a:gd name="T93" fmla="*/ 24 h 45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59"/>
                  <a:gd name="T142" fmla="*/ 0 h 45"/>
                  <a:gd name="T143" fmla="*/ 59 w 59"/>
                  <a:gd name="T144" fmla="*/ 45 h 45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59" h="45">
                    <a:moveTo>
                      <a:pt x="0" y="24"/>
                    </a:moveTo>
                    <a:lnTo>
                      <a:pt x="2" y="23"/>
                    </a:lnTo>
                    <a:lnTo>
                      <a:pt x="2" y="22"/>
                    </a:lnTo>
                    <a:lnTo>
                      <a:pt x="3" y="20"/>
                    </a:lnTo>
                    <a:lnTo>
                      <a:pt x="4" y="19"/>
                    </a:lnTo>
                    <a:lnTo>
                      <a:pt x="6" y="16"/>
                    </a:lnTo>
                    <a:lnTo>
                      <a:pt x="8" y="14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9" y="11"/>
                    </a:lnTo>
                    <a:lnTo>
                      <a:pt x="11" y="10"/>
                    </a:lnTo>
                    <a:lnTo>
                      <a:pt x="14" y="10"/>
                    </a:lnTo>
                    <a:lnTo>
                      <a:pt x="16" y="8"/>
                    </a:lnTo>
                    <a:lnTo>
                      <a:pt x="19" y="7"/>
                    </a:lnTo>
                    <a:lnTo>
                      <a:pt x="22" y="7"/>
                    </a:lnTo>
                    <a:lnTo>
                      <a:pt x="25" y="5"/>
                    </a:lnTo>
                    <a:lnTo>
                      <a:pt x="26" y="5"/>
                    </a:lnTo>
                    <a:lnTo>
                      <a:pt x="28" y="5"/>
                    </a:lnTo>
                    <a:lnTo>
                      <a:pt x="31" y="4"/>
                    </a:lnTo>
                    <a:lnTo>
                      <a:pt x="35" y="4"/>
                    </a:lnTo>
                    <a:lnTo>
                      <a:pt x="38" y="3"/>
                    </a:lnTo>
                    <a:lnTo>
                      <a:pt x="40" y="3"/>
                    </a:lnTo>
                    <a:lnTo>
                      <a:pt x="42" y="3"/>
                    </a:lnTo>
                    <a:lnTo>
                      <a:pt x="43" y="4"/>
                    </a:lnTo>
                    <a:lnTo>
                      <a:pt x="46" y="5"/>
                    </a:lnTo>
                    <a:lnTo>
                      <a:pt x="49" y="6"/>
                    </a:lnTo>
                    <a:lnTo>
                      <a:pt x="53" y="5"/>
                    </a:lnTo>
                    <a:lnTo>
                      <a:pt x="55" y="4"/>
                    </a:lnTo>
                    <a:lnTo>
                      <a:pt x="55" y="1"/>
                    </a:lnTo>
                    <a:lnTo>
                      <a:pt x="57" y="0"/>
                    </a:lnTo>
                    <a:lnTo>
                      <a:pt x="58" y="1"/>
                    </a:lnTo>
                    <a:lnTo>
                      <a:pt x="59" y="3"/>
                    </a:lnTo>
                    <a:lnTo>
                      <a:pt x="59" y="4"/>
                    </a:lnTo>
                    <a:lnTo>
                      <a:pt x="57" y="6"/>
                    </a:lnTo>
                    <a:lnTo>
                      <a:pt x="57" y="8"/>
                    </a:lnTo>
                    <a:lnTo>
                      <a:pt x="56" y="10"/>
                    </a:lnTo>
                    <a:lnTo>
                      <a:pt x="55" y="12"/>
                    </a:lnTo>
                    <a:lnTo>
                      <a:pt x="53" y="11"/>
                    </a:lnTo>
                    <a:lnTo>
                      <a:pt x="50" y="11"/>
                    </a:lnTo>
                    <a:lnTo>
                      <a:pt x="48" y="10"/>
                    </a:lnTo>
                    <a:lnTo>
                      <a:pt x="47" y="10"/>
                    </a:lnTo>
                    <a:lnTo>
                      <a:pt x="45" y="9"/>
                    </a:lnTo>
                    <a:lnTo>
                      <a:pt x="43" y="10"/>
                    </a:lnTo>
                    <a:lnTo>
                      <a:pt x="43" y="11"/>
                    </a:lnTo>
                    <a:lnTo>
                      <a:pt x="41" y="11"/>
                    </a:lnTo>
                    <a:lnTo>
                      <a:pt x="40" y="10"/>
                    </a:lnTo>
                    <a:lnTo>
                      <a:pt x="38" y="12"/>
                    </a:lnTo>
                    <a:lnTo>
                      <a:pt x="35" y="12"/>
                    </a:lnTo>
                    <a:lnTo>
                      <a:pt x="32" y="14"/>
                    </a:lnTo>
                    <a:lnTo>
                      <a:pt x="34" y="15"/>
                    </a:lnTo>
                    <a:lnTo>
                      <a:pt x="35" y="15"/>
                    </a:lnTo>
                    <a:lnTo>
                      <a:pt x="36" y="16"/>
                    </a:lnTo>
                    <a:lnTo>
                      <a:pt x="37" y="17"/>
                    </a:lnTo>
                    <a:lnTo>
                      <a:pt x="38" y="17"/>
                    </a:lnTo>
                    <a:lnTo>
                      <a:pt x="38" y="18"/>
                    </a:lnTo>
                    <a:lnTo>
                      <a:pt x="37" y="17"/>
                    </a:lnTo>
                    <a:lnTo>
                      <a:pt x="35" y="16"/>
                    </a:lnTo>
                    <a:lnTo>
                      <a:pt x="34" y="16"/>
                    </a:lnTo>
                    <a:lnTo>
                      <a:pt x="33" y="18"/>
                    </a:lnTo>
                    <a:lnTo>
                      <a:pt x="35" y="19"/>
                    </a:lnTo>
                    <a:lnTo>
                      <a:pt x="35" y="21"/>
                    </a:lnTo>
                    <a:lnTo>
                      <a:pt x="34" y="19"/>
                    </a:lnTo>
                    <a:lnTo>
                      <a:pt x="33" y="18"/>
                    </a:lnTo>
                    <a:lnTo>
                      <a:pt x="31" y="17"/>
                    </a:lnTo>
                    <a:lnTo>
                      <a:pt x="31" y="18"/>
                    </a:lnTo>
                    <a:lnTo>
                      <a:pt x="31" y="19"/>
                    </a:lnTo>
                    <a:lnTo>
                      <a:pt x="32" y="20"/>
                    </a:lnTo>
                    <a:lnTo>
                      <a:pt x="32" y="21"/>
                    </a:lnTo>
                    <a:lnTo>
                      <a:pt x="30" y="19"/>
                    </a:lnTo>
                    <a:lnTo>
                      <a:pt x="29" y="18"/>
                    </a:lnTo>
                    <a:lnTo>
                      <a:pt x="27" y="16"/>
                    </a:lnTo>
                    <a:lnTo>
                      <a:pt x="25" y="15"/>
                    </a:lnTo>
                    <a:lnTo>
                      <a:pt x="25" y="14"/>
                    </a:lnTo>
                    <a:lnTo>
                      <a:pt x="23" y="14"/>
                    </a:lnTo>
                    <a:lnTo>
                      <a:pt x="23" y="17"/>
                    </a:lnTo>
                    <a:lnTo>
                      <a:pt x="23" y="19"/>
                    </a:lnTo>
                    <a:lnTo>
                      <a:pt x="23" y="21"/>
                    </a:lnTo>
                    <a:lnTo>
                      <a:pt x="24" y="22"/>
                    </a:lnTo>
                    <a:lnTo>
                      <a:pt x="25" y="24"/>
                    </a:lnTo>
                    <a:lnTo>
                      <a:pt x="27" y="25"/>
                    </a:lnTo>
                    <a:lnTo>
                      <a:pt x="28" y="27"/>
                    </a:lnTo>
                    <a:lnTo>
                      <a:pt x="29" y="28"/>
                    </a:lnTo>
                    <a:lnTo>
                      <a:pt x="29" y="29"/>
                    </a:lnTo>
                    <a:lnTo>
                      <a:pt x="28" y="30"/>
                    </a:lnTo>
                    <a:lnTo>
                      <a:pt x="27" y="30"/>
                    </a:lnTo>
                    <a:lnTo>
                      <a:pt x="28" y="29"/>
                    </a:lnTo>
                    <a:lnTo>
                      <a:pt x="27" y="28"/>
                    </a:lnTo>
                    <a:lnTo>
                      <a:pt x="26" y="28"/>
                    </a:lnTo>
                    <a:lnTo>
                      <a:pt x="25" y="29"/>
                    </a:lnTo>
                    <a:lnTo>
                      <a:pt x="26" y="31"/>
                    </a:lnTo>
                    <a:lnTo>
                      <a:pt x="26" y="32"/>
                    </a:lnTo>
                    <a:lnTo>
                      <a:pt x="25" y="32"/>
                    </a:lnTo>
                    <a:lnTo>
                      <a:pt x="24" y="32"/>
                    </a:lnTo>
                    <a:lnTo>
                      <a:pt x="22" y="32"/>
                    </a:lnTo>
                    <a:lnTo>
                      <a:pt x="23" y="33"/>
                    </a:lnTo>
                    <a:lnTo>
                      <a:pt x="25" y="34"/>
                    </a:lnTo>
                    <a:lnTo>
                      <a:pt x="26" y="34"/>
                    </a:lnTo>
                    <a:lnTo>
                      <a:pt x="27" y="35"/>
                    </a:lnTo>
                    <a:lnTo>
                      <a:pt x="29" y="35"/>
                    </a:lnTo>
                    <a:lnTo>
                      <a:pt x="30" y="37"/>
                    </a:lnTo>
                    <a:lnTo>
                      <a:pt x="31" y="37"/>
                    </a:lnTo>
                    <a:lnTo>
                      <a:pt x="32" y="38"/>
                    </a:lnTo>
                    <a:lnTo>
                      <a:pt x="33" y="39"/>
                    </a:lnTo>
                    <a:lnTo>
                      <a:pt x="34" y="39"/>
                    </a:lnTo>
                    <a:lnTo>
                      <a:pt x="36" y="40"/>
                    </a:lnTo>
                    <a:lnTo>
                      <a:pt x="36" y="41"/>
                    </a:lnTo>
                    <a:lnTo>
                      <a:pt x="36" y="43"/>
                    </a:lnTo>
                    <a:lnTo>
                      <a:pt x="36" y="44"/>
                    </a:lnTo>
                    <a:lnTo>
                      <a:pt x="36" y="45"/>
                    </a:lnTo>
                    <a:lnTo>
                      <a:pt x="34" y="44"/>
                    </a:lnTo>
                    <a:lnTo>
                      <a:pt x="32" y="42"/>
                    </a:lnTo>
                    <a:lnTo>
                      <a:pt x="30" y="43"/>
                    </a:lnTo>
                    <a:lnTo>
                      <a:pt x="27" y="43"/>
                    </a:lnTo>
                    <a:lnTo>
                      <a:pt x="26" y="42"/>
                    </a:lnTo>
                    <a:lnTo>
                      <a:pt x="27" y="41"/>
                    </a:lnTo>
                    <a:lnTo>
                      <a:pt x="28" y="40"/>
                    </a:lnTo>
                    <a:lnTo>
                      <a:pt x="26" y="40"/>
                    </a:lnTo>
                    <a:lnTo>
                      <a:pt x="24" y="39"/>
                    </a:lnTo>
                    <a:lnTo>
                      <a:pt x="23" y="38"/>
                    </a:lnTo>
                    <a:lnTo>
                      <a:pt x="22" y="39"/>
                    </a:lnTo>
                    <a:lnTo>
                      <a:pt x="21" y="38"/>
                    </a:lnTo>
                    <a:lnTo>
                      <a:pt x="19" y="38"/>
                    </a:lnTo>
                    <a:lnTo>
                      <a:pt x="17" y="38"/>
                    </a:lnTo>
                    <a:lnTo>
                      <a:pt x="14" y="38"/>
                    </a:lnTo>
                    <a:lnTo>
                      <a:pt x="11" y="37"/>
                    </a:lnTo>
                    <a:lnTo>
                      <a:pt x="10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8" y="35"/>
                    </a:lnTo>
                    <a:lnTo>
                      <a:pt x="7" y="34"/>
                    </a:lnTo>
                    <a:lnTo>
                      <a:pt x="6" y="32"/>
                    </a:lnTo>
                    <a:lnTo>
                      <a:pt x="7" y="33"/>
                    </a:lnTo>
                    <a:lnTo>
                      <a:pt x="9" y="32"/>
                    </a:lnTo>
                    <a:lnTo>
                      <a:pt x="8" y="31"/>
                    </a:lnTo>
                    <a:lnTo>
                      <a:pt x="6" y="30"/>
                    </a:lnTo>
                    <a:lnTo>
                      <a:pt x="5" y="32"/>
                    </a:lnTo>
                    <a:lnTo>
                      <a:pt x="4" y="30"/>
                    </a:lnTo>
                    <a:lnTo>
                      <a:pt x="3" y="28"/>
                    </a:lnTo>
                    <a:lnTo>
                      <a:pt x="1" y="27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10" name="D355">
                <a:extLst>
                  <a:ext uri="{FF2B5EF4-FFF2-40B4-BE49-F238E27FC236}">
                    <a16:creationId xmlns:a16="http://schemas.microsoft.com/office/drawing/2014/main" id="{8A2A46FA-C9C0-4FCB-AF75-7D54F03B92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70" y="6105537"/>
                <a:ext cx="3" cy="2"/>
              </a:xfrm>
              <a:custGeom>
                <a:avLst/>
                <a:gdLst>
                  <a:gd name="T0" fmla="*/ 1 w 3"/>
                  <a:gd name="T1" fmla="*/ 2 h 2"/>
                  <a:gd name="T2" fmla="*/ 0 w 3"/>
                  <a:gd name="T3" fmla="*/ 1 h 2"/>
                  <a:gd name="T4" fmla="*/ 2 w 3"/>
                  <a:gd name="T5" fmla="*/ 0 h 2"/>
                  <a:gd name="T6" fmla="*/ 3 w 3"/>
                  <a:gd name="T7" fmla="*/ 0 h 2"/>
                  <a:gd name="T8" fmla="*/ 3 w 3"/>
                  <a:gd name="T9" fmla="*/ 1 h 2"/>
                  <a:gd name="T10" fmla="*/ 2 w 3"/>
                  <a:gd name="T11" fmla="*/ 2 h 2"/>
                  <a:gd name="T12" fmla="*/ 1 w 3"/>
                  <a:gd name="T13" fmla="*/ 2 h 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"/>
                  <a:gd name="T22" fmla="*/ 0 h 2"/>
                  <a:gd name="T23" fmla="*/ 3 w 3"/>
                  <a:gd name="T24" fmla="*/ 2 h 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" h="2">
                    <a:moveTo>
                      <a:pt x="1" y="2"/>
                    </a:moveTo>
                    <a:lnTo>
                      <a:pt x="0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2" y="2"/>
                    </a:lnTo>
                    <a:lnTo>
                      <a:pt x="1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11" name="D356">
                <a:extLst>
                  <a:ext uri="{FF2B5EF4-FFF2-40B4-BE49-F238E27FC236}">
                    <a16:creationId xmlns:a16="http://schemas.microsoft.com/office/drawing/2014/main" id="{60839466-F892-460C-ADD4-D50E4BFEB4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75" y="6105545"/>
                <a:ext cx="3" cy="3"/>
              </a:xfrm>
              <a:custGeom>
                <a:avLst/>
                <a:gdLst>
                  <a:gd name="T0" fmla="*/ 3 w 3"/>
                  <a:gd name="T1" fmla="*/ 2 h 3"/>
                  <a:gd name="T2" fmla="*/ 2 w 3"/>
                  <a:gd name="T3" fmla="*/ 3 h 3"/>
                  <a:gd name="T4" fmla="*/ 2 w 3"/>
                  <a:gd name="T5" fmla="*/ 2 h 3"/>
                  <a:gd name="T6" fmla="*/ 1 w 3"/>
                  <a:gd name="T7" fmla="*/ 2 h 3"/>
                  <a:gd name="T8" fmla="*/ 1 w 3"/>
                  <a:gd name="T9" fmla="*/ 3 h 3"/>
                  <a:gd name="T10" fmla="*/ 0 w 3"/>
                  <a:gd name="T11" fmla="*/ 2 h 3"/>
                  <a:gd name="T12" fmla="*/ 0 w 3"/>
                  <a:gd name="T13" fmla="*/ 1 h 3"/>
                  <a:gd name="T14" fmla="*/ 2 w 3"/>
                  <a:gd name="T15" fmla="*/ 0 h 3"/>
                  <a:gd name="T16" fmla="*/ 3 w 3"/>
                  <a:gd name="T17" fmla="*/ 1 h 3"/>
                  <a:gd name="T18" fmla="*/ 3 w 3"/>
                  <a:gd name="T19" fmla="*/ 3 h 3"/>
                  <a:gd name="T20" fmla="*/ 3 w 3"/>
                  <a:gd name="T21" fmla="*/ 1 h 3"/>
                  <a:gd name="T22" fmla="*/ 3 w 3"/>
                  <a:gd name="T23" fmla="*/ 2 h 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"/>
                  <a:gd name="T37" fmla="*/ 0 h 3"/>
                  <a:gd name="T38" fmla="*/ 3 w 3"/>
                  <a:gd name="T39" fmla="*/ 3 h 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" h="3">
                    <a:moveTo>
                      <a:pt x="3" y="2"/>
                    </a:moveTo>
                    <a:lnTo>
                      <a:pt x="2" y="3"/>
                    </a:lnTo>
                    <a:lnTo>
                      <a:pt x="2" y="2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3" y="1"/>
                    </a:lnTo>
                    <a:lnTo>
                      <a:pt x="3" y="3"/>
                    </a:lnTo>
                    <a:lnTo>
                      <a:pt x="3" y="1"/>
                    </a:lnTo>
                    <a:lnTo>
                      <a:pt x="3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12" name="D357">
                <a:extLst>
                  <a:ext uri="{FF2B5EF4-FFF2-40B4-BE49-F238E27FC236}">
                    <a16:creationId xmlns:a16="http://schemas.microsoft.com/office/drawing/2014/main" id="{CF6951FD-97AF-4016-9623-8FA8AD8704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83" y="6105551"/>
                <a:ext cx="7" cy="5"/>
              </a:xfrm>
              <a:custGeom>
                <a:avLst/>
                <a:gdLst>
                  <a:gd name="T0" fmla="*/ 5 w 7"/>
                  <a:gd name="T1" fmla="*/ 4 h 5"/>
                  <a:gd name="T2" fmla="*/ 4 w 7"/>
                  <a:gd name="T3" fmla="*/ 5 h 5"/>
                  <a:gd name="T4" fmla="*/ 3 w 7"/>
                  <a:gd name="T5" fmla="*/ 5 h 5"/>
                  <a:gd name="T6" fmla="*/ 3 w 7"/>
                  <a:gd name="T7" fmla="*/ 3 h 5"/>
                  <a:gd name="T8" fmla="*/ 2 w 7"/>
                  <a:gd name="T9" fmla="*/ 3 h 5"/>
                  <a:gd name="T10" fmla="*/ 1 w 7"/>
                  <a:gd name="T11" fmla="*/ 4 h 5"/>
                  <a:gd name="T12" fmla="*/ 0 w 7"/>
                  <a:gd name="T13" fmla="*/ 3 h 5"/>
                  <a:gd name="T14" fmla="*/ 0 w 7"/>
                  <a:gd name="T15" fmla="*/ 2 h 5"/>
                  <a:gd name="T16" fmla="*/ 2 w 7"/>
                  <a:gd name="T17" fmla="*/ 1 h 5"/>
                  <a:gd name="T18" fmla="*/ 3 w 7"/>
                  <a:gd name="T19" fmla="*/ 1 h 5"/>
                  <a:gd name="T20" fmla="*/ 4 w 7"/>
                  <a:gd name="T21" fmla="*/ 0 h 5"/>
                  <a:gd name="T22" fmla="*/ 5 w 7"/>
                  <a:gd name="T23" fmla="*/ 1 h 5"/>
                  <a:gd name="T24" fmla="*/ 6 w 7"/>
                  <a:gd name="T25" fmla="*/ 3 h 5"/>
                  <a:gd name="T26" fmla="*/ 7 w 7"/>
                  <a:gd name="T27" fmla="*/ 5 h 5"/>
                  <a:gd name="T28" fmla="*/ 6 w 7"/>
                  <a:gd name="T29" fmla="*/ 4 h 5"/>
                  <a:gd name="T30" fmla="*/ 5 w 7"/>
                  <a:gd name="T31" fmla="*/ 4 h 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7"/>
                  <a:gd name="T49" fmla="*/ 0 h 5"/>
                  <a:gd name="T50" fmla="*/ 7 w 7"/>
                  <a:gd name="T51" fmla="*/ 5 h 5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7" h="5">
                    <a:moveTo>
                      <a:pt x="5" y="4"/>
                    </a:moveTo>
                    <a:lnTo>
                      <a:pt x="4" y="5"/>
                    </a:lnTo>
                    <a:lnTo>
                      <a:pt x="3" y="5"/>
                    </a:lnTo>
                    <a:lnTo>
                      <a:pt x="3" y="3"/>
                    </a:lnTo>
                    <a:lnTo>
                      <a:pt x="2" y="3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2" y="1"/>
                    </a:lnTo>
                    <a:lnTo>
                      <a:pt x="3" y="1"/>
                    </a:lnTo>
                    <a:lnTo>
                      <a:pt x="4" y="0"/>
                    </a:lnTo>
                    <a:lnTo>
                      <a:pt x="5" y="1"/>
                    </a:lnTo>
                    <a:lnTo>
                      <a:pt x="6" y="3"/>
                    </a:lnTo>
                    <a:lnTo>
                      <a:pt x="7" y="5"/>
                    </a:lnTo>
                    <a:lnTo>
                      <a:pt x="6" y="4"/>
                    </a:lnTo>
                    <a:lnTo>
                      <a:pt x="5" y="4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13" name="D358">
                <a:extLst>
                  <a:ext uri="{FF2B5EF4-FFF2-40B4-BE49-F238E27FC236}">
                    <a16:creationId xmlns:a16="http://schemas.microsoft.com/office/drawing/2014/main" id="{09B60FF0-2224-45FC-8CC9-5BBB979AA5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83" y="6105560"/>
                <a:ext cx="2" cy="4"/>
              </a:xfrm>
              <a:custGeom>
                <a:avLst/>
                <a:gdLst>
                  <a:gd name="T0" fmla="*/ 0 w 2"/>
                  <a:gd name="T1" fmla="*/ 4 h 4"/>
                  <a:gd name="T2" fmla="*/ 1 w 2"/>
                  <a:gd name="T3" fmla="*/ 3 h 4"/>
                  <a:gd name="T4" fmla="*/ 0 w 2"/>
                  <a:gd name="T5" fmla="*/ 1 h 4"/>
                  <a:gd name="T6" fmla="*/ 0 w 2"/>
                  <a:gd name="T7" fmla="*/ 0 h 4"/>
                  <a:gd name="T8" fmla="*/ 2 w 2"/>
                  <a:gd name="T9" fmla="*/ 0 h 4"/>
                  <a:gd name="T10" fmla="*/ 2 w 2"/>
                  <a:gd name="T11" fmla="*/ 1 h 4"/>
                  <a:gd name="T12" fmla="*/ 2 w 2"/>
                  <a:gd name="T13" fmla="*/ 2 h 4"/>
                  <a:gd name="T14" fmla="*/ 2 w 2"/>
                  <a:gd name="T15" fmla="*/ 4 h 4"/>
                  <a:gd name="T16" fmla="*/ 1 w 2"/>
                  <a:gd name="T17" fmla="*/ 4 h 4"/>
                  <a:gd name="T18" fmla="*/ 0 w 2"/>
                  <a:gd name="T19" fmla="*/ 4 h 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4"/>
                  <a:gd name="T32" fmla="*/ 2 w 2"/>
                  <a:gd name="T33" fmla="*/ 4 h 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4">
                    <a:moveTo>
                      <a:pt x="0" y="4"/>
                    </a:moveTo>
                    <a:lnTo>
                      <a:pt x="1" y="3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2" y="2"/>
                    </a:lnTo>
                    <a:lnTo>
                      <a:pt x="2" y="4"/>
                    </a:lnTo>
                    <a:lnTo>
                      <a:pt x="1" y="4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14" name="D359">
                <a:extLst>
                  <a:ext uri="{FF2B5EF4-FFF2-40B4-BE49-F238E27FC236}">
                    <a16:creationId xmlns:a16="http://schemas.microsoft.com/office/drawing/2014/main" id="{3E049C50-5AE3-4DA9-ACF3-80AC620B2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400" y="6105584"/>
                <a:ext cx="6" cy="5"/>
              </a:xfrm>
              <a:custGeom>
                <a:avLst/>
                <a:gdLst>
                  <a:gd name="T0" fmla="*/ 2 w 6"/>
                  <a:gd name="T1" fmla="*/ 5 h 5"/>
                  <a:gd name="T2" fmla="*/ 1 w 6"/>
                  <a:gd name="T3" fmla="*/ 5 h 5"/>
                  <a:gd name="T4" fmla="*/ 0 w 6"/>
                  <a:gd name="T5" fmla="*/ 3 h 5"/>
                  <a:gd name="T6" fmla="*/ 1 w 6"/>
                  <a:gd name="T7" fmla="*/ 2 h 5"/>
                  <a:gd name="T8" fmla="*/ 3 w 6"/>
                  <a:gd name="T9" fmla="*/ 0 h 5"/>
                  <a:gd name="T10" fmla="*/ 5 w 6"/>
                  <a:gd name="T11" fmla="*/ 0 h 5"/>
                  <a:gd name="T12" fmla="*/ 6 w 6"/>
                  <a:gd name="T13" fmla="*/ 0 h 5"/>
                  <a:gd name="T14" fmla="*/ 5 w 6"/>
                  <a:gd name="T15" fmla="*/ 1 h 5"/>
                  <a:gd name="T16" fmla="*/ 4 w 6"/>
                  <a:gd name="T17" fmla="*/ 2 h 5"/>
                  <a:gd name="T18" fmla="*/ 4 w 6"/>
                  <a:gd name="T19" fmla="*/ 3 h 5"/>
                  <a:gd name="T20" fmla="*/ 4 w 6"/>
                  <a:gd name="T21" fmla="*/ 4 h 5"/>
                  <a:gd name="T22" fmla="*/ 2 w 6"/>
                  <a:gd name="T23" fmla="*/ 5 h 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6"/>
                  <a:gd name="T37" fmla="*/ 0 h 5"/>
                  <a:gd name="T38" fmla="*/ 6 w 6"/>
                  <a:gd name="T39" fmla="*/ 5 h 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6" h="5">
                    <a:moveTo>
                      <a:pt x="2" y="5"/>
                    </a:moveTo>
                    <a:lnTo>
                      <a:pt x="1" y="5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3" y="0"/>
                    </a:lnTo>
                    <a:lnTo>
                      <a:pt x="5" y="0"/>
                    </a:lnTo>
                    <a:lnTo>
                      <a:pt x="6" y="0"/>
                    </a:lnTo>
                    <a:lnTo>
                      <a:pt x="5" y="1"/>
                    </a:lnTo>
                    <a:lnTo>
                      <a:pt x="4" y="2"/>
                    </a:lnTo>
                    <a:lnTo>
                      <a:pt x="4" y="3"/>
                    </a:lnTo>
                    <a:lnTo>
                      <a:pt x="4" y="4"/>
                    </a:lnTo>
                    <a:lnTo>
                      <a:pt x="2" y="5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15" name="D360">
                <a:extLst>
                  <a:ext uri="{FF2B5EF4-FFF2-40B4-BE49-F238E27FC236}">
                    <a16:creationId xmlns:a16="http://schemas.microsoft.com/office/drawing/2014/main" id="{21B61B31-07A3-4A11-BF1F-D46EF1475E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61" y="6105592"/>
                <a:ext cx="26" cy="8"/>
              </a:xfrm>
              <a:custGeom>
                <a:avLst/>
                <a:gdLst>
                  <a:gd name="T0" fmla="*/ 14 w 26"/>
                  <a:gd name="T1" fmla="*/ 3 h 8"/>
                  <a:gd name="T2" fmla="*/ 16 w 26"/>
                  <a:gd name="T3" fmla="*/ 4 h 8"/>
                  <a:gd name="T4" fmla="*/ 17 w 26"/>
                  <a:gd name="T5" fmla="*/ 4 h 8"/>
                  <a:gd name="T6" fmla="*/ 18 w 26"/>
                  <a:gd name="T7" fmla="*/ 4 h 8"/>
                  <a:gd name="T8" fmla="*/ 20 w 26"/>
                  <a:gd name="T9" fmla="*/ 4 h 8"/>
                  <a:gd name="T10" fmla="*/ 21 w 26"/>
                  <a:gd name="T11" fmla="*/ 5 h 8"/>
                  <a:gd name="T12" fmla="*/ 22 w 26"/>
                  <a:gd name="T13" fmla="*/ 5 h 8"/>
                  <a:gd name="T14" fmla="*/ 24 w 26"/>
                  <a:gd name="T15" fmla="*/ 5 h 8"/>
                  <a:gd name="T16" fmla="*/ 25 w 26"/>
                  <a:gd name="T17" fmla="*/ 5 h 8"/>
                  <a:gd name="T18" fmla="*/ 26 w 26"/>
                  <a:gd name="T19" fmla="*/ 4 h 8"/>
                  <a:gd name="T20" fmla="*/ 26 w 26"/>
                  <a:gd name="T21" fmla="*/ 5 h 8"/>
                  <a:gd name="T22" fmla="*/ 25 w 26"/>
                  <a:gd name="T23" fmla="*/ 7 h 8"/>
                  <a:gd name="T24" fmla="*/ 23 w 26"/>
                  <a:gd name="T25" fmla="*/ 7 h 8"/>
                  <a:gd name="T26" fmla="*/ 21 w 26"/>
                  <a:gd name="T27" fmla="*/ 7 h 8"/>
                  <a:gd name="T28" fmla="*/ 19 w 26"/>
                  <a:gd name="T29" fmla="*/ 7 h 8"/>
                  <a:gd name="T30" fmla="*/ 18 w 26"/>
                  <a:gd name="T31" fmla="*/ 7 h 8"/>
                  <a:gd name="T32" fmla="*/ 17 w 26"/>
                  <a:gd name="T33" fmla="*/ 7 h 8"/>
                  <a:gd name="T34" fmla="*/ 15 w 26"/>
                  <a:gd name="T35" fmla="*/ 8 h 8"/>
                  <a:gd name="T36" fmla="*/ 12 w 26"/>
                  <a:gd name="T37" fmla="*/ 8 h 8"/>
                  <a:gd name="T38" fmla="*/ 11 w 26"/>
                  <a:gd name="T39" fmla="*/ 6 h 8"/>
                  <a:gd name="T40" fmla="*/ 10 w 26"/>
                  <a:gd name="T41" fmla="*/ 6 h 8"/>
                  <a:gd name="T42" fmla="*/ 9 w 26"/>
                  <a:gd name="T43" fmla="*/ 5 h 8"/>
                  <a:gd name="T44" fmla="*/ 8 w 26"/>
                  <a:gd name="T45" fmla="*/ 5 h 8"/>
                  <a:gd name="T46" fmla="*/ 6 w 26"/>
                  <a:gd name="T47" fmla="*/ 5 h 8"/>
                  <a:gd name="T48" fmla="*/ 4 w 26"/>
                  <a:gd name="T49" fmla="*/ 5 h 8"/>
                  <a:gd name="T50" fmla="*/ 3 w 26"/>
                  <a:gd name="T51" fmla="*/ 5 h 8"/>
                  <a:gd name="T52" fmla="*/ 1 w 26"/>
                  <a:gd name="T53" fmla="*/ 5 h 8"/>
                  <a:gd name="T54" fmla="*/ 0 w 26"/>
                  <a:gd name="T55" fmla="*/ 5 h 8"/>
                  <a:gd name="T56" fmla="*/ 1 w 26"/>
                  <a:gd name="T57" fmla="*/ 3 h 8"/>
                  <a:gd name="T58" fmla="*/ 1 w 26"/>
                  <a:gd name="T59" fmla="*/ 1 h 8"/>
                  <a:gd name="T60" fmla="*/ 2 w 26"/>
                  <a:gd name="T61" fmla="*/ 2 h 8"/>
                  <a:gd name="T62" fmla="*/ 2 w 26"/>
                  <a:gd name="T63" fmla="*/ 0 h 8"/>
                  <a:gd name="T64" fmla="*/ 3 w 26"/>
                  <a:gd name="T65" fmla="*/ 0 h 8"/>
                  <a:gd name="T66" fmla="*/ 5 w 26"/>
                  <a:gd name="T67" fmla="*/ 1 h 8"/>
                  <a:gd name="T68" fmla="*/ 6 w 26"/>
                  <a:gd name="T69" fmla="*/ 1 h 8"/>
                  <a:gd name="T70" fmla="*/ 6 w 26"/>
                  <a:gd name="T71" fmla="*/ 2 h 8"/>
                  <a:gd name="T72" fmla="*/ 7 w 26"/>
                  <a:gd name="T73" fmla="*/ 2 h 8"/>
                  <a:gd name="T74" fmla="*/ 8 w 26"/>
                  <a:gd name="T75" fmla="*/ 3 h 8"/>
                  <a:gd name="T76" fmla="*/ 10 w 26"/>
                  <a:gd name="T77" fmla="*/ 3 h 8"/>
                  <a:gd name="T78" fmla="*/ 11 w 26"/>
                  <a:gd name="T79" fmla="*/ 3 h 8"/>
                  <a:gd name="T80" fmla="*/ 13 w 26"/>
                  <a:gd name="T81" fmla="*/ 2 h 8"/>
                  <a:gd name="T82" fmla="*/ 14 w 26"/>
                  <a:gd name="T83" fmla="*/ 3 h 8"/>
                  <a:gd name="T84" fmla="*/ 14 w 26"/>
                  <a:gd name="T85" fmla="*/ 3 h 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6"/>
                  <a:gd name="T130" fmla="*/ 0 h 8"/>
                  <a:gd name="T131" fmla="*/ 26 w 26"/>
                  <a:gd name="T132" fmla="*/ 8 h 8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6" h="8">
                    <a:moveTo>
                      <a:pt x="14" y="3"/>
                    </a:moveTo>
                    <a:lnTo>
                      <a:pt x="16" y="4"/>
                    </a:lnTo>
                    <a:lnTo>
                      <a:pt x="17" y="4"/>
                    </a:lnTo>
                    <a:lnTo>
                      <a:pt x="18" y="4"/>
                    </a:lnTo>
                    <a:lnTo>
                      <a:pt x="20" y="4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4" y="5"/>
                    </a:lnTo>
                    <a:lnTo>
                      <a:pt x="25" y="5"/>
                    </a:lnTo>
                    <a:lnTo>
                      <a:pt x="26" y="4"/>
                    </a:lnTo>
                    <a:lnTo>
                      <a:pt x="26" y="5"/>
                    </a:lnTo>
                    <a:lnTo>
                      <a:pt x="25" y="7"/>
                    </a:lnTo>
                    <a:lnTo>
                      <a:pt x="23" y="7"/>
                    </a:lnTo>
                    <a:lnTo>
                      <a:pt x="21" y="7"/>
                    </a:lnTo>
                    <a:lnTo>
                      <a:pt x="19" y="7"/>
                    </a:lnTo>
                    <a:lnTo>
                      <a:pt x="18" y="7"/>
                    </a:lnTo>
                    <a:lnTo>
                      <a:pt x="17" y="7"/>
                    </a:lnTo>
                    <a:lnTo>
                      <a:pt x="15" y="8"/>
                    </a:lnTo>
                    <a:lnTo>
                      <a:pt x="12" y="8"/>
                    </a:lnTo>
                    <a:lnTo>
                      <a:pt x="11" y="6"/>
                    </a:lnTo>
                    <a:lnTo>
                      <a:pt x="10" y="6"/>
                    </a:lnTo>
                    <a:lnTo>
                      <a:pt x="9" y="5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3" y="5"/>
                    </a:lnTo>
                    <a:lnTo>
                      <a:pt x="1" y="5"/>
                    </a:lnTo>
                    <a:lnTo>
                      <a:pt x="0" y="5"/>
                    </a:lnTo>
                    <a:lnTo>
                      <a:pt x="1" y="3"/>
                    </a:lnTo>
                    <a:lnTo>
                      <a:pt x="1" y="1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5" y="1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8" y="3"/>
                    </a:lnTo>
                    <a:lnTo>
                      <a:pt x="10" y="3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16" name="D361">
                <a:extLst>
                  <a:ext uri="{FF2B5EF4-FFF2-40B4-BE49-F238E27FC236}">
                    <a16:creationId xmlns:a16="http://schemas.microsoft.com/office/drawing/2014/main" id="{3A4A93FA-D4F2-4660-8F21-C1825DF1B0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72" y="6105567"/>
                <a:ext cx="3" cy="4"/>
              </a:xfrm>
              <a:custGeom>
                <a:avLst/>
                <a:gdLst>
                  <a:gd name="T0" fmla="*/ 2 w 3"/>
                  <a:gd name="T1" fmla="*/ 4 h 4"/>
                  <a:gd name="T2" fmla="*/ 1 w 3"/>
                  <a:gd name="T3" fmla="*/ 3 h 4"/>
                  <a:gd name="T4" fmla="*/ 1 w 3"/>
                  <a:gd name="T5" fmla="*/ 2 h 4"/>
                  <a:gd name="T6" fmla="*/ 0 w 3"/>
                  <a:gd name="T7" fmla="*/ 1 h 4"/>
                  <a:gd name="T8" fmla="*/ 0 w 3"/>
                  <a:gd name="T9" fmla="*/ 0 h 4"/>
                  <a:gd name="T10" fmla="*/ 1 w 3"/>
                  <a:gd name="T11" fmla="*/ 1 h 4"/>
                  <a:gd name="T12" fmla="*/ 3 w 3"/>
                  <a:gd name="T13" fmla="*/ 1 h 4"/>
                  <a:gd name="T14" fmla="*/ 3 w 3"/>
                  <a:gd name="T15" fmla="*/ 2 h 4"/>
                  <a:gd name="T16" fmla="*/ 3 w 3"/>
                  <a:gd name="T17" fmla="*/ 3 h 4"/>
                  <a:gd name="T18" fmla="*/ 2 w 3"/>
                  <a:gd name="T19" fmla="*/ 4 h 4"/>
                  <a:gd name="T20" fmla="*/ 2 w 3"/>
                  <a:gd name="T21" fmla="*/ 4 h 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"/>
                  <a:gd name="T34" fmla="*/ 0 h 4"/>
                  <a:gd name="T35" fmla="*/ 3 w 3"/>
                  <a:gd name="T36" fmla="*/ 4 h 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" h="4">
                    <a:moveTo>
                      <a:pt x="2" y="4"/>
                    </a:moveTo>
                    <a:lnTo>
                      <a:pt x="1" y="3"/>
                    </a:lnTo>
                    <a:lnTo>
                      <a:pt x="1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1" y="1"/>
                    </a:lnTo>
                    <a:lnTo>
                      <a:pt x="3" y="1"/>
                    </a:lnTo>
                    <a:lnTo>
                      <a:pt x="3" y="2"/>
                    </a:lnTo>
                    <a:lnTo>
                      <a:pt x="3" y="3"/>
                    </a:lnTo>
                    <a:lnTo>
                      <a:pt x="2" y="4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17" name="D362">
                <a:extLst>
                  <a:ext uri="{FF2B5EF4-FFF2-40B4-BE49-F238E27FC236}">
                    <a16:creationId xmlns:a16="http://schemas.microsoft.com/office/drawing/2014/main" id="{BAEAA2D2-C437-4D67-AB28-80BCA1633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78" y="6105576"/>
                <a:ext cx="2" cy="3"/>
              </a:xfrm>
              <a:custGeom>
                <a:avLst/>
                <a:gdLst>
                  <a:gd name="T0" fmla="*/ 0 w 2"/>
                  <a:gd name="T1" fmla="*/ 2 h 3"/>
                  <a:gd name="T2" fmla="*/ 0 w 2"/>
                  <a:gd name="T3" fmla="*/ 1 h 3"/>
                  <a:gd name="T4" fmla="*/ 1 w 2"/>
                  <a:gd name="T5" fmla="*/ 0 h 3"/>
                  <a:gd name="T6" fmla="*/ 2 w 2"/>
                  <a:gd name="T7" fmla="*/ 0 h 3"/>
                  <a:gd name="T8" fmla="*/ 2 w 2"/>
                  <a:gd name="T9" fmla="*/ 1 h 3"/>
                  <a:gd name="T10" fmla="*/ 2 w 2"/>
                  <a:gd name="T11" fmla="*/ 3 h 3"/>
                  <a:gd name="T12" fmla="*/ 1 w 2"/>
                  <a:gd name="T13" fmla="*/ 3 h 3"/>
                  <a:gd name="T14" fmla="*/ 0 w 2"/>
                  <a:gd name="T15" fmla="*/ 2 h 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"/>
                  <a:gd name="T25" fmla="*/ 0 h 3"/>
                  <a:gd name="T26" fmla="*/ 2 w 2"/>
                  <a:gd name="T27" fmla="*/ 3 h 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" h="3">
                    <a:moveTo>
                      <a:pt x="0" y="2"/>
                    </a:move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2" y="3"/>
                    </a:lnTo>
                    <a:lnTo>
                      <a:pt x="1" y="3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18" name="D363">
                <a:extLst>
                  <a:ext uri="{FF2B5EF4-FFF2-40B4-BE49-F238E27FC236}">
                    <a16:creationId xmlns:a16="http://schemas.microsoft.com/office/drawing/2014/main" id="{2124E8DE-684C-4F58-A57D-842D8F29CD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39" y="6105564"/>
                <a:ext cx="22" cy="20"/>
              </a:xfrm>
              <a:custGeom>
                <a:avLst/>
                <a:gdLst>
                  <a:gd name="T0" fmla="*/ 9 w 22"/>
                  <a:gd name="T1" fmla="*/ 0 h 20"/>
                  <a:gd name="T2" fmla="*/ 9 w 22"/>
                  <a:gd name="T3" fmla="*/ 1 h 20"/>
                  <a:gd name="T4" fmla="*/ 10 w 22"/>
                  <a:gd name="T5" fmla="*/ 1 h 20"/>
                  <a:gd name="T6" fmla="*/ 12 w 22"/>
                  <a:gd name="T7" fmla="*/ 1 h 20"/>
                  <a:gd name="T8" fmla="*/ 17 w 22"/>
                  <a:gd name="T9" fmla="*/ 3 h 20"/>
                  <a:gd name="T10" fmla="*/ 18 w 22"/>
                  <a:gd name="T11" fmla="*/ 4 h 20"/>
                  <a:gd name="T12" fmla="*/ 18 w 22"/>
                  <a:gd name="T13" fmla="*/ 5 h 20"/>
                  <a:gd name="T14" fmla="*/ 19 w 22"/>
                  <a:gd name="T15" fmla="*/ 6 h 20"/>
                  <a:gd name="T16" fmla="*/ 19 w 22"/>
                  <a:gd name="T17" fmla="*/ 7 h 20"/>
                  <a:gd name="T18" fmla="*/ 20 w 22"/>
                  <a:gd name="T19" fmla="*/ 8 h 20"/>
                  <a:gd name="T20" fmla="*/ 21 w 22"/>
                  <a:gd name="T21" fmla="*/ 8 h 20"/>
                  <a:gd name="T22" fmla="*/ 22 w 22"/>
                  <a:gd name="T23" fmla="*/ 9 h 20"/>
                  <a:gd name="T24" fmla="*/ 20 w 22"/>
                  <a:gd name="T25" fmla="*/ 10 h 20"/>
                  <a:gd name="T26" fmla="*/ 19 w 22"/>
                  <a:gd name="T27" fmla="*/ 11 h 20"/>
                  <a:gd name="T28" fmla="*/ 18 w 22"/>
                  <a:gd name="T29" fmla="*/ 11 h 20"/>
                  <a:gd name="T30" fmla="*/ 18 w 22"/>
                  <a:gd name="T31" fmla="*/ 10 h 20"/>
                  <a:gd name="T32" fmla="*/ 17 w 22"/>
                  <a:gd name="T33" fmla="*/ 9 h 20"/>
                  <a:gd name="T34" fmla="*/ 16 w 22"/>
                  <a:gd name="T35" fmla="*/ 8 h 20"/>
                  <a:gd name="T36" fmla="*/ 15 w 22"/>
                  <a:gd name="T37" fmla="*/ 8 h 20"/>
                  <a:gd name="T38" fmla="*/ 15 w 22"/>
                  <a:gd name="T39" fmla="*/ 10 h 20"/>
                  <a:gd name="T40" fmla="*/ 17 w 22"/>
                  <a:gd name="T41" fmla="*/ 12 h 20"/>
                  <a:gd name="T42" fmla="*/ 17 w 22"/>
                  <a:gd name="T43" fmla="*/ 15 h 20"/>
                  <a:gd name="T44" fmla="*/ 18 w 22"/>
                  <a:gd name="T45" fmla="*/ 16 h 20"/>
                  <a:gd name="T46" fmla="*/ 18 w 22"/>
                  <a:gd name="T47" fmla="*/ 17 h 20"/>
                  <a:gd name="T48" fmla="*/ 18 w 22"/>
                  <a:gd name="T49" fmla="*/ 20 h 20"/>
                  <a:gd name="T50" fmla="*/ 17 w 22"/>
                  <a:gd name="T51" fmla="*/ 19 h 20"/>
                  <a:gd name="T52" fmla="*/ 15 w 22"/>
                  <a:gd name="T53" fmla="*/ 18 h 20"/>
                  <a:gd name="T54" fmla="*/ 14 w 22"/>
                  <a:gd name="T55" fmla="*/ 16 h 20"/>
                  <a:gd name="T56" fmla="*/ 13 w 22"/>
                  <a:gd name="T57" fmla="*/ 17 h 20"/>
                  <a:gd name="T58" fmla="*/ 12 w 22"/>
                  <a:gd name="T59" fmla="*/ 19 h 20"/>
                  <a:gd name="T60" fmla="*/ 12 w 22"/>
                  <a:gd name="T61" fmla="*/ 20 h 20"/>
                  <a:gd name="T62" fmla="*/ 11 w 22"/>
                  <a:gd name="T63" fmla="*/ 20 h 20"/>
                  <a:gd name="T64" fmla="*/ 11 w 22"/>
                  <a:gd name="T65" fmla="*/ 18 h 20"/>
                  <a:gd name="T66" fmla="*/ 10 w 22"/>
                  <a:gd name="T67" fmla="*/ 16 h 20"/>
                  <a:gd name="T68" fmla="*/ 9 w 22"/>
                  <a:gd name="T69" fmla="*/ 15 h 20"/>
                  <a:gd name="T70" fmla="*/ 8 w 22"/>
                  <a:gd name="T71" fmla="*/ 13 h 20"/>
                  <a:gd name="T72" fmla="*/ 7 w 22"/>
                  <a:gd name="T73" fmla="*/ 15 h 20"/>
                  <a:gd name="T74" fmla="*/ 7 w 22"/>
                  <a:gd name="T75" fmla="*/ 16 h 20"/>
                  <a:gd name="T76" fmla="*/ 5 w 22"/>
                  <a:gd name="T77" fmla="*/ 16 h 20"/>
                  <a:gd name="T78" fmla="*/ 4 w 22"/>
                  <a:gd name="T79" fmla="*/ 15 h 20"/>
                  <a:gd name="T80" fmla="*/ 4 w 22"/>
                  <a:gd name="T81" fmla="*/ 13 h 20"/>
                  <a:gd name="T82" fmla="*/ 5 w 22"/>
                  <a:gd name="T83" fmla="*/ 10 h 20"/>
                  <a:gd name="T84" fmla="*/ 4 w 22"/>
                  <a:gd name="T85" fmla="*/ 9 h 20"/>
                  <a:gd name="T86" fmla="*/ 1 w 22"/>
                  <a:gd name="T87" fmla="*/ 7 h 20"/>
                  <a:gd name="T88" fmla="*/ 0 w 22"/>
                  <a:gd name="T89" fmla="*/ 5 h 20"/>
                  <a:gd name="T90" fmla="*/ 0 w 22"/>
                  <a:gd name="T91" fmla="*/ 4 h 20"/>
                  <a:gd name="T92" fmla="*/ 2 w 22"/>
                  <a:gd name="T93" fmla="*/ 1 h 20"/>
                  <a:gd name="T94" fmla="*/ 4 w 22"/>
                  <a:gd name="T95" fmla="*/ 1 h 20"/>
                  <a:gd name="T96" fmla="*/ 6 w 22"/>
                  <a:gd name="T97" fmla="*/ 0 h 20"/>
                  <a:gd name="T98" fmla="*/ 7 w 22"/>
                  <a:gd name="T99" fmla="*/ 0 h 20"/>
                  <a:gd name="T100" fmla="*/ 8 w 22"/>
                  <a:gd name="T101" fmla="*/ 0 h 20"/>
                  <a:gd name="T102" fmla="*/ 9 w 22"/>
                  <a:gd name="T103" fmla="*/ 0 h 2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22"/>
                  <a:gd name="T157" fmla="*/ 0 h 20"/>
                  <a:gd name="T158" fmla="*/ 22 w 22"/>
                  <a:gd name="T159" fmla="*/ 20 h 2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22" h="20">
                    <a:moveTo>
                      <a:pt x="9" y="0"/>
                    </a:moveTo>
                    <a:lnTo>
                      <a:pt x="9" y="1"/>
                    </a:lnTo>
                    <a:lnTo>
                      <a:pt x="10" y="1"/>
                    </a:lnTo>
                    <a:lnTo>
                      <a:pt x="12" y="1"/>
                    </a:lnTo>
                    <a:lnTo>
                      <a:pt x="17" y="3"/>
                    </a:lnTo>
                    <a:lnTo>
                      <a:pt x="18" y="4"/>
                    </a:lnTo>
                    <a:lnTo>
                      <a:pt x="18" y="5"/>
                    </a:lnTo>
                    <a:lnTo>
                      <a:pt x="19" y="6"/>
                    </a:lnTo>
                    <a:lnTo>
                      <a:pt x="19" y="7"/>
                    </a:lnTo>
                    <a:lnTo>
                      <a:pt x="20" y="8"/>
                    </a:lnTo>
                    <a:lnTo>
                      <a:pt x="21" y="8"/>
                    </a:lnTo>
                    <a:lnTo>
                      <a:pt x="22" y="9"/>
                    </a:lnTo>
                    <a:lnTo>
                      <a:pt x="20" y="10"/>
                    </a:lnTo>
                    <a:lnTo>
                      <a:pt x="19" y="11"/>
                    </a:lnTo>
                    <a:lnTo>
                      <a:pt x="18" y="11"/>
                    </a:lnTo>
                    <a:lnTo>
                      <a:pt x="18" y="10"/>
                    </a:lnTo>
                    <a:lnTo>
                      <a:pt x="17" y="9"/>
                    </a:lnTo>
                    <a:lnTo>
                      <a:pt x="16" y="8"/>
                    </a:lnTo>
                    <a:lnTo>
                      <a:pt x="15" y="8"/>
                    </a:lnTo>
                    <a:lnTo>
                      <a:pt x="15" y="10"/>
                    </a:lnTo>
                    <a:lnTo>
                      <a:pt x="17" y="12"/>
                    </a:lnTo>
                    <a:lnTo>
                      <a:pt x="17" y="15"/>
                    </a:lnTo>
                    <a:lnTo>
                      <a:pt x="18" y="16"/>
                    </a:lnTo>
                    <a:lnTo>
                      <a:pt x="18" y="17"/>
                    </a:lnTo>
                    <a:lnTo>
                      <a:pt x="18" y="20"/>
                    </a:lnTo>
                    <a:lnTo>
                      <a:pt x="17" y="19"/>
                    </a:lnTo>
                    <a:lnTo>
                      <a:pt x="15" y="18"/>
                    </a:lnTo>
                    <a:lnTo>
                      <a:pt x="14" y="16"/>
                    </a:lnTo>
                    <a:lnTo>
                      <a:pt x="13" y="17"/>
                    </a:lnTo>
                    <a:lnTo>
                      <a:pt x="12" y="19"/>
                    </a:lnTo>
                    <a:lnTo>
                      <a:pt x="12" y="20"/>
                    </a:lnTo>
                    <a:lnTo>
                      <a:pt x="11" y="20"/>
                    </a:lnTo>
                    <a:lnTo>
                      <a:pt x="11" y="18"/>
                    </a:lnTo>
                    <a:lnTo>
                      <a:pt x="10" y="16"/>
                    </a:lnTo>
                    <a:lnTo>
                      <a:pt x="9" y="15"/>
                    </a:lnTo>
                    <a:lnTo>
                      <a:pt x="8" y="13"/>
                    </a:lnTo>
                    <a:lnTo>
                      <a:pt x="7" y="15"/>
                    </a:lnTo>
                    <a:lnTo>
                      <a:pt x="7" y="16"/>
                    </a:lnTo>
                    <a:lnTo>
                      <a:pt x="5" y="16"/>
                    </a:lnTo>
                    <a:lnTo>
                      <a:pt x="4" y="15"/>
                    </a:lnTo>
                    <a:lnTo>
                      <a:pt x="4" y="13"/>
                    </a:lnTo>
                    <a:lnTo>
                      <a:pt x="5" y="10"/>
                    </a:lnTo>
                    <a:lnTo>
                      <a:pt x="4" y="9"/>
                    </a:lnTo>
                    <a:lnTo>
                      <a:pt x="1" y="7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4" y="1"/>
                    </a:lnTo>
                    <a:lnTo>
                      <a:pt x="6" y="0"/>
                    </a:lnTo>
                    <a:lnTo>
                      <a:pt x="7" y="0"/>
                    </a:lnTo>
                    <a:lnTo>
                      <a:pt x="8" y="0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19" name="D364">
                <a:extLst>
                  <a:ext uri="{FF2B5EF4-FFF2-40B4-BE49-F238E27FC236}">
                    <a16:creationId xmlns:a16="http://schemas.microsoft.com/office/drawing/2014/main" id="{758F5DC9-5266-47D3-9AAF-3D4153E95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32" y="6105563"/>
                <a:ext cx="4" cy="3"/>
              </a:xfrm>
              <a:custGeom>
                <a:avLst/>
                <a:gdLst>
                  <a:gd name="T0" fmla="*/ 2 w 4"/>
                  <a:gd name="T1" fmla="*/ 3 h 3"/>
                  <a:gd name="T2" fmla="*/ 1 w 4"/>
                  <a:gd name="T3" fmla="*/ 3 h 3"/>
                  <a:gd name="T4" fmla="*/ 1 w 4"/>
                  <a:gd name="T5" fmla="*/ 2 h 3"/>
                  <a:gd name="T6" fmla="*/ 0 w 4"/>
                  <a:gd name="T7" fmla="*/ 1 h 3"/>
                  <a:gd name="T8" fmla="*/ 1 w 4"/>
                  <a:gd name="T9" fmla="*/ 0 h 3"/>
                  <a:gd name="T10" fmla="*/ 2 w 4"/>
                  <a:gd name="T11" fmla="*/ 0 h 3"/>
                  <a:gd name="T12" fmla="*/ 2 w 4"/>
                  <a:gd name="T13" fmla="*/ 1 h 3"/>
                  <a:gd name="T14" fmla="*/ 4 w 4"/>
                  <a:gd name="T15" fmla="*/ 2 h 3"/>
                  <a:gd name="T16" fmla="*/ 3 w 4"/>
                  <a:gd name="T17" fmla="*/ 3 h 3"/>
                  <a:gd name="T18" fmla="*/ 2 w 4"/>
                  <a:gd name="T19" fmla="*/ 3 h 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"/>
                  <a:gd name="T31" fmla="*/ 0 h 3"/>
                  <a:gd name="T32" fmla="*/ 4 w 4"/>
                  <a:gd name="T33" fmla="*/ 3 h 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" h="3">
                    <a:moveTo>
                      <a:pt x="2" y="3"/>
                    </a:moveTo>
                    <a:lnTo>
                      <a:pt x="1" y="3"/>
                    </a:ln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4" y="2"/>
                    </a:lnTo>
                    <a:lnTo>
                      <a:pt x="3" y="3"/>
                    </a:lnTo>
                    <a:lnTo>
                      <a:pt x="2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20" name="D365">
                <a:extLst>
                  <a:ext uri="{FF2B5EF4-FFF2-40B4-BE49-F238E27FC236}">
                    <a16:creationId xmlns:a16="http://schemas.microsoft.com/office/drawing/2014/main" id="{23EC0DC0-B620-4CFF-82B1-E99259E8D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56" y="6105556"/>
                <a:ext cx="15" cy="12"/>
              </a:xfrm>
              <a:custGeom>
                <a:avLst/>
                <a:gdLst>
                  <a:gd name="T0" fmla="*/ 15 w 15"/>
                  <a:gd name="T1" fmla="*/ 11 h 12"/>
                  <a:gd name="T2" fmla="*/ 15 w 15"/>
                  <a:gd name="T3" fmla="*/ 12 h 12"/>
                  <a:gd name="T4" fmla="*/ 14 w 15"/>
                  <a:gd name="T5" fmla="*/ 12 h 12"/>
                  <a:gd name="T6" fmla="*/ 13 w 15"/>
                  <a:gd name="T7" fmla="*/ 11 h 12"/>
                  <a:gd name="T8" fmla="*/ 12 w 15"/>
                  <a:gd name="T9" fmla="*/ 11 h 12"/>
                  <a:gd name="T10" fmla="*/ 11 w 15"/>
                  <a:gd name="T11" fmla="*/ 9 h 12"/>
                  <a:gd name="T12" fmla="*/ 11 w 15"/>
                  <a:gd name="T13" fmla="*/ 8 h 12"/>
                  <a:gd name="T14" fmla="*/ 10 w 15"/>
                  <a:gd name="T15" fmla="*/ 7 h 12"/>
                  <a:gd name="T16" fmla="*/ 9 w 15"/>
                  <a:gd name="T17" fmla="*/ 7 h 12"/>
                  <a:gd name="T18" fmla="*/ 7 w 15"/>
                  <a:gd name="T19" fmla="*/ 7 h 12"/>
                  <a:gd name="T20" fmla="*/ 6 w 15"/>
                  <a:gd name="T21" fmla="*/ 6 h 12"/>
                  <a:gd name="T22" fmla="*/ 5 w 15"/>
                  <a:gd name="T23" fmla="*/ 5 h 12"/>
                  <a:gd name="T24" fmla="*/ 4 w 15"/>
                  <a:gd name="T25" fmla="*/ 4 h 12"/>
                  <a:gd name="T26" fmla="*/ 3 w 15"/>
                  <a:gd name="T27" fmla="*/ 3 h 12"/>
                  <a:gd name="T28" fmla="*/ 2 w 15"/>
                  <a:gd name="T29" fmla="*/ 2 h 12"/>
                  <a:gd name="T30" fmla="*/ 0 w 15"/>
                  <a:gd name="T31" fmla="*/ 2 h 12"/>
                  <a:gd name="T32" fmla="*/ 1 w 15"/>
                  <a:gd name="T33" fmla="*/ 1 h 12"/>
                  <a:gd name="T34" fmla="*/ 2 w 15"/>
                  <a:gd name="T35" fmla="*/ 0 h 12"/>
                  <a:gd name="T36" fmla="*/ 3 w 15"/>
                  <a:gd name="T37" fmla="*/ 0 h 12"/>
                  <a:gd name="T38" fmla="*/ 4 w 15"/>
                  <a:gd name="T39" fmla="*/ 1 h 12"/>
                  <a:gd name="T40" fmla="*/ 5 w 15"/>
                  <a:gd name="T41" fmla="*/ 2 h 12"/>
                  <a:gd name="T42" fmla="*/ 6 w 15"/>
                  <a:gd name="T43" fmla="*/ 3 h 12"/>
                  <a:gd name="T44" fmla="*/ 8 w 15"/>
                  <a:gd name="T45" fmla="*/ 4 h 12"/>
                  <a:gd name="T46" fmla="*/ 11 w 15"/>
                  <a:gd name="T47" fmla="*/ 4 h 12"/>
                  <a:gd name="T48" fmla="*/ 11 w 15"/>
                  <a:gd name="T49" fmla="*/ 5 h 12"/>
                  <a:gd name="T50" fmla="*/ 11 w 15"/>
                  <a:gd name="T51" fmla="*/ 6 h 12"/>
                  <a:gd name="T52" fmla="*/ 12 w 15"/>
                  <a:gd name="T53" fmla="*/ 9 h 12"/>
                  <a:gd name="T54" fmla="*/ 13 w 15"/>
                  <a:gd name="T55" fmla="*/ 9 h 12"/>
                  <a:gd name="T56" fmla="*/ 15 w 15"/>
                  <a:gd name="T57" fmla="*/ 9 h 12"/>
                  <a:gd name="T58" fmla="*/ 15 w 15"/>
                  <a:gd name="T59" fmla="*/ 11 h 12"/>
                  <a:gd name="T60" fmla="*/ 15 w 15"/>
                  <a:gd name="T61" fmla="*/ 10 h 12"/>
                  <a:gd name="T62" fmla="*/ 15 w 15"/>
                  <a:gd name="T63" fmla="*/ 11 h 1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5"/>
                  <a:gd name="T97" fmla="*/ 0 h 12"/>
                  <a:gd name="T98" fmla="*/ 15 w 15"/>
                  <a:gd name="T99" fmla="*/ 12 h 1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5" h="12">
                    <a:moveTo>
                      <a:pt x="15" y="11"/>
                    </a:moveTo>
                    <a:lnTo>
                      <a:pt x="15" y="12"/>
                    </a:lnTo>
                    <a:lnTo>
                      <a:pt x="14" y="12"/>
                    </a:lnTo>
                    <a:lnTo>
                      <a:pt x="13" y="11"/>
                    </a:lnTo>
                    <a:lnTo>
                      <a:pt x="12" y="11"/>
                    </a:lnTo>
                    <a:lnTo>
                      <a:pt x="11" y="9"/>
                    </a:lnTo>
                    <a:lnTo>
                      <a:pt x="11" y="8"/>
                    </a:lnTo>
                    <a:lnTo>
                      <a:pt x="10" y="7"/>
                    </a:lnTo>
                    <a:lnTo>
                      <a:pt x="9" y="7"/>
                    </a:lnTo>
                    <a:lnTo>
                      <a:pt x="7" y="7"/>
                    </a:lnTo>
                    <a:lnTo>
                      <a:pt x="6" y="6"/>
                    </a:lnTo>
                    <a:lnTo>
                      <a:pt x="5" y="5"/>
                    </a:lnTo>
                    <a:lnTo>
                      <a:pt x="4" y="4"/>
                    </a:lnTo>
                    <a:lnTo>
                      <a:pt x="3" y="3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1"/>
                    </a:lnTo>
                    <a:lnTo>
                      <a:pt x="5" y="2"/>
                    </a:lnTo>
                    <a:lnTo>
                      <a:pt x="6" y="3"/>
                    </a:lnTo>
                    <a:lnTo>
                      <a:pt x="8" y="4"/>
                    </a:lnTo>
                    <a:lnTo>
                      <a:pt x="11" y="4"/>
                    </a:lnTo>
                    <a:lnTo>
                      <a:pt x="11" y="5"/>
                    </a:lnTo>
                    <a:lnTo>
                      <a:pt x="11" y="6"/>
                    </a:lnTo>
                    <a:lnTo>
                      <a:pt x="12" y="9"/>
                    </a:lnTo>
                    <a:lnTo>
                      <a:pt x="13" y="9"/>
                    </a:lnTo>
                    <a:lnTo>
                      <a:pt x="15" y="9"/>
                    </a:lnTo>
                    <a:lnTo>
                      <a:pt x="15" y="11"/>
                    </a:lnTo>
                    <a:lnTo>
                      <a:pt x="15" y="10"/>
                    </a:lnTo>
                    <a:lnTo>
                      <a:pt x="15" y="1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475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21" name="D366">
                <a:extLst>
                  <a:ext uri="{FF2B5EF4-FFF2-40B4-BE49-F238E27FC236}">
                    <a16:creationId xmlns:a16="http://schemas.microsoft.com/office/drawing/2014/main" id="{A0F73ACA-6462-497C-B75D-57E8FFA5F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25" y="6105548"/>
                <a:ext cx="4" cy="4"/>
              </a:xfrm>
              <a:custGeom>
                <a:avLst/>
                <a:gdLst>
                  <a:gd name="T0" fmla="*/ 3 w 4"/>
                  <a:gd name="T1" fmla="*/ 4 h 4"/>
                  <a:gd name="T2" fmla="*/ 2 w 4"/>
                  <a:gd name="T3" fmla="*/ 3 h 4"/>
                  <a:gd name="T4" fmla="*/ 1 w 4"/>
                  <a:gd name="T5" fmla="*/ 2 h 4"/>
                  <a:gd name="T6" fmla="*/ 0 w 4"/>
                  <a:gd name="T7" fmla="*/ 0 h 4"/>
                  <a:gd name="T8" fmla="*/ 2 w 4"/>
                  <a:gd name="T9" fmla="*/ 0 h 4"/>
                  <a:gd name="T10" fmla="*/ 3 w 4"/>
                  <a:gd name="T11" fmla="*/ 1 h 4"/>
                  <a:gd name="T12" fmla="*/ 3 w 4"/>
                  <a:gd name="T13" fmla="*/ 2 h 4"/>
                  <a:gd name="T14" fmla="*/ 4 w 4"/>
                  <a:gd name="T15" fmla="*/ 3 h 4"/>
                  <a:gd name="T16" fmla="*/ 4 w 4"/>
                  <a:gd name="T17" fmla="*/ 4 h 4"/>
                  <a:gd name="T18" fmla="*/ 3 w 4"/>
                  <a:gd name="T19" fmla="*/ 4 h 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"/>
                  <a:gd name="T31" fmla="*/ 0 h 4"/>
                  <a:gd name="T32" fmla="*/ 4 w 4"/>
                  <a:gd name="T33" fmla="*/ 4 h 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" h="4">
                    <a:moveTo>
                      <a:pt x="3" y="4"/>
                    </a:moveTo>
                    <a:lnTo>
                      <a:pt x="2" y="3"/>
                    </a:lnTo>
                    <a:lnTo>
                      <a:pt x="1" y="2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3" y="1"/>
                    </a:lnTo>
                    <a:lnTo>
                      <a:pt x="3" y="2"/>
                    </a:lnTo>
                    <a:lnTo>
                      <a:pt x="4" y="3"/>
                    </a:lnTo>
                    <a:lnTo>
                      <a:pt x="4" y="4"/>
                    </a:lnTo>
                    <a:lnTo>
                      <a:pt x="3" y="4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sp>
          <p:nvSpPr>
            <p:cNvPr id="21" name="Hungary">
              <a:extLst>
                <a:ext uri="{FF2B5EF4-FFF2-40B4-BE49-F238E27FC236}">
                  <a16:creationId xmlns:a16="http://schemas.microsoft.com/office/drawing/2014/main" id="{041386C4-AB26-4917-AE57-9FCCE9746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969" y="3374966"/>
              <a:ext cx="138394" cy="78227"/>
            </a:xfrm>
            <a:custGeom>
              <a:avLst/>
              <a:gdLst>
                <a:gd name="T0" fmla="*/ 2147483647 w 62"/>
                <a:gd name="T1" fmla="*/ 2147483647 h 32"/>
                <a:gd name="T2" fmla="*/ 2147483647 w 62"/>
                <a:gd name="T3" fmla="*/ 2147483647 h 32"/>
                <a:gd name="T4" fmla="*/ 2147483647 w 62"/>
                <a:gd name="T5" fmla="*/ 2147483647 h 32"/>
                <a:gd name="T6" fmla="*/ 2147483647 w 62"/>
                <a:gd name="T7" fmla="*/ 2147483647 h 32"/>
                <a:gd name="T8" fmla="*/ 2147483647 w 62"/>
                <a:gd name="T9" fmla="*/ 2147483647 h 32"/>
                <a:gd name="T10" fmla="*/ 2147483647 w 62"/>
                <a:gd name="T11" fmla="*/ 2147483647 h 32"/>
                <a:gd name="T12" fmla="*/ 2147483647 w 62"/>
                <a:gd name="T13" fmla="*/ 2147483647 h 32"/>
                <a:gd name="T14" fmla="*/ 2147483647 w 62"/>
                <a:gd name="T15" fmla="*/ 2147483647 h 32"/>
                <a:gd name="T16" fmla="*/ 2147483647 w 62"/>
                <a:gd name="T17" fmla="*/ 2147483647 h 32"/>
                <a:gd name="T18" fmla="*/ 2147483647 w 62"/>
                <a:gd name="T19" fmla="*/ 2147483647 h 32"/>
                <a:gd name="T20" fmla="*/ 2147483647 w 62"/>
                <a:gd name="T21" fmla="*/ 2147483647 h 32"/>
                <a:gd name="T22" fmla="*/ 2147483647 w 62"/>
                <a:gd name="T23" fmla="*/ 2147483647 h 32"/>
                <a:gd name="T24" fmla="*/ 2147483647 w 62"/>
                <a:gd name="T25" fmla="*/ 2147483647 h 32"/>
                <a:gd name="T26" fmla="*/ 2147483647 w 62"/>
                <a:gd name="T27" fmla="*/ 2147483647 h 32"/>
                <a:gd name="T28" fmla="*/ 2147483647 w 62"/>
                <a:gd name="T29" fmla="*/ 2147483647 h 32"/>
                <a:gd name="T30" fmla="*/ 2147483647 w 62"/>
                <a:gd name="T31" fmla="*/ 2147483647 h 32"/>
                <a:gd name="T32" fmla="*/ 2147483647 w 62"/>
                <a:gd name="T33" fmla="*/ 2147483647 h 32"/>
                <a:gd name="T34" fmla="*/ 2147483647 w 62"/>
                <a:gd name="T35" fmla="*/ 2147483647 h 32"/>
                <a:gd name="T36" fmla="*/ 2147483647 w 62"/>
                <a:gd name="T37" fmla="*/ 2147483647 h 32"/>
                <a:gd name="T38" fmla="*/ 2147483647 w 62"/>
                <a:gd name="T39" fmla="*/ 2147483647 h 32"/>
                <a:gd name="T40" fmla="*/ 0 w 62"/>
                <a:gd name="T41" fmla="*/ 2147483647 h 32"/>
                <a:gd name="T42" fmla="*/ 2147483647 w 62"/>
                <a:gd name="T43" fmla="*/ 2147483647 h 32"/>
                <a:gd name="T44" fmla="*/ 2147483647 w 62"/>
                <a:gd name="T45" fmla="*/ 2147483647 h 32"/>
                <a:gd name="T46" fmla="*/ 2147483647 w 62"/>
                <a:gd name="T47" fmla="*/ 2147483647 h 32"/>
                <a:gd name="T48" fmla="*/ 2147483647 w 62"/>
                <a:gd name="T49" fmla="*/ 2147483647 h 32"/>
                <a:gd name="T50" fmla="*/ 2147483647 w 62"/>
                <a:gd name="T51" fmla="*/ 2147483647 h 32"/>
                <a:gd name="T52" fmla="*/ 2147483647 w 62"/>
                <a:gd name="T53" fmla="*/ 2147483647 h 32"/>
                <a:gd name="T54" fmla="*/ 2147483647 w 62"/>
                <a:gd name="T55" fmla="*/ 2147483647 h 32"/>
                <a:gd name="T56" fmla="*/ 2147483647 w 62"/>
                <a:gd name="T57" fmla="*/ 2147483647 h 32"/>
                <a:gd name="T58" fmla="*/ 2147483647 w 62"/>
                <a:gd name="T59" fmla="*/ 2147483647 h 32"/>
                <a:gd name="T60" fmla="*/ 2147483647 w 62"/>
                <a:gd name="T61" fmla="*/ 2147483647 h 32"/>
                <a:gd name="T62" fmla="*/ 2147483647 w 62"/>
                <a:gd name="T63" fmla="*/ 2147483647 h 32"/>
                <a:gd name="T64" fmla="*/ 2147483647 w 62"/>
                <a:gd name="T65" fmla="*/ 2147483647 h 32"/>
                <a:gd name="T66" fmla="*/ 2147483647 w 62"/>
                <a:gd name="T67" fmla="*/ 2147483647 h 32"/>
                <a:gd name="T68" fmla="*/ 2147483647 w 62"/>
                <a:gd name="T69" fmla="*/ 2147483647 h 32"/>
                <a:gd name="T70" fmla="*/ 2147483647 w 62"/>
                <a:gd name="T71" fmla="*/ 2147483647 h 32"/>
                <a:gd name="T72" fmla="*/ 2147483647 w 62"/>
                <a:gd name="T73" fmla="*/ 2147483647 h 32"/>
                <a:gd name="T74" fmla="*/ 2147483647 w 62"/>
                <a:gd name="T75" fmla="*/ 2147483647 h 32"/>
                <a:gd name="T76" fmla="*/ 2147483647 w 62"/>
                <a:gd name="T77" fmla="*/ 0 h 32"/>
                <a:gd name="T78" fmla="*/ 2147483647 w 62"/>
                <a:gd name="T79" fmla="*/ 0 h 32"/>
                <a:gd name="T80" fmla="*/ 2147483647 w 62"/>
                <a:gd name="T81" fmla="*/ 2147483647 h 3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62"/>
                <a:gd name="T124" fmla="*/ 0 h 32"/>
                <a:gd name="T125" fmla="*/ 62 w 62"/>
                <a:gd name="T126" fmla="*/ 32 h 3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62" h="32">
                  <a:moveTo>
                    <a:pt x="58" y="3"/>
                  </a:moveTo>
                  <a:lnTo>
                    <a:pt x="60" y="4"/>
                  </a:lnTo>
                  <a:lnTo>
                    <a:pt x="61" y="5"/>
                  </a:lnTo>
                  <a:lnTo>
                    <a:pt x="62" y="7"/>
                  </a:lnTo>
                  <a:lnTo>
                    <a:pt x="61" y="8"/>
                  </a:lnTo>
                  <a:lnTo>
                    <a:pt x="60" y="9"/>
                  </a:lnTo>
                  <a:lnTo>
                    <a:pt x="59" y="9"/>
                  </a:lnTo>
                  <a:lnTo>
                    <a:pt x="57" y="10"/>
                  </a:lnTo>
                  <a:lnTo>
                    <a:pt x="55" y="11"/>
                  </a:lnTo>
                  <a:lnTo>
                    <a:pt x="55" y="12"/>
                  </a:lnTo>
                  <a:lnTo>
                    <a:pt x="54" y="14"/>
                  </a:lnTo>
                  <a:lnTo>
                    <a:pt x="53" y="16"/>
                  </a:lnTo>
                  <a:lnTo>
                    <a:pt x="51" y="17"/>
                  </a:lnTo>
                  <a:lnTo>
                    <a:pt x="50" y="19"/>
                  </a:lnTo>
                  <a:lnTo>
                    <a:pt x="49" y="22"/>
                  </a:lnTo>
                  <a:lnTo>
                    <a:pt x="48" y="23"/>
                  </a:lnTo>
                  <a:lnTo>
                    <a:pt x="47" y="26"/>
                  </a:lnTo>
                  <a:lnTo>
                    <a:pt x="44" y="27"/>
                  </a:lnTo>
                  <a:lnTo>
                    <a:pt x="42" y="27"/>
                  </a:lnTo>
                  <a:lnTo>
                    <a:pt x="40" y="28"/>
                  </a:lnTo>
                  <a:lnTo>
                    <a:pt x="39" y="28"/>
                  </a:lnTo>
                  <a:lnTo>
                    <a:pt x="38" y="28"/>
                  </a:lnTo>
                  <a:lnTo>
                    <a:pt x="37" y="27"/>
                  </a:lnTo>
                  <a:lnTo>
                    <a:pt x="35" y="28"/>
                  </a:lnTo>
                  <a:lnTo>
                    <a:pt x="33" y="28"/>
                  </a:lnTo>
                  <a:lnTo>
                    <a:pt x="30" y="29"/>
                  </a:lnTo>
                  <a:lnTo>
                    <a:pt x="28" y="29"/>
                  </a:lnTo>
                  <a:lnTo>
                    <a:pt x="27" y="30"/>
                  </a:lnTo>
                  <a:lnTo>
                    <a:pt x="25" y="30"/>
                  </a:lnTo>
                  <a:lnTo>
                    <a:pt x="22" y="32"/>
                  </a:lnTo>
                  <a:lnTo>
                    <a:pt x="20" y="32"/>
                  </a:lnTo>
                  <a:lnTo>
                    <a:pt x="17" y="32"/>
                  </a:lnTo>
                  <a:lnTo>
                    <a:pt x="15" y="31"/>
                  </a:lnTo>
                  <a:lnTo>
                    <a:pt x="13" y="30"/>
                  </a:lnTo>
                  <a:lnTo>
                    <a:pt x="11" y="28"/>
                  </a:lnTo>
                  <a:lnTo>
                    <a:pt x="8" y="27"/>
                  </a:lnTo>
                  <a:lnTo>
                    <a:pt x="7" y="25"/>
                  </a:lnTo>
                  <a:lnTo>
                    <a:pt x="5" y="24"/>
                  </a:lnTo>
                  <a:lnTo>
                    <a:pt x="3" y="22"/>
                  </a:lnTo>
                  <a:lnTo>
                    <a:pt x="2" y="20"/>
                  </a:lnTo>
                  <a:lnTo>
                    <a:pt x="1" y="20"/>
                  </a:lnTo>
                  <a:lnTo>
                    <a:pt x="0" y="20"/>
                  </a:lnTo>
                  <a:lnTo>
                    <a:pt x="0" y="19"/>
                  </a:lnTo>
                  <a:lnTo>
                    <a:pt x="2" y="18"/>
                  </a:lnTo>
                  <a:lnTo>
                    <a:pt x="3" y="18"/>
                  </a:lnTo>
                  <a:lnTo>
                    <a:pt x="3" y="16"/>
                  </a:lnTo>
                  <a:lnTo>
                    <a:pt x="3" y="15"/>
                  </a:lnTo>
                  <a:lnTo>
                    <a:pt x="4" y="14"/>
                  </a:lnTo>
                  <a:lnTo>
                    <a:pt x="5" y="12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6" y="10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2" y="7"/>
                  </a:lnTo>
                  <a:lnTo>
                    <a:pt x="13" y="8"/>
                  </a:lnTo>
                  <a:lnTo>
                    <a:pt x="15" y="9"/>
                  </a:lnTo>
                  <a:lnTo>
                    <a:pt x="16" y="9"/>
                  </a:lnTo>
                  <a:lnTo>
                    <a:pt x="18" y="9"/>
                  </a:lnTo>
                  <a:lnTo>
                    <a:pt x="19" y="9"/>
                  </a:lnTo>
                  <a:lnTo>
                    <a:pt x="21" y="9"/>
                  </a:lnTo>
                  <a:lnTo>
                    <a:pt x="22" y="9"/>
                  </a:lnTo>
                  <a:lnTo>
                    <a:pt x="23" y="9"/>
                  </a:lnTo>
                  <a:lnTo>
                    <a:pt x="23" y="8"/>
                  </a:lnTo>
                  <a:lnTo>
                    <a:pt x="24" y="8"/>
                  </a:lnTo>
                  <a:lnTo>
                    <a:pt x="25" y="6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4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0" y="1"/>
                  </a:lnTo>
                  <a:lnTo>
                    <a:pt x="43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51" y="0"/>
                  </a:lnTo>
                  <a:lnTo>
                    <a:pt x="53" y="2"/>
                  </a:lnTo>
                  <a:lnTo>
                    <a:pt x="56" y="2"/>
                  </a:lnTo>
                  <a:lnTo>
                    <a:pt x="58" y="3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22" name="Ireland">
              <a:extLst>
                <a:ext uri="{FF2B5EF4-FFF2-40B4-BE49-F238E27FC236}">
                  <a16:creationId xmlns:a16="http://schemas.microsoft.com/office/drawing/2014/main" id="{2A66B64E-D907-4F71-B423-0AD627058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323" y="3172064"/>
              <a:ext cx="89286" cy="117340"/>
            </a:xfrm>
            <a:custGeom>
              <a:avLst/>
              <a:gdLst>
                <a:gd name="T0" fmla="*/ 2147483647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2147483647 h 48"/>
                <a:gd name="T8" fmla="*/ 2147483647 w 40"/>
                <a:gd name="T9" fmla="*/ 2147483647 h 48"/>
                <a:gd name="T10" fmla="*/ 2147483647 w 40"/>
                <a:gd name="T11" fmla="*/ 2147483647 h 48"/>
                <a:gd name="T12" fmla="*/ 2147483647 w 40"/>
                <a:gd name="T13" fmla="*/ 2147483647 h 48"/>
                <a:gd name="T14" fmla="*/ 2147483647 w 40"/>
                <a:gd name="T15" fmla="*/ 2147483647 h 48"/>
                <a:gd name="T16" fmla="*/ 2147483647 w 40"/>
                <a:gd name="T17" fmla="*/ 2147483647 h 48"/>
                <a:gd name="T18" fmla="*/ 2147483647 w 40"/>
                <a:gd name="T19" fmla="*/ 2147483647 h 48"/>
                <a:gd name="T20" fmla="*/ 2147483647 w 40"/>
                <a:gd name="T21" fmla="*/ 2147483647 h 48"/>
                <a:gd name="T22" fmla="*/ 2147483647 w 40"/>
                <a:gd name="T23" fmla="*/ 2147483647 h 48"/>
                <a:gd name="T24" fmla="*/ 2147483647 w 40"/>
                <a:gd name="T25" fmla="*/ 2147483647 h 48"/>
                <a:gd name="T26" fmla="*/ 2147483647 w 40"/>
                <a:gd name="T27" fmla="*/ 2147483647 h 48"/>
                <a:gd name="T28" fmla="*/ 2147483647 w 40"/>
                <a:gd name="T29" fmla="*/ 2147483647 h 48"/>
                <a:gd name="T30" fmla="*/ 2147483647 w 40"/>
                <a:gd name="T31" fmla="*/ 2147483647 h 48"/>
                <a:gd name="T32" fmla="*/ 2147483647 w 40"/>
                <a:gd name="T33" fmla="*/ 2147483647 h 48"/>
                <a:gd name="T34" fmla="*/ 2147483647 w 40"/>
                <a:gd name="T35" fmla="*/ 2147483647 h 48"/>
                <a:gd name="T36" fmla="*/ 2147483647 w 40"/>
                <a:gd name="T37" fmla="*/ 2147483647 h 48"/>
                <a:gd name="T38" fmla="*/ 2147483647 w 40"/>
                <a:gd name="T39" fmla="*/ 2147483647 h 48"/>
                <a:gd name="T40" fmla="*/ 2147483647 w 40"/>
                <a:gd name="T41" fmla="*/ 2147483647 h 48"/>
                <a:gd name="T42" fmla="*/ 2147483647 w 40"/>
                <a:gd name="T43" fmla="*/ 2147483647 h 48"/>
                <a:gd name="T44" fmla="*/ 2147483647 w 40"/>
                <a:gd name="T45" fmla="*/ 2147483647 h 48"/>
                <a:gd name="T46" fmla="*/ 2147483647 w 40"/>
                <a:gd name="T47" fmla="*/ 2147483647 h 48"/>
                <a:gd name="T48" fmla="*/ 2147483647 w 40"/>
                <a:gd name="T49" fmla="*/ 2147483647 h 48"/>
                <a:gd name="T50" fmla="*/ 2147483647 w 40"/>
                <a:gd name="T51" fmla="*/ 2147483647 h 48"/>
                <a:gd name="T52" fmla="*/ 2147483647 w 40"/>
                <a:gd name="T53" fmla="*/ 2147483647 h 48"/>
                <a:gd name="T54" fmla="*/ 2147483647 w 40"/>
                <a:gd name="T55" fmla="*/ 2147483647 h 48"/>
                <a:gd name="T56" fmla="*/ 2147483647 w 40"/>
                <a:gd name="T57" fmla="*/ 2147483647 h 48"/>
                <a:gd name="T58" fmla="*/ 2147483647 w 40"/>
                <a:gd name="T59" fmla="*/ 2147483647 h 48"/>
                <a:gd name="T60" fmla="*/ 2147483647 w 40"/>
                <a:gd name="T61" fmla="*/ 2147483647 h 48"/>
                <a:gd name="T62" fmla="*/ 0 w 40"/>
                <a:gd name="T63" fmla="*/ 2147483647 h 48"/>
                <a:gd name="T64" fmla="*/ 2147483647 w 40"/>
                <a:gd name="T65" fmla="*/ 2147483647 h 48"/>
                <a:gd name="T66" fmla="*/ 2147483647 w 40"/>
                <a:gd name="T67" fmla="*/ 2147483647 h 48"/>
                <a:gd name="T68" fmla="*/ 2147483647 w 40"/>
                <a:gd name="T69" fmla="*/ 2147483647 h 48"/>
                <a:gd name="T70" fmla="*/ 2147483647 w 40"/>
                <a:gd name="T71" fmla="*/ 2147483647 h 48"/>
                <a:gd name="T72" fmla="*/ 2147483647 w 40"/>
                <a:gd name="T73" fmla="*/ 2147483647 h 48"/>
                <a:gd name="T74" fmla="*/ 2147483647 w 40"/>
                <a:gd name="T75" fmla="*/ 2147483647 h 48"/>
                <a:gd name="T76" fmla="*/ 2147483647 w 40"/>
                <a:gd name="T77" fmla="*/ 2147483647 h 48"/>
                <a:gd name="T78" fmla="*/ 2147483647 w 40"/>
                <a:gd name="T79" fmla="*/ 2147483647 h 48"/>
                <a:gd name="T80" fmla="*/ 2147483647 w 40"/>
                <a:gd name="T81" fmla="*/ 2147483647 h 48"/>
                <a:gd name="T82" fmla="*/ 2147483647 w 40"/>
                <a:gd name="T83" fmla="*/ 2147483647 h 48"/>
                <a:gd name="T84" fmla="*/ 2147483647 w 40"/>
                <a:gd name="T85" fmla="*/ 2147483647 h 48"/>
                <a:gd name="T86" fmla="*/ 2147483647 w 40"/>
                <a:gd name="T87" fmla="*/ 2147483647 h 48"/>
                <a:gd name="T88" fmla="*/ 2147483647 w 40"/>
                <a:gd name="T89" fmla="*/ 2147483647 h 48"/>
                <a:gd name="T90" fmla="*/ 2147483647 w 40"/>
                <a:gd name="T91" fmla="*/ 2147483647 h 48"/>
                <a:gd name="T92" fmla="*/ 2147483647 w 40"/>
                <a:gd name="T93" fmla="*/ 2147483647 h 48"/>
                <a:gd name="T94" fmla="*/ 2147483647 w 40"/>
                <a:gd name="T95" fmla="*/ 2147483647 h 48"/>
                <a:gd name="T96" fmla="*/ 2147483647 w 40"/>
                <a:gd name="T97" fmla="*/ 2147483647 h 48"/>
                <a:gd name="T98" fmla="*/ 2147483647 w 40"/>
                <a:gd name="T99" fmla="*/ 2147483647 h 48"/>
                <a:gd name="T100" fmla="*/ 2147483647 w 40"/>
                <a:gd name="T101" fmla="*/ 2147483647 h 48"/>
                <a:gd name="T102" fmla="*/ 2147483647 w 40"/>
                <a:gd name="T103" fmla="*/ 2147483647 h 48"/>
                <a:gd name="T104" fmla="*/ 2147483647 w 40"/>
                <a:gd name="T105" fmla="*/ 2147483647 h 48"/>
                <a:gd name="T106" fmla="*/ 2147483647 w 40"/>
                <a:gd name="T107" fmla="*/ 2147483647 h 48"/>
                <a:gd name="T108" fmla="*/ 2147483647 w 40"/>
                <a:gd name="T109" fmla="*/ 2147483647 h 48"/>
                <a:gd name="T110" fmla="*/ 2147483647 w 40"/>
                <a:gd name="T111" fmla="*/ 2147483647 h 48"/>
                <a:gd name="T112" fmla="*/ 2147483647 w 40"/>
                <a:gd name="T113" fmla="*/ 2147483647 h 48"/>
                <a:gd name="T114" fmla="*/ 2147483647 w 40"/>
                <a:gd name="T115" fmla="*/ 2147483647 h 48"/>
                <a:gd name="T116" fmla="*/ 2147483647 w 40"/>
                <a:gd name="T117" fmla="*/ 2147483647 h 48"/>
                <a:gd name="T118" fmla="*/ 2147483647 w 40"/>
                <a:gd name="T119" fmla="*/ 0 h 48"/>
                <a:gd name="T120" fmla="*/ 2147483647 w 40"/>
                <a:gd name="T121" fmla="*/ 2147483647 h 4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40"/>
                <a:gd name="T184" fmla="*/ 0 h 48"/>
                <a:gd name="T185" fmla="*/ 40 w 40"/>
                <a:gd name="T186" fmla="*/ 48 h 48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40" h="48">
                  <a:moveTo>
                    <a:pt x="26" y="4"/>
                  </a:moveTo>
                  <a:lnTo>
                    <a:pt x="26" y="6"/>
                  </a:lnTo>
                  <a:lnTo>
                    <a:pt x="25" y="7"/>
                  </a:lnTo>
                  <a:lnTo>
                    <a:pt x="23" y="7"/>
                  </a:lnTo>
                  <a:lnTo>
                    <a:pt x="23" y="9"/>
                  </a:lnTo>
                  <a:lnTo>
                    <a:pt x="21" y="10"/>
                  </a:lnTo>
                  <a:lnTo>
                    <a:pt x="24" y="12"/>
                  </a:lnTo>
                  <a:lnTo>
                    <a:pt x="25" y="14"/>
                  </a:lnTo>
                  <a:lnTo>
                    <a:pt x="27" y="15"/>
                  </a:lnTo>
                  <a:lnTo>
                    <a:pt x="29" y="13"/>
                  </a:lnTo>
                  <a:lnTo>
                    <a:pt x="30" y="12"/>
                  </a:lnTo>
                  <a:lnTo>
                    <a:pt x="32" y="12"/>
                  </a:lnTo>
                  <a:lnTo>
                    <a:pt x="34" y="11"/>
                  </a:lnTo>
                  <a:lnTo>
                    <a:pt x="36" y="11"/>
                  </a:lnTo>
                  <a:lnTo>
                    <a:pt x="37" y="12"/>
                  </a:lnTo>
                  <a:lnTo>
                    <a:pt x="38" y="13"/>
                  </a:lnTo>
                  <a:lnTo>
                    <a:pt x="38" y="14"/>
                  </a:lnTo>
                  <a:lnTo>
                    <a:pt x="38" y="16"/>
                  </a:lnTo>
                  <a:lnTo>
                    <a:pt x="39" y="16"/>
                  </a:lnTo>
                  <a:lnTo>
                    <a:pt x="38" y="17"/>
                  </a:lnTo>
                  <a:lnTo>
                    <a:pt x="38" y="18"/>
                  </a:lnTo>
                  <a:lnTo>
                    <a:pt x="38" y="19"/>
                  </a:lnTo>
                  <a:lnTo>
                    <a:pt x="38" y="20"/>
                  </a:lnTo>
                  <a:lnTo>
                    <a:pt x="39" y="21"/>
                  </a:lnTo>
                  <a:lnTo>
                    <a:pt x="40" y="22"/>
                  </a:lnTo>
                  <a:lnTo>
                    <a:pt x="40" y="24"/>
                  </a:lnTo>
                  <a:lnTo>
                    <a:pt x="39" y="24"/>
                  </a:lnTo>
                  <a:lnTo>
                    <a:pt x="39" y="25"/>
                  </a:lnTo>
                  <a:lnTo>
                    <a:pt x="39" y="26"/>
                  </a:lnTo>
                  <a:lnTo>
                    <a:pt x="39" y="27"/>
                  </a:lnTo>
                  <a:lnTo>
                    <a:pt x="39" y="28"/>
                  </a:lnTo>
                  <a:lnTo>
                    <a:pt x="40" y="30"/>
                  </a:lnTo>
                  <a:lnTo>
                    <a:pt x="39" y="31"/>
                  </a:lnTo>
                  <a:lnTo>
                    <a:pt x="39" y="33"/>
                  </a:lnTo>
                  <a:lnTo>
                    <a:pt x="38" y="33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7" y="39"/>
                  </a:lnTo>
                  <a:lnTo>
                    <a:pt x="37" y="40"/>
                  </a:lnTo>
                  <a:lnTo>
                    <a:pt x="36" y="40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8" y="40"/>
                  </a:lnTo>
                  <a:lnTo>
                    <a:pt x="26" y="40"/>
                  </a:lnTo>
                  <a:lnTo>
                    <a:pt x="26" y="41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3" y="42"/>
                  </a:lnTo>
                  <a:lnTo>
                    <a:pt x="23" y="43"/>
                  </a:lnTo>
                  <a:lnTo>
                    <a:pt x="22" y="44"/>
                  </a:lnTo>
                  <a:lnTo>
                    <a:pt x="21" y="44"/>
                  </a:lnTo>
                  <a:lnTo>
                    <a:pt x="20" y="44"/>
                  </a:lnTo>
                  <a:lnTo>
                    <a:pt x="20" y="43"/>
                  </a:lnTo>
                  <a:lnTo>
                    <a:pt x="19" y="43"/>
                  </a:lnTo>
                  <a:lnTo>
                    <a:pt x="19" y="44"/>
                  </a:lnTo>
                  <a:lnTo>
                    <a:pt x="19" y="45"/>
                  </a:lnTo>
                  <a:lnTo>
                    <a:pt x="18" y="45"/>
                  </a:lnTo>
                  <a:lnTo>
                    <a:pt x="18" y="46"/>
                  </a:lnTo>
                  <a:lnTo>
                    <a:pt x="17" y="46"/>
                  </a:lnTo>
                  <a:lnTo>
                    <a:pt x="16" y="46"/>
                  </a:lnTo>
                  <a:lnTo>
                    <a:pt x="15" y="46"/>
                  </a:lnTo>
                  <a:lnTo>
                    <a:pt x="14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0" y="48"/>
                  </a:lnTo>
                  <a:lnTo>
                    <a:pt x="9" y="47"/>
                  </a:lnTo>
                  <a:lnTo>
                    <a:pt x="8" y="47"/>
                  </a:lnTo>
                  <a:lnTo>
                    <a:pt x="6" y="48"/>
                  </a:lnTo>
                  <a:lnTo>
                    <a:pt x="6" y="47"/>
                  </a:lnTo>
                  <a:lnTo>
                    <a:pt x="7" y="46"/>
                  </a:lnTo>
                  <a:lnTo>
                    <a:pt x="8" y="46"/>
                  </a:lnTo>
                  <a:lnTo>
                    <a:pt x="8" y="45"/>
                  </a:lnTo>
                  <a:lnTo>
                    <a:pt x="6" y="46"/>
                  </a:lnTo>
                  <a:lnTo>
                    <a:pt x="5" y="46"/>
                  </a:lnTo>
                  <a:lnTo>
                    <a:pt x="4" y="46"/>
                  </a:lnTo>
                  <a:lnTo>
                    <a:pt x="3" y="46"/>
                  </a:lnTo>
                  <a:lnTo>
                    <a:pt x="4" y="46"/>
                  </a:lnTo>
                  <a:lnTo>
                    <a:pt x="5" y="45"/>
                  </a:lnTo>
                  <a:lnTo>
                    <a:pt x="7" y="44"/>
                  </a:lnTo>
                  <a:lnTo>
                    <a:pt x="7" y="43"/>
                  </a:lnTo>
                  <a:lnTo>
                    <a:pt x="5" y="44"/>
                  </a:lnTo>
                  <a:lnTo>
                    <a:pt x="4" y="44"/>
                  </a:lnTo>
                  <a:lnTo>
                    <a:pt x="3" y="44"/>
                  </a:lnTo>
                  <a:lnTo>
                    <a:pt x="2" y="44"/>
                  </a:lnTo>
                  <a:lnTo>
                    <a:pt x="1" y="44"/>
                  </a:lnTo>
                  <a:lnTo>
                    <a:pt x="1" y="43"/>
                  </a:lnTo>
                  <a:lnTo>
                    <a:pt x="3" y="42"/>
                  </a:lnTo>
                  <a:lnTo>
                    <a:pt x="5" y="41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9"/>
                  </a:lnTo>
                  <a:lnTo>
                    <a:pt x="4" y="38"/>
                  </a:lnTo>
                  <a:lnTo>
                    <a:pt x="5" y="38"/>
                  </a:lnTo>
                  <a:lnTo>
                    <a:pt x="6" y="37"/>
                  </a:lnTo>
                  <a:lnTo>
                    <a:pt x="7" y="36"/>
                  </a:lnTo>
                  <a:lnTo>
                    <a:pt x="7" y="35"/>
                  </a:lnTo>
                  <a:lnTo>
                    <a:pt x="10" y="35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6" y="33"/>
                  </a:lnTo>
                  <a:lnTo>
                    <a:pt x="14" y="33"/>
                  </a:lnTo>
                  <a:lnTo>
                    <a:pt x="14" y="32"/>
                  </a:lnTo>
                  <a:lnTo>
                    <a:pt x="14" y="31"/>
                  </a:lnTo>
                  <a:lnTo>
                    <a:pt x="14" y="32"/>
                  </a:lnTo>
                  <a:lnTo>
                    <a:pt x="13" y="33"/>
                  </a:lnTo>
                  <a:lnTo>
                    <a:pt x="11" y="34"/>
                  </a:lnTo>
                  <a:lnTo>
                    <a:pt x="10" y="34"/>
                  </a:lnTo>
                  <a:lnTo>
                    <a:pt x="8" y="34"/>
                  </a:lnTo>
                  <a:lnTo>
                    <a:pt x="7" y="34"/>
                  </a:lnTo>
                  <a:lnTo>
                    <a:pt x="6" y="34"/>
                  </a:lnTo>
                  <a:lnTo>
                    <a:pt x="8" y="33"/>
                  </a:lnTo>
                  <a:lnTo>
                    <a:pt x="9" y="32"/>
                  </a:lnTo>
                  <a:lnTo>
                    <a:pt x="9" y="31"/>
                  </a:lnTo>
                  <a:lnTo>
                    <a:pt x="9" y="30"/>
                  </a:lnTo>
                  <a:lnTo>
                    <a:pt x="10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4" y="27"/>
                  </a:lnTo>
                  <a:lnTo>
                    <a:pt x="13" y="26"/>
                  </a:lnTo>
                  <a:lnTo>
                    <a:pt x="12" y="26"/>
                  </a:lnTo>
                  <a:lnTo>
                    <a:pt x="9" y="26"/>
                  </a:lnTo>
                  <a:lnTo>
                    <a:pt x="8" y="26"/>
                  </a:lnTo>
                  <a:lnTo>
                    <a:pt x="7" y="25"/>
                  </a:lnTo>
                  <a:lnTo>
                    <a:pt x="6" y="25"/>
                  </a:lnTo>
                  <a:lnTo>
                    <a:pt x="5" y="25"/>
                  </a:lnTo>
                  <a:lnTo>
                    <a:pt x="5" y="24"/>
                  </a:lnTo>
                  <a:lnTo>
                    <a:pt x="4" y="24"/>
                  </a:lnTo>
                  <a:lnTo>
                    <a:pt x="3" y="23"/>
                  </a:lnTo>
                  <a:lnTo>
                    <a:pt x="3" y="22"/>
                  </a:lnTo>
                  <a:lnTo>
                    <a:pt x="5" y="21"/>
                  </a:lnTo>
                  <a:lnTo>
                    <a:pt x="5" y="20"/>
                  </a:lnTo>
                  <a:lnTo>
                    <a:pt x="6" y="20"/>
                  </a:lnTo>
                  <a:lnTo>
                    <a:pt x="8" y="19"/>
                  </a:lnTo>
                  <a:lnTo>
                    <a:pt x="8" y="18"/>
                  </a:lnTo>
                  <a:lnTo>
                    <a:pt x="7" y="18"/>
                  </a:lnTo>
                  <a:lnTo>
                    <a:pt x="4" y="18"/>
                  </a:lnTo>
                  <a:lnTo>
                    <a:pt x="3" y="17"/>
                  </a:lnTo>
                  <a:lnTo>
                    <a:pt x="4" y="17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6" y="13"/>
                  </a:lnTo>
                  <a:lnTo>
                    <a:pt x="7" y="12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3" y="13"/>
                  </a:lnTo>
                  <a:lnTo>
                    <a:pt x="14" y="13"/>
                  </a:lnTo>
                  <a:lnTo>
                    <a:pt x="17" y="13"/>
                  </a:lnTo>
                  <a:lnTo>
                    <a:pt x="17" y="12"/>
                  </a:lnTo>
                  <a:lnTo>
                    <a:pt x="18" y="11"/>
                  </a:lnTo>
                  <a:lnTo>
                    <a:pt x="19" y="10"/>
                  </a:lnTo>
                  <a:lnTo>
                    <a:pt x="20" y="10"/>
                  </a:lnTo>
                  <a:lnTo>
                    <a:pt x="21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8" y="9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6" y="7"/>
                  </a:lnTo>
                  <a:lnTo>
                    <a:pt x="17" y="7"/>
                  </a:lnTo>
                  <a:lnTo>
                    <a:pt x="18" y="6"/>
                  </a:lnTo>
                  <a:lnTo>
                    <a:pt x="19" y="5"/>
                  </a:lnTo>
                  <a:lnTo>
                    <a:pt x="18" y="5"/>
                  </a:lnTo>
                  <a:lnTo>
                    <a:pt x="19" y="3"/>
                  </a:lnTo>
                  <a:lnTo>
                    <a:pt x="20" y="3"/>
                  </a:lnTo>
                  <a:lnTo>
                    <a:pt x="21" y="2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5" y="1"/>
                  </a:lnTo>
                  <a:lnTo>
                    <a:pt x="26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4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grpSp>
          <p:nvGrpSpPr>
            <p:cNvPr id="23" name="Italy">
              <a:extLst>
                <a:ext uri="{FF2B5EF4-FFF2-40B4-BE49-F238E27FC236}">
                  <a16:creationId xmlns:a16="http://schemas.microsoft.com/office/drawing/2014/main" id="{91E9493A-3D18-4D43-AA4A-83535AED0F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14771" y="3416524"/>
              <a:ext cx="243305" cy="283572"/>
              <a:chOff x="16316325" y="5534025"/>
              <a:chExt cx="109" cy="116"/>
            </a:xfrm>
            <a:solidFill>
              <a:srgbClr val="002B69">
                <a:alpha val="91000"/>
              </a:srgbClr>
            </a:solidFill>
          </p:grpSpPr>
          <p:sp>
            <p:nvSpPr>
              <p:cNvPr id="106" name="D477">
                <a:extLst>
                  <a:ext uri="{FF2B5EF4-FFF2-40B4-BE49-F238E27FC236}">
                    <a16:creationId xmlns:a16="http://schemas.microsoft.com/office/drawing/2014/main" id="{BA3BC24A-6D8F-4D36-87C2-A0A35B15E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16325" y="5534025"/>
                <a:ext cx="109" cy="103"/>
              </a:xfrm>
              <a:custGeom>
                <a:avLst/>
                <a:gdLst>
                  <a:gd name="T0" fmla="*/ 62 w 109"/>
                  <a:gd name="T1" fmla="*/ 16 h 103"/>
                  <a:gd name="T2" fmla="*/ 54 w 109"/>
                  <a:gd name="T3" fmla="*/ 19 h 103"/>
                  <a:gd name="T4" fmla="*/ 52 w 109"/>
                  <a:gd name="T5" fmla="*/ 23 h 103"/>
                  <a:gd name="T6" fmla="*/ 52 w 109"/>
                  <a:gd name="T7" fmla="*/ 27 h 103"/>
                  <a:gd name="T8" fmla="*/ 54 w 109"/>
                  <a:gd name="T9" fmla="*/ 34 h 103"/>
                  <a:gd name="T10" fmla="*/ 59 w 109"/>
                  <a:gd name="T11" fmla="*/ 38 h 103"/>
                  <a:gd name="T12" fmla="*/ 63 w 109"/>
                  <a:gd name="T13" fmla="*/ 40 h 103"/>
                  <a:gd name="T14" fmla="*/ 66 w 109"/>
                  <a:gd name="T15" fmla="*/ 46 h 103"/>
                  <a:gd name="T16" fmla="*/ 70 w 109"/>
                  <a:gd name="T17" fmla="*/ 53 h 103"/>
                  <a:gd name="T18" fmla="*/ 74 w 109"/>
                  <a:gd name="T19" fmla="*/ 57 h 103"/>
                  <a:gd name="T20" fmla="*/ 79 w 109"/>
                  <a:gd name="T21" fmla="*/ 59 h 103"/>
                  <a:gd name="T22" fmla="*/ 84 w 109"/>
                  <a:gd name="T23" fmla="*/ 59 h 103"/>
                  <a:gd name="T24" fmla="*/ 88 w 109"/>
                  <a:gd name="T25" fmla="*/ 60 h 103"/>
                  <a:gd name="T26" fmla="*/ 86 w 109"/>
                  <a:gd name="T27" fmla="*/ 64 h 103"/>
                  <a:gd name="T28" fmla="*/ 93 w 109"/>
                  <a:gd name="T29" fmla="*/ 67 h 103"/>
                  <a:gd name="T30" fmla="*/ 103 w 109"/>
                  <a:gd name="T31" fmla="*/ 72 h 103"/>
                  <a:gd name="T32" fmla="*/ 109 w 109"/>
                  <a:gd name="T33" fmla="*/ 78 h 103"/>
                  <a:gd name="T34" fmla="*/ 106 w 109"/>
                  <a:gd name="T35" fmla="*/ 81 h 103"/>
                  <a:gd name="T36" fmla="*/ 98 w 109"/>
                  <a:gd name="T37" fmla="*/ 75 h 103"/>
                  <a:gd name="T38" fmla="*/ 92 w 109"/>
                  <a:gd name="T39" fmla="*/ 80 h 103"/>
                  <a:gd name="T40" fmla="*/ 94 w 109"/>
                  <a:gd name="T41" fmla="*/ 85 h 103"/>
                  <a:gd name="T42" fmla="*/ 97 w 109"/>
                  <a:gd name="T43" fmla="*/ 90 h 103"/>
                  <a:gd name="T44" fmla="*/ 92 w 109"/>
                  <a:gd name="T45" fmla="*/ 93 h 103"/>
                  <a:gd name="T46" fmla="*/ 90 w 109"/>
                  <a:gd name="T47" fmla="*/ 98 h 103"/>
                  <a:gd name="T48" fmla="*/ 87 w 109"/>
                  <a:gd name="T49" fmla="*/ 102 h 103"/>
                  <a:gd name="T50" fmla="*/ 84 w 109"/>
                  <a:gd name="T51" fmla="*/ 103 h 103"/>
                  <a:gd name="T52" fmla="*/ 85 w 109"/>
                  <a:gd name="T53" fmla="*/ 95 h 103"/>
                  <a:gd name="T54" fmla="*/ 87 w 109"/>
                  <a:gd name="T55" fmla="*/ 90 h 103"/>
                  <a:gd name="T56" fmla="*/ 84 w 109"/>
                  <a:gd name="T57" fmla="*/ 82 h 103"/>
                  <a:gd name="T58" fmla="*/ 81 w 109"/>
                  <a:gd name="T59" fmla="*/ 80 h 103"/>
                  <a:gd name="T60" fmla="*/ 77 w 109"/>
                  <a:gd name="T61" fmla="*/ 76 h 103"/>
                  <a:gd name="T62" fmla="*/ 72 w 109"/>
                  <a:gd name="T63" fmla="*/ 73 h 103"/>
                  <a:gd name="T64" fmla="*/ 67 w 109"/>
                  <a:gd name="T65" fmla="*/ 68 h 103"/>
                  <a:gd name="T66" fmla="*/ 59 w 109"/>
                  <a:gd name="T67" fmla="*/ 66 h 103"/>
                  <a:gd name="T68" fmla="*/ 50 w 109"/>
                  <a:gd name="T69" fmla="*/ 58 h 103"/>
                  <a:gd name="T70" fmla="*/ 43 w 109"/>
                  <a:gd name="T71" fmla="*/ 53 h 103"/>
                  <a:gd name="T72" fmla="*/ 38 w 109"/>
                  <a:gd name="T73" fmla="*/ 49 h 103"/>
                  <a:gd name="T74" fmla="*/ 33 w 109"/>
                  <a:gd name="T75" fmla="*/ 39 h 103"/>
                  <a:gd name="T76" fmla="*/ 25 w 109"/>
                  <a:gd name="T77" fmla="*/ 32 h 103"/>
                  <a:gd name="T78" fmla="*/ 17 w 109"/>
                  <a:gd name="T79" fmla="*/ 32 h 103"/>
                  <a:gd name="T80" fmla="*/ 14 w 109"/>
                  <a:gd name="T81" fmla="*/ 37 h 103"/>
                  <a:gd name="T82" fmla="*/ 8 w 109"/>
                  <a:gd name="T83" fmla="*/ 37 h 103"/>
                  <a:gd name="T84" fmla="*/ 5 w 109"/>
                  <a:gd name="T85" fmla="*/ 34 h 103"/>
                  <a:gd name="T86" fmla="*/ 2 w 109"/>
                  <a:gd name="T87" fmla="*/ 27 h 103"/>
                  <a:gd name="T88" fmla="*/ 1 w 109"/>
                  <a:gd name="T89" fmla="*/ 23 h 103"/>
                  <a:gd name="T90" fmla="*/ 2 w 109"/>
                  <a:gd name="T91" fmla="*/ 19 h 103"/>
                  <a:gd name="T92" fmla="*/ 2 w 109"/>
                  <a:gd name="T93" fmla="*/ 14 h 103"/>
                  <a:gd name="T94" fmla="*/ 8 w 109"/>
                  <a:gd name="T95" fmla="*/ 14 h 103"/>
                  <a:gd name="T96" fmla="*/ 13 w 109"/>
                  <a:gd name="T97" fmla="*/ 10 h 103"/>
                  <a:gd name="T98" fmla="*/ 19 w 109"/>
                  <a:gd name="T99" fmla="*/ 12 h 103"/>
                  <a:gd name="T100" fmla="*/ 23 w 109"/>
                  <a:gd name="T101" fmla="*/ 10 h 103"/>
                  <a:gd name="T102" fmla="*/ 28 w 109"/>
                  <a:gd name="T103" fmla="*/ 9 h 103"/>
                  <a:gd name="T104" fmla="*/ 32 w 109"/>
                  <a:gd name="T105" fmla="*/ 6 h 103"/>
                  <a:gd name="T106" fmla="*/ 36 w 109"/>
                  <a:gd name="T107" fmla="*/ 3 h 103"/>
                  <a:gd name="T108" fmla="*/ 42 w 109"/>
                  <a:gd name="T109" fmla="*/ 2 h 103"/>
                  <a:gd name="T110" fmla="*/ 49 w 109"/>
                  <a:gd name="T111" fmla="*/ 0 h 103"/>
                  <a:gd name="T112" fmla="*/ 52 w 109"/>
                  <a:gd name="T113" fmla="*/ 4 h 103"/>
                  <a:gd name="T114" fmla="*/ 59 w 109"/>
                  <a:gd name="T115" fmla="*/ 6 h 103"/>
                  <a:gd name="T116" fmla="*/ 64 w 109"/>
                  <a:gd name="T117" fmla="*/ 7 h 103"/>
                  <a:gd name="T118" fmla="*/ 64 w 109"/>
                  <a:gd name="T119" fmla="*/ 10 h 103"/>
                  <a:gd name="T120" fmla="*/ 64 w 109"/>
                  <a:gd name="T121" fmla="*/ 15 h 103"/>
                  <a:gd name="T122" fmla="*/ 67 w 109"/>
                  <a:gd name="T123" fmla="*/ 17 h 103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09"/>
                  <a:gd name="T187" fmla="*/ 0 h 103"/>
                  <a:gd name="T188" fmla="*/ 109 w 109"/>
                  <a:gd name="T189" fmla="*/ 103 h 103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09" h="103">
                    <a:moveTo>
                      <a:pt x="65" y="18"/>
                    </a:moveTo>
                    <a:lnTo>
                      <a:pt x="65" y="17"/>
                    </a:lnTo>
                    <a:lnTo>
                      <a:pt x="65" y="16"/>
                    </a:lnTo>
                    <a:lnTo>
                      <a:pt x="64" y="16"/>
                    </a:lnTo>
                    <a:lnTo>
                      <a:pt x="62" y="16"/>
                    </a:lnTo>
                    <a:lnTo>
                      <a:pt x="61" y="16"/>
                    </a:lnTo>
                    <a:lnTo>
                      <a:pt x="60" y="17"/>
                    </a:lnTo>
                    <a:lnTo>
                      <a:pt x="57" y="18"/>
                    </a:lnTo>
                    <a:lnTo>
                      <a:pt x="55" y="19"/>
                    </a:lnTo>
                    <a:lnTo>
                      <a:pt x="54" y="19"/>
                    </a:lnTo>
                    <a:lnTo>
                      <a:pt x="53" y="19"/>
                    </a:lnTo>
                    <a:lnTo>
                      <a:pt x="52" y="20"/>
                    </a:lnTo>
                    <a:lnTo>
                      <a:pt x="51" y="21"/>
                    </a:lnTo>
                    <a:lnTo>
                      <a:pt x="52" y="22"/>
                    </a:lnTo>
                    <a:lnTo>
                      <a:pt x="52" y="23"/>
                    </a:lnTo>
                    <a:lnTo>
                      <a:pt x="53" y="23"/>
                    </a:lnTo>
                    <a:lnTo>
                      <a:pt x="54" y="24"/>
                    </a:lnTo>
                    <a:lnTo>
                      <a:pt x="53" y="25"/>
                    </a:lnTo>
                    <a:lnTo>
                      <a:pt x="52" y="26"/>
                    </a:lnTo>
                    <a:lnTo>
                      <a:pt x="52" y="27"/>
                    </a:lnTo>
                    <a:lnTo>
                      <a:pt x="52" y="29"/>
                    </a:lnTo>
                    <a:lnTo>
                      <a:pt x="52" y="30"/>
                    </a:lnTo>
                    <a:lnTo>
                      <a:pt x="52" y="31"/>
                    </a:lnTo>
                    <a:lnTo>
                      <a:pt x="53" y="33"/>
                    </a:lnTo>
                    <a:lnTo>
                      <a:pt x="54" y="34"/>
                    </a:lnTo>
                    <a:lnTo>
                      <a:pt x="55" y="35"/>
                    </a:lnTo>
                    <a:lnTo>
                      <a:pt x="55" y="36"/>
                    </a:lnTo>
                    <a:lnTo>
                      <a:pt x="57" y="36"/>
                    </a:lnTo>
                    <a:lnTo>
                      <a:pt x="58" y="37"/>
                    </a:lnTo>
                    <a:lnTo>
                      <a:pt x="59" y="38"/>
                    </a:lnTo>
                    <a:lnTo>
                      <a:pt x="60" y="38"/>
                    </a:lnTo>
                    <a:lnTo>
                      <a:pt x="61" y="39"/>
                    </a:lnTo>
                    <a:lnTo>
                      <a:pt x="62" y="39"/>
                    </a:lnTo>
                    <a:lnTo>
                      <a:pt x="62" y="40"/>
                    </a:lnTo>
                    <a:lnTo>
                      <a:pt x="63" y="40"/>
                    </a:lnTo>
                    <a:lnTo>
                      <a:pt x="64" y="40"/>
                    </a:lnTo>
                    <a:lnTo>
                      <a:pt x="64" y="41"/>
                    </a:lnTo>
                    <a:lnTo>
                      <a:pt x="65" y="42"/>
                    </a:lnTo>
                    <a:lnTo>
                      <a:pt x="65" y="44"/>
                    </a:lnTo>
                    <a:lnTo>
                      <a:pt x="66" y="46"/>
                    </a:lnTo>
                    <a:lnTo>
                      <a:pt x="67" y="47"/>
                    </a:lnTo>
                    <a:lnTo>
                      <a:pt x="67" y="48"/>
                    </a:lnTo>
                    <a:lnTo>
                      <a:pt x="68" y="49"/>
                    </a:lnTo>
                    <a:lnTo>
                      <a:pt x="69" y="51"/>
                    </a:lnTo>
                    <a:lnTo>
                      <a:pt x="70" y="53"/>
                    </a:lnTo>
                    <a:lnTo>
                      <a:pt x="71" y="54"/>
                    </a:lnTo>
                    <a:lnTo>
                      <a:pt x="73" y="55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4" y="57"/>
                    </a:lnTo>
                    <a:lnTo>
                      <a:pt x="75" y="57"/>
                    </a:lnTo>
                    <a:lnTo>
                      <a:pt x="76" y="58"/>
                    </a:lnTo>
                    <a:lnTo>
                      <a:pt x="77" y="58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81" y="59"/>
                    </a:lnTo>
                    <a:lnTo>
                      <a:pt x="83" y="59"/>
                    </a:lnTo>
                    <a:lnTo>
                      <a:pt x="84" y="59"/>
                    </a:lnTo>
                    <a:lnTo>
                      <a:pt x="86" y="59"/>
                    </a:lnTo>
                    <a:lnTo>
                      <a:pt x="84" y="59"/>
                    </a:lnTo>
                    <a:lnTo>
                      <a:pt x="85" y="59"/>
                    </a:lnTo>
                    <a:lnTo>
                      <a:pt x="86" y="58"/>
                    </a:lnTo>
                    <a:lnTo>
                      <a:pt x="87" y="58"/>
                    </a:lnTo>
                    <a:lnTo>
                      <a:pt x="87" y="59"/>
                    </a:lnTo>
                    <a:lnTo>
                      <a:pt x="88" y="60"/>
                    </a:lnTo>
                    <a:lnTo>
                      <a:pt x="88" y="61"/>
                    </a:lnTo>
                    <a:lnTo>
                      <a:pt x="86" y="62"/>
                    </a:lnTo>
                    <a:lnTo>
                      <a:pt x="85" y="63"/>
                    </a:lnTo>
                    <a:lnTo>
                      <a:pt x="85" y="64"/>
                    </a:lnTo>
                    <a:lnTo>
                      <a:pt x="86" y="64"/>
                    </a:lnTo>
                    <a:lnTo>
                      <a:pt x="87" y="64"/>
                    </a:lnTo>
                    <a:lnTo>
                      <a:pt x="88" y="65"/>
                    </a:lnTo>
                    <a:lnTo>
                      <a:pt x="89" y="65"/>
                    </a:lnTo>
                    <a:lnTo>
                      <a:pt x="91" y="66"/>
                    </a:lnTo>
                    <a:lnTo>
                      <a:pt x="93" y="67"/>
                    </a:lnTo>
                    <a:lnTo>
                      <a:pt x="95" y="68"/>
                    </a:lnTo>
                    <a:lnTo>
                      <a:pt x="97" y="69"/>
                    </a:lnTo>
                    <a:lnTo>
                      <a:pt x="98" y="70"/>
                    </a:lnTo>
                    <a:lnTo>
                      <a:pt x="100" y="71"/>
                    </a:lnTo>
                    <a:lnTo>
                      <a:pt x="103" y="72"/>
                    </a:lnTo>
                    <a:lnTo>
                      <a:pt x="104" y="72"/>
                    </a:lnTo>
                    <a:lnTo>
                      <a:pt x="105" y="73"/>
                    </a:lnTo>
                    <a:lnTo>
                      <a:pt x="106" y="75"/>
                    </a:lnTo>
                    <a:lnTo>
                      <a:pt x="108" y="76"/>
                    </a:lnTo>
                    <a:lnTo>
                      <a:pt x="109" y="78"/>
                    </a:lnTo>
                    <a:lnTo>
                      <a:pt x="109" y="79"/>
                    </a:lnTo>
                    <a:lnTo>
                      <a:pt x="109" y="80"/>
                    </a:lnTo>
                    <a:lnTo>
                      <a:pt x="108" y="81"/>
                    </a:lnTo>
                    <a:lnTo>
                      <a:pt x="108" y="82"/>
                    </a:lnTo>
                    <a:lnTo>
                      <a:pt x="106" y="81"/>
                    </a:lnTo>
                    <a:lnTo>
                      <a:pt x="105" y="79"/>
                    </a:lnTo>
                    <a:lnTo>
                      <a:pt x="104" y="78"/>
                    </a:lnTo>
                    <a:lnTo>
                      <a:pt x="103" y="77"/>
                    </a:lnTo>
                    <a:lnTo>
                      <a:pt x="100" y="76"/>
                    </a:lnTo>
                    <a:lnTo>
                      <a:pt x="98" y="75"/>
                    </a:lnTo>
                    <a:lnTo>
                      <a:pt x="97" y="74"/>
                    </a:lnTo>
                    <a:lnTo>
                      <a:pt x="96" y="75"/>
                    </a:lnTo>
                    <a:lnTo>
                      <a:pt x="94" y="77"/>
                    </a:lnTo>
                    <a:lnTo>
                      <a:pt x="92" y="78"/>
                    </a:lnTo>
                    <a:lnTo>
                      <a:pt x="92" y="80"/>
                    </a:lnTo>
                    <a:lnTo>
                      <a:pt x="91" y="81"/>
                    </a:lnTo>
                    <a:lnTo>
                      <a:pt x="91" y="83"/>
                    </a:lnTo>
                    <a:lnTo>
                      <a:pt x="92" y="83"/>
                    </a:lnTo>
                    <a:lnTo>
                      <a:pt x="93" y="84"/>
                    </a:lnTo>
                    <a:lnTo>
                      <a:pt x="94" y="85"/>
                    </a:lnTo>
                    <a:lnTo>
                      <a:pt x="96" y="85"/>
                    </a:lnTo>
                    <a:lnTo>
                      <a:pt x="96" y="86"/>
                    </a:lnTo>
                    <a:lnTo>
                      <a:pt x="96" y="88"/>
                    </a:lnTo>
                    <a:lnTo>
                      <a:pt x="97" y="89"/>
                    </a:lnTo>
                    <a:lnTo>
                      <a:pt x="97" y="90"/>
                    </a:lnTo>
                    <a:lnTo>
                      <a:pt x="97" y="91"/>
                    </a:lnTo>
                    <a:lnTo>
                      <a:pt x="96" y="91"/>
                    </a:lnTo>
                    <a:lnTo>
                      <a:pt x="95" y="91"/>
                    </a:lnTo>
                    <a:lnTo>
                      <a:pt x="94" y="92"/>
                    </a:lnTo>
                    <a:lnTo>
                      <a:pt x="92" y="93"/>
                    </a:lnTo>
                    <a:lnTo>
                      <a:pt x="92" y="94"/>
                    </a:lnTo>
                    <a:lnTo>
                      <a:pt x="92" y="95"/>
                    </a:lnTo>
                    <a:lnTo>
                      <a:pt x="92" y="97"/>
                    </a:lnTo>
                    <a:lnTo>
                      <a:pt x="91" y="98"/>
                    </a:lnTo>
                    <a:lnTo>
                      <a:pt x="90" y="98"/>
                    </a:lnTo>
                    <a:lnTo>
                      <a:pt x="89" y="99"/>
                    </a:lnTo>
                    <a:lnTo>
                      <a:pt x="89" y="100"/>
                    </a:lnTo>
                    <a:lnTo>
                      <a:pt x="88" y="100"/>
                    </a:lnTo>
                    <a:lnTo>
                      <a:pt x="88" y="101"/>
                    </a:lnTo>
                    <a:lnTo>
                      <a:pt x="87" y="102"/>
                    </a:lnTo>
                    <a:lnTo>
                      <a:pt x="87" y="103"/>
                    </a:lnTo>
                    <a:lnTo>
                      <a:pt x="85" y="103"/>
                    </a:lnTo>
                    <a:lnTo>
                      <a:pt x="84" y="103"/>
                    </a:lnTo>
                    <a:lnTo>
                      <a:pt x="84" y="102"/>
                    </a:lnTo>
                    <a:lnTo>
                      <a:pt x="84" y="103"/>
                    </a:lnTo>
                    <a:lnTo>
                      <a:pt x="84" y="101"/>
                    </a:lnTo>
                    <a:lnTo>
                      <a:pt x="84" y="100"/>
                    </a:lnTo>
                    <a:lnTo>
                      <a:pt x="84" y="98"/>
                    </a:lnTo>
                    <a:lnTo>
                      <a:pt x="85" y="96"/>
                    </a:lnTo>
                    <a:lnTo>
                      <a:pt x="85" y="95"/>
                    </a:lnTo>
                    <a:lnTo>
                      <a:pt x="86" y="94"/>
                    </a:lnTo>
                    <a:lnTo>
                      <a:pt x="89" y="93"/>
                    </a:lnTo>
                    <a:lnTo>
                      <a:pt x="88" y="92"/>
                    </a:lnTo>
                    <a:lnTo>
                      <a:pt x="88" y="91"/>
                    </a:lnTo>
                    <a:lnTo>
                      <a:pt x="87" y="90"/>
                    </a:lnTo>
                    <a:lnTo>
                      <a:pt x="87" y="88"/>
                    </a:lnTo>
                    <a:lnTo>
                      <a:pt x="87" y="87"/>
                    </a:lnTo>
                    <a:lnTo>
                      <a:pt x="86" y="85"/>
                    </a:lnTo>
                    <a:lnTo>
                      <a:pt x="85" y="84"/>
                    </a:lnTo>
                    <a:lnTo>
                      <a:pt x="84" y="82"/>
                    </a:lnTo>
                    <a:lnTo>
                      <a:pt x="84" y="81"/>
                    </a:lnTo>
                    <a:lnTo>
                      <a:pt x="84" y="80"/>
                    </a:lnTo>
                    <a:lnTo>
                      <a:pt x="83" y="79"/>
                    </a:lnTo>
                    <a:lnTo>
                      <a:pt x="82" y="79"/>
                    </a:lnTo>
                    <a:lnTo>
                      <a:pt x="81" y="80"/>
                    </a:lnTo>
                    <a:lnTo>
                      <a:pt x="80" y="79"/>
                    </a:lnTo>
                    <a:lnTo>
                      <a:pt x="79" y="79"/>
                    </a:lnTo>
                    <a:lnTo>
                      <a:pt x="77" y="78"/>
                    </a:lnTo>
                    <a:lnTo>
                      <a:pt x="77" y="77"/>
                    </a:lnTo>
                    <a:lnTo>
                      <a:pt x="77" y="76"/>
                    </a:lnTo>
                    <a:lnTo>
                      <a:pt x="76" y="74"/>
                    </a:lnTo>
                    <a:lnTo>
                      <a:pt x="76" y="73"/>
                    </a:lnTo>
                    <a:lnTo>
                      <a:pt x="75" y="73"/>
                    </a:lnTo>
                    <a:lnTo>
                      <a:pt x="73" y="73"/>
                    </a:lnTo>
                    <a:lnTo>
                      <a:pt x="72" y="73"/>
                    </a:lnTo>
                    <a:lnTo>
                      <a:pt x="72" y="72"/>
                    </a:lnTo>
                    <a:lnTo>
                      <a:pt x="70" y="71"/>
                    </a:lnTo>
                    <a:lnTo>
                      <a:pt x="69" y="71"/>
                    </a:lnTo>
                    <a:lnTo>
                      <a:pt x="68" y="69"/>
                    </a:lnTo>
                    <a:lnTo>
                      <a:pt x="67" y="68"/>
                    </a:lnTo>
                    <a:lnTo>
                      <a:pt x="66" y="66"/>
                    </a:lnTo>
                    <a:lnTo>
                      <a:pt x="65" y="66"/>
                    </a:lnTo>
                    <a:lnTo>
                      <a:pt x="63" y="66"/>
                    </a:lnTo>
                    <a:lnTo>
                      <a:pt x="60" y="66"/>
                    </a:lnTo>
                    <a:lnTo>
                      <a:pt x="59" y="66"/>
                    </a:lnTo>
                    <a:lnTo>
                      <a:pt x="57" y="65"/>
                    </a:lnTo>
                    <a:lnTo>
                      <a:pt x="55" y="63"/>
                    </a:lnTo>
                    <a:lnTo>
                      <a:pt x="53" y="61"/>
                    </a:lnTo>
                    <a:lnTo>
                      <a:pt x="51" y="59"/>
                    </a:lnTo>
                    <a:lnTo>
                      <a:pt x="50" y="58"/>
                    </a:lnTo>
                    <a:lnTo>
                      <a:pt x="48" y="57"/>
                    </a:lnTo>
                    <a:lnTo>
                      <a:pt x="47" y="56"/>
                    </a:lnTo>
                    <a:lnTo>
                      <a:pt x="46" y="54"/>
                    </a:lnTo>
                    <a:lnTo>
                      <a:pt x="44" y="53"/>
                    </a:lnTo>
                    <a:lnTo>
                      <a:pt x="43" y="53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1" y="51"/>
                    </a:lnTo>
                    <a:lnTo>
                      <a:pt x="39" y="50"/>
                    </a:lnTo>
                    <a:lnTo>
                      <a:pt x="38" y="49"/>
                    </a:lnTo>
                    <a:lnTo>
                      <a:pt x="36" y="47"/>
                    </a:lnTo>
                    <a:lnTo>
                      <a:pt x="36" y="45"/>
                    </a:lnTo>
                    <a:lnTo>
                      <a:pt x="36" y="44"/>
                    </a:lnTo>
                    <a:lnTo>
                      <a:pt x="34" y="41"/>
                    </a:lnTo>
                    <a:lnTo>
                      <a:pt x="33" y="39"/>
                    </a:lnTo>
                    <a:lnTo>
                      <a:pt x="33" y="37"/>
                    </a:lnTo>
                    <a:lnTo>
                      <a:pt x="33" y="36"/>
                    </a:lnTo>
                    <a:lnTo>
                      <a:pt x="30" y="35"/>
                    </a:lnTo>
                    <a:lnTo>
                      <a:pt x="28" y="34"/>
                    </a:lnTo>
                    <a:lnTo>
                      <a:pt x="25" y="32"/>
                    </a:lnTo>
                    <a:lnTo>
                      <a:pt x="23" y="31"/>
                    </a:lnTo>
                    <a:lnTo>
                      <a:pt x="21" y="31"/>
                    </a:lnTo>
                    <a:lnTo>
                      <a:pt x="20" y="31"/>
                    </a:lnTo>
                    <a:lnTo>
                      <a:pt x="18" y="32"/>
                    </a:lnTo>
                    <a:lnTo>
                      <a:pt x="17" y="32"/>
                    </a:lnTo>
                    <a:lnTo>
                      <a:pt x="16" y="33"/>
                    </a:lnTo>
                    <a:lnTo>
                      <a:pt x="16" y="34"/>
                    </a:lnTo>
                    <a:lnTo>
                      <a:pt x="15" y="35"/>
                    </a:lnTo>
                    <a:lnTo>
                      <a:pt x="14" y="36"/>
                    </a:lnTo>
                    <a:lnTo>
                      <a:pt x="14" y="37"/>
                    </a:lnTo>
                    <a:lnTo>
                      <a:pt x="13" y="37"/>
                    </a:lnTo>
                    <a:lnTo>
                      <a:pt x="11" y="38"/>
                    </a:lnTo>
                    <a:lnTo>
                      <a:pt x="10" y="38"/>
                    </a:lnTo>
                    <a:lnTo>
                      <a:pt x="8" y="38"/>
                    </a:lnTo>
                    <a:lnTo>
                      <a:pt x="8" y="37"/>
                    </a:lnTo>
                    <a:lnTo>
                      <a:pt x="8" y="36"/>
                    </a:lnTo>
                    <a:lnTo>
                      <a:pt x="8" y="35"/>
                    </a:lnTo>
                    <a:lnTo>
                      <a:pt x="8" y="34"/>
                    </a:lnTo>
                    <a:lnTo>
                      <a:pt x="7" y="34"/>
                    </a:lnTo>
                    <a:lnTo>
                      <a:pt x="5" y="34"/>
                    </a:lnTo>
                    <a:lnTo>
                      <a:pt x="4" y="33"/>
                    </a:lnTo>
                    <a:lnTo>
                      <a:pt x="3" y="32"/>
                    </a:lnTo>
                    <a:lnTo>
                      <a:pt x="2" y="30"/>
                    </a:lnTo>
                    <a:lnTo>
                      <a:pt x="2" y="29"/>
                    </a:lnTo>
                    <a:lnTo>
                      <a:pt x="2" y="27"/>
                    </a:lnTo>
                    <a:lnTo>
                      <a:pt x="2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0" y="24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3" y="22"/>
                    </a:lnTo>
                    <a:lnTo>
                      <a:pt x="4" y="21"/>
                    </a:lnTo>
                    <a:lnTo>
                      <a:pt x="3" y="20"/>
                    </a:lnTo>
                    <a:lnTo>
                      <a:pt x="2" y="19"/>
                    </a:lnTo>
                    <a:lnTo>
                      <a:pt x="2" y="17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1" y="14"/>
                    </a:lnTo>
                    <a:lnTo>
                      <a:pt x="2" y="14"/>
                    </a:lnTo>
                    <a:lnTo>
                      <a:pt x="3" y="14"/>
                    </a:lnTo>
                    <a:lnTo>
                      <a:pt x="4" y="14"/>
                    </a:lnTo>
                    <a:lnTo>
                      <a:pt x="6" y="14"/>
                    </a:lnTo>
                    <a:lnTo>
                      <a:pt x="7" y="14"/>
                    </a:lnTo>
                    <a:lnTo>
                      <a:pt x="8" y="14"/>
                    </a:lnTo>
                    <a:lnTo>
                      <a:pt x="9" y="13"/>
                    </a:lnTo>
                    <a:lnTo>
                      <a:pt x="11" y="13"/>
                    </a:lnTo>
                    <a:lnTo>
                      <a:pt x="12" y="12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4" y="9"/>
                    </a:lnTo>
                    <a:lnTo>
                      <a:pt x="16" y="8"/>
                    </a:lnTo>
                    <a:lnTo>
                      <a:pt x="16" y="9"/>
                    </a:lnTo>
                    <a:lnTo>
                      <a:pt x="17" y="11"/>
                    </a:lnTo>
                    <a:lnTo>
                      <a:pt x="19" y="12"/>
                    </a:lnTo>
                    <a:lnTo>
                      <a:pt x="20" y="13"/>
                    </a:lnTo>
                    <a:lnTo>
                      <a:pt x="21" y="14"/>
                    </a:lnTo>
                    <a:lnTo>
                      <a:pt x="21" y="13"/>
                    </a:lnTo>
                    <a:lnTo>
                      <a:pt x="22" y="12"/>
                    </a:lnTo>
                    <a:lnTo>
                      <a:pt x="23" y="10"/>
                    </a:lnTo>
                    <a:lnTo>
                      <a:pt x="24" y="9"/>
                    </a:lnTo>
                    <a:lnTo>
                      <a:pt x="24" y="7"/>
                    </a:lnTo>
                    <a:lnTo>
                      <a:pt x="25" y="8"/>
                    </a:lnTo>
                    <a:lnTo>
                      <a:pt x="26" y="9"/>
                    </a:lnTo>
                    <a:lnTo>
                      <a:pt x="28" y="9"/>
                    </a:lnTo>
                    <a:lnTo>
                      <a:pt x="30" y="9"/>
                    </a:lnTo>
                    <a:lnTo>
                      <a:pt x="32" y="9"/>
                    </a:lnTo>
                    <a:lnTo>
                      <a:pt x="31" y="8"/>
                    </a:lnTo>
                    <a:lnTo>
                      <a:pt x="31" y="7"/>
                    </a:lnTo>
                    <a:lnTo>
                      <a:pt x="32" y="6"/>
                    </a:lnTo>
                    <a:lnTo>
                      <a:pt x="33" y="6"/>
                    </a:lnTo>
                    <a:lnTo>
                      <a:pt x="34" y="5"/>
                    </a:lnTo>
                    <a:lnTo>
                      <a:pt x="34" y="4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1" y="2"/>
                    </a:lnTo>
                    <a:lnTo>
                      <a:pt x="42" y="2"/>
                    </a:lnTo>
                    <a:lnTo>
                      <a:pt x="43" y="1"/>
                    </a:lnTo>
                    <a:lnTo>
                      <a:pt x="45" y="1"/>
                    </a:lnTo>
                    <a:lnTo>
                      <a:pt x="47" y="1"/>
                    </a:lnTo>
                    <a:lnTo>
                      <a:pt x="48" y="1"/>
                    </a:lnTo>
                    <a:lnTo>
                      <a:pt x="49" y="0"/>
                    </a:lnTo>
                    <a:lnTo>
                      <a:pt x="50" y="0"/>
                    </a:lnTo>
                    <a:lnTo>
                      <a:pt x="50" y="1"/>
                    </a:lnTo>
                    <a:lnTo>
                      <a:pt x="51" y="2"/>
                    </a:lnTo>
                    <a:lnTo>
                      <a:pt x="51" y="4"/>
                    </a:lnTo>
                    <a:lnTo>
                      <a:pt x="52" y="4"/>
                    </a:lnTo>
                    <a:lnTo>
                      <a:pt x="53" y="5"/>
                    </a:lnTo>
                    <a:lnTo>
                      <a:pt x="54" y="5"/>
                    </a:lnTo>
                    <a:lnTo>
                      <a:pt x="56" y="6"/>
                    </a:lnTo>
                    <a:lnTo>
                      <a:pt x="57" y="6"/>
                    </a:lnTo>
                    <a:lnTo>
                      <a:pt x="59" y="6"/>
                    </a:lnTo>
                    <a:lnTo>
                      <a:pt x="61" y="6"/>
                    </a:lnTo>
                    <a:lnTo>
                      <a:pt x="62" y="7"/>
                    </a:lnTo>
                    <a:lnTo>
                      <a:pt x="63" y="7"/>
                    </a:lnTo>
                    <a:lnTo>
                      <a:pt x="65" y="7"/>
                    </a:lnTo>
                    <a:lnTo>
                      <a:pt x="64" y="7"/>
                    </a:lnTo>
                    <a:lnTo>
                      <a:pt x="64" y="8"/>
                    </a:lnTo>
                    <a:lnTo>
                      <a:pt x="63" y="8"/>
                    </a:lnTo>
                    <a:lnTo>
                      <a:pt x="62" y="10"/>
                    </a:lnTo>
                    <a:lnTo>
                      <a:pt x="63" y="10"/>
                    </a:lnTo>
                    <a:lnTo>
                      <a:pt x="64" y="10"/>
                    </a:lnTo>
                    <a:lnTo>
                      <a:pt x="63" y="11"/>
                    </a:lnTo>
                    <a:lnTo>
                      <a:pt x="63" y="13"/>
                    </a:lnTo>
                    <a:lnTo>
                      <a:pt x="64" y="13"/>
                    </a:lnTo>
                    <a:lnTo>
                      <a:pt x="64" y="14"/>
                    </a:lnTo>
                    <a:lnTo>
                      <a:pt x="64" y="15"/>
                    </a:lnTo>
                    <a:lnTo>
                      <a:pt x="65" y="15"/>
                    </a:lnTo>
                    <a:lnTo>
                      <a:pt x="66" y="15"/>
                    </a:lnTo>
                    <a:lnTo>
                      <a:pt x="66" y="16"/>
                    </a:lnTo>
                    <a:lnTo>
                      <a:pt x="67" y="16"/>
                    </a:lnTo>
                    <a:lnTo>
                      <a:pt x="67" y="17"/>
                    </a:lnTo>
                    <a:lnTo>
                      <a:pt x="67" y="18"/>
                    </a:lnTo>
                    <a:lnTo>
                      <a:pt x="66" y="18"/>
                    </a:lnTo>
                    <a:lnTo>
                      <a:pt x="65" y="18"/>
                    </a:lnTo>
                    <a:close/>
                  </a:path>
                </a:pathLst>
              </a:custGeom>
              <a:solidFill>
                <a:srgbClr val="06A8F5"/>
              </a:solidFill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07" name="D478">
                <a:extLst>
                  <a:ext uri="{FF2B5EF4-FFF2-40B4-BE49-F238E27FC236}">
                    <a16:creationId xmlns:a16="http://schemas.microsoft.com/office/drawing/2014/main" id="{9E815E76-47B9-4245-ABE7-6851A3AD95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16379" y="5534124"/>
                <a:ext cx="29" cy="17"/>
              </a:xfrm>
              <a:custGeom>
                <a:avLst/>
                <a:gdLst>
                  <a:gd name="T0" fmla="*/ 28 w 29"/>
                  <a:gd name="T1" fmla="*/ 0 h 17"/>
                  <a:gd name="T2" fmla="*/ 26 w 29"/>
                  <a:gd name="T3" fmla="*/ 0 h 17"/>
                  <a:gd name="T4" fmla="*/ 25 w 29"/>
                  <a:gd name="T5" fmla="*/ 1 h 17"/>
                  <a:gd name="T6" fmla="*/ 24 w 29"/>
                  <a:gd name="T7" fmla="*/ 1 h 17"/>
                  <a:gd name="T8" fmla="*/ 22 w 29"/>
                  <a:gd name="T9" fmla="*/ 1 h 17"/>
                  <a:gd name="T10" fmla="*/ 20 w 29"/>
                  <a:gd name="T11" fmla="*/ 2 h 17"/>
                  <a:gd name="T12" fmla="*/ 19 w 29"/>
                  <a:gd name="T13" fmla="*/ 2 h 17"/>
                  <a:gd name="T14" fmla="*/ 18 w 29"/>
                  <a:gd name="T15" fmla="*/ 2 h 17"/>
                  <a:gd name="T16" fmla="*/ 17 w 29"/>
                  <a:gd name="T17" fmla="*/ 2 h 17"/>
                  <a:gd name="T18" fmla="*/ 15 w 29"/>
                  <a:gd name="T19" fmla="*/ 2 h 17"/>
                  <a:gd name="T20" fmla="*/ 14 w 29"/>
                  <a:gd name="T21" fmla="*/ 3 h 17"/>
                  <a:gd name="T22" fmla="*/ 12 w 29"/>
                  <a:gd name="T23" fmla="*/ 3 h 17"/>
                  <a:gd name="T24" fmla="*/ 11 w 29"/>
                  <a:gd name="T25" fmla="*/ 3 h 17"/>
                  <a:gd name="T26" fmla="*/ 10 w 29"/>
                  <a:gd name="T27" fmla="*/ 2 h 17"/>
                  <a:gd name="T28" fmla="*/ 9 w 29"/>
                  <a:gd name="T29" fmla="*/ 1 h 17"/>
                  <a:gd name="T30" fmla="*/ 8 w 29"/>
                  <a:gd name="T31" fmla="*/ 1 h 17"/>
                  <a:gd name="T32" fmla="*/ 7 w 29"/>
                  <a:gd name="T33" fmla="*/ 0 h 17"/>
                  <a:gd name="T34" fmla="*/ 5 w 29"/>
                  <a:gd name="T35" fmla="*/ 1 h 17"/>
                  <a:gd name="T36" fmla="*/ 4 w 29"/>
                  <a:gd name="T37" fmla="*/ 2 h 17"/>
                  <a:gd name="T38" fmla="*/ 3 w 29"/>
                  <a:gd name="T39" fmla="*/ 2 h 17"/>
                  <a:gd name="T40" fmla="*/ 2 w 29"/>
                  <a:gd name="T41" fmla="*/ 1 h 17"/>
                  <a:gd name="T42" fmla="*/ 1 w 29"/>
                  <a:gd name="T43" fmla="*/ 1 h 17"/>
                  <a:gd name="T44" fmla="*/ 1 w 29"/>
                  <a:gd name="T45" fmla="*/ 2 h 17"/>
                  <a:gd name="T46" fmla="*/ 0 w 29"/>
                  <a:gd name="T47" fmla="*/ 2 h 17"/>
                  <a:gd name="T48" fmla="*/ 0 w 29"/>
                  <a:gd name="T49" fmla="*/ 4 h 17"/>
                  <a:gd name="T50" fmla="*/ 0 w 29"/>
                  <a:gd name="T51" fmla="*/ 6 h 17"/>
                  <a:gd name="T52" fmla="*/ 1 w 29"/>
                  <a:gd name="T53" fmla="*/ 7 h 17"/>
                  <a:gd name="T54" fmla="*/ 3 w 29"/>
                  <a:gd name="T55" fmla="*/ 7 h 17"/>
                  <a:gd name="T56" fmla="*/ 4 w 29"/>
                  <a:gd name="T57" fmla="*/ 8 h 17"/>
                  <a:gd name="T58" fmla="*/ 6 w 29"/>
                  <a:gd name="T59" fmla="*/ 8 h 17"/>
                  <a:gd name="T60" fmla="*/ 8 w 29"/>
                  <a:gd name="T61" fmla="*/ 10 h 17"/>
                  <a:gd name="T62" fmla="*/ 10 w 29"/>
                  <a:gd name="T63" fmla="*/ 11 h 17"/>
                  <a:gd name="T64" fmla="*/ 11 w 29"/>
                  <a:gd name="T65" fmla="*/ 12 h 17"/>
                  <a:gd name="T66" fmla="*/ 13 w 29"/>
                  <a:gd name="T67" fmla="*/ 12 h 17"/>
                  <a:gd name="T68" fmla="*/ 14 w 29"/>
                  <a:gd name="T69" fmla="*/ 13 h 17"/>
                  <a:gd name="T70" fmla="*/ 17 w 29"/>
                  <a:gd name="T71" fmla="*/ 13 h 17"/>
                  <a:gd name="T72" fmla="*/ 18 w 29"/>
                  <a:gd name="T73" fmla="*/ 15 h 17"/>
                  <a:gd name="T74" fmla="*/ 20 w 29"/>
                  <a:gd name="T75" fmla="*/ 16 h 17"/>
                  <a:gd name="T76" fmla="*/ 22 w 29"/>
                  <a:gd name="T77" fmla="*/ 17 h 17"/>
                  <a:gd name="T78" fmla="*/ 23 w 29"/>
                  <a:gd name="T79" fmla="*/ 17 h 17"/>
                  <a:gd name="T80" fmla="*/ 24 w 29"/>
                  <a:gd name="T81" fmla="*/ 17 h 17"/>
                  <a:gd name="T82" fmla="*/ 25 w 29"/>
                  <a:gd name="T83" fmla="*/ 16 h 17"/>
                  <a:gd name="T84" fmla="*/ 25 w 29"/>
                  <a:gd name="T85" fmla="*/ 14 h 17"/>
                  <a:gd name="T86" fmla="*/ 26 w 29"/>
                  <a:gd name="T87" fmla="*/ 13 h 17"/>
                  <a:gd name="T88" fmla="*/ 25 w 29"/>
                  <a:gd name="T89" fmla="*/ 12 h 17"/>
                  <a:gd name="T90" fmla="*/ 25 w 29"/>
                  <a:gd name="T91" fmla="*/ 11 h 17"/>
                  <a:gd name="T92" fmla="*/ 25 w 29"/>
                  <a:gd name="T93" fmla="*/ 10 h 17"/>
                  <a:gd name="T94" fmla="*/ 24 w 29"/>
                  <a:gd name="T95" fmla="*/ 10 h 17"/>
                  <a:gd name="T96" fmla="*/ 24 w 29"/>
                  <a:gd name="T97" fmla="*/ 9 h 17"/>
                  <a:gd name="T98" fmla="*/ 25 w 29"/>
                  <a:gd name="T99" fmla="*/ 7 h 17"/>
                  <a:gd name="T100" fmla="*/ 26 w 29"/>
                  <a:gd name="T101" fmla="*/ 5 h 17"/>
                  <a:gd name="T102" fmla="*/ 27 w 29"/>
                  <a:gd name="T103" fmla="*/ 3 h 17"/>
                  <a:gd name="T104" fmla="*/ 28 w 29"/>
                  <a:gd name="T105" fmla="*/ 2 h 17"/>
                  <a:gd name="T106" fmla="*/ 28 w 29"/>
                  <a:gd name="T107" fmla="*/ 0 h 17"/>
                  <a:gd name="T108" fmla="*/ 29 w 29"/>
                  <a:gd name="T109" fmla="*/ 0 h 17"/>
                  <a:gd name="T110" fmla="*/ 28 w 29"/>
                  <a:gd name="T111" fmla="*/ 0 h 17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29"/>
                  <a:gd name="T169" fmla="*/ 0 h 17"/>
                  <a:gd name="T170" fmla="*/ 29 w 29"/>
                  <a:gd name="T171" fmla="*/ 17 h 17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29" h="17">
                    <a:moveTo>
                      <a:pt x="28" y="0"/>
                    </a:moveTo>
                    <a:lnTo>
                      <a:pt x="26" y="0"/>
                    </a:lnTo>
                    <a:lnTo>
                      <a:pt x="25" y="1"/>
                    </a:lnTo>
                    <a:lnTo>
                      <a:pt x="24" y="1"/>
                    </a:lnTo>
                    <a:lnTo>
                      <a:pt x="22" y="1"/>
                    </a:lnTo>
                    <a:lnTo>
                      <a:pt x="20" y="2"/>
                    </a:lnTo>
                    <a:lnTo>
                      <a:pt x="19" y="2"/>
                    </a:lnTo>
                    <a:lnTo>
                      <a:pt x="18" y="2"/>
                    </a:lnTo>
                    <a:lnTo>
                      <a:pt x="17" y="2"/>
                    </a:lnTo>
                    <a:lnTo>
                      <a:pt x="15" y="2"/>
                    </a:lnTo>
                    <a:lnTo>
                      <a:pt x="14" y="3"/>
                    </a:lnTo>
                    <a:lnTo>
                      <a:pt x="12" y="3"/>
                    </a:lnTo>
                    <a:lnTo>
                      <a:pt x="11" y="3"/>
                    </a:lnTo>
                    <a:lnTo>
                      <a:pt x="10" y="2"/>
                    </a:lnTo>
                    <a:lnTo>
                      <a:pt x="9" y="1"/>
                    </a:lnTo>
                    <a:lnTo>
                      <a:pt x="8" y="1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1" y="7"/>
                    </a:lnTo>
                    <a:lnTo>
                      <a:pt x="3" y="7"/>
                    </a:lnTo>
                    <a:lnTo>
                      <a:pt x="4" y="8"/>
                    </a:lnTo>
                    <a:lnTo>
                      <a:pt x="6" y="8"/>
                    </a:lnTo>
                    <a:lnTo>
                      <a:pt x="8" y="10"/>
                    </a:lnTo>
                    <a:lnTo>
                      <a:pt x="10" y="11"/>
                    </a:lnTo>
                    <a:lnTo>
                      <a:pt x="11" y="12"/>
                    </a:lnTo>
                    <a:lnTo>
                      <a:pt x="13" y="12"/>
                    </a:lnTo>
                    <a:lnTo>
                      <a:pt x="14" y="13"/>
                    </a:lnTo>
                    <a:lnTo>
                      <a:pt x="17" y="13"/>
                    </a:lnTo>
                    <a:lnTo>
                      <a:pt x="18" y="15"/>
                    </a:lnTo>
                    <a:lnTo>
                      <a:pt x="20" y="16"/>
                    </a:lnTo>
                    <a:lnTo>
                      <a:pt x="22" y="17"/>
                    </a:lnTo>
                    <a:lnTo>
                      <a:pt x="23" y="17"/>
                    </a:lnTo>
                    <a:lnTo>
                      <a:pt x="24" y="17"/>
                    </a:lnTo>
                    <a:lnTo>
                      <a:pt x="25" y="16"/>
                    </a:lnTo>
                    <a:lnTo>
                      <a:pt x="25" y="14"/>
                    </a:lnTo>
                    <a:lnTo>
                      <a:pt x="26" y="13"/>
                    </a:lnTo>
                    <a:lnTo>
                      <a:pt x="25" y="12"/>
                    </a:lnTo>
                    <a:lnTo>
                      <a:pt x="25" y="11"/>
                    </a:lnTo>
                    <a:lnTo>
                      <a:pt x="25" y="10"/>
                    </a:lnTo>
                    <a:lnTo>
                      <a:pt x="24" y="10"/>
                    </a:lnTo>
                    <a:lnTo>
                      <a:pt x="24" y="9"/>
                    </a:lnTo>
                    <a:lnTo>
                      <a:pt x="25" y="7"/>
                    </a:lnTo>
                    <a:lnTo>
                      <a:pt x="26" y="5"/>
                    </a:lnTo>
                    <a:lnTo>
                      <a:pt x="27" y="3"/>
                    </a:lnTo>
                    <a:lnTo>
                      <a:pt x="28" y="2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6A8F5"/>
              </a:solidFill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08" name="D479">
                <a:extLst>
                  <a:ext uri="{FF2B5EF4-FFF2-40B4-BE49-F238E27FC236}">
                    <a16:creationId xmlns:a16="http://schemas.microsoft.com/office/drawing/2014/main" id="{98F40187-4BC4-437D-817D-70D3485C09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16339" y="5534091"/>
                <a:ext cx="14" cy="26"/>
              </a:xfrm>
              <a:custGeom>
                <a:avLst/>
                <a:gdLst>
                  <a:gd name="T0" fmla="*/ 9 w 14"/>
                  <a:gd name="T1" fmla="*/ 1 h 26"/>
                  <a:gd name="T2" fmla="*/ 8 w 14"/>
                  <a:gd name="T3" fmla="*/ 1 h 26"/>
                  <a:gd name="T4" fmla="*/ 7 w 14"/>
                  <a:gd name="T5" fmla="*/ 2 h 26"/>
                  <a:gd name="T6" fmla="*/ 6 w 14"/>
                  <a:gd name="T7" fmla="*/ 3 h 26"/>
                  <a:gd name="T8" fmla="*/ 5 w 14"/>
                  <a:gd name="T9" fmla="*/ 4 h 26"/>
                  <a:gd name="T10" fmla="*/ 4 w 14"/>
                  <a:gd name="T11" fmla="*/ 5 h 26"/>
                  <a:gd name="T12" fmla="*/ 2 w 14"/>
                  <a:gd name="T13" fmla="*/ 5 h 26"/>
                  <a:gd name="T14" fmla="*/ 1 w 14"/>
                  <a:gd name="T15" fmla="*/ 4 h 26"/>
                  <a:gd name="T16" fmla="*/ 0 w 14"/>
                  <a:gd name="T17" fmla="*/ 4 h 26"/>
                  <a:gd name="T18" fmla="*/ 0 w 14"/>
                  <a:gd name="T19" fmla="*/ 5 h 26"/>
                  <a:gd name="T20" fmla="*/ 0 w 14"/>
                  <a:gd name="T21" fmla="*/ 6 h 26"/>
                  <a:gd name="T22" fmla="*/ 0 w 14"/>
                  <a:gd name="T23" fmla="*/ 7 h 26"/>
                  <a:gd name="T24" fmla="*/ 1 w 14"/>
                  <a:gd name="T25" fmla="*/ 8 h 26"/>
                  <a:gd name="T26" fmla="*/ 2 w 14"/>
                  <a:gd name="T27" fmla="*/ 8 h 26"/>
                  <a:gd name="T28" fmla="*/ 2 w 14"/>
                  <a:gd name="T29" fmla="*/ 9 h 26"/>
                  <a:gd name="T30" fmla="*/ 3 w 14"/>
                  <a:gd name="T31" fmla="*/ 11 h 26"/>
                  <a:gd name="T32" fmla="*/ 3 w 14"/>
                  <a:gd name="T33" fmla="*/ 12 h 26"/>
                  <a:gd name="T34" fmla="*/ 3 w 14"/>
                  <a:gd name="T35" fmla="*/ 13 h 26"/>
                  <a:gd name="T36" fmla="*/ 3 w 14"/>
                  <a:gd name="T37" fmla="*/ 15 h 26"/>
                  <a:gd name="T38" fmla="*/ 3 w 14"/>
                  <a:gd name="T39" fmla="*/ 16 h 26"/>
                  <a:gd name="T40" fmla="*/ 3 w 14"/>
                  <a:gd name="T41" fmla="*/ 17 h 26"/>
                  <a:gd name="T42" fmla="*/ 2 w 14"/>
                  <a:gd name="T43" fmla="*/ 18 h 26"/>
                  <a:gd name="T44" fmla="*/ 2 w 14"/>
                  <a:gd name="T45" fmla="*/ 19 h 26"/>
                  <a:gd name="T46" fmla="*/ 2 w 14"/>
                  <a:gd name="T47" fmla="*/ 20 h 26"/>
                  <a:gd name="T48" fmla="*/ 3 w 14"/>
                  <a:gd name="T49" fmla="*/ 21 h 26"/>
                  <a:gd name="T50" fmla="*/ 3 w 14"/>
                  <a:gd name="T51" fmla="*/ 22 h 26"/>
                  <a:gd name="T52" fmla="*/ 3 w 14"/>
                  <a:gd name="T53" fmla="*/ 23 h 26"/>
                  <a:gd name="T54" fmla="*/ 4 w 14"/>
                  <a:gd name="T55" fmla="*/ 24 h 26"/>
                  <a:gd name="T56" fmla="*/ 4 w 14"/>
                  <a:gd name="T57" fmla="*/ 25 h 26"/>
                  <a:gd name="T58" fmla="*/ 5 w 14"/>
                  <a:gd name="T59" fmla="*/ 26 h 26"/>
                  <a:gd name="T60" fmla="*/ 6 w 14"/>
                  <a:gd name="T61" fmla="*/ 26 h 26"/>
                  <a:gd name="T62" fmla="*/ 7 w 14"/>
                  <a:gd name="T63" fmla="*/ 26 h 26"/>
                  <a:gd name="T64" fmla="*/ 8 w 14"/>
                  <a:gd name="T65" fmla="*/ 25 h 26"/>
                  <a:gd name="T66" fmla="*/ 9 w 14"/>
                  <a:gd name="T67" fmla="*/ 24 h 26"/>
                  <a:gd name="T68" fmla="*/ 10 w 14"/>
                  <a:gd name="T69" fmla="*/ 23 h 26"/>
                  <a:gd name="T70" fmla="*/ 11 w 14"/>
                  <a:gd name="T71" fmla="*/ 23 h 26"/>
                  <a:gd name="T72" fmla="*/ 12 w 14"/>
                  <a:gd name="T73" fmla="*/ 23 h 26"/>
                  <a:gd name="T74" fmla="*/ 13 w 14"/>
                  <a:gd name="T75" fmla="*/ 23 h 26"/>
                  <a:gd name="T76" fmla="*/ 13 w 14"/>
                  <a:gd name="T77" fmla="*/ 22 h 26"/>
                  <a:gd name="T78" fmla="*/ 14 w 14"/>
                  <a:gd name="T79" fmla="*/ 21 h 26"/>
                  <a:gd name="T80" fmla="*/ 14 w 14"/>
                  <a:gd name="T81" fmla="*/ 20 h 26"/>
                  <a:gd name="T82" fmla="*/ 14 w 14"/>
                  <a:gd name="T83" fmla="*/ 18 h 26"/>
                  <a:gd name="T84" fmla="*/ 14 w 14"/>
                  <a:gd name="T85" fmla="*/ 17 h 26"/>
                  <a:gd name="T86" fmla="*/ 14 w 14"/>
                  <a:gd name="T87" fmla="*/ 14 h 26"/>
                  <a:gd name="T88" fmla="*/ 14 w 14"/>
                  <a:gd name="T89" fmla="*/ 13 h 26"/>
                  <a:gd name="T90" fmla="*/ 14 w 14"/>
                  <a:gd name="T91" fmla="*/ 12 h 26"/>
                  <a:gd name="T92" fmla="*/ 14 w 14"/>
                  <a:gd name="T93" fmla="*/ 11 h 26"/>
                  <a:gd name="T94" fmla="*/ 14 w 14"/>
                  <a:gd name="T95" fmla="*/ 9 h 26"/>
                  <a:gd name="T96" fmla="*/ 14 w 14"/>
                  <a:gd name="T97" fmla="*/ 6 h 26"/>
                  <a:gd name="T98" fmla="*/ 13 w 14"/>
                  <a:gd name="T99" fmla="*/ 4 h 26"/>
                  <a:gd name="T100" fmla="*/ 13 w 14"/>
                  <a:gd name="T101" fmla="*/ 3 h 26"/>
                  <a:gd name="T102" fmla="*/ 12 w 14"/>
                  <a:gd name="T103" fmla="*/ 2 h 26"/>
                  <a:gd name="T104" fmla="*/ 12 w 14"/>
                  <a:gd name="T105" fmla="*/ 1 h 26"/>
                  <a:gd name="T106" fmla="*/ 11 w 14"/>
                  <a:gd name="T107" fmla="*/ 1 h 26"/>
                  <a:gd name="T108" fmla="*/ 10 w 14"/>
                  <a:gd name="T109" fmla="*/ 0 h 26"/>
                  <a:gd name="T110" fmla="*/ 9 w 14"/>
                  <a:gd name="T111" fmla="*/ 0 h 26"/>
                  <a:gd name="T112" fmla="*/ 9 w 14"/>
                  <a:gd name="T113" fmla="*/ 1 h 2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14"/>
                  <a:gd name="T172" fmla="*/ 0 h 26"/>
                  <a:gd name="T173" fmla="*/ 14 w 14"/>
                  <a:gd name="T174" fmla="*/ 26 h 2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14" h="26">
                    <a:moveTo>
                      <a:pt x="9" y="1"/>
                    </a:moveTo>
                    <a:lnTo>
                      <a:pt x="8" y="1"/>
                    </a:lnTo>
                    <a:lnTo>
                      <a:pt x="7" y="2"/>
                    </a:lnTo>
                    <a:lnTo>
                      <a:pt x="6" y="3"/>
                    </a:lnTo>
                    <a:lnTo>
                      <a:pt x="5" y="4"/>
                    </a:lnTo>
                    <a:lnTo>
                      <a:pt x="4" y="5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7"/>
                    </a:lnTo>
                    <a:lnTo>
                      <a:pt x="1" y="8"/>
                    </a:lnTo>
                    <a:lnTo>
                      <a:pt x="2" y="8"/>
                    </a:lnTo>
                    <a:lnTo>
                      <a:pt x="2" y="9"/>
                    </a:lnTo>
                    <a:lnTo>
                      <a:pt x="3" y="11"/>
                    </a:lnTo>
                    <a:lnTo>
                      <a:pt x="3" y="12"/>
                    </a:lnTo>
                    <a:lnTo>
                      <a:pt x="3" y="13"/>
                    </a:lnTo>
                    <a:lnTo>
                      <a:pt x="3" y="15"/>
                    </a:lnTo>
                    <a:lnTo>
                      <a:pt x="3" y="16"/>
                    </a:lnTo>
                    <a:lnTo>
                      <a:pt x="3" y="17"/>
                    </a:lnTo>
                    <a:lnTo>
                      <a:pt x="2" y="18"/>
                    </a:lnTo>
                    <a:lnTo>
                      <a:pt x="2" y="19"/>
                    </a:lnTo>
                    <a:lnTo>
                      <a:pt x="2" y="20"/>
                    </a:lnTo>
                    <a:lnTo>
                      <a:pt x="3" y="21"/>
                    </a:lnTo>
                    <a:lnTo>
                      <a:pt x="3" y="22"/>
                    </a:lnTo>
                    <a:lnTo>
                      <a:pt x="3" y="23"/>
                    </a:lnTo>
                    <a:lnTo>
                      <a:pt x="4" y="24"/>
                    </a:lnTo>
                    <a:lnTo>
                      <a:pt x="4" y="25"/>
                    </a:lnTo>
                    <a:lnTo>
                      <a:pt x="5" y="26"/>
                    </a:lnTo>
                    <a:lnTo>
                      <a:pt x="6" y="26"/>
                    </a:lnTo>
                    <a:lnTo>
                      <a:pt x="7" y="26"/>
                    </a:lnTo>
                    <a:lnTo>
                      <a:pt x="8" y="25"/>
                    </a:lnTo>
                    <a:lnTo>
                      <a:pt x="9" y="24"/>
                    </a:lnTo>
                    <a:lnTo>
                      <a:pt x="10" y="23"/>
                    </a:lnTo>
                    <a:lnTo>
                      <a:pt x="11" y="23"/>
                    </a:lnTo>
                    <a:lnTo>
                      <a:pt x="12" y="23"/>
                    </a:lnTo>
                    <a:lnTo>
                      <a:pt x="13" y="23"/>
                    </a:lnTo>
                    <a:lnTo>
                      <a:pt x="13" y="22"/>
                    </a:lnTo>
                    <a:lnTo>
                      <a:pt x="14" y="21"/>
                    </a:lnTo>
                    <a:lnTo>
                      <a:pt x="14" y="20"/>
                    </a:lnTo>
                    <a:lnTo>
                      <a:pt x="14" y="18"/>
                    </a:lnTo>
                    <a:lnTo>
                      <a:pt x="14" y="17"/>
                    </a:lnTo>
                    <a:lnTo>
                      <a:pt x="14" y="14"/>
                    </a:lnTo>
                    <a:lnTo>
                      <a:pt x="14" y="13"/>
                    </a:lnTo>
                    <a:lnTo>
                      <a:pt x="14" y="12"/>
                    </a:lnTo>
                    <a:lnTo>
                      <a:pt x="14" y="11"/>
                    </a:lnTo>
                    <a:lnTo>
                      <a:pt x="14" y="9"/>
                    </a:lnTo>
                    <a:lnTo>
                      <a:pt x="14" y="6"/>
                    </a:lnTo>
                    <a:lnTo>
                      <a:pt x="13" y="4"/>
                    </a:lnTo>
                    <a:lnTo>
                      <a:pt x="13" y="3"/>
                    </a:lnTo>
                    <a:lnTo>
                      <a:pt x="12" y="2"/>
                    </a:lnTo>
                    <a:lnTo>
                      <a:pt x="12" y="1"/>
                    </a:lnTo>
                    <a:lnTo>
                      <a:pt x="11" y="1"/>
                    </a:lnTo>
                    <a:lnTo>
                      <a:pt x="10" y="0"/>
                    </a:lnTo>
                    <a:lnTo>
                      <a:pt x="9" y="0"/>
                    </a:lnTo>
                    <a:lnTo>
                      <a:pt x="9" y="1"/>
                    </a:lnTo>
                    <a:close/>
                  </a:path>
                </a:pathLst>
              </a:custGeom>
              <a:solidFill>
                <a:srgbClr val="06A8F5"/>
              </a:solidFill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sp>
          <p:nvSpPr>
            <p:cNvPr id="24" name="Latvia">
              <a:extLst>
                <a:ext uri="{FF2B5EF4-FFF2-40B4-BE49-F238E27FC236}">
                  <a16:creationId xmlns:a16="http://schemas.microsoft.com/office/drawing/2014/main" id="{72CEE9B6-068C-49A4-B682-E3C605A0A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487" y="3074282"/>
              <a:ext cx="156251" cy="80671"/>
            </a:xfrm>
            <a:custGeom>
              <a:avLst/>
              <a:gdLst>
                <a:gd name="T0" fmla="*/ 2147483647 w 70"/>
                <a:gd name="T1" fmla="*/ 2147483647 h 33"/>
                <a:gd name="T2" fmla="*/ 2147483647 w 70"/>
                <a:gd name="T3" fmla="*/ 2147483647 h 33"/>
                <a:gd name="T4" fmla="*/ 2147483647 w 70"/>
                <a:gd name="T5" fmla="*/ 2147483647 h 33"/>
                <a:gd name="T6" fmla="*/ 2147483647 w 70"/>
                <a:gd name="T7" fmla="*/ 2147483647 h 33"/>
                <a:gd name="T8" fmla="*/ 2147483647 w 70"/>
                <a:gd name="T9" fmla="*/ 2147483647 h 33"/>
                <a:gd name="T10" fmla="*/ 2147483647 w 70"/>
                <a:gd name="T11" fmla="*/ 2147483647 h 33"/>
                <a:gd name="T12" fmla="*/ 2147483647 w 70"/>
                <a:gd name="T13" fmla="*/ 2147483647 h 33"/>
                <a:gd name="T14" fmla="*/ 2147483647 w 70"/>
                <a:gd name="T15" fmla="*/ 2147483647 h 33"/>
                <a:gd name="T16" fmla="*/ 2147483647 w 70"/>
                <a:gd name="T17" fmla="*/ 2147483647 h 33"/>
                <a:gd name="T18" fmla="*/ 2147483647 w 70"/>
                <a:gd name="T19" fmla="*/ 2147483647 h 33"/>
                <a:gd name="T20" fmla="*/ 2147483647 w 70"/>
                <a:gd name="T21" fmla="*/ 2147483647 h 33"/>
                <a:gd name="T22" fmla="*/ 2147483647 w 70"/>
                <a:gd name="T23" fmla="*/ 2147483647 h 33"/>
                <a:gd name="T24" fmla="*/ 2147483647 w 70"/>
                <a:gd name="T25" fmla="*/ 2147483647 h 33"/>
                <a:gd name="T26" fmla="*/ 2147483647 w 70"/>
                <a:gd name="T27" fmla="*/ 2147483647 h 33"/>
                <a:gd name="T28" fmla="*/ 2147483647 w 70"/>
                <a:gd name="T29" fmla="*/ 2147483647 h 33"/>
                <a:gd name="T30" fmla="*/ 2147483647 w 70"/>
                <a:gd name="T31" fmla="*/ 2147483647 h 33"/>
                <a:gd name="T32" fmla="*/ 2147483647 w 70"/>
                <a:gd name="T33" fmla="*/ 2147483647 h 33"/>
                <a:gd name="T34" fmla="*/ 2147483647 w 70"/>
                <a:gd name="T35" fmla="*/ 2147483647 h 33"/>
                <a:gd name="T36" fmla="*/ 2147483647 w 70"/>
                <a:gd name="T37" fmla="*/ 2147483647 h 33"/>
                <a:gd name="T38" fmla="*/ 0 w 70"/>
                <a:gd name="T39" fmla="*/ 2147483647 h 33"/>
                <a:gd name="T40" fmla="*/ 2147483647 w 70"/>
                <a:gd name="T41" fmla="*/ 2147483647 h 33"/>
                <a:gd name="T42" fmla="*/ 0 w 70"/>
                <a:gd name="T43" fmla="*/ 2147483647 h 33"/>
                <a:gd name="T44" fmla="*/ 2147483647 w 70"/>
                <a:gd name="T45" fmla="*/ 2147483647 h 33"/>
                <a:gd name="T46" fmla="*/ 2147483647 w 70"/>
                <a:gd name="T47" fmla="*/ 2147483647 h 33"/>
                <a:gd name="T48" fmla="*/ 2147483647 w 70"/>
                <a:gd name="T49" fmla="*/ 2147483647 h 33"/>
                <a:gd name="T50" fmla="*/ 2147483647 w 70"/>
                <a:gd name="T51" fmla="*/ 2147483647 h 33"/>
                <a:gd name="T52" fmla="*/ 2147483647 w 70"/>
                <a:gd name="T53" fmla="*/ 2147483647 h 33"/>
                <a:gd name="T54" fmla="*/ 2147483647 w 70"/>
                <a:gd name="T55" fmla="*/ 2147483647 h 33"/>
                <a:gd name="T56" fmla="*/ 2147483647 w 70"/>
                <a:gd name="T57" fmla="*/ 2147483647 h 33"/>
                <a:gd name="T58" fmla="*/ 2147483647 w 70"/>
                <a:gd name="T59" fmla="*/ 2147483647 h 33"/>
                <a:gd name="T60" fmla="*/ 2147483647 w 70"/>
                <a:gd name="T61" fmla="*/ 2147483647 h 33"/>
                <a:gd name="T62" fmla="*/ 2147483647 w 70"/>
                <a:gd name="T63" fmla="*/ 2147483647 h 33"/>
                <a:gd name="T64" fmla="*/ 2147483647 w 70"/>
                <a:gd name="T65" fmla="*/ 2147483647 h 33"/>
                <a:gd name="T66" fmla="*/ 2147483647 w 70"/>
                <a:gd name="T67" fmla="*/ 2147483647 h 33"/>
                <a:gd name="T68" fmla="*/ 2147483647 w 70"/>
                <a:gd name="T69" fmla="*/ 2147483647 h 33"/>
                <a:gd name="T70" fmla="*/ 2147483647 w 70"/>
                <a:gd name="T71" fmla="*/ 2147483647 h 33"/>
                <a:gd name="T72" fmla="*/ 2147483647 w 70"/>
                <a:gd name="T73" fmla="*/ 2147483647 h 33"/>
                <a:gd name="T74" fmla="*/ 2147483647 w 70"/>
                <a:gd name="T75" fmla="*/ 2147483647 h 33"/>
                <a:gd name="T76" fmla="*/ 2147483647 w 70"/>
                <a:gd name="T77" fmla="*/ 2147483647 h 33"/>
                <a:gd name="T78" fmla="*/ 2147483647 w 70"/>
                <a:gd name="T79" fmla="*/ 2147483647 h 33"/>
                <a:gd name="T80" fmla="*/ 2147483647 w 70"/>
                <a:gd name="T81" fmla="*/ 2147483647 h 33"/>
                <a:gd name="T82" fmla="*/ 2147483647 w 70"/>
                <a:gd name="T83" fmla="*/ 2147483647 h 33"/>
                <a:gd name="T84" fmla="*/ 2147483647 w 70"/>
                <a:gd name="T85" fmla="*/ 2147483647 h 33"/>
                <a:gd name="T86" fmla="*/ 2147483647 w 70"/>
                <a:gd name="T87" fmla="*/ 2147483647 h 33"/>
                <a:gd name="T88" fmla="*/ 2147483647 w 70"/>
                <a:gd name="T89" fmla="*/ 2147483647 h 33"/>
                <a:gd name="T90" fmla="*/ 2147483647 w 70"/>
                <a:gd name="T91" fmla="*/ 2147483647 h 33"/>
                <a:gd name="T92" fmla="*/ 2147483647 w 70"/>
                <a:gd name="T93" fmla="*/ 2147483647 h 33"/>
                <a:gd name="T94" fmla="*/ 2147483647 w 70"/>
                <a:gd name="T95" fmla="*/ 2147483647 h 3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70"/>
                <a:gd name="T145" fmla="*/ 0 h 33"/>
                <a:gd name="T146" fmla="*/ 70 w 70"/>
                <a:gd name="T147" fmla="*/ 33 h 33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70" h="33">
                  <a:moveTo>
                    <a:pt x="63" y="7"/>
                  </a:moveTo>
                  <a:lnTo>
                    <a:pt x="62" y="7"/>
                  </a:lnTo>
                  <a:lnTo>
                    <a:pt x="62" y="6"/>
                  </a:lnTo>
                  <a:lnTo>
                    <a:pt x="61" y="6"/>
                  </a:lnTo>
                  <a:lnTo>
                    <a:pt x="60" y="6"/>
                  </a:lnTo>
                  <a:lnTo>
                    <a:pt x="59" y="6"/>
                  </a:lnTo>
                  <a:lnTo>
                    <a:pt x="59" y="7"/>
                  </a:lnTo>
                  <a:lnTo>
                    <a:pt x="58" y="7"/>
                  </a:lnTo>
                  <a:lnTo>
                    <a:pt x="57" y="7"/>
                  </a:lnTo>
                  <a:lnTo>
                    <a:pt x="55" y="7"/>
                  </a:lnTo>
                  <a:lnTo>
                    <a:pt x="53" y="7"/>
                  </a:lnTo>
                  <a:lnTo>
                    <a:pt x="52" y="7"/>
                  </a:lnTo>
                  <a:lnTo>
                    <a:pt x="51" y="6"/>
                  </a:lnTo>
                  <a:lnTo>
                    <a:pt x="49" y="5"/>
                  </a:lnTo>
                  <a:lnTo>
                    <a:pt x="49" y="4"/>
                  </a:lnTo>
                  <a:lnTo>
                    <a:pt x="48" y="3"/>
                  </a:lnTo>
                  <a:lnTo>
                    <a:pt x="46" y="3"/>
                  </a:lnTo>
                  <a:lnTo>
                    <a:pt x="45" y="2"/>
                  </a:lnTo>
                  <a:lnTo>
                    <a:pt x="44" y="2"/>
                  </a:lnTo>
                  <a:lnTo>
                    <a:pt x="43" y="2"/>
                  </a:lnTo>
                  <a:lnTo>
                    <a:pt x="43" y="1"/>
                  </a:lnTo>
                  <a:lnTo>
                    <a:pt x="42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7" y="3"/>
                  </a:lnTo>
                  <a:lnTo>
                    <a:pt x="35" y="3"/>
                  </a:lnTo>
                  <a:lnTo>
                    <a:pt x="34" y="3"/>
                  </a:lnTo>
                  <a:lnTo>
                    <a:pt x="33" y="4"/>
                  </a:lnTo>
                  <a:lnTo>
                    <a:pt x="32" y="4"/>
                  </a:lnTo>
                  <a:lnTo>
                    <a:pt x="31" y="4"/>
                  </a:lnTo>
                  <a:lnTo>
                    <a:pt x="31" y="5"/>
                  </a:lnTo>
                  <a:lnTo>
                    <a:pt x="31" y="6"/>
                  </a:lnTo>
                  <a:lnTo>
                    <a:pt x="32" y="7"/>
                  </a:lnTo>
                  <a:lnTo>
                    <a:pt x="32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31" y="13"/>
                  </a:lnTo>
                  <a:lnTo>
                    <a:pt x="31" y="15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7"/>
                  </a:lnTo>
                  <a:lnTo>
                    <a:pt x="30" y="17"/>
                  </a:lnTo>
                  <a:lnTo>
                    <a:pt x="29" y="16"/>
                  </a:lnTo>
                  <a:lnTo>
                    <a:pt x="28" y="16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5"/>
                  </a:lnTo>
                  <a:lnTo>
                    <a:pt x="22" y="14"/>
                  </a:lnTo>
                  <a:lnTo>
                    <a:pt x="22" y="13"/>
                  </a:lnTo>
                  <a:lnTo>
                    <a:pt x="21" y="13"/>
                  </a:lnTo>
                  <a:lnTo>
                    <a:pt x="19" y="12"/>
                  </a:lnTo>
                  <a:lnTo>
                    <a:pt x="18" y="11"/>
                  </a:lnTo>
                  <a:lnTo>
                    <a:pt x="18" y="10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7"/>
                  </a:lnTo>
                  <a:lnTo>
                    <a:pt x="14" y="6"/>
                  </a:lnTo>
                  <a:lnTo>
                    <a:pt x="12" y="6"/>
                  </a:lnTo>
                  <a:lnTo>
                    <a:pt x="10" y="7"/>
                  </a:lnTo>
                  <a:lnTo>
                    <a:pt x="9" y="7"/>
                  </a:lnTo>
                  <a:lnTo>
                    <a:pt x="8" y="7"/>
                  </a:lnTo>
                  <a:lnTo>
                    <a:pt x="7" y="8"/>
                  </a:lnTo>
                  <a:lnTo>
                    <a:pt x="6" y="9"/>
                  </a:lnTo>
                  <a:lnTo>
                    <a:pt x="5" y="10"/>
                  </a:lnTo>
                  <a:lnTo>
                    <a:pt x="4" y="11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6"/>
                  </a:lnTo>
                  <a:lnTo>
                    <a:pt x="2" y="17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1" y="24"/>
                  </a:lnTo>
                  <a:lnTo>
                    <a:pt x="1" y="25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2" y="28"/>
                  </a:lnTo>
                  <a:lnTo>
                    <a:pt x="3" y="28"/>
                  </a:lnTo>
                  <a:lnTo>
                    <a:pt x="4" y="27"/>
                  </a:lnTo>
                  <a:lnTo>
                    <a:pt x="5" y="26"/>
                  </a:lnTo>
                  <a:lnTo>
                    <a:pt x="6" y="25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8" y="24"/>
                  </a:lnTo>
                  <a:lnTo>
                    <a:pt x="10" y="24"/>
                  </a:lnTo>
                  <a:lnTo>
                    <a:pt x="11" y="23"/>
                  </a:lnTo>
                  <a:lnTo>
                    <a:pt x="12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5" y="23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3"/>
                  </a:lnTo>
                  <a:lnTo>
                    <a:pt x="20" y="23"/>
                  </a:lnTo>
                  <a:lnTo>
                    <a:pt x="21" y="23"/>
                  </a:lnTo>
                  <a:lnTo>
                    <a:pt x="22" y="23"/>
                  </a:lnTo>
                  <a:lnTo>
                    <a:pt x="23" y="23"/>
                  </a:lnTo>
                  <a:lnTo>
                    <a:pt x="24" y="23"/>
                  </a:lnTo>
                  <a:lnTo>
                    <a:pt x="25" y="23"/>
                  </a:lnTo>
                  <a:lnTo>
                    <a:pt x="27" y="23"/>
                  </a:lnTo>
                  <a:lnTo>
                    <a:pt x="29" y="23"/>
                  </a:lnTo>
                  <a:lnTo>
                    <a:pt x="30" y="23"/>
                  </a:lnTo>
                  <a:lnTo>
                    <a:pt x="31" y="23"/>
                  </a:lnTo>
                  <a:lnTo>
                    <a:pt x="33" y="23"/>
                  </a:lnTo>
                  <a:lnTo>
                    <a:pt x="34" y="23"/>
                  </a:lnTo>
                  <a:lnTo>
                    <a:pt x="36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39" y="22"/>
                  </a:lnTo>
                  <a:lnTo>
                    <a:pt x="39" y="23"/>
                  </a:lnTo>
                  <a:lnTo>
                    <a:pt x="39" y="24"/>
                  </a:lnTo>
                  <a:lnTo>
                    <a:pt x="39" y="25"/>
                  </a:lnTo>
                  <a:lnTo>
                    <a:pt x="39" y="26"/>
                  </a:lnTo>
                  <a:lnTo>
                    <a:pt x="40" y="26"/>
                  </a:lnTo>
                  <a:lnTo>
                    <a:pt x="40" y="27"/>
                  </a:lnTo>
                  <a:lnTo>
                    <a:pt x="41" y="27"/>
                  </a:lnTo>
                  <a:lnTo>
                    <a:pt x="42" y="27"/>
                  </a:lnTo>
                  <a:lnTo>
                    <a:pt x="43" y="27"/>
                  </a:lnTo>
                  <a:lnTo>
                    <a:pt x="44" y="27"/>
                  </a:lnTo>
                  <a:lnTo>
                    <a:pt x="45" y="28"/>
                  </a:lnTo>
                  <a:lnTo>
                    <a:pt x="46" y="28"/>
                  </a:lnTo>
                  <a:lnTo>
                    <a:pt x="46" y="29"/>
                  </a:lnTo>
                  <a:lnTo>
                    <a:pt x="47" y="29"/>
                  </a:lnTo>
                  <a:lnTo>
                    <a:pt x="48" y="30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3"/>
                  </a:lnTo>
                  <a:lnTo>
                    <a:pt x="53" y="33"/>
                  </a:lnTo>
                  <a:lnTo>
                    <a:pt x="54" y="33"/>
                  </a:lnTo>
                  <a:lnTo>
                    <a:pt x="55" y="33"/>
                  </a:lnTo>
                  <a:lnTo>
                    <a:pt x="56" y="33"/>
                  </a:lnTo>
                  <a:lnTo>
                    <a:pt x="57" y="32"/>
                  </a:lnTo>
                  <a:lnTo>
                    <a:pt x="58" y="32"/>
                  </a:lnTo>
                  <a:lnTo>
                    <a:pt x="59" y="32"/>
                  </a:lnTo>
                  <a:lnTo>
                    <a:pt x="60" y="32"/>
                  </a:lnTo>
                  <a:lnTo>
                    <a:pt x="61" y="33"/>
                  </a:lnTo>
                  <a:lnTo>
                    <a:pt x="63" y="33"/>
                  </a:lnTo>
                  <a:lnTo>
                    <a:pt x="64" y="32"/>
                  </a:lnTo>
                  <a:lnTo>
                    <a:pt x="65" y="32"/>
                  </a:lnTo>
                  <a:lnTo>
                    <a:pt x="65" y="31"/>
                  </a:lnTo>
                  <a:lnTo>
                    <a:pt x="65" y="30"/>
                  </a:lnTo>
                  <a:lnTo>
                    <a:pt x="65" y="29"/>
                  </a:lnTo>
                  <a:lnTo>
                    <a:pt x="65" y="28"/>
                  </a:lnTo>
                  <a:lnTo>
                    <a:pt x="67" y="28"/>
                  </a:lnTo>
                  <a:lnTo>
                    <a:pt x="68" y="28"/>
                  </a:lnTo>
                  <a:lnTo>
                    <a:pt x="69" y="28"/>
                  </a:lnTo>
                  <a:lnTo>
                    <a:pt x="70" y="28"/>
                  </a:lnTo>
                  <a:lnTo>
                    <a:pt x="70" y="27"/>
                  </a:lnTo>
                  <a:lnTo>
                    <a:pt x="70" y="26"/>
                  </a:lnTo>
                  <a:lnTo>
                    <a:pt x="69" y="25"/>
                  </a:lnTo>
                  <a:lnTo>
                    <a:pt x="69" y="24"/>
                  </a:lnTo>
                  <a:lnTo>
                    <a:pt x="69" y="22"/>
                  </a:lnTo>
                  <a:lnTo>
                    <a:pt x="68" y="21"/>
                  </a:lnTo>
                  <a:lnTo>
                    <a:pt x="67" y="20"/>
                  </a:lnTo>
                  <a:lnTo>
                    <a:pt x="67" y="19"/>
                  </a:lnTo>
                  <a:lnTo>
                    <a:pt x="66" y="18"/>
                  </a:lnTo>
                  <a:lnTo>
                    <a:pt x="65" y="17"/>
                  </a:lnTo>
                  <a:lnTo>
                    <a:pt x="65" y="16"/>
                  </a:lnTo>
                  <a:lnTo>
                    <a:pt x="66" y="15"/>
                  </a:lnTo>
                  <a:lnTo>
                    <a:pt x="66" y="14"/>
                  </a:lnTo>
                  <a:lnTo>
                    <a:pt x="67" y="14"/>
                  </a:lnTo>
                  <a:lnTo>
                    <a:pt x="67" y="13"/>
                  </a:lnTo>
                  <a:lnTo>
                    <a:pt x="66" y="13"/>
                  </a:lnTo>
                  <a:lnTo>
                    <a:pt x="65" y="13"/>
                  </a:lnTo>
                  <a:lnTo>
                    <a:pt x="65" y="12"/>
                  </a:lnTo>
                  <a:lnTo>
                    <a:pt x="65" y="11"/>
                  </a:lnTo>
                  <a:lnTo>
                    <a:pt x="66" y="10"/>
                  </a:lnTo>
                  <a:lnTo>
                    <a:pt x="65" y="10"/>
                  </a:lnTo>
                  <a:lnTo>
                    <a:pt x="64" y="10"/>
                  </a:lnTo>
                  <a:lnTo>
                    <a:pt x="63" y="10"/>
                  </a:lnTo>
                  <a:lnTo>
                    <a:pt x="63" y="9"/>
                  </a:lnTo>
                  <a:lnTo>
                    <a:pt x="62" y="9"/>
                  </a:lnTo>
                  <a:lnTo>
                    <a:pt x="61" y="9"/>
                  </a:lnTo>
                  <a:lnTo>
                    <a:pt x="61" y="8"/>
                  </a:lnTo>
                  <a:lnTo>
                    <a:pt x="62" y="8"/>
                  </a:lnTo>
                  <a:lnTo>
                    <a:pt x="62" y="7"/>
                  </a:lnTo>
                  <a:lnTo>
                    <a:pt x="63" y="7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25" name="Lithuania">
              <a:extLst>
                <a:ext uri="{FF2B5EF4-FFF2-40B4-BE49-F238E27FC236}">
                  <a16:creationId xmlns:a16="http://schemas.microsoft.com/office/drawing/2014/main" id="{3B8275A4-4C10-4F9D-A4AB-F4F1D252E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327" y="3128063"/>
              <a:ext cx="136161" cy="83116"/>
            </a:xfrm>
            <a:custGeom>
              <a:avLst/>
              <a:gdLst>
                <a:gd name="T0" fmla="*/ 2147483647 w 61"/>
                <a:gd name="T1" fmla="*/ 2147483647 h 34"/>
                <a:gd name="T2" fmla="*/ 2147483647 w 61"/>
                <a:gd name="T3" fmla="*/ 2147483647 h 34"/>
                <a:gd name="T4" fmla="*/ 2147483647 w 61"/>
                <a:gd name="T5" fmla="*/ 2147483647 h 34"/>
                <a:gd name="T6" fmla="*/ 2147483647 w 61"/>
                <a:gd name="T7" fmla="*/ 2147483647 h 34"/>
                <a:gd name="T8" fmla="*/ 2147483647 w 61"/>
                <a:gd name="T9" fmla="*/ 2147483647 h 34"/>
                <a:gd name="T10" fmla="*/ 2147483647 w 61"/>
                <a:gd name="T11" fmla="*/ 2147483647 h 34"/>
                <a:gd name="T12" fmla="*/ 2147483647 w 61"/>
                <a:gd name="T13" fmla="*/ 2147483647 h 34"/>
                <a:gd name="T14" fmla="*/ 2147483647 w 61"/>
                <a:gd name="T15" fmla="*/ 0 h 34"/>
                <a:gd name="T16" fmla="*/ 2147483647 w 61"/>
                <a:gd name="T17" fmla="*/ 2147483647 h 34"/>
                <a:gd name="T18" fmla="*/ 2147483647 w 61"/>
                <a:gd name="T19" fmla="*/ 2147483647 h 34"/>
                <a:gd name="T20" fmla="*/ 2147483647 w 61"/>
                <a:gd name="T21" fmla="*/ 2147483647 h 34"/>
                <a:gd name="T22" fmla="*/ 2147483647 w 61"/>
                <a:gd name="T23" fmla="*/ 2147483647 h 34"/>
                <a:gd name="T24" fmla="*/ 2147483647 w 61"/>
                <a:gd name="T25" fmla="*/ 2147483647 h 34"/>
                <a:gd name="T26" fmla="*/ 2147483647 w 61"/>
                <a:gd name="T27" fmla="*/ 0 h 34"/>
                <a:gd name="T28" fmla="*/ 2147483647 w 61"/>
                <a:gd name="T29" fmla="*/ 2147483647 h 34"/>
                <a:gd name="T30" fmla="*/ 2147483647 w 61"/>
                <a:gd name="T31" fmla="*/ 2147483647 h 34"/>
                <a:gd name="T32" fmla="*/ 2147483647 w 61"/>
                <a:gd name="T33" fmla="*/ 2147483647 h 34"/>
                <a:gd name="T34" fmla="*/ 2147483647 w 61"/>
                <a:gd name="T35" fmla="*/ 2147483647 h 34"/>
                <a:gd name="T36" fmla="*/ 2147483647 w 61"/>
                <a:gd name="T37" fmla="*/ 2147483647 h 34"/>
                <a:gd name="T38" fmla="*/ 2147483647 w 61"/>
                <a:gd name="T39" fmla="*/ 2147483647 h 34"/>
                <a:gd name="T40" fmla="*/ 0 w 61"/>
                <a:gd name="T41" fmla="*/ 2147483647 h 34"/>
                <a:gd name="T42" fmla="*/ 2147483647 w 61"/>
                <a:gd name="T43" fmla="*/ 2147483647 h 34"/>
                <a:gd name="T44" fmla="*/ 0 w 61"/>
                <a:gd name="T45" fmla="*/ 2147483647 h 34"/>
                <a:gd name="T46" fmla="*/ 2147483647 w 61"/>
                <a:gd name="T47" fmla="*/ 2147483647 h 34"/>
                <a:gd name="T48" fmla="*/ 2147483647 w 61"/>
                <a:gd name="T49" fmla="*/ 2147483647 h 34"/>
                <a:gd name="T50" fmla="*/ 2147483647 w 61"/>
                <a:gd name="T51" fmla="*/ 2147483647 h 34"/>
                <a:gd name="T52" fmla="*/ 2147483647 w 61"/>
                <a:gd name="T53" fmla="*/ 2147483647 h 34"/>
                <a:gd name="T54" fmla="*/ 2147483647 w 61"/>
                <a:gd name="T55" fmla="*/ 2147483647 h 34"/>
                <a:gd name="T56" fmla="*/ 2147483647 w 61"/>
                <a:gd name="T57" fmla="*/ 2147483647 h 34"/>
                <a:gd name="T58" fmla="*/ 2147483647 w 61"/>
                <a:gd name="T59" fmla="*/ 2147483647 h 34"/>
                <a:gd name="T60" fmla="*/ 2147483647 w 61"/>
                <a:gd name="T61" fmla="*/ 2147483647 h 34"/>
                <a:gd name="T62" fmla="*/ 2147483647 w 61"/>
                <a:gd name="T63" fmla="*/ 2147483647 h 34"/>
                <a:gd name="T64" fmla="*/ 2147483647 w 61"/>
                <a:gd name="T65" fmla="*/ 2147483647 h 34"/>
                <a:gd name="T66" fmla="*/ 2147483647 w 61"/>
                <a:gd name="T67" fmla="*/ 2147483647 h 34"/>
                <a:gd name="T68" fmla="*/ 2147483647 w 61"/>
                <a:gd name="T69" fmla="*/ 2147483647 h 34"/>
                <a:gd name="T70" fmla="*/ 2147483647 w 61"/>
                <a:gd name="T71" fmla="*/ 2147483647 h 34"/>
                <a:gd name="T72" fmla="*/ 2147483647 w 61"/>
                <a:gd name="T73" fmla="*/ 2147483647 h 34"/>
                <a:gd name="T74" fmla="*/ 2147483647 w 61"/>
                <a:gd name="T75" fmla="*/ 2147483647 h 34"/>
                <a:gd name="T76" fmla="*/ 2147483647 w 61"/>
                <a:gd name="T77" fmla="*/ 2147483647 h 34"/>
                <a:gd name="T78" fmla="*/ 2147483647 w 61"/>
                <a:gd name="T79" fmla="*/ 2147483647 h 34"/>
                <a:gd name="T80" fmla="*/ 2147483647 w 61"/>
                <a:gd name="T81" fmla="*/ 2147483647 h 34"/>
                <a:gd name="T82" fmla="*/ 2147483647 w 61"/>
                <a:gd name="T83" fmla="*/ 2147483647 h 34"/>
                <a:gd name="T84" fmla="*/ 2147483647 w 61"/>
                <a:gd name="T85" fmla="*/ 2147483647 h 34"/>
                <a:gd name="T86" fmla="*/ 2147483647 w 61"/>
                <a:gd name="T87" fmla="*/ 2147483647 h 34"/>
                <a:gd name="T88" fmla="*/ 2147483647 w 61"/>
                <a:gd name="T89" fmla="*/ 2147483647 h 34"/>
                <a:gd name="T90" fmla="*/ 2147483647 w 61"/>
                <a:gd name="T91" fmla="*/ 2147483647 h 34"/>
                <a:gd name="T92" fmla="*/ 2147483647 w 61"/>
                <a:gd name="T93" fmla="*/ 2147483647 h 34"/>
                <a:gd name="T94" fmla="*/ 2147483647 w 61"/>
                <a:gd name="T95" fmla="*/ 2147483647 h 34"/>
                <a:gd name="T96" fmla="*/ 2147483647 w 61"/>
                <a:gd name="T97" fmla="*/ 2147483647 h 34"/>
                <a:gd name="T98" fmla="*/ 2147483647 w 61"/>
                <a:gd name="T99" fmla="*/ 2147483647 h 34"/>
                <a:gd name="T100" fmla="*/ 2147483647 w 61"/>
                <a:gd name="T101" fmla="*/ 2147483647 h 3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61"/>
                <a:gd name="T154" fmla="*/ 0 h 34"/>
                <a:gd name="T155" fmla="*/ 61 w 61"/>
                <a:gd name="T156" fmla="*/ 34 h 34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61" h="34">
                  <a:moveTo>
                    <a:pt x="58" y="11"/>
                  </a:moveTo>
                  <a:lnTo>
                    <a:pt x="57" y="11"/>
                  </a:lnTo>
                  <a:lnTo>
                    <a:pt x="56" y="10"/>
                  </a:lnTo>
                  <a:lnTo>
                    <a:pt x="55" y="10"/>
                  </a:lnTo>
                  <a:lnTo>
                    <a:pt x="55" y="9"/>
                  </a:lnTo>
                  <a:lnTo>
                    <a:pt x="54" y="9"/>
                  </a:lnTo>
                  <a:lnTo>
                    <a:pt x="53" y="8"/>
                  </a:lnTo>
                  <a:lnTo>
                    <a:pt x="52" y="7"/>
                  </a:lnTo>
                  <a:lnTo>
                    <a:pt x="51" y="7"/>
                  </a:lnTo>
                  <a:lnTo>
                    <a:pt x="51" y="6"/>
                  </a:lnTo>
                  <a:lnTo>
                    <a:pt x="50" y="6"/>
                  </a:lnTo>
                  <a:lnTo>
                    <a:pt x="49" y="5"/>
                  </a:lnTo>
                  <a:lnTo>
                    <a:pt x="48" y="5"/>
                  </a:lnTo>
                  <a:lnTo>
                    <a:pt x="47" y="5"/>
                  </a:lnTo>
                  <a:lnTo>
                    <a:pt x="46" y="5"/>
                  </a:lnTo>
                  <a:lnTo>
                    <a:pt x="45" y="5"/>
                  </a:lnTo>
                  <a:lnTo>
                    <a:pt x="45" y="4"/>
                  </a:lnTo>
                  <a:lnTo>
                    <a:pt x="44" y="4"/>
                  </a:lnTo>
                  <a:lnTo>
                    <a:pt x="44" y="3"/>
                  </a:lnTo>
                  <a:lnTo>
                    <a:pt x="44" y="2"/>
                  </a:lnTo>
                  <a:lnTo>
                    <a:pt x="44" y="1"/>
                  </a:lnTo>
                  <a:lnTo>
                    <a:pt x="44" y="0"/>
                  </a:lnTo>
                  <a:lnTo>
                    <a:pt x="43" y="0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1"/>
                  </a:lnTo>
                  <a:lnTo>
                    <a:pt x="36" y="1"/>
                  </a:lnTo>
                  <a:lnTo>
                    <a:pt x="35" y="1"/>
                  </a:lnTo>
                  <a:lnTo>
                    <a:pt x="34" y="1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8" y="1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5" y="1"/>
                  </a:lnTo>
                  <a:lnTo>
                    <a:pt x="23" y="1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2" y="2"/>
                  </a:lnTo>
                  <a:lnTo>
                    <a:pt x="12" y="3"/>
                  </a:lnTo>
                  <a:lnTo>
                    <a:pt x="11" y="3"/>
                  </a:lnTo>
                  <a:lnTo>
                    <a:pt x="10" y="4"/>
                  </a:lnTo>
                  <a:lnTo>
                    <a:pt x="9" y="5"/>
                  </a:lnTo>
                  <a:lnTo>
                    <a:pt x="8" y="6"/>
                  </a:lnTo>
                  <a:lnTo>
                    <a:pt x="7" y="6"/>
                  </a:lnTo>
                  <a:lnTo>
                    <a:pt x="6" y="7"/>
                  </a:lnTo>
                  <a:lnTo>
                    <a:pt x="5" y="7"/>
                  </a:lnTo>
                  <a:lnTo>
                    <a:pt x="4" y="8"/>
                  </a:lnTo>
                  <a:lnTo>
                    <a:pt x="3" y="9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1" y="12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1" y="17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0" y="19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2" y="22"/>
                  </a:lnTo>
                  <a:lnTo>
                    <a:pt x="3" y="22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7" y="20"/>
                  </a:lnTo>
                  <a:lnTo>
                    <a:pt x="8" y="19"/>
                  </a:lnTo>
                  <a:lnTo>
                    <a:pt x="9" y="19"/>
                  </a:lnTo>
                  <a:lnTo>
                    <a:pt x="11" y="19"/>
                  </a:lnTo>
                  <a:lnTo>
                    <a:pt x="12" y="19"/>
                  </a:lnTo>
                  <a:lnTo>
                    <a:pt x="13" y="19"/>
                  </a:lnTo>
                  <a:lnTo>
                    <a:pt x="14" y="20"/>
                  </a:lnTo>
                  <a:lnTo>
                    <a:pt x="15" y="20"/>
                  </a:lnTo>
                  <a:lnTo>
                    <a:pt x="17" y="20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21"/>
                  </a:lnTo>
                  <a:lnTo>
                    <a:pt x="25" y="21"/>
                  </a:lnTo>
                  <a:lnTo>
                    <a:pt x="25" y="22"/>
                  </a:lnTo>
                  <a:lnTo>
                    <a:pt x="26" y="22"/>
                  </a:lnTo>
                  <a:lnTo>
                    <a:pt x="25" y="23"/>
                  </a:lnTo>
                  <a:lnTo>
                    <a:pt x="24" y="24"/>
                  </a:lnTo>
                  <a:lnTo>
                    <a:pt x="23" y="25"/>
                  </a:lnTo>
                  <a:lnTo>
                    <a:pt x="23" y="26"/>
                  </a:lnTo>
                  <a:lnTo>
                    <a:pt x="24" y="26"/>
                  </a:lnTo>
                  <a:lnTo>
                    <a:pt x="24" y="27"/>
                  </a:lnTo>
                  <a:lnTo>
                    <a:pt x="25" y="28"/>
                  </a:lnTo>
                  <a:lnTo>
                    <a:pt x="24" y="29"/>
                  </a:lnTo>
                  <a:lnTo>
                    <a:pt x="25" y="29"/>
                  </a:lnTo>
                  <a:lnTo>
                    <a:pt x="26" y="29"/>
                  </a:lnTo>
                  <a:lnTo>
                    <a:pt x="27" y="29"/>
                  </a:lnTo>
                  <a:lnTo>
                    <a:pt x="29" y="29"/>
                  </a:lnTo>
                  <a:lnTo>
                    <a:pt x="30" y="29"/>
                  </a:lnTo>
                  <a:lnTo>
                    <a:pt x="30" y="30"/>
                  </a:lnTo>
                  <a:lnTo>
                    <a:pt x="31" y="30"/>
                  </a:lnTo>
                  <a:lnTo>
                    <a:pt x="31" y="31"/>
                  </a:lnTo>
                  <a:lnTo>
                    <a:pt x="31" y="33"/>
                  </a:lnTo>
                  <a:lnTo>
                    <a:pt x="32" y="32"/>
                  </a:lnTo>
                  <a:lnTo>
                    <a:pt x="33" y="32"/>
                  </a:lnTo>
                  <a:lnTo>
                    <a:pt x="34" y="33"/>
                  </a:lnTo>
                  <a:lnTo>
                    <a:pt x="35" y="33"/>
                  </a:lnTo>
                  <a:lnTo>
                    <a:pt x="36" y="34"/>
                  </a:lnTo>
                  <a:lnTo>
                    <a:pt x="37" y="33"/>
                  </a:lnTo>
                  <a:lnTo>
                    <a:pt x="38" y="33"/>
                  </a:lnTo>
                  <a:lnTo>
                    <a:pt x="39" y="33"/>
                  </a:lnTo>
                  <a:lnTo>
                    <a:pt x="39" y="32"/>
                  </a:lnTo>
                  <a:lnTo>
                    <a:pt x="41" y="31"/>
                  </a:lnTo>
                  <a:lnTo>
                    <a:pt x="42" y="31"/>
                  </a:lnTo>
                  <a:lnTo>
                    <a:pt x="43" y="31"/>
                  </a:lnTo>
                  <a:lnTo>
                    <a:pt x="45" y="31"/>
                  </a:lnTo>
                  <a:lnTo>
                    <a:pt x="47" y="31"/>
                  </a:lnTo>
                  <a:lnTo>
                    <a:pt x="48" y="31"/>
                  </a:lnTo>
                  <a:lnTo>
                    <a:pt x="50" y="30"/>
                  </a:lnTo>
                  <a:lnTo>
                    <a:pt x="51" y="29"/>
                  </a:lnTo>
                  <a:lnTo>
                    <a:pt x="50" y="28"/>
                  </a:lnTo>
                  <a:lnTo>
                    <a:pt x="50" y="27"/>
                  </a:lnTo>
                  <a:lnTo>
                    <a:pt x="50" y="26"/>
                  </a:lnTo>
                  <a:lnTo>
                    <a:pt x="50" y="25"/>
                  </a:lnTo>
                  <a:lnTo>
                    <a:pt x="51" y="24"/>
                  </a:lnTo>
                  <a:lnTo>
                    <a:pt x="51" y="23"/>
                  </a:lnTo>
                  <a:lnTo>
                    <a:pt x="51" y="22"/>
                  </a:lnTo>
                  <a:lnTo>
                    <a:pt x="52" y="21"/>
                  </a:lnTo>
                  <a:lnTo>
                    <a:pt x="53" y="20"/>
                  </a:lnTo>
                  <a:lnTo>
                    <a:pt x="54" y="20"/>
                  </a:lnTo>
                  <a:lnTo>
                    <a:pt x="55" y="20"/>
                  </a:lnTo>
                  <a:lnTo>
                    <a:pt x="58" y="19"/>
                  </a:lnTo>
                  <a:lnTo>
                    <a:pt x="60" y="18"/>
                  </a:lnTo>
                  <a:lnTo>
                    <a:pt x="61" y="18"/>
                  </a:lnTo>
                  <a:lnTo>
                    <a:pt x="61" y="17"/>
                  </a:lnTo>
                  <a:lnTo>
                    <a:pt x="60" y="16"/>
                  </a:lnTo>
                  <a:lnTo>
                    <a:pt x="59" y="16"/>
                  </a:lnTo>
                  <a:lnTo>
                    <a:pt x="58" y="16"/>
                  </a:lnTo>
                  <a:lnTo>
                    <a:pt x="58" y="15"/>
                  </a:lnTo>
                  <a:lnTo>
                    <a:pt x="57" y="15"/>
                  </a:lnTo>
                  <a:lnTo>
                    <a:pt x="56" y="15"/>
                  </a:lnTo>
                  <a:lnTo>
                    <a:pt x="56" y="14"/>
                  </a:lnTo>
                  <a:lnTo>
                    <a:pt x="57" y="14"/>
                  </a:lnTo>
                  <a:lnTo>
                    <a:pt x="57" y="13"/>
                  </a:lnTo>
                  <a:lnTo>
                    <a:pt x="57" y="12"/>
                  </a:lnTo>
                  <a:lnTo>
                    <a:pt x="58" y="12"/>
                  </a:lnTo>
                  <a:lnTo>
                    <a:pt x="58" y="11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26" name="Luxembourg">
              <a:extLst>
                <a:ext uri="{FF2B5EF4-FFF2-40B4-BE49-F238E27FC236}">
                  <a16:creationId xmlns:a16="http://schemas.microsoft.com/office/drawing/2014/main" id="{907C88CA-3F8A-43A9-BE62-9AF6B998C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450" y="3326075"/>
              <a:ext cx="15625" cy="22000"/>
            </a:xfrm>
            <a:custGeom>
              <a:avLst/>
              <a:gdLst>
                <a:gd name="T0" fmla="*/ 2147483647 w 7"/>
                <a:gd name="T1" fmla="*/ 0 h 8"/>
                <a:gd name="T2" fmla="*/ 2147483647 w 7"/>
                <a:gd name="T3" fmla="*/ 2147483647 h 8"/>
                <a:gd name="T4" fmla="*/ 2147483647 w 7"/>
                <a:gd name="T5" fmla="*/ 2147483647 h 8"/>
                <a:gd name="T6" fmla="*/ 2147483647 w 7"/>
                <a:gd name="T7" fmla="*/ 2147483647 h 8"/>
                <a:gd name="T8" fmla="*/ 2147483647 w 7"/>
                <a:gd name="T9" fmla="*/ 2147483647 h 8"/>
                <a:gd name="T10" fmla="*/ 2147483647 w 7"/>
                <a:gd name="T11" fmla="*/ 2147483647 h 8"/>
                <a:gd name="T12" fmla="*/ 2147483647 w 7"/>
                <a:gd name="T13" fmla="*/ 2147483647 h 8"/>
                <a:gd name="T14" fmla="*/ 2147483647 w 7"/>
                <a:gd name="T15" fmla="*/ 2147483647 h 8"/>
                <a:gd name="T16" fmla="*/ 2147483647 w 7"/>
                <a:gd name="T17" fmla="*/ 2147483647 h 8"/>
                <a:gd name="T18" fmla="*/ 2147483647 w 7"/>
                <a:gd name="T19" fmla="*/ 2147483647 h 8"/>
                <a:gd name="T20" fmla="*/ 2147483647 w 7"/>
                <a:gd name="T21" fmla="*/ 2147483647 h 8"/>
                <a:gd name="T22" fmla="*/ 2147483647 w 7"/>
                <a:gd name="T23" fmla="*/ 2147483647 h 8"/>
                <a:gd name="T24" fmla="*/ 0 w 7"/>
                <a:gd name="T25" fmla="*/ 2147483647 h 8"/>
                <a:gd name="T26" fmla="*/ 2147483647 w 7"/>
                <a:gd name="T27" fmla="*/ 2147483647 h 8"/>
                <a:gd name="T28" fmla="*/ 2147483647 w 7"/>
                <a:gd name="T29" fmla="*/ 2147483647 h 8"/>
                <a:gd name="T30" fmla="*/ 2147483647 w 7"/>
                <a:gd name="T31" fmla="*/ 2147483647 h 8"/>
                <a:gd name="T32" fmla="*/ 2147483647 w 7"/>
                <a:gd name="T33" fmla="*/ 0 h 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"/>
                <a:gd name="T52" fmla="*/ 0 h 8"/>
                <a:gd name="T53" fmla="*/ 7 w 7"/>
                <a:gd name="T54" fmla="*/ 8 h 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" h="8">
                  <a:moveTo>
                    <a:pt x="4" y="0"/>
                  </a:moveTo>
                  <a:lnTo>
                    <a:pt x="6" y="1"/>
                  </a:lnTo>
                  <a:lnTo>
                    <a:pt x="5" y="2"/>
                  </a:lnTo>
                  <a:lnTo>
                    <a:pt x="5" y="3"/>
                  </a:lnTo>
                  <a:lnTo>
                    <a:pt x="6" y="4"/>
                  </a:lnTo>
                  <a:lnTo>
                    <a:pt x="7" y="5"/>
                  </a:lnTo>
                  <a:lnTo>
                    <a:pt x="7" y="7"/>
                  </a:lnTo>
                  <a:lnTo>
                    <a:pt x="6" y="8"/>
                  </a:lnTo>
                  <a:lnTo>
                    <a:pt x="5" y="8"/>
                  </a:lnTo>
                  <a:lnTo>
                    <a:pt x="4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0" y="4"/>
                  </a:lnTo>
                  <a:lnTo>
                    <a:pt x="1" y="2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6A8F5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27" name="Macedonia">
              <a:extLst>
                <a:ext uri="{FF2B5EF4-FFF2-40B4-BE49-F238E27FC236}">
                  <a16:creationId xmlns:a16="http://schemas.microsoft.com/office/drawing/2014/main" id="{38288A45-394A-4B45-A9FC-160E24441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487" y="3548531"/>
              <a:ext cx="51339" cy="41557"/>
            </a:xfrm>
            <a:custGeom>
              <a:avLst/>
              <a:gdLst>
                <a:gd name="T0" fmla="*/ 2147483647 w 23"/>
                <a:gd name="T1" fmla="*/ 2147483647 h 17"/>
                <a:gd name="T2" fmla="*/ 2147483647 w 23"/>
                <a:gd name="T3" fmla="*/ 2147483647 h 17"/>
                <a:gd name="T4" fmla="*/ 2147483647 w 23"/>
                <a:gd name="T5" fmla="*/ 0 h 17"/>
                <a:gd name="T6" fmla="*/ 2147483647 w 23"/>
                <a:gd name="T7" fmla="*/ 0 h 17"/>
                <a:gd name="T8" fmla="*/ 2147483647 w 23"/>
                <a:gd name="T9" fmla="*/ 2147483647 h 17"/>
                <a:gd name="T10" fmla="*/ 2147483647 w 23"/>
                <a:gd name="T11" fmla="*/ 2147483647 h 17"/>
                <a:gd name="T12" fmla="*/ 2147483647 w 23"/>
                <a:gd name="T13" fmla="*/ 2147483647 h 17"/>
                <a:gd name="T14" fmla="*/ 2147483647 w 23"/>
                <a:gd name="T15" fmla="*/ 2147483647 h 17"/>
                <a:gd name="T16" fmla="*/ 2147483647 w 23"/>
                <a:gd name="T17" fmla="*/ 2147483647 h 17"/>
                <a:gd name="T18" fmla="*/ 2147483647 w 23"/>
                <a:gd name="T19" fmla="*/ 2147483647 h 17"/>
                <a:gd name="T20" fmla="*/ 2147483647 w 23"/>
                <a:gd name="T21" fmla="*/ 2147483647 h 17"/>
                <a:gd name="T22" fmla="*/ 2147483647 w 23"/>
                <a:gd name="T23" fmla="*/ 2147483647 h 17"/>
                <a:gd name="T24" fmla="*/ 0 w 23"/>
                <a:gd name="T25" fmla="*/ 2147483647 h 17"/>
                <a:gd name="T26" fmla="*/ 0 w 23"/>
                <a:gd name="T27" fmla="*/ 2147483647 h 17"/>
                <a:gd name="T28" fmla="*/ 2147483647 w 23"/>
                <a:gd name="T29" fmla="*/ 2147483647 h 17"/>
                <a:gd name="T30" fmla="*/ 2147483647 w 23"/>
                <a:gd name="T31" fmla="*/ 2147483647 h 17"/>
                <a:gd name="T32" fmla="*/ 2147483647 w 23"/>
                <a:gd name="T33" fmla="*/ 2147483647 h 17"/>
                <a:gd name="T34" fmla="*/ 2147483647 w 23"/>
                <a:gd name="T35" fmla="*/ 2147483647 h 17"/>
                <a:gd name="T36" fmla="*/ 2147483647 w 23"/>
                <a:gd name="T37" fmla="*/ 2147483647 h 17"/>
                <a:gd name="T38" fmla="*/ 2147483647 w 23"/>
                <a:gd name="T39" fmla="*/ 2147483647 h 17"/>
                <a:gd name="T40" fmla="*/ 2147483647 w 23"/>
                <a:gd name="T41" fmla="*/ 2147483647 h 17"/>
                <a:gd name="T42" fmla="*/ 2147483647 w 23"/>
                <a:gd name="T43" fmla="*/ 2147483647 h 17"/>
                <a:gd name="T44" fmla="*/ 2147483647 w 23"/>
                <a:gd name="T45" fmla="*/ 2147483647 h 17"/>
                <a:gd name="T46" fmla="*/ 2147483647 w 23"/>
                <a:gd name="T47" fmla="*/ 2147483647 h 17"/>
                <a:gd name="T48" fmla="*/ 2147483647 w 23"/>
                <a:gd name="T49" fmla="*/ 2147483647 h 17"/>
                <a:gd name="T50" fmla="*/ 2147483647 w 23"/>
                <a:gd name="T51" fmla="*/ 2147483647 h 17"/>
                <a:gd name="T52" fmla="*/ 2147483647 w 23"/>
                <a:gd name="T53" fmla="*/ 2147483647 h 1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3"/>
                <a:gd name="T82" fmla="*/ 0 h 17"/>
                <a:gd name="T83" fmla="*/ 23 w 23"/>
                <a:gd name="T84" fmla="*/ 17 h 1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3" h="17">
                  <a:moveTo>
                    <a:pt x="22" y="4"/>
                  </a:moveTo>
                  <a:lnTo>
                    <a:pt x="18" y="1"/>
                  </a:lnTo>
                  <a:lnTo>
                    <a:pt x="17" y="0"/>
                  </a:lnTo>
                  <a:lnTo>
                    <a:pt x="13" y="0"/>
                  </a:lnTo>
                  <a:lnTo>
                    <a:pt x="12" y="1"/>
                  </a:lnTo>
                  <a:lnTo>
                    <a:pt x="10" y="1"/>
                  </a:lnTo>
                  <a:lnTo>
                    <a:pt x="8" y="1"/>
                  </a:lnTo>
                  <a:lnTo>
                    <a:pt x="7" y="2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2" y="14"/>
                  </a:lnTo>
                  <a:lnTo>
                    <a:pt x="4" y="16"/>
                  </a:lnTo>
                  <a:lnTo>
                    <a:pt x="5" y="17"/>
                  </a:lnTo>
                  <a:lnTo>
                    <a:pt x="6" y="17"/>
                  </a:lnTo>
                  <a:lnTo>
                    <a:pt x="8" y="16"/>
                  </a:lnTo>
                  <a:lnTo>
                    <a:pt x="11" y="16"/>
                  </a:lnTo>
                  <a:lnTo>
                    <a:pt x="13" y="14"/>
                  </a:lnTo>
                  <a:lnTo>
                    <a:pt x="16" y="13"/>
                  </a:lnTo>
                  <a:lnTo>
                    <a:pt x="19" y="13"/>
                  </a:lnTo>
                  <a:lnTo>
                    <a:pt x="22" y="11"/>
                  </a:lnTo>
                  <a:lnTo>
                    <a:pt x="23" y="11"/>
                  </a:lnTo>
                  <a:lnTo>
                    <a:pt x="23" y="8"/>
                  </a:lnTo>
                  <a:lnTo>
                    <a:pt x="22" y="4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28" name="Moldova">
              <a:extLst>
                <a:ext uri="{FF2B5EF4-FFF2-40B4-BE49-F238E27FC236}">
                  <a16:creationId xmlns:a16="http://schemas.microsoft.com/office/drawing/2014/main" id="{45424761-5947-49E9-B2D8-5E7E029940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1023" y="3372520"/>
              <a:ext cx="66966" cy="75783"/>
            </a:xfrm>
            <a:custGeom>
              <a:avLst/>
              <a:gdLst>
                <a:gd name="T0" fmla="*/ 0 w 30"/>
                <a:gd name="T1" fmla="*/ 2147483647 h 31"/>
                <a:gd name="T2" fmla="*/ 2147483647 w 30"/>
                <a:gd name="T3" fmla="*/ 2147483647 h 31"/>
                <a:gd name="T4" fmla="*/ 2147483647 w 30"/>
                <a:gd name="T5" fmla="*/ 2147483647 h 31"/>
                <a:gd name="T6" fmla="*/ 2147483647 w 30"/>
                <a:gd name="T7" fmla="*/ 2147483647 h 31"/>
                <a:gd name="T8" fmla="*/ 2147483647 w 30"/>
                <a:gd name="T9" fmla="*/ 2147483647 h 31"/>
                <a:gd name="T10" fmla="*/ 2147483647 w 30"/>
                <a:gd name="T11" fmla="*/ 2147483647 h 31"/>
                <a:gd name="T12" fmla="*/ 2147483647 w 30"/>
                <a:gd name="T13" fmla="*/ 2147483647 h 31"/>
                <a:gd name="T14" fmla="*/ 2147483647 w 30"/>
                <a:gd name="T15" fmla="*/ 2147483647 h 31"/>
                <a:gd name="T16" fmla="*/ 2147483647 w 30"/>
                <a:gd name="T17" fmla="*/ 2147483647 h 31"/>
                <a:gd name="T18" fmla="*/ 2147483647 w 30"/>
                <a:gd name="T19" fmla="*/ 2147483647 h 31"/>
                <a:gd name="T20" fmla="*/ 2147483647 w 30"/>
                <a:gd name="T21" fmla="*/ 2147483647 h 31"/>
                <a:gd name="T22" fmla="*/ 2147483647 w 30"/>
                <a:gd name="T23" fmla="*/ 2147483647 h 31"/>
                <a:gd name="T24" fmla="*/ 2147483647 w 30"/>
                <a:gd name="T25" fmla="*/ 2147483647 h 31"/>
                <a:gd name="T26" fmla="*/ 2147483647 w 30"/>
                <a:gd name="T27" fmla="*/ 2147483647 h 31"/>
                <a:gd name="T28" fmla="*/ 2147483647 w 30"/>
                <a:gd name="T29" fmla="*/ 2147483647 h 31"/>
                <a:gd name="T30" fmla="*/ 2147483647 w 30"/>
                <a:gd name="T31" fmla="*/ 2147483647 h 31"/>
                <a:gd name="T32" fmla="*/ 2147483647 w 30"/>
                <a:gd name="T33" fmla="*/ 2147483647 h 31"/>
                <a:gd name="T34" fmla="*/ 2147483647 w 30"/>
                <a:gd name="T35" fmla="*/ 2147483647 h 31"/>
                <a:gd name="T36" fmla="*/ 2147483647 w 30"/>
                <a:gd name="T37" fmla="*/ 2147483647 h 31"/>
                <a:gd name="T38" fmla="*/ 2147483647 w 30"/>
                <a:gd name="T39" fmla="*/ 2147483647 h 31"/>
                <a:gd name="T40" fmla="*/ 2147483647 w 30"/>
                <a:gd name="T41" fmla="*/ 2147483647 h 31"/>
                <a:gd name="T42" fmla="*/ 2147483647 w 30"/>
                <a:gd name="T43" fmla="*/ 2147483647 h 31"/>
                <a:gd name="T44" fmla="*/ 2147483647 w 30"/>
                <a:gd name="T45" fmla="*/ 2147483647 h 31"/>
                <a:gd name="T46" fmla="*/ 2147483647 w 30"/>
                <a:gd name="T47" fmla="*/ 2147483647 h 31"/>
                <a:gd name="T48" fmla="*/ 2147483647 w 30"/>
                <a:gd name="T49" fmla="*/ 2147483647 h 31"/>
                <a:gd name="T50" fmla="*/ 2147483647 w 30"/>
                <a:gd name="T51" fmla="*/ 2147483647 h 31"/>
                <a:gd name="T52" fmla="*/ 2147483647 w 30"/>
                <a:gd name="T53" fmla="*/ 2147483647 h 31"/>
                <a:gd name="T54" fmla="*/ 2147483647 w 30"/>
                <a:gd name="T55" fmla="*/ 2147483647 h 31"/>
                <a:gd name="T56" fmla="*/ 2147483647 w 30"/>
                <a:gd name="T57" fmla="*/ 2147483647 h 31"/>
                <a:gd name="T58" fmla="*/ 2147483647 w 30"/>
                <a:gd name="T59" fmla="*/ 2147483647 h 31"/>
                <a:gd name="T60" fmla="*/ 2147483647 w 30"/>
                <a:gd name="T61" fmla="*/ 0 h 31"/>
                <a:gd name="T62" fmla="*/ 2147483647 w 30"/>
                <a:gd name="T63" fmla="*/ 0 h 31"/>
                <a:gd name="T64" fmla="*/ 2147483647 w 30"/>
                <a:gd name="T65" fmla="*/ 0 h 31"/>
                <a:gd name="T66" fmla="*/ 2147483647 w 30"/>
                <a:gd name="T67" fmla="*/ 2147483647 h 31"/>
                <a:gd name="T68" fmla="*/ 0 w 30"/>
                <a:gd name="T69" fmla="*/ 2147483647 h 3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0"/>
                <a:gd name="T106" fmla="*/ 0 h 31"/>
                <a:gd name="T107" fmla="*/ 30 w 30"/>
                <a:gd name="T108" fmla="*/ 31 h 3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0" h="31">
                  <a:moveTo>
                    <a:pt x="0" y="3"/>
                  </a:moveTo>
                  <a:lnTo>
                    <a:pt x="0" y="4"/>
                  </a:lnTo>
                  <a:lnTo>
                    <a:pt x="0" y="5"/>
                  </a:lnTo>
                  <a:lnTo>
                    <a:pt x="2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6" y="11"/>
                  </a:lnTo>
                  <a:lnTo>
                    <a:pt x="7" y="12"/>
                  </a:lnTo>
                  <a:lnTo>
                    <a:pt x="8" y="13"/>
                  </a:lnTo>
                  <a:lnTo>
                    <a:pt x="9" y="14"/>
                  </a:lnTo>
                  <a:lnTo>
                    <a:pt x="10" y="15"/>
                  </a:lnTo>
                  <a:lnTo>
                    <a:pt x="10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2" y="20"/>
                  </a:lnTo>
                  <a:lnTo>
                    <a:pt x="12" y="21"/>
                  </a:lnTo>
                  <a:lnTo>
                    <a:pt x="13" y="22"/>
                  </a:lnTo>
                  <a:lnTo>
                    <a:pt x="13" y="24"/>
                  </a:lnTo>
                  <a:lnTo>
                    <a:pt x="12" y="25"/>
                  </a:lnTo>
                  <a:lnTo>
                    <a:pt x="12" y="26"/>
                  </a:lnTo>
                  <a:lnTo>
                    <a:pt x="12" y="27"/>
                  </a:lnTo>
                  <a:lnTo>
                    <a:pt x="12" y="28"/>
                  </a:lnTo>
                  <a:lnTo>
                    <a:pt x="13" y="29"/>
                  </a:lnTo>
                  <a:lnTo>
                    <a:pt x="13" y="30"/>
                  </a:lnTo>
                  <a:lnTo>
                    <a:pt x="13" y="31"/>
                  </a:lnTo>
                  <a:lnTo>
                    <a:pt x="14" y="31"/>
                  </a:lnTo>
                  <a:lnTo>
                    <a:pt x="15" y="31"/>
                  </a:lnTo>
                  <a:lnTo>
                    <a:pt x="17" y="31"/>
                  </a:lnTo>
                  <a:lnTo>
                    <a:pt x="18" y="30"/>
                  </a:lnTo>
                  <a:lnTo>
                    <a:pt x="19" y="30"/>
                  </a:lnTo>
                  <a:lnTo>
                    <a:pt x="20" y="29"/>
                  </a:lnTo>
                  <a:lnTo>
                    <a:pt x="21" y="29"/>
                  </a:lnTo>
                  <a:lnTo>
                    <a:pt x="22" y="29"/>
                  </a:lnTo>
                  <a:lnTo>
                    <a:pt x="22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4" y="27"/>
                  </a:lnTo>
                  <a:lnTo>
                    <a:pt x="24" y="26"/>
                  </a:lnTo>
                  <a:lnTo>
                    <a:pt x="24" y="25"/>
                  </a:lnTo>
                  <a:lnTo>
                    <a:pt x="25" y="25"/>
                  </a:lnTo>
                  <a:lnTo>
                    <a:pt x="25" y="24"/>
                  </a:lnTo>
                  <a:lnTo>
                    <a:pt x="26" y="24"/>
                  </a:lnTo>
                  <a:lnTo>
                    <a:pt x="27" y="24"/>
                  </a:lnTo>
                  <a:lnTo>
                    <a:pt x="28" y="24"/>
                  </a:lnTo>
                  <a:lnTo>
                    <a:pt x="28" y="23"/>
                  </a:lnTo>
                  <a:lnTo>
                    <a:pt x="29" y="23"/>
                  </a:lnTo>
                  <a:lnTo>
                    <a:pt x="30" y="23"/>
                  </a:lnTo>
                  <a:lnTo>
                    <a:pt x="30" y="20"/>
                  </a:lnTo>
                  <a:lnTo>
                    <a:pt x="30" y="17"/>
                  </a:lnTo>
                  <a:lnTo>
                    <a:pt x="29" y="15"/>
                  </a:lnTo>
                  <a:lnTo>
                    <a:pt x="29" y="13"/>
                  </a:lnTo>
                  <a:lnTo>
                    <a:pt x="27" y="10"/>
                  </a:lnTo>
                  <a:lnTo>
                    <a:pt x="26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0" y="2"/>
                  </a:lnTo>
                  <a:lnTo>
                    <a:pt x="15" y="1"/>
                  </a:lnTo>
                  <a:lnTo>
                    <a:pt x="13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grpSp>
          <p:nvGrpSpPr>
            <p:cNvPr id="29" name="Netherlands">
              <a:extLst>
                <a:ext uri="{FF2B5EF4-FFF2-40B4-BE49-F238E27FC236}">
                  <a16:creationId xmlns:a16="http://schemas.microsoft.com/office/drawing/2014/main" id="{B4C69407-BC2E-4AE4-83C4-5B8813AA93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0039" y="3228291"/>
              <a:ext cx="73660" cy="83116"/>
              <a:chOff x="16040100" y="4800600"/>
              <a:chExt cx="33" cy="34"/>
            </a:xfrm>
            <a:solidFill>
              <a:srgbClr val="002B69">
                <a:alpha val="91000"/>
              </a:srgbClr>
            </a:solidFill>
          </p:grpSpPr>
          <p:sp>
            <p:nvSpPr>
              <p:cNvPr id="101" name="D551">
                <a:extLst>
                  <a:ext uri="{FF2B5EF4-FFF2-40B4-BE49-F238E27FC236}">
                    <a16:creationId xmlns:a16="http://schemas.microsoft.com/office/drawing/2014/main" id="{DE0AA70E-33AB-43E4-B1C3-A1EBE5128A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40112" y="4800603"/>
                <a:ext cx="2" cy="4"/>
              </a:xfrm>
              <a:custGeom>
                <a:avLst/>
                <a:gdLst>
                  <a:gd name="T0" fmla="*/ 2 w 2"/>
                  <a:gd name="T1" fmla="*/ 2 h 4"/>
                  <a:gd name="T2" fmla="*/ 1 w 2"/>
                  <a:gd name="T3" fmla="*/ 3 h 4"/>
                  <a:gd name="T4" fmla="*/ 0 w 2"/>
                  <a:gd name="T5" fmla="*/ 4 h 4"/>
                  <a:gd name="T6" fmla="*/ 0 w 2"/>
                  <a:gd name="T7" fmla="*/ 2 h 4"/>
                  <a:gd name="T8" fmla="*/ 2 w 2"/>
                  <a:gd name="T9" fmla="*/ 1 h 4"/>
                  <a:gd name="T10" fmla="*/ 2 w 2"/>
                  <a:gd name="T11" fmla="*/ 0 h 4"/>
                  <a:gd name="T12" fmla="*/ 2 w 2"/>
                  <a:gd name="T13" fmla="*/ 2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"/>
                  <a:gd name="T22" fmla="*/ 0 h 4"/>
                  <a:gd name="T23" fmla="*/ 2 w 2"/>
                  <a:gd name="T24" fmla="*/ 4 h 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" h="4">
                    <a:moveTo>
                      <a:pt x="2" y="2"/>
                    </a:moveTo>
                    <a:lnTo>
                      <a:pt x="1" y="3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02" name="D552">
                <a:extLst>
                  <a:ext uri="{FF2B5EF4-FFF2-40B4-BE49-F238E27FC236}">
                    <a16:creationId xmlns:a16="http://schemas.microsoft.com/office/drawing/2014/main" id="{D631A9EA-EDE6-4258-8220-89F112E50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40100" y="4800600"/>
                <a:ext cx="33" cy="34"/>
              </a:xfrm>
              <a:custGeom>
                <a:avLst/>
                <a:gdLst>
                  <a:gd name="T0" fmla="*/ 22 w 33"/>
                  <a:gd name="T1" fmla="*/ 30 h 34"/>
                  <a:gd name="T2" fmla="*/ 23 w 33"/>
                  <a:gd name="T3" fmla="*/ 27 h 34"/>
                  <a:gd name="T4" fmla="*/ 23 w 33"/>
                  <a:gd name="T5" fmla="*/ 23 h 34"/>
                  <a:gd name="T6" fmla="*/ 24 w 33"/>
                  <a:gd name="T7" fmla="*/ 19 h 34"/>
                  <a:gd name="T8" fmla="*/ 29 w 33"/>
                  <a:gd name="T9" fmla="*/ 18 h 34"/>
                  <a:gd name="T10" fmla="*/ 32 w 33"/>
                  <a:gd name="T11" fmla="*/ 14 h 34"/>
                  <a:gd name="T12" fmla="*/ 29 w 33"/>
                  <a:gd name="T13" fmla="*/ 12 h 34"/>
                  <a:gd name="T14" fmla="*/ 32 w 33"/>
                  <a:gd name="T15" fmla="*/ 7 h 34"/>
                  <a:gd name="T16" fmla="*/ 33 w 33"/>
                  <a:gd name="T17" fmla="*/ 3 h 34"/>
                  <a:gd name="T18" fmla="*/ 32 w 33"/>
                  <a:gd name="T19" fmla="*/ 1 h 34"/>
                  <a:gd name="T20" fmla="*/ 30 w 33"/>
                  <a:gd name="T21" fmla="*/ 0 h 34"/>
                  <a:gd name="T22" fmla="*/ 27 w 33"/>
                  <a:gd name="T23" fmla="*/ 1 h 34"/>
                  <a:gd name="T24" fmla="*/ 24 w 33"/>
                  <a:gd name="T25" fmla="*/ 1 h 34"/>
                  <a:gd name="T26" fmla="*/ 21 w 33"/>
                  <a:gd name="T27" fmla="*/ 1 h 34"/>
                  <a:gd name="T28" fmla="*/ 19 w 33"/>
                  <a:gd name="T29" fmla="*/ 2 h 34"/>
                  <a:gd name="T30" fmla="*/ 18 w 33"/>
                  <a:gd name="T31" fmla="*/ 4 h 34"/>
                  <a:gd name="T32" fmla="*/ 17 w 33"/>
                  <a:gd name="T33" fmla="*/ 6 h 34"/>
                  <a:gd name="T34" fmla="*/ 18 w 33"/>
                  <a:gd name="T35" fmla="*/ 7 h 34"/>
                  <a:gd name="T36" fmla="*/ 19 w 33"/>
                  <a:gd name="T37" fmla="*/ 9 h 34"/>
                  <a:gd name="T38" fmla="*/ 18 w 33"/>
                  <a:gd name="T39" fmla="*/ 11 h 34"/>
                  <a:gd name="T40" fmla="*/ 17 w 33"/>
                  <a:gd name="T41" fmla="*/ 13 h 34"/>
                  <a:gd name="T42" fmla="*/ 18 w 33"/>
                  <a:gd name="T43" fmla="*/ 15 h 34"/>
                  <a:gd name="T44" fmla="*/ 16 w 33"/>
                  <a:gd name="T45" fmla="*/ 14 h 34"/>
                  <a:gd name="T46" fmla="*/ 14 w 33"/>
                  <a:gd name="T47" fmla="*/ 13 h 34"/>
                  <a:gd name="T48" fmla="*/ 14 w 33"/>
                  <a:gd name="T49" fmla="*/ 10 h 34"/>
                  <a:gd name="T50" fmla="*/ 16 w 33"/>
                  <a:gd name="T51" fmla="*/ 9 h 34"/>
                  <a:gd name="T52" fmla="*/ 14 w 33"/>
                  <a:gd name="T53" fmla="*/ 8 h 34"/>
                  <a:gd name="T54" fmla="*/ 11 w 33"/>
                  <a:gd name="T55" fmla="*/ 10 h 34"/>
                  <a:gd name="T56" fmla="*/ 9 w 33"/>
                  <a:gd name="T57" fmla="*/ 17 h 34"/>
                  <a:gd name="T58" fmla="*/ 7 w 33"/>
                  <a:gd name="T59" fmla="*/ 18 h 34"/>
                  <a:gd name="T60" fmla="*/ 6 w 33"/>
                  <a:gd name="T61" fmla="*/ 21 h 34"/>
                  <a:gd name="T62" fmla="*/ 10 w 33"/>
                  <a:gd name="T63" fmla="*/ 22 h 34"/>
                  <a:gd name="T64" fmla="*/ 13 w 33"/>
                  <a:gd name="T65" fmla="*/ 22 h 34"/>
                  <a:gd name="T66" fmla="*/ 7 w 33"/>
                  <a:gd name="T67" fmla="*/ 24 h 34"/>
                  <a:gd name="T68" fmla="*/ 3 w 33"/>
                  <a:gd name="T69" fmla="*/ 25 h 34"/>
                  <a:gd name="T70" fmla="*/ 7 w 33"/>
                  <a:gd name="T71" fmla="*/ 26 h 34"/>
                  <a:gd name="T72" fmla="*/ 5 w 33"/>
                  <a:gd name="T73" fmla="*/ 26 h 34"/>
                  <a:gd name="T74" fmla="*/ 0 w 33"/>
                  <a:gd name="T75" fmla="*/ 26 h 34"/>
                  <a:gd name="T76" fmla="*/ 4 w 33"/>
                  <a:gd name="T77" fmla="*/ 28 h 34"/>
                  <a:gd name="T78" fmla="*/ 11 w 33"/>
                  <a:gd name="T79" fmla="*/ 25 h 34"/>
                  <a:gd name="T80" fmla="*/ 15 w 33"/>
                  <a:gd name="T81" fmla="*/ 26 h 34"/>
                  <a:gd name="T82" fmla="*/ 18 w 33"/>
                  <a:gd name="T83" fmla="*/ 28 h 34"/>
                  <a:gd name="T84" fmla="*/ 19 w 33"/>
                  <a:gd name="T85" fmla="*/ 31 h 34"/>
                  <a:gd name="T86" fmla="*/ 23 w 33"/>
                  <a:gd name="T87" fmla="*/ 34 h 34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3"/>
                  <a:gd name="T133" fmla="*/ 0 h 34"/>
                  <a:gd name="T134" fmla="*/ 33 w 33"/>
                  <a:gd name="T135" fmla="*/ 34 h 34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3" h="34">
                    <a:moveTo>
                      <a:pt x="23" y="33"/>
                    </a:moveTo>
                    <a:lnTo>
                      <a:pt x="23" y="32"/>
                    </a:lnTo>
                    <a:lnTo>
                      <a:pt x="22" y="30"/>
                    </a:lnTo>
                    <a:lnTo>
                      <a:pt x="22" y="29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3" y="26"/>
                    </a:lnTo>
                    <a:lnTo>
                      <a:pt x="23" y="24"/>
                    </a:lnTo>
                    <a:lnTo>
                      <a:pt x="23" y="23"/>
                    </a:lnTo>
                    <a:lnTo>
                      <a:pt x="23" y="20"/>
                    </a:lnTo>
                    <a:lnTo>
                      <a:pt x="23" y="19"/>
                    </a:lnTo>
                    <a:lnTo>
                      <a:pt x="24" y="19"/>
                    </a:lnTo>
                    <a:lnTo>
                      <a:pt x="27" y="20"/>
                    </a:lnTo>
                    <a:lnTo>
                      <a:pt x="28" y="20"/>
                    </a:lnTo>
                    <a:lnTo>
                      <a:pt x="29" y="18"/>
                    </a:lnTo>
                    <a:lnTo>
                      <a:pt x="29" y="17"/>
                    </a:lnTo>
                    <a:lnTo>
                      <a:pt x="31" y="16"/>
                    </a:lnTo>
                    <a:lnTo>
                      <a:pt x="32" y="14"/>
                    </a:lnTo>
                    <a:lnTo>
                      <a:pt x="32" y="13"/>
                    </a:lnTo>
                    <a:lnTo>
                      <a:pt x="31" y="12"/>
                    </a:lnTo>
                    <a:lnTo>
                      <a:pt x="29" y="12"/>
                    </a:lnTo>
                    <a:lnTo>
                      <a:pt x="29" y="10"/>
                    </a:lnTo>
                    <a:lnTo>
                      <a:pt x="31" y="9"/>
                    </a:lnTo>
                    <a:lnTo>
                      <a:pt x="32" y="7"/>
                    </a:lnTo>
                    <a:lnTo>
                      <a:pt x="32" y="6"/>
                    </a:lnTo>
                    <a:lnTo>
                      <a:pt x="32" y="4"/>
                    </a:lnTo>
                    <a:lnTo>
                      <a:pt x="33" y="3"/>
                    </a:lnTo>
                    <a:lnTo>
                      <a:pt x="33" y="2"/>
                    </a:lnTo>
                    <a:lnTo>
                      <a:pt x="32" y="2"/>
                    </a:lnTo>
                    <a:lnTo>
                      <a:pt x="32" y="1"/>
                    </a:lnTo>
                    <a:lnTo>
                      <a:pt x="31" y="1"/>
                    </a:lnTo>
                    <a:lnTo>
                      <a:pt x="30" y="1"/>
                    </a:lnTo>
                    <a:lnTo>
                      <a:pt x="30" y="0"/>
                    </a:lnTo>
                    <a:lnTo>
                      <a:pt x="29" y="0"/>
                    </a:lnTo>
                    <a:lnTo>
                      <a:pt x="28" y="0"/>
                    </a:lnTo>
                    <a:lnTo>
                      <a:pt x="27" y="1"/>
                    </a:lnTo>
                    <a:lnTo>
                      <a:pt x="26" y="1"/>
                    </a:lnTo>
                    <a:lnTo>
                      <a:pt x="25" y="1"/>
                    </a:lnTo>
                    <a:lnTo>
                      <a:pt x="24" y="1"/>
                    </a:lnTo>
                    <a:lnTo>
                      <a:pt x="23" y="1"/>
                    </a:lnTo>
                    <a:lnTo>
                      <a:pt x="22" y="1"/>
                    </a:lnTo>
                    <a:lnTo>
                      <a:pt x="21" y="1"/>
                    </a:lnTo>
                    <a:lnTo>
                      <a:pt x="21" y="2"/>
                    </a:lnTo>
                    <a:lnTo>
                      <a:pt x="20" y="2"/>
                    </a:lnTo>
                    <a:lnTo>
                      <a:pt x="19" y="2"/>
                    </a:lnTo>
                    <a:lnTo>
                      <a:pt x="19" y="3"/>
                    </a:lnTo>
                    <a:lnTo>
                      <a:pt x="18" y="3"/>
                    </a:lnTo>
                    <a:lnTo>
                      <a:pt x="18" y="4"/>
                    </a:lnTo>
                    <a:lnTo>
                      <a:pt x="17" y="4"/>
                    </a:lnTo>
                    <a:lnTo>
                      <a:pt x="17" y="5"/>
                    </a:lnTo>
                    <a:lnTo>
                      <a:pt x="17" y="6"/>
                    </a:lnTo>
                    <a:lnTo>
                      <a:pt x="18" y="6"/>
                    </a:lnTo>
                    <a:lnTo>
                      <a:pt x="17" y="6"/>
                    </a:lnTo>
                    <a:lnTo>
                      <a:pt x="18" y="7"/>
                    </a:lnTo>
                    <a:lnTo>
                      <a:pt x="19" y="7"/>
                    </a:lnTo>
                    <a:lnTo>
                      <a:pt x="19" y="8"/>
                    </a:lnTo>
                    <a:lnTo>
                      <a:pt x="19" y="9"/>
                    </a:lnTo>
                    <a:lnTo>
                      <a:pt x="19" y="10"/>
                    </a:lnTo>
                    <a:lnTo>
                      <a:pt x="18" y="10"/>
                    </a:lnTo>
                    <a:lnTo>
                      <a:pt x="18" y="11"/>
                    </a:lnTo>
                    <a:lnTo>
                      <a:pt x="18" y="12"/>
                    </a:lnTo>
                    <a:lnTo>
                      <a:pt x="17" y="12"/>
                    </a:lnTo>
                    <a:lnTo>
                      <a:pt x="17" y="13"/>
                    </a:lnTo>
                    <a:lnTo>
                      <a:pt x="18" y="13"/>
                    </a:lnTo>
                    <a:lnTo>
                      <a:pt x="18" y="14"/>
                    </a:lnTo>
                    <a:lnTo>
                      <a:pt x="18" y="15"/>
                    </a:lnTo>
                    <a:lnTo>
                      <a:pt x="17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5" y="14"/>
                    </a:lnTo>
                    <a:lnTo>
                      <a:pt x="14" y="14"/>
                    </a:lnTo>
                    <a:lnTo>
                      <a:pt x="14" y="13"/>
                    </a:lnTo>
                    <a:lnTo>
                      <a:pt x="14" y="12"/>
                    </a:lnTo>
                    <a:lnTo>
                      <a:pt x="14" y="11"/>
                    </a:lnTo>
                    <a:lnTo>
                      <a:pt x="14" y="10"/>
                    </a:lnTo>
                    <a:lnTo>
                      <a:pt x="15" y="10"/>
                    </a:lnTo>
                    <a:lnTo>
                      <a:pt x="16" y="10"/>
                    </a:lnTo>
                    <a:lnTo>
                      <a:pt x="16" y="9"/>
                    </a:lnTo>
                    <a:lnTo>
                      <a:pt x="15" y="9"/>
                    </a:lnTo>
                    <a:lnTo>
                      <a:pt x="15" y="8"/>
                    </a:lnTo>
                    <a:lnTo>
                      <a:pt x="14" y="8"/>
                    </a:lnTo>
                    <a:lnTo>
                      <a:pt x="14" y="7"/>
                    </a:lnTo>
                    <a:lnTo>
                      <a:pt x="13" y="8"/>
                    </a:lnTo>
                    <a:lnTo>
                      <a:pt x="11" y="10"/>
                    </a:lnTo>
                    <a:lnTo>
                      <a:pt x="11" y="13"/>
                    </a:lnTo>
                    <a:lnTo>
                      <a:pt x="10" y="15"/>
                    </a:lnTo>
                    <a:lnTo>
                      <a:pt x="9" y="17"/>
                    </a:lnTo>
                    <a:lnTo>
                      <a:pt x="8" y="17"/>
                    </a:lnTo>
                    <a:lnTo>
                      <a:pt x="8" y="18"/>
                    </a:lnTo>
                    <a:lnTo>
                      <a:pt x="7" y="18"/>
                    </a:lnTo>
                    <a:lnTo>
                      <a:pt x="7" y="19"/>
                    </a:lnTo>
                    <a:lnTo>
                      <a:pt x="6" y="19"/>
                    </a:lnTo>
                    <a:lnTo>
                      <a:pt x="6" y="21"/>
                    </a:lnTo>
                    <a:lnTo>
                      <a:pt x="7" y="21"/>
                    </a:lnTo>
                    <a:lnTo>
                      <a:pt x="9" y="22"/>
                    </a:lnTo>
                    <a:lnTo>
                      <a:pt x="10" y="22"/>
                    </a:lnTo>
                    <a:lnTo>
                      <a:pt x="11" y="22"/>
                    </a:lnTo>
                    <a:lnTo>
                      <a:pt x="12" y="21"/>
                    </a:lnTo>
                    <a:lnTo>
                      <a:pt x="13" y="22"/>
                    </a:lnTo>
                    <a:lnTo>
                      <a:pt x="12" y="22"/>
                    </a:lnTo>
                    <a:lnTo>
                      <a:pt x="9" y="23"/>
                    </a:lnTo>
                    <a:lnTo>
                      <a:pt x="7" y="24"/>
                    </a:lnTo>
                    <a:lnTo>
                      <a:pt x="5" y="24"/>
                    </a:lnTo>
                    <a:lnTo>
                      <a:pt x="4" y="24"/>
                    </a:lnTo>
                    <a:lnTo>
                      <a:pt x="3" y="25"/>
                    </a:lnTo>
                    <a:lnTo>
                      <a:pt x="4" y="26"/>
                    </a:lnTo>
                    <a:lnTo>
                      <a:pt x="6" y="26"/>
                    </a:lnTo>
                    <a:lnTo>
                      <a:pt x="7" y="26"/>
                    </a:lnTo>
                    <a:lnTo>
                      <a:pt x="8" y="26"/>
                    </a:lnTo>
                    <a:lnTo>
                      <a:pt x="7" y="26"/>
                    </a:lnTo>
                    <a:lnTo>
                      <a:pt x="5" y="26"/>
                    </a:lnTo>
                    <a:lnTo>
                      <a:pt x="3" y="27"/>
                    </a:lnTo>
                    <a:lnTo>
                      <a:pt x="2" y="26"/>
                    </a:lnTo>
                    <a:lnTo>
                      <a:pt x="0" y="26"/>
                    </a:lnTo>
                    <a:lnTo>
                      <a:pt x="1" y="27"/>
                    </a:lnTo>
                    <a:lnTo>
                      <a:pt x="3" y="28"/>
                    </a:lnTo>
                    <a:lnTo>
                      <a:pt x="4" y="28"/>
                    </a:lnTo>
                    <a:lnTo>
                      <a:pt x="6" y="27"/>
                    </a:lnTo>
                    <a:lnTo>
                      <a:pt x="9" y="26"/>
                    </a:lnTo>
                    <a:lnTo>
                      <a:pt x="11" y="25"/>
                    </a:lnTo>
                    <a:lnTo>
                      <a:pt x="13" y="25"/>
                    </a:lnTo>
                    <a:lnTo>
                      <a:pt x="14" y="26"/>
                    </a:lnTo>
                    <a:lnTo>
                      <a:pt x="15" y="26"/>
                    </a:lnTo>
                    <a:lnTo>
                      <a:pt x="15" y="27"/>
                    </a:lnTo>
                    <a:lnTo>
                      <a:pt x="16" y="27"/>
                    </a:lnTo>
                    <a:lnTo>
                      <a:pt x="18" y="28"/>
                    </a:lnTo>
                    <a:lnTo>
                      <a:pt x="19" y="28"/>
                    </a:lnTo>
                    <a:lnTo>
                      <a:pt x="20" y="30"/>
                    </a:lnTo>
                    <a:lnTo>
                      <a:pt x="19" y="31"/>
                    </a:lnTo>
                    <a:lnTo>
                      <a:pt x="20" y="33"/>
                    </a:lnTo>
                    <a:lnTo>
                      <a:pt x="21" y="34"/>
                    </a:lnTo>
                    <a:lnTo>
                      <a:pt x="23" y="34"/>
                    </a:lnTo>
                    <a:lnTo>
                      <a:pt x="23" y="33"/>
                    </a:lnTo>
                    <a:close/>
                  </a:path>
                </a:pathLst>
              </a:custGeom>
              <a:solidFill>
                <a:srgbClr val="06A8F5"/>
              </a:solidFill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03" name="D553">
                <a:extLst>
                  <a:ext uri="{FF2B5EF4-FFF2-40B4-BE49-F238E27FC236}">
                    <a16:creationId xmlns:a16="http://schemas.microsoft.com/office/drawing/2014/main" id="{E35433F1-0666-4B9F-90F2-51C60EB137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40105" y="4800621"/>
                <a:ext cx="3" cy="1"/>
              </a:xfrm>
              <a:custGeom>
                <a:avLst/>
                <a:gdLst>
                  <a:gd name="T0" fmla="*/ 1 w 3"/>
                  <a:gd name="T1" fmla="*/ 1 h 1"/>
                  <a:gd name="T2" fmla="*/ 2 w 3"/>
                  <a:gd name="T3" fmla="*/ 1 h 1"/>
                  <a:gd name="T4" fmla="*/ 3 w 3"/>
                  <a:gd name="T5" fmla="*/ 1 h 1"/>
                  <a:gd name="T6" fmla="*/ 2 w 3"/>
                  <a:gd name="T7" fmla="*/ 1 h 1"/>
                  <a:gd name="T8" fmla="*/ 2 w 3"/>
                  <a:gd name="T9" fmla="*/ 0 h 1"/>
                  <a:gd name="T10" fmla="*/ 1 w 3"/>
                  <a:gd name="T11" fmla="*/ 0 h 1"/>
                  <a:gd name="T12" fmla="*/ 0 w 3"/>
                  <a:gd name="T13" fmla="*/ 0 h 1"/>
                  <a:gd name="T14" fmla="*/ 1 w 3"/>
                  <a:gd name="T15" fmla="*/ 1 h 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"/>
                  <a:gd name="T25" fmla="*/ 0 h 1"/>
                  <a:gd name="T26" fmla="*/ 3 w 3"/>
                  <a:gd name="T27" fmla="*/ 1 h 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" h="1">
                    <a:moveTo>
                      <a:pt x="1" y="1"/>
                    </a:moveTo>
                    <a:lnTo>
                      <a:pt x="2" y="1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04" name="D554">
                <a:extLst>
                  <a:ext uri="{FF2B5EF4-FFF2-40B4-BE49-F238E27FC236}">
                    <a16:creationId xmlns:a16="http://schemas.microsoft.com/office/drawing/2014/main" id="{A99EE347-54FB-4818-BB52-C197D3BA99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40103" y="4800622"/>
                <a:ext cx="2" cy="1"/>
              </a:xfrm>
              <a:custGeom>
                <a:avLst/>
                <a:gdLst>
                  <a:gd name="T0" fmla="*/ 1 w 2"/>
                  <a:gd name="T1" fmla="*/ 0 h 1"/>
                  <a:gd name="T2" fmla="*/ 2 w 2"/>
                  <a:gd name="T3" fmla="*/ 1 h 1"/>
                  <a:gd name="T4" fmla="*/ 2 w 2"/>
                  <a:gd name="T5" fmla="*/ 0 h 1"/>
                  <a:gd name="T6" fmla="*/ 1 w 2"/>
                  <a:gd name="T7" fmla="*/ 0 h 1"/>
                  <a:gd name="T8" fmla="*/ 0 w 2"/>
                  <a:gd name="T9" fmla="*/ 0 h 1"/>
                  <a:gd name="T10" fmla="*/ 1 w 2"/>
                  <a:gd name="T11" fmla="*/ 0 h 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"/>
                  <a:gd name="T19" fmla="*/ 0 h 1"/>
                  <a:gd name="T20" fmla="*/ 2 w 2"/>
                  <a:gd name="T21" fmla="*/ 1 h 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" h="1">
                    <a:moveTo>
                      <a:pt x="1" y="0"/>
                    </a:moveTo>
                    <a:lnTo>
                      <a:pt x="2" y="1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05" name="D555">
                <a:extLst>
                  <a:ext uri="{FF2B5EF4-FFF2-40B4-BE49-F238E27FC236}">
                    <a16:creationId xmlns:a16="http://schemas.microsoft.com/office/drawing/2014/main" id="{7DE8F548-41EF-4DB7-8F4C-991C50247C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40101" y="4800624"/>
                <a:ext cx="1" cy="1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0 w 1"/>
                  <a:gd name="T5" fmla="*/ 1 h 1"/>
                  <a:gd name="T6" fmla="*/ 0 w 1"/>
                  <a:gd name="T7" fmla="*/ 0 h 1"/>
                  <a:gd name="T8" fmla="*/ 1 w 1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"/>
                  <a:gd name="T16" fmla="*/ 0 h 1"/>
                  <a:gd name="T17" fmla="*/ 1 w 1"/>
                  <a:gd name="T18" fmla="*/ 1 h 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" h="1">
                    <a:moveTo>
                      <a:pt x="1" y="0"/>
                    </a:moveTo>
                    <a:lnTo>
                      <a:pt x="1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grpSp>
          <p:nvGrpSpPr>
            <p:cNvPr id="30" name="Norway">
              <a:extLst>
                <a:ext uri="{FF2B5EF4-FFF2-40B4-BE49-F238E27FC236}">
                  <a16:creationId xmlns:a16="http://schemas.microsoft.com/office/drawing/2014/main" id="{F9B58F87-B580-42E2-BD3D-8FB8197000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4593" y="2602477"/>
              <a:ext cx="544646" cy="481583"/>
              <a:chOff x="16144875" y="2362200"/>
              <a:chExt cx="244" cy="197"/>
            </a:xfrm>
            <a:solidFill>
              <a:srgbClr val="002B69">
                <a:alpha val="91000"/>
              </a:srgbClr>
            </a:solidFill>
          </p:grpSpPr>
          <p:sp>
            <p:nvSpPr>
              <p:cNvPr id="79" name="D586">
                <a:extLst>
                  <a:ext uri="{FF2B5EF4-FFF2-40B4-BE49-F238E27FC236}">
                    <a16:creationId xmlns:a16="http://schemas.microsoft.com/office/drawing/2014/main" id="{0DE5FE21-74C0-4595-A210-6E9405BE9B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878" y="2362201"/>
                <a:ext cx="241" cy="196"/>
              </a:xfrm>
              <a:custGeom>
                <a:avLst/>
                <a:gdLst>
                  <a:gd name="T0" fmla="*/ 68 w 241"/>
                  <a:gd name="T1" fmla="*/ 162 h 196"/>
                  <a:gd name="T2" fmla="*/ 64 w 241"/>
                  <a:gd name="T3" fmla="*/ 132 h 196"/>
                  <a:gd name="T4" fmla="*/ 82 w 241"/>
                  <a:gd name="T5" fmla="*/ 111 h 196"/>
                  <a:gd name="T6" fmla="*/ 93 w 241"/>
                  <a:gd name="T7" fmla="*/ 79 h 196"/>
                  <a:gd name="T8" fmla="*/ 107 w 241"/>
                  <a:gd name="T9" fmla="*/ 54 h 196"/>
                  <a:gd name="T10" fmla="*/ 126 w 241"/>
                  <a:gd name="T11" fmla="*/ 42 h 196"/>
                  <a:gd name="T12" fmla="*/ 140 w 241"/>
                  <a:gd name="T13" fmla="*/ 35 h 196"/>
                  <a:gd name="T14" fmla="*/ 156 w 241"/>
                  <a:gd name="T15" fmla="*/ 32 h 196"/>
                  <a:gd name="T16" fmla="*/ 184 w 241"/>
                  <a:gd name="T17" fmla="*/ 39 h 196"/>
                  <a:gd name="T18" fmla="*/ 203 w 241"/>
                  <a:gd name="T19" fmla="*/ 19 h 196"/>
                  <a:gd name="T20" fmla="*/ 225 w 241"/>
                  <a:gd name="T21" fmla="*/ 28 h 196"/>
                  <a:gd name="T22" fmla="*/ 230 w 241"/>
                  <a:gd name="T23" fmla="*/ 28 h 196"/>
                  <a:gd name="T24" fmla="*/ 239 w 241"/>
                  <a:gd name="T25" fmla="*/ 24 h 196"/>
                  <a:gd name="T26" fmla="*/ 230 w 241"/>
                  <a:gd name="T27" fmla="*/ 23 h 196"/>
                  <a:gd name="T28" fmla="*/ 223 w 241"/>
                  <a:gd name="T29" fmla="*/ 16 h 196"/>
                  <a:gd name="T30" fmla="*/ 233 w 241"/>
                  <a:gd name="T31" fmla="*/ 9 h 196"/>
                  <a:gd name="T32" fmla="*/ 221 w 241"/>
                  <a:gd name="T33" fmla="*/ 4 h 196"/>
                  <a:gd name="T34" fmla="*/ 211 w 241"/>
                  <a:gd name="T35" fmla="*/ 5 h 196"/>
                  <a:gd name="T36" fmla="*/ 205 w 241"/>
                  <a:gd name="T37" fmla="*/ 8 h 196"/>
                  <a:gd name="T38" fmla="*/ 196 w 241"/>
                  <a:gd name="T39" fmla="*/ 5 h 196"/>
                  <a:gd name="T40" fmla="*/ 186 w 241"/>
                  <a:gd name="T41" fmla="*/ 13 h 196"/>
                  <a:gd name="T42" fmla="*/ 185 w 241"/>
                  <a:gd name="T43" fmla="*/ 2 h 196"/>
                  <a:gd name="T44" fmla="*/ 171 w 241"/>
                  <a:gd name="T45" fmla="*/ 13 h 196"/>
                  <a:gd name="T46" fmla="*/ 160 w 241"/>
                  <a:gd name="T47" fmla="*/ 16 h 196"/>
                  <a:gd name="T48" fmla="*/ 157 w 241"/>
                  <a:gd name="T49" fmla="*/ 18 h 196"/>
                  <a:gd name="T50" fmla="*/ 146 w 241"/>
                  <a:gd name="T51" fmla="*/ 20 h 196"/>
                  <a:gd name="T52" fmla="*/ 138 w 241"/>
                  <a:gd name="T53" fmla="*/ 21 h 196"/>
                  <a:gd name="T54" fmla="*/ 134 w 241"/>
                  <a:gd name="T55" fmla="*/ 30 h 196"/>
                  <a:gd name="T56" fmla="*/ 124 w 241"/>
                  <a:gd name="T57" fmla="*/ 29 h 196"/>
                  <a:gd name="T58" fmla="*/ 117 w 241"/>
                  <a:gd name="T59" fmla="*/ 36 h 196"/>
                  <a:gd name="T60" fmla="*/ 112 w 241"/>
                  <a:gd name="T61" fmla="*/ 42 h 196"/>
                  <a:gd name="T62" fmla="*/ 105 w 241"/>
                  <a:gd name="T63" fmla="*/ 48 h 196"/>
                  <a:gd name="T64" fmla="*/ 96 w 241"/>
                  <a:gd name="T65" fmla="*/ 52 h 196"/>
                  <a:gd name="T66" fmla="*/ 92 w 241"/>
                  <a:gd name="T67" fmla="*/ 58 h 196"/>
                  <a:gd name="T68" fmla="*/ 81 w 241"/>
                  <a:gd name="T69" fmla="*/ 69 h 196"/>
                  <a:gd name="T70" fmla="*/ 74 w 241"/>
                  <a:gd name="T71" fmla="*/ 78 h 196"/>
                  <a:gd name="T72" fmla="*/ 71 w 241"/>
                  <a:gd name="T73" fmla="*/ 85 h 196"/>
                  <a:gd name="T74" fmla="*/ 66 w 241"/>
                  <a:gd name="T75" fmla="*/ 92 h 196"/>
                  <a:gd name="T76" fmla="*/ 58 w 241"/>
                  <a:gd name="T77" fmla="*/ 100 h 196"/>
                  <a:gd name="T78" fmla="*/ 50 w 241"/>
                  <a:gd name="T79" fmla="*/ 107 h 196"/>
                  <a:gd name="T80" fmla="*/ 50 w 241"/>
                  <a:gd name="T81" fmla="*/ 117 h 196"/>
                  <a:gd name="T82" fmla="*/ 48 w 241"/>
                  <a:gd name="T83" fmla="*/ 119 h 196"/>
                  <a:gd name="T84" fmla="*/ 38 w 241"/>
                  <a:gd name="T85" fmla="*/ 120 h 196"/>
                  <a:gd name="T86" fmla="*/ 27 w 241"/>
                  <a:gd name="T87" fmla="*/ 124 h 196"/>
                  <a:gd name="T88" fmla="*/ 22 w 241"/>
                  <a:gd name="T89" fmla="*/ 132 h 196"/>
                  <a:gd name="T90" fmla="*/ 13 w 241"/>
                  <a:gd name="T91" fmla="*/ 135 h 196"/>
                  <a:gd name="T92" fmla="*/ 4 w 241"/>
                  <a:gd name="T93" fmla="*/ 139 h 196"/>
                  <a:gd name="T94" fmla="*/ 10 w 241"/>
                  <a:gd name="T95" fmla="*/ 141 h 196"/>
                  <a:gd name="T96" fmla="*/ 2 w 241"/>
                  <a:gd name="T97" fmla="*/ 147 h 196"/>
                  <a:gd name="T98" fmla="*/ 14 w 241"/>
                  <a:gd name="T99" fmla="*/ 149 h 196"/>
                  <a:gd name="T100" fmla="*/ 24 w 241"/>
                  <a:gd name="T101" fmla="*/ 151 h 196"/>
                  <a:gd name="T102" fmla="*/ 1 w 241"/>
                  <a:gd name="T103" fmla="*/ 154 h 196"/>
                  <a:gd name="T104" fmla="*/ 3 w 241"/>
                  <a:gd name="T105" fmla="*/ 163 h 196"/>
                  <a:gd name="T106" fmla="*/ 9 w 241"/>
                  <a:gd name="T107" fmla="*/ 165 h 196"/>
                  <a:gd name="T108" fmla="*/ 7 w 241"/>
                  <a:gd name="T109" fmla="*/ 170 h 196"/>
                  <a:gd name="T110" fmla="*/ 3 w 241"/>
                  <a:gd name="T111" fmla="*/ 178 h 196"/>
                  <a:gd name="T112" fmla="*/ 8 w 241"/>
                  <a:gd name="T113" fmla="*/ 182 h 196"/>
                  <a:gd name="T114" fmla="*/ 18 w 241"/>
                  <a:gd name="T115" fmla="*/ 194 h 196"/>
                  <a:gd name="T116" fmla="*/ 44 w 241"/>
                  <a:gd name="T117" fmla="*/ 182 h 196"/>
                  <a:gd name="T118" fmla="*/ 50 w 241"/>
                  <a:gd name="T119" fmla="*/ 174 h 196"/>
                  <a:gd name="T120" fmla="*/ 55 w 241"/>
                  <a:gd name="T121" fmla="*/ 180 h 19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41"/>
                  <a:gd name="T184" fmla="*/ 0 h 196"/>
                  <a:gd name="T185" fmla="*/ 241 w 241"/>
                  <a:gd name="T186" fmla="*/ 196 h 19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41" h="196">
                    <a:moveTo>
                      <a:pt x="57" y="182"/>
                    </a:moveTo>
                    <a:lnTo>
                      <a:pt x="57" y="184"/>
                    </a:lnTo>
                    <a:lnTo>
                      <a:pt x="58" y="183"/>
                    </a:lnTo>
                    <a:lnTo>
                      <a:pt x="58" y="184"/>
                    </a:lnTo>
                    <a:lnTo>
                      <a:pt x="60" y="183"/>
                    </a:lnTo>
                    <a:lnTo>
                      <a:pt x="61" y="178"/>
                    </a:lnTo>
                    <a:lnTo>
                      <a:pt x="60" y="177"/>
                    </a:lnTo>
                    <a:lnTo>
                      <a:pt x="60" y="175"/>
                    </a:lnTo>
                    <a:lnTo>
                      <a:pt x="61" y="174"/>
                    </a:lnTo>
                    <a:lnTo>
                      <a:pt x="62" y="172"/>
                    </a:lnTo>
                    <a:lnTo>
                      <a:pt x="62" y="170"/>
                    </a:lnTo>
                    <a:lnTo>
                      <a:pt x="64" y="170"/>
                    </a:lnTo>
                    <a:lnTo>
                      <a:pt x="67" y="169"/>
                    </a:lnTo>
                    <a:lnTo>
                      <a:pt x="68" y="167"/>
                    </a:lnTo>
                    <a:lnTo>
                      <a:pt x="68" y="166"/>
                    </a:lnTo>
                    <a:lnTo>
                      <a:pt x="67" y="165"/>
                    </a:lnTo>
                    <a:lnTo>
                      <a:pt x="68" y="162"/>
                    </a:lnTo>
                    <a:lnTo>
                      <a:pt x="69" y="161"/>
                    </a:lnTo>
                    <a:lnTo>
                      <a:pt x="68" y="160"/>
                    </a:lnTo>
                    <a:lnTo>
                      <a:pt x="67" y="157"/>
                    </a:lnTo>
                    <a:lnTo>
                      <a:pt x="65" y="155"/>
                    </a:lnTo>
                    <a:lnTo>
                      <a:pt x="66" y="154"/>
                    </a:lnTo>
                    <a:lnTo>
                      <a:pt x="68" y="153"/>
                    </a:lnTo>
                    <a:lnTo>
                      <a:pt x="70" y="152"/>
                    </a:lnTo>
                    <a:lnTo>
                      <a:pt x="71" y="150"/>
                    </a:lnTo>
                    <a:lnTo>
                      <a:pt x="71" y="147"/>
                    </a:lnTo>
                    <a:lnTo>
                      <a:pt x="67" y="145"/>
                    </a:lnTo>
                    <a:lnTo>
                      <a:pt x="66" y="143"/>
                    </a:lnTo>
                    <a:lnTo>
                      <a:pt x="65" y="141"/>
                    </a:lnTo>
                    <a:lnTo>
                      <a:pt x="65" y="138"/>
                    </a:lnTo>
                    <a:lnTo>
                      <a:pt x="66" y="136"/>
                    </a:lnTo>
                    <a:lnTo>
                      <a:pt x="65" y="134"/>
                    </a:lnTo>
                    <a:lnTo>
                      <a:pt x="64" y="134"/>
                    </a:lnTo>
                    <a:lnTo>
                      <a:pt x="64" y="132"/>
                    </a:lnTo>
                    <a:lnTo>
                      <a:pt x="65" y="131"/>
                    </a:lnTo>
                    <a:lnTo>
                      <a:pt x="65" y="130"/>
                    </a:lnTo>
                    <a:lnTo>
                      <a:pt x="65" y="129"/>
                    </a:lnTo>
                    <a:lnTo>
                      <a:pt x="65" y="127"/>
                    </a:lnTo>
                    <a:lnTo>
                      <a:pt x="66" y="126"/>
                    </a:lnTo>
                    <a:lnTo>
                      <a:pt x="67" y="125"/>
                    </a:lnTo>
                    <a:lnTo>
                      <a:pt x="66" y="124"/>
                    </a:lnTo>
                    <a:lnTo>
                      <a:pt x="65" y="123"/>
                    </a:lnTo>
                    <a:lnTo>
                      <a:pt x="64" y="120"/>
                    </a:lnTo>
                    <a:lnTo>
                      <a:pt x="65" y="118"/>
                    </a:lnTo>
                    <a:lnTo>
                      <a:pt x="66" y="116"/>
                    </a:lnTo>
                    <a:lnTo>
                      <a:pt x="68" y="114"/>
                    </a:lnTo>
                    <a:lnTo>
                      <a:pt x="70" y="113"/>
                    </a:lnTo>
                    <a:lnTo>
                      <a:pt x="73" y="111"/>
                    </a:lnTo>
                    <a:lnTo>
                      <a:pt x="77" y="111"/>
                    </a:lnTo>
                    <a:lnTo>
                      <a:pt x="80" y="111"/>
                    </a:lnTo>
                    <a:lnTo>
                      <a:pt x="82" y="111"/>
                    </a:lnTo>
                    <a:lnTo>
                      <a:pt x="84" y="110"/>
                    </a:lnTo>
                    <a:lnTo>
                      <a:pt x="84" y="108"/>
                    </a:lnTo>
                    <a:lnTo>
                      <a:pt x="84" y="106"/>
                    </a:lnTo>
                    <a:lnTo>
                      <a:pt x="83" y="105"/>
                    </a:lnTo>
                    <a:lnTo>
                      <a:pt x="81" y="103"/>
                    </a:lnTo>
                    <a:lnTo>
                      <a:pt x="80" y="102"/>
                    </a:lnTo>
                    <a:lnTo>
                      <a:pt x="82" y="100"/>
                    </a:lnTo>
                    <a:lnTo>
                      <a:pt x="84" y="98"/>
                    </a:lnTo>
                    <a:lnTo>
                      <a:pt x="86" y="95"/>
                    </a:lnTo>
                    <a:lnTo>
                      <a:pt x="87" y="94"/>
                    </a:lnTo>
                    <a:lnTo>
                      <a:pt x="88" y="88"/>
                    </a:lnTo>
                    <a:lnTo>
                      <a:pt x="88" y="84"/>
                    </a:lnTo>
                    <a:lnTo>
                      <a:pt x="88" y="82"/>
                    </a:lnTo>
                    <a:lnTo>
                      <a:pt x="88" y="80"/>
                    </a:lnTo>
                    <a:lnTo>
                      <a:pt x="89" y="80"/>
                    </a:lnTo>
                    <a:lnTo>
                      <a:pt x="91" y="80"/>
                    </a:lnTo>
                    <a:lnTo>
                      <a:pt x="93" y="79"/>
                    </a:lnTo>
                    <a:lnTo>
                      <a:pt x="94" y="78"/>
                    </a:lnTo>
                    <a:lnTo>
                      <a:pt x="95" y="77"/>
                    </a:lnTo>
                    <a:lnTo>
                      <a:pt x="95" y="75"/>
                    </a:lnTo>
                    <a:lnTo>
                      <a:pt x="96" y="73"/>
                    </a:lnTo>
                    <a:lnTo>
                      <a:pt x="98" y="71"/>
                    </a:lnTo>
                    <a:lnTo>
                      <a:pt x="100" y="69"/>
                    </a:lnTo>
                    <a:lnTo>
                      <a:pt x="101" y="68"/>
                    </a:lnTo>
                    <a:lnTo>
                      <a:pt x="104" y="66"/>
                    </a:lnTo>
                    <a:lnTo>
                      <a:pt x="105" y="65"/>
                    </a:lnTo>
                    <a:lnTo>
                      <a:pt x="105" y="64"/>
                    </a:lnTo>
                    <a:lnTo>
                      <a:pt x="105" y="63"/>
                    </a:lnTo>
                    <a:lnTo>
                      <a:pt x="104" y="61"/>
                    </a:lnTo>
                    <a:lnTo>
                      <a:pt x="103" y="60"/>
                    </a:lnTo>
                    <a:lnTo>
                      <a:pt x="103" y="59"/>
                    </a:lnTo>
                    <a:lnTo>
                      <a:pt x="106" y="57"/>
                    </a:lnTo>
                    <a:lnTo>
                      <a:pt x="107" y="56"/>
                    </a:lnTo>
                    <a:lnTo>
                      <a:pt x="107" y="54"/>
                    </a:lnTo>
                    <a:lnTo>
                      <a:pt x="108" y="52"/>
                    </a:lnTo>
                    <a:lnTo>
                      <a:pt x="109" y="51"/>
                    </a:lnTo>
                    <a:lnTo>
                      <a:pt x="111" y="50"/>
                    </a:lnTo>
                    <a:lnTo>
                      <a:pt x="112" y="49"/>
                    </a:lnTo>
                    <a:lnTo>
                      <a:pt x="114" y="49"/>
                    </a:lnTo>
                    <a:lnTo>
                      <a:pt x="116" y="49"/>
                    </a:lnTo>
                    <a:lnTo>
                      <a:pt x="118" y="51"/>
                    </a:lnTo>
                    <a:lnTo>
                      <a:pt x="119" y="51"/>
                    </a:lnTo>
                    <a:lnTo>
                      <a:pt x="120" y="49"/>
                    </a:lnTo>
                    <a:lnTo>
                      <a:pt x="121" y="47"/>
                    </a:lnTo>
                    <a:lnTo>
                      <a:pt x="121" y="46"/>
                    </a:lnTo>
                    <a:lnTo>
                      <a:pt x="121" y="45"/>
                    </a:lnTo>
                    <a:lnTo>
                      <a:pt x="121" y="43"/>
                    </a:lnTo>
                    <a:lnTo>
                      <a:pt x="122" y="42"/>
                    </a:lnTo>
                    <a:lnTo>
                      <a:pt x="123" y="42"/>
                    </a:lnTo>
                    <a:lnTo>
                      <a:pt x="124" y="42"/>
                    </a:lnTo>
                    <a:lnTo>
                      <a:pt x="126" y="42"/>
                    </a:lnTo>
                    <a:lnTo>
                      <a:pt x="128" y="42"/>
                    </a:lnTo>
                    <a:lnTo>
                      <a:pt x="130" y="42"/>
                    </a:lnTo>
                    <a:lnTo>
                      <a:pt x="131" y="42"/>
                    </a:lnTo>
                    <a:lnTo>
                      <a:pt x="133" y="43"/>
                    </a:lnTo>
                    <a:lnTo>
                      <a:pt x="134" y="43"/>
                    </a:lnTo>
                    <a:lnTo>
                      <a:pt x="136" y="43"/>
                    </a:lnTo>
                    <a:lnTo>
                      <a:pt x="137" y="44"/>
                    </a:lnTo>
                    <a:lnTo>
                      <a:pt x="138" y="43"/>
                    </a:lnTo>
                    <a:lnTo>
                      <a:pt x="139" y="43"/>
                    </a:lnTo>
                    <a:lnTo>
                      <a:pt x="139" y="42"/>
                    </a:lnTo>
                    <a:lnTo>
                      <a:pt x="138" y="42"/>
                    </a:lnTo>
                    <a:lnTo>
                      <a:pt x="138" y="40"/>
                    </a:lnTo>
                    <a:lnTo>
                      <a:pt x="139" y="39"/>
                    </a:lnTo>
                    <a:lnTo>
                      <a:pt x="139" y="38"/>
                    </a:lnTo>
                    <a:lnTo>
                      <a:pt x="140" y="37"/>
                    </a:lnTo>
                    <a:lnTo>
                      <a:pt x="140" y="36"/>
                    </a:lnTo>
                    <a:lnTo>
                      <a:pt x="140" y="35"/>
                    </a:lnTo>
                    <a:lnTo>
                      <a:pt x="139" y="34"/>
                    </a:lnTo>
                    <a:lnTo>
                      <a:pt x="139" y="33"/>
                    </a:lnTo>
                    <a:lnTo>
                      <a:pt x="140" y="33"/>
                    </a:lnTo>
                    <a:lnTo>
                      <a:pt x="141" y="33"/>
                    </a:lnTo>
                    <a:lnTo>
                      <a:pt x="142" y="33"/>
                    </a:lnTo>
                    <a:lnTo>
                      <a:pt x="143" y="33"/>
                    </a:lnTo>
                    <a:lnTo>
                      <a:pt x="144" y="33"/>
                    </a:lnTo>
                    <a:lnTo>
                      <a:pt x="144" y="32"/>
                    </a:lnTo>
                    <a:lnTo>
                      <a:pt x="146" y="32"/>
                    </a:lnTo>
                    <a:lnTo>
                      <a:pt x="147" y="32"/>
                    </a:lnTo>
                    <a:lnTo>
                      <a:pt x="149" y="32"/>
                    </a:lnTo>
                    <a:lnTo>
                      <a:pt x="148" y="31"/>
                    </a:lnTo>
                    <a:lnTo>
                      <a:pt x="148" y="30"/>
                    </a:lnTo>
                    <a:lnTo>
                      <a:pt x="150" y="29"/>
                    </a:lnTo>
                    <a:lnTo>
                      <a:pt x="152" y="29"/>
                    </a:lnTo>
                    <a:lnTo>
                      <a:pt x="155" y="31"/>
                    </a:lnTo>
                    <a:lnTo>
                      <a:pt x="156" y="32"/>
                    </a:lnTo>
                    <a:lnTo>
                      <a:pt x="158" y="34"/>
                    </a:lnTo>
                    <a:lnTo>
                      <a:pt x="160" y="35"/>
                    </a:lnTo>
                    <a:lnTo>
                      <a:pt x="160" y="37"/>
                    </a:lnTo>
                    <a:lnTo>
                      <a:pt x="161" y="38"/>
                    </a:lnTo>
                    <a:lnTo>
                      <a:pt x="163" y="38"/>
                    </a:lnTo>
                    <a:lnTo>
                      <a:pt x="166" y="39"/>
                    </a:lnTo>
                    <a:lnTo>
                      <a:pt x="168" y="39"/>
                    </a:lnTo>
                    <a:lnTo>
                      <a:pt x="170" y="39"/>
                    </a:lnTo>
                    <a:lnTo>
                      <a:pt x="171" y="39"/>
                    </a:lnTo>
                    <a:lnTo>
                      <a:pt x="173" y="38"/>
                    </a:lnTo>
                    <a:lnTo>
                      <a:pt x="174" y="37"/>
                    </a:lnTo>
                    <a:lnTo>
                      <a:pt x="176" y="36"/>
                    </a:lnTo>
                    <a:lnTo>
                      <a:pt x="177" y="37"/>
                    </a:lnTo>
                    <a:lnTo>
                      <a:pt x="179" y="38"/>
                    </a:lnTo>
                    <a:lnTo>
                      <a:pt x="179" y="39"/>
                    </a:lnTo>
                    <a:lnTo>
                      <a:pt x="181" y="40"/>
                    </a:lnTo>
                    <a:lnTo>
                      <a:pt x="184" y="39"/>
                    </a:lnTo>
                    <a:lnTo>
                      <a:pt x="186" y="38"/>
                    </a:lnTo>
                    <a:lnTo>
                      <a:pt x="187" y="36"/>
                    </a:lnTo>
                    <a:lnTo>
                      <a:pt x="189" y="35"/>
                    </a:lnTo>
                    <a:lnTo>
                      <a:pt x="192" y="34"/>
                    </a:lnTo>
                    <a:lnTo>
                      <a:pt x="192" y="33"/>
                    </a:lnTo>
                    <a:lnTo>
                      <a:pt x="192" y="32"/>
                    </a:lnTo>
                    <a:lnTo>
                      <a:pt x="192" y="31"/>
                    </a:lnTo>
                    <a:lnTo>
                      <a:pt x="192" y="29"/>
                    </a:lnTo>
                    <a:lnTo>
                      <a:pt x="192" y="28"/>
                    </a:lnTo>
                    <a:lnTo>
                      <a:pt x="192" y="26"/>
                    </a:lnTo>
                    <a:lnTo>
                      <a:pt x="192" y="25"/>
                    </a:lnTo>
                    <a:lnTo>
                      <a:pt x="193" y="23"/>
                    </a:lnTo>
                    <a:lnTo>
                      <a:pt x="194" y="21"/>
                    </a:lnTo>
                    <a:lnTo>
                      <a:pt x="196" y="20"/>
                    </a:lnTo>
                    <a:lnTo>
                      <a:pt x="198" y="19"/>
                    </a:lnTo>
                    <a:lnTo>
                      <a:pt x="200" y="19"/>
                    </a:lnTo>
                    <a:lnTo>
                      <a:pt x="203" y="19"/>
                    </a:lnTo>
                    <a:lnTo>
                      <a:pt x="205" y="19"/>
                    </a:lnTo>
                    <a:lnTo>
                      <a:pt x="207" y="18"/>
                    </a:lnTo>
                    <a:lnTo>
                      <a:pt x="209" y="17"/>
                    </a:lnTo>
                    <a:lnTo>
                      <a:pt x="211" y="17"/>
                    </a:lnTo>
                    <a:lnTo>
                      <a:pt x="213" y="17"/>
                    </a:lnTo>
                    <a:lnTo>
                      <a:pt x="214" y="17"/>
                    </a:lnTo>
                    <a:lnTo>
                      <a:pt x="215" y="18"/>
                    </a:lnTo>
                    <a:lnTo>
                      <a:pt x="216" y="19"/>
                    </a:lnTo>
                    <a:lnTo>
                      <a:pt x="217" y="20"/>
                    </a:lnTo>
                    <a:lnTo>
                      <a:pt x="219" y="21"/>
                    </a:lnTo>
                    <a:lnTo>
                      <a:pt x="220" y="21"/>
                    </a:lnTo>
                    <a:lnTo>
                      <a:pt x="222" y="22"/>
                    </a:lnTo>
                    <a:lnTo>
                      <a:pt x="223" y="23"/>
                    </a:lnTo>
                    <a:lnTo>
                      <a:pt x="224" y="24"/>
                    </a:lnTo>
                    <a:lnTo>
                      <a:pt x="225" y="26"/>
                    </a:lnTo>
                    <a:lnTo>
                      <a:pt x="225" y="27"/>
                    </a:lnTo>
                    <a:lnTo>
                      <a:pt x="225" y="28"/>
                    </a:lnTo>
                    <a:lnTo>
                      <a:pt x="224" y="28"/>
                    </a:lnTo>
                    <a:lnTo>
                      <a:pt x="223" y="29"/>
                    </a:lnTo>
                    <a:lnTo>
                      <a:pt x="221" y="30"/>
                    </a:lnTo>
                    <a:lnTo>
                      <a:pt x="221" y="31"/>
                    </a:lnTo>
                    <a:lnTo>
                      <a:pt x="221" y="32"/>
                    </a:lnTo>
                    <a:lnTo>
                      <a:pt x="223" y="33"/>
                    </a:lnTo>
                    <a:lnTo>
                      <a:pt x="224" y="33"/>
                    </a:lnTo>
                    <a:lnTo>
                      <a:pt x="224" y="32"/>
                    </a:lnTo>
                    <a:lnTo>
                      <a:pt x="225" y="32"/>
                    </a:lnTo>
                    <a:lnTo>
                      <a:pt x="225" y="31"/>
                    </a:lnTo>
                    <a:lnTo>
                      <a:pt x="225" y="30"/>
                    </a:lnTo>
                    <a:lnTo>
                      <a:pt x="226" y="30"/>
                    </a:lnTo>
                    <a:lnTo>
                      <a:pt x="227" y="30"/>
                    </a:lnTo>
                    <a:lnTo>
                      <a:pt x="227" y="29"/>
                    </a:lnTo>
                    <a:lnTo>
                      <a:pt x="228" y="29"/>
                    </a:lnTo>
                    <a:lnTo>
                      <a:pt x="229" y="29"/>
                    </a:lnTo>
                    <a:lnTo>
                      <a:pt x="230" y="28"/>
                    </a:lnTo>
                    <a:lnTo>
                      <a:pt x="231" y="28"/>
                    </a:lnTo>
                    <a:lnTo>
                      <a:pt x="232" y="28"/>
                    </a:lnTo>
                    <a:lnTo>
                      <a:pt x="232" y="27"/>
                    </a:lnTo>
                    <a:lnTo>
                      <a:pt x="232" y="26"/>
                    </a:lnTo>
                    <a:lnTo>
                      <a:pt x="232" y="25"/>
                    </a:lnTo>
                    <a:lnTo>
                      <a:pt x="233" y="25"/>
                    </a:lnTo>
                    <a:lnTo>
                      <a:pt x="233" y="24"/>
                    </a:lnTo>
                    <a:lnTo>
                      <a:pt x="234" y="24"/>
                    </a:lnTo>
                    <a:lnTo>
                      <a:pt x="234" y="25"/>
                    </a:lnTo>
                    <a:lnTo>
                      <a:pt x="235" y="25"/>
                    </a:lnTo>
                    <a:lnTo>
                      <a:pt x="236" y="25"/>
                    </a:lnTo>
                    <a:lnTo>
                      <a:pt x="236" y="26"/>
                    </a:lnTo>
                    <a:lnTo>
                      <a:pt x="237" y="26"/>
                    </a:lnTo>
                    <a:lnTo>
                      <a:pt x="238" y="26"/>
                    </a:lnTo>
                    <a:lnTo>
                      <a:pt x="238" y="25"/>
                    </a:lnTo>
                    <a:lnTo>
                      <a:pt x="239" y="25"/>
                    </a:lnTo>
                    <a:lnTo>
                      <a:pt x="239" y="24"/>
                    </a:lnTo>
                    <a:lnTo>
                      <a:pt x="240" y="24"/>
                    </a:lnTo>
                    <a:lnTo>
                      <a:pt x="240" y="23"/>
                    </a:lnTo>
                    <a:lnTo>
                      <a:pt x="240" y="22"/>
                    </a:lnTo>
                    <a:lnTo>
                      <a:pt x="239" y="22"/>
                    </a:lnTo>
                    <a:lnTo>
                      <a:pt x="237" y="22"/>
                    </a:lnTo>
                    <a:lnTo>
                      <a:pt x="237" y="21"/>
                    </a:lnTo>
                    <a:lnTo>
                      <a:pt x="236" y="21"/>
                    </a:lnTo>
                    <a:lnTo>
                      <a:pt x="235" y="22"/>
                    </a:lnTo>
                    <a:lnTo>
                      <a:pt x="235" y="24"/>
                    </a:lnTo>
                    <a:lnTo>
                      <a:pt x="234" y="24"/>
                    </a:lnTo>
                    <a:lnTo>
                      <a:pt x="234" y="23"/>
                    </a:lnTo>
                    <a:lnTo>
                      <a:pt x="233" y="23"/>
                    </a:lnTo>
                    <a:lnTo>
                      <a:pt x="232" y="22"/>
                    </a:lnTo>
                    <a:lnTo>
                      <a:pt x="232" y="23"/>
                    </a:lnTo>
                    <a:lnTo>
                      <a:pt x="232" y="24"/>
                    </a:lnTo>
                    <a:lnTo>
                      <a:pt x="231" y="23"/>
                    </a:lnTo>
                    <a:lnTo>
                      <a:pt x="230" y="23"/>
                    </a:lnTo>
                    <a:lnTo>
                      <a:pt x="229" y="23"/>
                    </a:lnTo>
                    <a:lnTo>
                      <a:pt x="227" y="24"/>
                    </a:lnTo>
                    <a:lnTo>
                      <a:pt x="228" y="22"/>
                    </a:lnTo>
                    <a:lnTo>
                      <a:pt x="229" y="22"/>
                    </a:lnTo>
                    <a:lnTo>
                      <a:pt x="230" y="21"/>
                    </a:lnTo>
                    <a:lnTo>
                      <a:pt x="231" y="21"/>
                    </a:lnTo>
                    <a:lnTo>
                      <a:pt x="230" y="20"/>
                    </a:lnTo>
                    <a:lnTo>
                      <a:pt x="229" y="20"/>
                    </a:lnTo>
                    <a:lnTo>
                      <a:pt x="226" y="20"/>
                    </a:lnTo>
                    <a:lnTo>
                      <a:pt x="227" y="19"/>
                    </a:lnTo>
                    <a:lnTo>
                      <a:pt x="226" y="19"/>
                    </a:lnTo>
                    <a:lnTo>
                      <a:pt x="223" y="18"/>
                    </a:lnTo>
                    <a:lnTo>
                      <a:pt x="222" y="17"/>
                    </a:lnTo>
                    <a:lnTo>
                      <a:pt x="219" y="16"/>
                    </a:lnTo>
                    <a:lnTo>
                      <a:pt x="219" y="15"/>
                    </a:lnTo>
                    <a:lnTo>
                      <a:pt x="221" y="15"/>
                    </a:lnTo>
                    <a:lnTo>
                      <a:pt x="223" y="16"/>
                    </a:lnTo>
                    <a:lnTo>
                      <a:pt x="224" y="16"/>
                    </a:lnTo>
                    <a:lnTo>
                      <a:pt x="225" y="16"/>
                    </a:lnTo>
                    <a:lnTo>
                      <a:pt x="227" y="16"/>
                    </a:lnTo>
                    <a:lnTo>
                      <a:pt x="229" y="17"/>
                    </a:lnTo>
                    <a:lnTo>
                      <a:pt x="231" y="17"/>
                    </a:lnTo>
                    <a:lnTo>
                      <a:pt x="233" y="16"/>
                    </a:lnTo>
                    <a:lnTo>
                      <a:pt x="235" y="15"/>
                    </a:lnTo>
                    <a:lnTo>
                      <a:pt x="236" y="14"/>
                    </a:lnTo>
                    <a:lnTo>
                      <a:pt x="237" y="14"/>
                    </a:lnTo>
                    <a:lnTo>
                      <a:pt x="239" y="13"/>
                    </a:lnTo>
                    <a:lnTo>
                      <a:pt x="241" y="12"/>
                    </a:lnTo>
                    <a:lnTo>
                      <a:pt x="240" y="11"/>
                    </a:lnTo>
                    <a:lnTo>
                      <a:pt x="238" y="10"/>
                    </a:lnTo>
                    <a:lnTo>
                      <a:pt x="237" y="10"/>
                    </a:lnTo>
                    <a:lnTo>
                      <a:pt x="237" y="9"/>
                    </a:lnTo>
                    <a:lnTo>
                      <a:pt x="234" y="9"/>
                    </a:lnTo>
                    <a:lnTo>
                      <a:pt x="233" y="9"/>
                    </a:lnTo>
                    <a:lnTo>
                      <a:pt x="234" y="8"/>
                    </a:lnTo>
                    <a:lnTo>
                      <a:pt x="233" y="7"/>
                    </a:lnTo>
                    <a:lnTo>
                      <a:pt x="232" y="7"/>
                    </a:lnTo>
                    <a:lnTo>
                      <a:pt x="231" y="6"/>
                    </a:lnTo>
                    <a:lnTo>
                      <a:pt x="230" y="7"/>
                    </a:lnTo>
                    <a:lnTo>
                      <a:pt x="228" y="7"/>
                    </a:lnTo>
                    <a:lnTo>
                      <a:pt x="228" y="6"/>
                    </a:lnTo>
                    <a:lnTo>
                      <a:pt x="226" y="7"/>
                    </a:lnTo>
                    <a:lnTo>
                      <a:pt x="225" y="7"/>
                    </a:lnTo>
                    <a:lnTo>
                      <a:pt x="224" y="7"/>
                    </a:lnTo>
                    <a:lnTo>
                      <a:pt x="224" y="6"/>
                    </a:lnTo>
                    <a:lnTo>
                      <a:pt x="225" y="6"/>
                    </a:lnTo>
                    <a:lnTo>
                      <a:pt x="224" y="5"/>
                    </a:lnTo>
                    <a:lnTo>
                      <a:pt x="224" y="4"/>
                    </a:lnTo>
                    <a:lnTo>
                      <a:pt x="223" y="4"/>
                    </a:lnTo>
                    <a:lnTo>
                      <a:pt x="222" y="4"/>
                    </a:lnTo>
                    <a:lnTo>
                      <a:pt x="221" y="4"/>
                    </a:lnTo>
                    <a:lnTo>
                      <a:pt x="219" y="4"/>
                    </a:lnTo>
                    <a:lnTo>
                      <a:pt x="218" y="5"/>
                    </a:lnTo>
                    <a:lnTo>
                      <a:pt x="218" y="7"/>
                    </a:lnTo>
                    <a:lnTo>
                      <a:pt x="217" y="9"/>
                    </a:lnTo>
                    <a:lnTo>
                      <a:pt x="218" y="10"/>
                    </a:lnTo>
                    <a:lnTo>
                      <a:pt x="216" y="11"/>
                    </a:lnTo>
                    <a:lnTo>
                      <a:pt x="215" y="11"/>
                    </a:lnTo>
                    <a:lnTo>
                      <a:pt x="214" y="10"/>
                    </a:lnTo>
                    <a:lnTo>
                      <a:pt x="213" y="10"/>
                    </a:lnTo>
                    <a:lnTo>
                      <a:pt x="212" y="10"/>
                    </a:lnTo>
                    <a:lnTo>
                      <a:pt x="214" y="9"/>
                    </a:lnTo>
                    <a:lnTo>
                      <a:pt x="215" y="8"/>
                    </a:lnTo>
                    <a:lnTo>
                      <a:pt x="214" y="7"/>
                    </a:lnTo>
                    <a:lnTo>
                      <a:pt x="212" y="8"/>
                    </a:lnTo>
                    <a:lnTo>
                      <a:pt x="210" y="8"/>
                    </a:lnTo>
                    <a:lnTo>
                      <a:pt x="213" y="6"/>
                    </a:lnTo>
                    <a:lnTo>
                      <a:pt x="211" y="5"/>
                    </a:lnTo>
                    <a:lnTo>
                      <a:pt x="212" y="4"/>
                    </a:lnTo>
                    <a:lnTo>
                      <a:pt x="215" y="5"/>
                    </a:lnTo>
                    <a:lnTo>
                      <a:pt x="217" y="3"/>
                    </a:lnTo>
                    <a:lnTo>
                      <a:pt x="217" y="2"/>
                    </a:lnTo>
                    <a:lnTo>
                      <a:pt x="215" y="2"/>
                    </a:lnTo>
                    <a:lnTo>
                      <a:pt x="215" y="1"/>
                    </a:lnTo>
                    <a:lnTo>
                      <a:pt x="214" y="0"/>
                    </a:lnTo>
                    <a:lnTo>
                      <a:pt x="213" y="0"/>
                    </a:lnTo>
                    <a:lnTo>
                      <a:pt x="211" y="1"/>
                    </a:lnTo>
                    <a:lnTo>
                      <a:pt x="210" y="0"/>
                    </a:lnTo>
                    <a:lnTo>
                      <a:pt x="209" y="0"/>
                    </a:lnTo>
                    <a:lnTo>
                      <a:pt x="208" y="2"/>
                    </a:lnTo>
                    <a:lnTo>
                      <a:pt x="208" y="3"/>
                    </a:lnTo>
                    <a:lnTo>
                      <a:pt x="207" y="5"/>
                    </a:lnTo>
                    <a:lnTo>
                      <a:pt x="206" y="6"/>
                    </a:lnTo>
                    <a:lnTo>
                      <a:pt x="205" y="7"/>
                    </a:lnTo>
                    <a:lnTo>
                      <a:pt x="205" y="8"/>
                    </a:lnTo>
                    <a:lnTo>
                      <a:pt x="204" y="8"/>
                    </a:lnTo>
                    <a:lnTo>
                      <a:pt x="204" y="9"/>
                    </a:lnTo>
                    <a:lnTo>
                      <a:pt x="204" y="10"/>
                    </a:lnTo>
                    <a:lnTo>
                      <a:pt x="202" y="10"/>
                    </a:lnTo>
                    <a:lnTo>
                      <a:pt x="200" y="11"/>
                    </a:lnTo>
                    <a:lnTo>
                      <a:pt x="199" y="12"/>
                    </a:lnTo>
                    <a:lnTo>
                      <a:pt x="199" y="10"/>
                    </a:lnTo>
                    <a:lnTo>
                      <a:pt x="200" y="8"/>
                    </a:lnTo>
                    <a:lnTo>
                      <a:pt x="199" y="7"/>
                    </a:lnTo>
                    <a:lnTo>
                      <a:pt x="200" y="6"/>
                    </a:lnTo>
                    <a:lnTo>
                      <a:pt x="200" y="5"/>
                    </a:lnTo>
                    <a:lnTo>
                      <a:pt x="200" y="4"/>
                    </a:lnTo>
                    <a:lnTo>
                      <a:pt x="200" y="3"/>
                    </a:lnTo>
                    <a:lnTo>
                      <a:pt x="199" y="2"/>
                    </a:lnTo>
                    <a:lnTo>
                      <a:pt x="198" y="3"/>
                    </a:lnTo>
                    <a:lnTo>
                      <a:pt x="197" y="4"/>
                    </a:lnTo>
                    <a:lnTo>
                      <a:pt x="196" y="5"/>
                    </a:lnTo>
                    <a:lnTo>
                      <a:pt x="194" y="7"/>
                    </a:lnTo>
                    <a:lnTo>
                      <a:pt x="193" y="9"/>
                    </a:lnTo>
                    <a:lnTo>
                      <a:pt x="192" y="9"/>
                    </a:lnTo>
                    <a:lnTo>
                      <a:pt x="191" y="10"/>
                    </a:lnTo>
                    <a:lnTo>
                      <a:pt x="190" y="11"/>
                    </a:lnTo>
                    <a:lnTo>
                      <a:pt x="189" y="12"/>
                    </a:lnTo>
                    <a:lnTo>
                      <a:pt x="188" y="14"/>
                    </a:lnTo>
                    <a:lnTo>
                      <a:pt x="189" y="13"/>
                    </a:lnTo>
                    <a:lnTo>
                      <a:pt x="188" y="15"/>
                    </a:lnTo>
                    <a:lnTo>
                      <a:pt x="187" y="16"/>
                    </a:lnTo>
                    <a:lnTo>
                      <a:pt x="186" y="17"/>
                    </a:lnTo>
                    <a:lnTo>
                      <a:pt x="184" y="17"/>
                    </a:lnTo>
                    <a:lnTo>
                      <a:pt x="184" y="16"/>
                    </a:lnTo>
                    <a:lnTo>
                      <a:pt x="184" y="15"/>
                    </a:lnTo>
                    <a:lnTo>
                      <a:pt x="185" y="14"/>
                    </a:lnTo>
                    <a:lnTo>
                      <a:pt x="186" y="14"/>
                    </a:lnTo>
                    <a:lnTo>
                      <a:pt x="186" y="13"/>
                    </a:lnTo>
                    <a:lnTo>
                      <a:pt x="186" y="12"/>
                    </a:lnTo>
                    <a:lnTo>
                      <a:pt x="186" y="11"/>
                    </a:lnTo>
                    <a:lnTo>
                      <a:pt x="186" y="10"/>
                    </a:lnTo>
                    <a:lnTo>
                      <a:pt x="187" y="10"/>
                    </a:lnTo>
                    <a:lnTo>
                      <a:pt x="187" y="9"/>
                    </a:lnTo>
                    <a:lnTo>
                      <a:pt x="189" y="7"/>
                    </a:lnTo>
                    <a:lnTo>
                      <a:pt x="190" y="6"/>
                    </a:lnTo>
                    <a:lnTo>
                      <a:pt x="191" y="6"/>
                    </a:lnTo>
                    <a:lnTo>
                      <a:pt x="192" y="4"/>
                    </a:lnTo>
                    <a:lnTo>
                      <a:pt x="191" y="4"/>
                    </a:lnTo>
                    <a:lnTo>
                      <a:pt x="191" y="3"/>
                    </a:lnTo>
                    <a:lnTo>
                      <a:pt x="189" y="4"/>
                    </a:lnTo>
                    <a:lnTo>
                      <a:pt x="188" y="5"/>
                    </a:lnTo>
                    <a:lnTo>
                      <a:pt x="187" y="5"/>
                    </a:lnTo>
                    <a:lnTo>
                      <a:pt x="186" y="4"/>
                    </a:lnTo>
                    <a:lnTo>
                      <a:pt x="185" y="3"/>
                    </a:lnTo>
                    <a:lnTo>
                      <a:pt x="185" y="2"/>
                    </a:lnTo>
                    <a:lnTo>
                      <a:pt x="184" y="2"/>
                    </a:lnTo>
                    <a:lnTo>
                      <a:pt x="183" y="3"/>
                    </a:lnTo>
                    <a:lnTo>
                      <a:pt x="182" y="2"/>
                    </a:lnTo>
                    <a:lnTo>
                      <a:pt x="181" y="2"/>
                    </a:lnTo>
                    <a:lnTo>
                      <a:pt x="181" y="4"/>
                    </a:lnTo>
                    <a:lnTo>
                      <a:pt x="181" y="5"/>
                    </a:lnTo>
                    <a:lnTo>
                      <a:pt x="179" y="4"/>
                    </a:lnTo>
                    <a:lnTo>
                      <a:pt x="178" y="4"/>
                    </a:lnTo>
                    <a:lnTo>
                      <a:pt x="179" y="6"/>
                    </a:lnTo>
                    <a:lnTo>
                      <a:pt x="181" y="7"/>
                    </a:lnTo>
                    <a:lnTo>
                      <a:pt x="179" y="8"/>
                    </a:lnTo>
                    <a:lnTo>
                      <a:pt x="178" y="9"/>
                    </a:lnTo>
                    <a:lnTo>
                      <a:pt x="178" y="10"/>
                    </a:lnTo>
                    <a:lnTo>
                      <a:pt x="177" y="10"/>
                    </a:lnTo>
                    <a:lnTo>
                      <a:pt x="174" y="10"/>
                    </a:lnTo>
                    <a:lnTo>
                      <a:pt x="172" y="12"/>
                    </a:lnTo>
                    <a:lnTo>
                      <a:pt x="171" y="13"/>
                    </a:lnTo>
                    <a:lnTo>
                      <a:pt x="170" y="14"/>
                    </a:lnTo>
                    <a:lnTo>
                      <a:pt x="169" y="14"/>
                    </a:lnTo>
                    <a:lnTo>
                      <a:pt x="169" y="15"/>
                    </a:lnTo>
                    <a:lnTo>
                      <a:pt x="169" y="16"/>
                    </a:lnTo>
                    <a:lnTo>
                      <a:pt x="169" y="17"/>
                    </a:lnTo>
                    <a:lnTo>
                      <a:pt x="168" y="19"/>
                    </a:lnTo>
                    <a:lnTo>
                      <a:pt x="167" y="19"/>
                    </a:lnTo>
                    <a:lnTo>
                      <a:pt x="166" y="18"/>
                    </a:lnTo>
                    <a:lnTo>
                      <a:pt x="166" y="17"/>
                    </a:lnTo>
                    <a:lnTo>
                      <a:pt x="167" y="17"/>
                    </a:lnTo>
                    <a:lnTo>
                      <a:pt x="165" y="16"/>
                    </a:lnTo>
                    <a:lnTo>
                      <a:pt x="166" y="15"/>
                    </a:lnTo>
                    <a:lnTo>
                      <a:pt x="164" y="15"/>
                    </a:lnTo>
                    <a:lnTo>
                      <a:pt x="162" y="15"/>
                    </a:lnTo>
                    <a:lnTo>
                      <a:pt x="161" y="15"/>
                    </a:lnTo>
                    <a:lnTo>
                      <a:pt x="161" y="16"/>
                    </a:lnTo>
                    <a:lnTo>
                      <a:pt x="160" y="16"/>
                    </a:lnTo>
                    <a:lnTo>
                      <a:pt x="159" y="16"/>
                    </a:lnTo>
                    <a:lnTo>
                      <a:pt x="159" y="15"/>
                    </a:lnTo>
                    <a:lnTo>
                      <a:pt x="159" y="14"/>
                    </a:lnTo>
                    <a:lnTo>
                      <a:pt x="158" y="14"/>
                    </a:lnTo>
                    <a:lnTo>
                      <a:pt x="158" y="13"/>
                    </a:lnTo>
                    <a:lnTo>
                      <a:pt x="156" y="14"/>
                    </a:lnTo>
                    <a:lnTo>
                      <a:pt x="156" y="13"/>
                    </a:lnTo>
                    <a:lnTo>
                      <a:pt x="155" y="14"/>
                    </a:lnTo>
                    <a:lnTo>
                      <a:pt x="155" y="16"/>
                    </a:lnTo>
                    <a:lnTo>
                      <a:pt x="154" y="15"/>
                    </a:lnTo>
                    <a:lnTo>
                      <a:pt x="153" y="13"/>
                    </a:lnTo>
                    <a:lnTo>
                      <a:pt x="153" y="15"/>
                    </a:lnTo>
                    <a:lnTo>
                      <a:pt x="153" y="16"/>
                    </a:lnTo>
                    <a:lnTo>
                      <a:pt x="154" y="16"/>
                    </a:lnTo>
                    <a:lnTo>
                      <a:pt x="156" y="17"/>
                    </a:lnTo>
                    <a:lnTo>
                      <a:pt x="157" y="17"/>
                    </a:lnTo>
                    <a:lnTo>
                      <a:pt x="157" y="18"/>
                    </a:lnTo>
                    <a:lnTo>
                      <a:pt x="156" y="19"/>
                    </a:lnTo>
                    <a:lnTo>
                      <a:pt x="156" y="20"/>
                    </a:lnTo>
                    <a:lnTo>
                      <a:pt x="157" y="21"/>
                    </a:lnTo>
                    <a:lnTo>
                      <a:pt x="157" y="23"/>
                    </a:lnTo>
                    <a:lnTo>
                      <a:pt x="156" y="22"/>
                    </a:lnTo>
                    <a:lnTo>
                      <a:pt x="154" y="20"/>
                    </a:lnTo>
                    <a:lnTo>
                      <a:pt x="153" y="19"/>
                    </a:lnTo>
                    <a:lnTo>
                      <a:pt x="151" y="18"/>
                    </a:lnTo>
                    <a:lnTo>
                      <a:pt x="150" y="18"/>
                    </a:lnTo>
                    <a:lnTo>
                      <a:pt x="151" y="20"/>
                    </a:lnTo>
                    <a:lnTo>
                      <a:pt x="150" y="20"/>
                    </a:lnTo>
                    <a:lnTo>
                      <a:pt x="149" y="21"/>
                    </a:lnTo>
                    <a:lnTo>
                      <a:pt x="148" y="21"/>
                    </a:lnTo>
                    <a:lnTo>
                      <a:pt x="147" y="21"/>
                    </a:lnTo>
                    <a:lnTo>
                      <a:pt x="147" y="20"/>
                    </a:lnTo>
                    <a:lnTo>
                      <a:pt x="148" y="19"/>
                    </a:lnTo>
                    <a:lnTo>
                      <a:pt x="146" y="20"/>
                    </a:lnTo>
                    <a:lnTo>
                      <a:pt x="145" y="21"/>
                    </a:lnTo>
                    <a:lnTo>
                      <a:pt x="145" y="22"/>
                    </a:lnTo>
                    <a:lnTo>
                      <a:pt x="144" y="22"/>
                    </a:lnTo>
                    <a:lnTo>
                      <a:pt x="144" y="24"/>
                    </a:lnTo>
                    <a:lnTo>
                      <a:pt x="143" y="25"/>
                    </a:lnTo>
                    <a:lnTo>
                      <a:pt x="142" y="26"/>
                    </a:lnTo>
                    <a:lnTo>
                      <a:pt x="141" y="28"/>
                    </a:lnTo>
                    <a:lnTo>
                      <a:pt x="139" y="29"/>
                    </a:lnTo>
                    <a:lnTo>
                      <a:pt x="140" y="28"/>
                    </a:lnTo>
                    <a:lnTo>
                      <a:pt x="141" y="27"/>
                    </a:lnTo>
                    <a:lnTo>
                      <a:pt x="141" y="26"/>
                    </a:lnTo>
                    <a:lnTo>
                      <a:pt x="141" y="23"/>
                    </a:lnTo>
                    <a:lnTo>
                      <a:pt x="142" y="21"/>
                    </a:lnTo>
                    <a:lnTo>
                      <a:pt x="141" y="19"/>
                    </a:lnTo>
                    <a:lnTo>
                      <a:pt x="140" y="20"/>
                    </a:lnTo>
                    <a:lnTo>
                      <a:pt x="139" y="20"/>
                    </a:lnTo>
                    <a:lnTo>
                      <a:pt x="138" y="21"/>
                    </a:lnTo>
                    <a:lnTo>
                      <a:pt x="137" y="23"/>
                    </a:lnTo>
                    <a:lnTo>
                      <a:pt x="136" y="25"/>
                    </a:lnTo>
                    <a:lnTo>
                      <a:pt x="135" y="27"/>
                    </a:lnTo>
                    <a:lnTo>
                      <a:pt x="135" y="26"/>
                    </a:lnTo>
                    <a:lnTo>
                      <a:pt x="135" y="24"/>
                    </a:lnTo>
                    <a:lnTo>
                      <a:pt x="135" y="23"/>
                    </a:lnTo>
                    <a:lnTo>
                      <a:pt x="135" y="22"/>
                    </a:lnTo>
                    <a:lnTo>
                      <a:pt x="134" y="22"/>
                    </a:lnTo>
                    <a:lnTo>
                      <a:pt x="132" y="22"/>
                    </a:lnTo>
                    <a:lnTo>
                      <a:pt x="131" y="22"/>
                    </a:lnTo>
                    <a:lnTo>
                      <a:pt x="130" y="23"/>
                    </a:lnTo>
                    <a:lnTo>
                      <a:pt x="129" y="24"/>
                    </a:lnTo>
                    <a:lnTo>
                      <a:pt x="129" y="25"/>
                    </a:lnTo>
                    <a:lnTo>
                      <a:pt x="130" y="26"/>
                    </a:lnTo>
                    <a:lnTo>
                      <a:pt x="131" y="28"/>
                    </a:lnTo>
                    <a:lnTo>
                      <a:pt x="133" y="28"/>
                    </a:lnTo>
                    <a:lnTo>
                      <a:pt x="134" y="30"/>
                    </a:lnTo>
                    <a:lnTo>
                      <a:pt x="134" y="31"/>
                    </a:lnTo>
                    <a:lnTo>
                      <a:pt x="132" y="31"/>
                    </a:lnTo>
                    <a:lnTo>
                      <a:pt x="132" y="30"/>
                    </a:lnTo>
                    <a:lnTo>
                      <a:pt x="131" y="29"/>
                    </a:lnTo>
                    <a:lnTo>
                      <a:pt x="129" y="28"/>
                    </a:lnTo>
                    <a:lnTo>
                      <a:pt x="128" y="27"/>
                    </a:lnTo>
                    <a:lnTo>
                      <a:pt x="126" y="26"/>
                    </a:lnTo>
                    <a:lnTo>
                      <a:pt x="125" y="26"/>
                    </a:lnTo>
                    <a:lnTo>
                      <a:pt x="124" y="26"/>
                    </a:lnTo>
                    <a:lnTo>
                      <a:pt x="125" y="27"/>
                    </a:lnTo>
                    <a:lnTo>
                      <a:pt x="126" y="28"/>
                    </a:lnTo>
                    <a:lnTo>
                      <a:pt x="128" y="29"/>
                    </a:lnTo>
                    <a:lnTo>
                      <a:pt x="127" y="30"/>
                    </a:lnTo>
                    <a:lnTo>
                      <a:pt x="126" y="30"/>
                    </a:lnTo>
                    <a:lnTo>
                      <a:pt x="125" y="29"/>
                    </a:lnTo>
                    <a:lnTo>
                      <a:pt x="124" y="30"/>
                    </a:lnTo>
                    <a:lnTo>
                      <a:pt x="124" y="29"/>
                    </a:lnTo>
                    <a:lnTo>
                      <a:pt x="122" y="29"/>
                    </a:lnTo>
                    <a:lnTo>
                      <a:pt x="123" y="27"/>
                    </a:lnTo>
                    <a:lnTo>
                      <a:pt x="122" y="26"/>
                    </a:lnTo>
                    <a:lnTo>
                      <a:pt x="121" y="27"/>
                    </a:lnTo>
                    <a:lnTo>
                      <a:pt x="121" y="28"/>
                    </a:lnTo>
                    <a:lnTo>
                      <a:pt x="120" y="29"/>
                    </a:lnTo>
                    <a:lnTo>
                      <a:pt x="120" y="30"/>
                    </a:lnTo>
                    <a:lnTo>
                      <a:pt x="120" y="31"/>
                    </a:lnTo>
                    <a:lnTo>
                      <a:pt x="121" y="31"/>
                    </a:lnTo>
                    <a:lnTo>
                      <a:pt x="120" y="32"/>
                    </a:lnTo>
                    <a:lnTo>
                      <a:pt x="119" y="32"/>
                    </a:lnTo>
                    <a:lnTo>
                      <a:pt x="117" y="33"/>
                    </a:lnTo>
                    <a:lnTo>
                      <a:pt x="116" y="33"/>
                    </a:lnTo>
                    <a:lnTo>
                      <a:pt x="116" y="34"/>
                    </a:lnTo>
                    <a:lnTo>
                      <a:pt x="116" y="35"/>
                    </a:lnTo>
                    <a:lnTo>
                      <a:pt x="116" y="36"/>
                    </a:lnTo>
                    <a:lnTo>
                      <a:pt x="117" y="36"/>
                    </a:lnTo>
                    <a:lnTo>
                      <a:pt x="118" y="37"/>
                    </a:lnTo>
                    <a:lnTo>
                      <a:pt x="117" y="36"/>
                    </a:lnTo>
                    <a:lnTo>
                      <a:pt x="117" y="38"/>
                    </a:lnTo>
                    <a:lnTo>
                      <a:pt x="115" y="38"/>
                    </a:lnTo>
                    <a:lnTo>
                      <a:pt x="114" y="38"/>
                    </a:lnTo>
                    <a:lnTo>
                      <a:pt x="115" y="39"/>
                    </a:lnTo>
                    <a:lnTo>
                      <a:pt x="115" y="40"/>
                    </a:lnTo>
                    <a:lnTo>
                      <a:pt x="113" y="39"/>
                    </a:lnTo>
                    <a:lnTo>
                      <a:pt x="112" y="40"/>
                    </a:lnTo>
                    <a:lnTo>
                      <a:pt x="111" y="40"/>
                    </a:lnTo>
                    <a:lnTo>
                      <a:pt x="108" y="40"/>
                    </a:lnTo>
                    <a:lnTo>
                      <a:pt x="107" y="41"/>
                    </a:lnTo>
                    <a:lnTo>
                      <a:pt x="106" y="42"/>
                    </a:lnTo>
                    <a:lnTo>
                      <a:pt x="108" y="43"/>
                    </a:lnTo>
                    <a:lnTo>
                      <a:pt x="110" y="42"/>
                    </a:lnTo>
                    <a:lnTo>
                      <a:pt x="111" y="42"/>
                    </a:lnTo>
                    <a:lnTo>
                      <a:pt x="112" y="42"/>
                    </a:lnTo>
                    <a:lnTo>
                      <a:pt x="113" y="43"/>
                    </a:lnTo>
                    <a:lnTo>
                      <a:pt x="115" y="42"/>
                    </a:lnTo>
                    <a:lnTo>
                      <a:pt x="116" y="42"/>
                    </a:lnTo>
                    <a:lnTo>
                      <a:pt x="116" y="43"/>
                    </a:lnTo>
                    <a:lnTo>
                      <a:pt x="115" y="43"/>
                    </a:lnTo>
                    <a:lnTo>
                      <a:pt x="114" y="44"/>
                    </a:lnTo>
                    <a:lnTo>
                      <a:pt x="113" y="45"/>
                    </a:lnTo>
                    <a:lnTo>
                      <a:pt x="112" y="45"/>
                    </a:lnTo>
                    <a:lnTo>
                      <a:pt x="111" y="44"/>
                    </a:lnTo>
                    <a:lnTo>
                      <a:pt x="109" y="44"/>
                    </a:lnTo>
                    <a:lnTo>
                      <a:pt x="107" y="44"/>
                    </a:lnTo>
                    <a:lnTo>
                      <a:pt x="106" y="44"/>
                    </a:lnTo>
                    <a:lnTo>
                      <a:pt x="104" y="44"/>
                    </a:lnTo>
                    <a:lnTo>
                      <a:pt x="104" y="45"/>
                    </a:lnTo>
                    <a:lnTo>
                      <a:pt x="104" y="46"/>
                    </a:lnTo>
                    <a:lnTo>
                      <a:pt x="105" y="47"/>
                    </a:lnTo>
                    <a:lnTo>
                      <a:pt x="105" y="48"/>
                    </a:lnTo>
                    <a:lnTo>
                      <a:pt x="104" y="48"/>
                    </a:lnTo>
                    <a:lnTo>
                      <a:pt x="105" y="49"/>
                    </a:lnTo>
                    <a:lnTo>
                      <a:pt x="105" y="51"/>
                    </a:lnTo>
                    <a:lnTo>
                      <a:pt x="104" y="50"/>
                    </a:lnTo>
                    <a:lnTo>
                      <a:pt x="104" y="51"/>
                    </a:lnTo>
                    <a:lnTo>
                      <a:pt x="103" y="52"/>
                    </a:lnTo>
                    <a:lnTo>
                      <a:pt x="102" y="50"/>
                    </a:lnTo>
                    <a:lnTo>
                      <a:pt x="102" y="49"/>
                    </a:lnTo>
                    <a:lnTo>
                      <a:pt x="102" y="47"/>
                    </a:lnTo>
                    <a:lnTo>
                      <a:pt x="100" y="48"/>
                    </a:lnTo>
                    <a:lnTo>
                      <a:pt x="100" y="49"/>
                    </a:lnTo>
                    <a:lnTo>
                      <a:pt x="98" y="49"/>
                    </a:lnTo>
                    <a:lnTo>
                      <a:pt x="100" y="50"/>
                    </a:lnTo>
                    <a:lnTo>
                      <a:pt x="99" y="50"/>
                    </a:lnTo>
                    <a:lnTo>
                      <a:pt x="98" y="50"/>
                    </a:lnTo>
                    <a:lnTo>
                      <a:pt x="97" y="51"/>
                    </a:lnTo>
                    <a:lnTo>
                      <a:pt x="96" y="52"/>
                    </a:lnTo>
                    <a:lnTo>
                      <a:pt x="97" y="53"/>
                    </a:lnTo>
                    <a:lnTo>
                      <a:pt x="98" y="54"/>
                    </a:lnTo>
                    <a:lnTo>
                      <a:pt x="97" y="54"/>
                    </a:lnTo>
                    <a:lnTo>
                      <a:pt x="98" y="55"/>
                    </a:lnTo>
                    <a:lnTo>
                      <a:pt x="97" y="55"/>
                    </a:lnTo>
                    <a:lnTo>
                      <a:pt x="96" y="56"/>
                    </a:lnTo>
                    <a:lnTo>
                      <a:pt x="95" y="57"/>
                    </a:lnTo>
                    <a:lnTo>
                      <a:pt x="94" y="57"/>
                    </a:lnTo>
                    <a:lnTo>
                      <a:pt x="96" y="57"/>
                    </a:lnTo>
                    <a:lnTo>
                      <a:pt x="98" y="57"/>
                    </a:lnTo>
                    <a:lnTo>
                      <a:pt x="99" y="57"/>
                    </a:lnTo>
                    <a:lnTo>
                      <a:pt x="98" y="58"/>
                    </a:lnTo>
                    <a:lnTo>
                      <a:pt x="97" y="58"/>
                    </a:lnTo>
                    <a:lnTo>
                      <a:pt x="96" y="59"/>
                    </a:lnTo>
                    <a:lnTo>
                      <a:pt x="94" y="58"/>
                    </a:lnTo>
                    <a:lnTo>
                      <a:pt x="93" y="58"/>
                    </a:lnTo>
                    <a:lnTo>
                      <a:pt x="92" y="58"/>
                    </a:lnTo>
                    <a:lnTo>
                      <a:pt x="92" y="57"/>
                    </a:lnTo>
                    <a:lnTo>
                      <a:pt x="91" y="57"/>
                    </a:lnTo>
                    <a:lnTo>
                      <a:pt x="89" y="58"/>
                    </a:lnTo>
                    <a:lnTo>
                      <a:pt x="88" y="60"/>
                    </a:lnTo>
                    <a:lnTo>
                      <a:pt x="86" y="61"/>
                    </a:lnTo>
                    <a:lnTo>
                      <a:pt x="86" y="62"/>
                    </a:lnTo>
                    <a:lnTo>
                      <a:pt x="87" y="62"/>
                    </a:lnTo>
                    <a:lnTo>
                      <a:pt x="87" y="63"/>
                    </a:lnTo>
                    <a:lnTo>
                      <a:pt x="86" y="64"/>
                    </a:lnTo>
                    <a:lnTo>
                      <a:pt x="85" y="65"/>
                    </a:lnTo>
                    <a:lnTo>
                      <a:pt x="85" y="66"/>
                    </a:lnTo>
                    <a:lnTo>
                      <a:pt x="84" y="66"/>
                    </a:lnTo>
                    <a:lnTo>
                      <a:pt x="83" y="66"/>
                    </a:lnTo>
                    <a:lnTo>
                      <a:pt x="81" y="66"/>
                    </a:lnTo>
                    <a:lnTo>
                      <a:pt x="81" y="67"/>
                    </a:lnTo>
                    <a:lnTo>
                      <a:pt x="80" y="67"/>
                    </a:lnTo>
                    <a:lnTo>
                      <a:pt x="81" y="69"/>
                    </a:lnTo>
                    <a:lnTo>
                      <a:pt x="80" y="69"/>
                    </a:lnTo>
                    <a:lnTo>
                      <a:pt x="79" y="69"/>
                    </a:lnTo>
                    <a:lnTo>
                      <a:pt x="79" y="70"/>
                    </a:lnTo>
                    <a:lnTo>
                      <a:pt x="77" y="71"/>
                    </a:lnTo>
                    <a:lnTo>
                      <a:pt x="76" y="72"/>
                    </a:lnTo>
                    <a:lnTo>
                      <a:pt x="76" y="73"/>
                    </a:lnTo>
                    <a:lnTo>
                      <a:pt x="78" y="73"/>
                    </a:lnTo>
                    <a:lnTo>
                      <a:pt x="78" y="74"/>
                    </a:lnTo>
                    <a:lnTo>
                      <a:pt x="76" y="74"/>
                    </a:lnTo>
                    <a:lnTo>
                      <a:pt x="75" y="74"/>
                    </a:lnTo>
                    <a:lnTo>
                      <a:pt x="75" y="75"/>
                    </a:lnTo>
                    <a:lnTo>
                      <a:pt x="76" y="76"/>
                    </a:lnTo>
                    <a:lnTo>
                      <a:pt x="77" y="76"/>
                    </a:lnTo>
                    <a:lnTo>
                      <a:pt x="78" y="76"/>
                    </a:lnTo>
                    <a:lnTo>
                      <a:pt x="77" y="77"/>
                    </a:lnTo>
                    <a:lnTo>
                      <a:pt x="76" y="77"/>
                    </a:lnTo>
                    <a:lnTo>
                      <a:pt x="74" y="78"/>
                    </a:lnTo>
                    <a:lnTo>
                      <a:pt x="73" y="78"/>
                    </a:lnTo>
                    <a:lnTo>
                      <a:pt x="73" y="79"/>
                    </a:lnTo>
                    <a:lnTo>
                      <a:pt x="73" y="80"/>
                    </a:lnTo>
                    <a:lnTo>
                      <a:pt x="72" y="80"/>
                    </a:lnTo>
                    <a:lnTo>
                      <a:pt x="70" y="81"/>
                    </a:lnTo>
                    <a:lnTo>
                      <a:pt x="69" y="82"/>
                    </a:lnTo>
                    <a:lnTo>
                      <a:pt x="71" y="82"/>
                    </a:lnTo>
                    <a:lnTo>
                      <a:pt x="72" y="81"/>
                    </a:lnTo>
                    <a:lnTo>
                      <a:pt x="74" y="81"/>
                    </a:lnTo>
                    <a:lnTo>
                      <a:pt x="74" y="82"/>
                    </a:lnTo>
                    <a:lnTo>
                      <a:pt x="75" y="83"/>
                    </a:lnTo>
                    <a:lnTo>
                      <a:pt x="73" y="83"/>
                    </a:lnTo>
                    <a:lnTo>
                      <a:pt x="72" y="82"/>
                    </a:lnTo>
                    <a:lnTo>
                      <a:pt x="71" y="83"/>
                    </a:lnTo>
                    <a:lnTo>
                      <a:pt x="72" y="84"/>
                    </a:lnTo>
                    <a:lnTo>
                      <a:pt x="71" y="84"/>
                    </a:lnTo>
                    <a:lnTo>
                      <a:pt x="71" y="85"/>
                    </a:lnTo>
                    <a:lnTo>
                      <a:pt x="71" y="86"/>
                    </a:lnTo>
                    <a:lnTo>
                      <a:pt x="70" y="86"/>
                    </a:lnTo>
                    <a:lnTo>
                      <a:pt x="69" y="86"/>
                    </a:lnTo>
                    <a:lnTo>
                      <a:pt x="69" y="87"/>
                    </a:lnTo>
                    <a:lnTo>
                      <a:pt x="69" y="88"/>
                    </a:lnTo>
                    <a:lnTo>
                      <a:pt x="70" y="88"/>
                    </a:lnTo>
                    <a:lnTo>
                      <a:pt x="70" y="90"/>
                    </a:lnTo>
                    <a:lnTo>
                      <a:pt x="71" y="91"/>
                    </a:lnTo>
                    <a:lnTo>
                      <a:pt x="69" y="90"/>
                    </a:lnTo>
                    <a:lnTo>
                      <a:pt x="68" y="89"/>
                    </a:lnTo>
                    <a:lnTo>
                      <a:pt x="67" y="88"/>
                    </a:lnTo>
                    <a:lnTo>
                      <a:pt x="67" y="89"/>
                    </a:lnTo>
                    <a:lnTo>
                      <a:pt x="67" y="90"/>
                    </a:lnTo>
                    <a:lnTo>
                      <a:pt x="67" y="91"/>
                    </a:lnTo>
                    <a:lnTo>
                      <a:pt x="66" y="91"/>
                    </a:lnTo>
                    <a:lnTo>
                      <a:pt x="65" y="92"/>
                    </a:lnTo>
                    <a:lnTo>
                      <a:pt x="66" y="92"/>
                    </a:lnTo>
                    <a:lnTo>
                      <a:pt x="67" y="92"/>
                    </a:lnTo>
                    <a:lnTo>
                      <a:pt x="68" y="91"/>
                    </a:lnTo>
                    <a:lnTo>
                      <a:pt x="68" y="92"/>
                    </a:lnTo>
                    <a:lnTo>
                      <a:pt x="68" y="93"/>
                    </a:lnTo>
                    <a:lnTo>
                      <a:pt x="68" y="94"/>
                    </a:lnTo>
                    <a:lnTo>
                      <a:pt x="67" y="94"/>
                    </a:lnTo>
                    <a:lnTo>
                      <a:pt x="66" y="94"/>
                    </a:lnTo>
                    <a:lnTo>
                      <a:pt x="65" y="94"/>
                    </a:lnTo>
                    <a:lnTo>
                      <a:pt x="64" y="95"/>
                    </a:lnTo>
                    <a:lnTo>
                      <a:pt x="64" y="94"/>
                    </a:lnTo>
                    <a:lnTo>
                      <a:pt x="63" y="94"/>
                    </a:lnTo>
                    <a:lnTo>
                      <a:pt x="62" y="96"/>
                    </a:lnTo>
                    <a:lnTo>
                      <a:pt x="62" y="97"/>
                    </a:lnTo>
                    <a:lnTo>
                      <a:pt x="60" y="97"/>
                    </a:lnTo>
                    <a:lnTo>
                      <a:pt x="59" y="98"/>
                    </a:lnTo>
                    <a:lnTo>
                      <a:pt x="59" y="99"/>
                    </a:lnTo>
                    <a:lnTo>
                      <a:pt x="58" y="100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2" y="99"/>
                    </a:lnTo>
                    <a:lnTo>
                      <a:pt x="61" y="100"/>
                    </a:lnTo>
                    <a:lnTo>
                      <a:pt x="59" y="100"/>
                    </a:lnTo>
                    <a:lnTo>
                      <a:pt x="59" y="101"/>
                    </a:lnTo>
                    <a:lnTo>
                      <a:pt x="60" y="103"/>
                    </a:lnTo>
                    <a:lnTo>
                      <a:pt x="59" y="104"/>
                    </a:lnTo>
                    <a:lnTo>
                      <a:pt x="57" y="104"/>
                    </a:lnTo>
                    <a:lnTo>
                      <a:pt x="56" y="103"/>
                    </a:lnTo>
                    <a:lnTo>
                      <a:pt x="55" y="103"/>
                    </a:lnTo>
                    <a:lnTo>
                      <a:pt x="54" y="103"/>
                    </a:lnTo>
                    <a:lnTo>
                      <a:pt x="53" y="104"/>
                    </a:lnTo>
                    <a:lnTo>
                      <a:pt x="52" y="105"/>
                    </a:lnTo>
                    <a:lnTo>
                      <a:pt x="51" y="105"/>
                    </a:lnTo>
                    <a:lnTo>
                      <a:pt x="51" y="106"/>
                    </a:lnTo>
                    <a:lnTo>
                      <a:pt x="50" y="107"/>
                    </a:lnTo>
                    <a:lnTo>
                      <a:pt x="49" y="107"/>
                    </a:lnTo>
                    <a:lnTo>
                      <a:pt x="48" y="108"/>
                    </a:lnTo>
                    <a:lnTo>
                      <a:pt x="48" y="109"/>
                    </a:lnTo>
                    <a:lnTo>
                      <a:pt x="47" y="110"/>
                    </a:lnTo>
                    <a:lnTo>
                      <a:pt x="46" y="110"/>
                    </a:lnTo>
                    <a:lnTo>
                      <a:pt x="47" y="111"/>
                    </a:lnTo>
                    <a:lnTo>
                      <a:pt x="47" y="112"/>
                    </a:lnTo>
                    <a:lnTo>
                      <a:pt x="45" y="113"/>
                    </a:lnTo>
                    <a:lnTo>
                      <a:pt x="43" y="113"/>
                    </a:lnTo>
                    <a:lnTo>
                      <a:pt x="43" y="115"/>
                    </a:lnTo>
                    <a:lnTo>
                      <a:pt x="44" y="115"/>
                    </a:lnTo>
                    <a:lnTo>
                      <a:pt x="46" y="115"/>
                    </a:lnTo>
                    <a:lnTo>
                      <a:pt x="45" y="116"/>
                    </a:lnTo>
                    <a:lnTo>
                      <a:pt x="46" y="118"/>
                    </a:lnTo>
                    <a:lnTo>
                      <a:pt x="47" y="118"/>
                    </a:lnTo>
                    <a:lnTo>
                      <a:pt x="49" y="117"/>
                    </a:lnTo>
                    <a:lnTo>
                      <a:pt x="50" y="117"/>
                    </a:lnTo>
                    <a:lnTo>
                      <a:pt x="52" y="116"/>
                    </a:lnTo>
                    <a:lnTo>
                      <a:pt x="54" y="115"/>
                    </a:lnTo>
                    <a:lnTo>
                      <a:pt x="56" y="114"/>
                    </a:lnTo>
                    <a:lnTo>
                      <a:pt x="57" y="114"/>
                    </a:lnTo>
                    <a:lnTo>
                      <a:pt x="58" y="113"/>
                    </a:lnTo>
                    <a:lnTo>
                      <a:pt x="59" y="113"/>
                    </a:lnTo>
                    <a:lnTo>
                      <a:pt x="58" y="114"/>
                    </a:lnTo>
                    <a:lnTo>
                      <a:pt x="57" y="115"/>
                    </a:lnTo>
                    <a:lnTo>
                      <a:pt x="56" y="115"/>
                    </a:lnTo>
                    <a:lnTo>
                      <a:pt x="55" y="115"/>
                    </a:lnTo>
                    <a:lnTo>
                      <a:pt x="53" y="116"/>
                    </a:lnTo>
                    <a:lnTo>
                      <a:pt x="52" y="117"/>
                    </a:lnTo>
                    <a:lnTo>
                      <a:pt x="53" y="118"/>
                    </a:lnTo>
                    <a:lnTo>
                      <a:pt x="52" y="118"/>
                    </a:lnTo>
                    <a:lnTo>
                      <a:pt x="51" y="119"/>
                    </a:lnTo>
                    <a:lnTo>
                      <a:pt x="49" y="119"/>
                    </a:lnTo>
                    <a:lnTo>
                      <a:pt x="48" y="119"/>
                    </a:lnTo>
                    <a:lnTo>
                      <a:pt x="47" y="119"/>
                    </a:lnTo>
                    <a:lnTo>
                      <a:pt x="48" y="120"/>
                    </a:lnTo>
                    <a:lnTo>
                      <a:pt x="47" y="120"/>
                    </a:lnTo>
                    <a:lnTo>
                      <a:pt x="45" y="120"/>
                    </a:lnTo>
                    <a:lnTo>
                      <a:pt x="45" y="119"/>
                    </a:lnTo>
                    <a:lnTo>
                      <a:pt x="45" y="118"/>
                    </a:lnTo>
                    <a:lnTo>
                      <a:pt x="44" y="117"/>
                    </a:lnTo>
                    <a:lnTo>
                      <a:pt x="43" y="117"/>
                    </a:lnTo>
                    <a:lnTo>
                      <a:pt x="42" y="117"/>
                    </a:lnTo>
                    <a:lnTo>
                      <a:pt x="41" y="117"/>
                    </a:lnTo>
                    <a:lnTo>
                      <a:pt x="40" y="118"/>
                    </a:lnTo>
                    <a:lnTo>
                      <a:pt x="39" y="118"/>
                    </a:lnTo>
                    <a:lnTo>
                      <a:pt x="39" y="119"/>
                    </a:lnTo>
                    <a:lnTo>
                      <a:pt x="40" y="120"/>
                    </a:lnTo>
                    <a:lnTo>
                      <a:pt x="41" y="120"/>
                    </a:lnTo>
                    <a:lnTo>
                      <a:pt x="39" y="121"/>
                    </a:lnTo>
                    <a:lnTo>
                      <a:pt x="38" y="120"/>
                    </a:lnTo>
                    <a:lnTo>
                      <a:pt x="38" y="119"/>
                    </a:lnTo>
                    <a:lnTo>
                      <a:pt x="36" y="119"/>
                    </a:lnTo>
                    <a:lnTo>
                      <a:pt x="35" y="119"/>
                    </a:lnTo>
                    <a:lnTo>
                      <a:pt x="34" y="120"/>
                    </a:lnTo>
                    <a:lnTo>
                      <a:pt x="33" y="120"/>
                    </a:lnTo>
                    <a:lnTo>
                      <a:pt x="32" y="120"/>
                    </a:lnTo>
                    <a:lnTo>
                      <a:pt x="32" y="121"/>
                    </a:lnTo>
                    <a:lnTo>
                      <a:pt x="32" y="122"/>
                    </a:lnTo>
                    <a:lnTo>
                      <a:pt x="31" y="122"/>
                    </a:lnTo>
                    <a:lnTo>
                      <a:pt x="31" y="123"/>
                    </a:lnTo>
                    <a:lnTo>
                      <a:pt x="30" y="123"/>
                    </a:lnTo>
                    <a:lnTo>
                      <a:pt x="29" y="123"/>
                    </a:lnTo>
                    <a:lnTo>
                      <a:pt x="29" y="122"/>
                    </a:lnTo>
                    <a:lnTo>
                      <a:pt x="28" y="122"/>
                    </a:lnTo>
                    <a:lnTo>
                      <a:pt x="28" y="123"/>
                    </a:lnTo>
                    <a:lnTo>
                      <a:pt x="28" y="124"/>
                    </a:lnTo>
                    <a:lnTo>
                      <a:pt x="27" y="124"/>
                    </a:lnTo>
                    <a:lnTo>
                      <a:pt x="26" y="124"/>
                    </a:lnTo>
                    <a:lnTo>
                      <a:pt x="25" y="124"/>
                    </a:lnTo>
                    <a:lnTo>
                      <a:pt x="24" y="124"/>
                    </a:lnTo>
                    <a:lnTo>
                      <a:pt x="23" y="125"/>
                    </a:lnTo>
                    <a:lnTo>
                      <a:pt x="23" y="126"/>
                    </a:lnTo>
                    <a:lnTo>
                      <a:pt x="22" y="127"/>
                    </a:lnTo>
                    <a:lnTo>
                      <a:pt x="21" y="127"/>
                    </a:lnTo>
                    <a:lnTo>
                      <a:pt x="20" y="127"/>
                    </a:lnTo>
                    <a:lnTo>
                      <a:pt x="18" y="128"/>
                    </a:lnTo>
                    <a:lnTo>
                      <a:pt x="19" y="129"/>
                    </a:lnTo>
                    <a:lnTo>
                      <a:pt x="18" y="130"/>
                    </a:lnTo>
                    <a:lnTo>
                      <a:pt x="20" y="130"/>
                    </a:lnTo>
                    <a:lnTo>
                      <a:pt x="22" y="130"/>
                    </a:lnTo>
                    <a:lnTo>
                      <a:pt x="23" y="131"/>
                    </a:lnTo>
                    <a:lnTo>
                      <a:pt x="24" y="131"/>
                    </a:lnTo>
                    <a:lnTo>
                      <a:pt x="23" y="131"/>
                    </a:lnTo>
                    <a:lnTo>
                      <a:pt x="22" y="132"/>
                    </a:lnTo>
                    <a:lnTo>
                      <a:pt x="23" y="133"/>
                    </a:lnTo>
                    <a:lnTo>
                      <a:pt x="22" y="132"/>
                    </a:lnTo>
                    <a:lnTo>
                      <a:pt x="20" y="132"/>
                    </a:lnTo>
                    <a:lnTo>
                      <a:pt x="19" y="132"/>
                    </a:lnTo>
                    <a:lnTo>
                      <a:pt x="18" y="132"/>
                    </a:lnTo>
                    <a:lnTo>
                      <a:pt x="16" y="132"/>
                    </a:lnTo>
                    <a:lnTo>
                      <a:pt x="15" y="132"/>
                    </a:lnTo>
                    <a:lnTo>
                      <a:pt x="14" y="132"/>
                    </a:lnTo>
                    <a:lnTo>
                      <a:pt x="13" y="132"/>
                    </a:lnTo>
                    <a:lnTo>
                      <a:pt x="12" y="133"/>
                    </a:lnTo>
                    <a:lnTo>
                      <a:pt x="13" y="133"/>
                    </a:lnTo>
                    <a:lnTo>
                      <a:pt x="13" y="134"/>
                    </a:lnTo>
                    <a:lnTo>
                      <a:pt x="12" y="134"/>
                    </a:lnTo>
                    <a:lnTo>
                      <a:pt x="14" y="134"/>
                    </a:lnTo>
                    <a:lnTo>
                      <a:pt x="15" y="134"/>
                    </a:lnTo>
                    <a:lnTo>
                      <a:pt x="14" y="135"/>
                    </a:lnTo>
                    <a:lnTo>
                      <a:pt x="13" y="135"/>
                    </a:lnTo>
                    <a:lnTo>
                      <a:pt x="13" y="136"/>
                    </a:lnTo>
                    <a:lnTo>
                      <a:pt x="14" y="137"/>
                    </a:lnTo>
                    <a:lnTo>
                      <a:pt x="14" y="138"/>
                    </a:lnTo>
                    <a:lnTo>
                      <a:pt x="13" y="136"/>
                    </a:lnTo>
                    <a:lnTo>
                      <a:pt x="12" y="136"/>
                    </a:lnTo>
                    <a:lnTo>
                      <a:pt x="10" y="136"/>
                    </a:lnTo>
                    <a:lnTo>
                      <a:pt x="10" y="137"/>
                    </a:lnTo>
                    <a:lnTo>
                      <a:pt x="9" y="138"/>
                    </a:lnTo>
                    <a:lnTo>
                      <a:pt x="9" y="139"/>
                    </a:lnTo>
                    <a:lnTo>
                      <a:pt x="10" y="139"/>
                    </a:lnTo>
                    <a:lnTo>
                      <a:pt x="10" y="140"/>
                    </a:lnTo>
                    <a:lnTo>
                      <a:pt x="9" y="140"/>
                    </a:lnTo>
                    <a:lnTo>
                      <a:pt x="9" y="139"/>
                    </a:lnTo>
                    <a:lnTo>
                      <a:pt x="8" y="138"/>
                    </a:lnTo>
                    <a:lnTo>
                      <a:pt x="7" y="139"/>
                    </a:lnTo>
                    <a:lnTo>
                      <a:pt x="6" y="139"/>
                    </a:lnTo>
                    <a:lnTo>
                      <a:pt x="4" y="139"/>
                    </a:lnTo>
                    <a:lnTo>
                      <a:pt x="4" y="140"/>
                    </a:lnTo>
                    <a:lnTo>
                      <a:pt x="3" y="139"/>
                    </a:lnTo>
                    <a:lnTo>
                      <a:pt x="2" y="138"/>
                    </a:lnTo>
                    <a:lnTo>
                      <a:pt x="1" y="139"/>
                    </a:lnTo>
                    <a:lnTo>
                      <a:pt x="2" y="140"/>
                    </a:lnTo>
                    <a:lnTo>
                      <a:pt x="2" y="141"/>
                    </a:lnTo>
                    <a:lnTo>
                      <a:pt x="1" y="141"/>
                    </a:lnTo>
                    <a:lnTo>
                      <a:pt x="2" y="142"/>
                    </a:lnTo>
                    <a:lnTo>
                      <a:pt x="3" y="142"/>
                    </a:lnTo>
                    <a:lnTo>
                      <a:pt x="4" y="142"/>
                    </a:lnTo>
                    <a:lnTo>
                      <a:pt x="5" y="142"/>
                    </a:lnTo>
                    <a:lnTo>
                      <a:pt x="6" y="142"/>
                    </a:lnTo>
                    <a:lnTo>
                      <a:pt x="8" y="142"/>
                    </a:lnTo>
                    <a:lnTo>
                      <a:pt x="9" y="141"/>
                    </a:lnTo>
                    <a:lnTo>
                      <a:pt x="10" y="141"/>
                    </a:lnTo>
                    <a:lnTo>
                      <a:pt x="11" y="141"/>
                    </a:lnTo>
                    <a:lnTo>
                      <a:pt x="10" y="141"/>
                    </a:lnTo>
                    <a:lnTo>
                      <a:pt x="8" y="142"/>
                    </a:lnTo>
                    <a:lnTo>
                      <a:pt x="9" y="142"/>
                    </a:lnTo>
                    <a:lnTo>
                      <a:pt x="11" y="142"/>
                    </a:lnTo>
                    <a:lnTo>
                      <a:pt x="12" y="142"/>
                    </a:lnTo>
                    <a:lnTo>
                      <a:pt x="11" y="143"/>
                    </a:lnTo>
                    <a:lnTo>
                      <a:pt x="8" y="143"/>
                    </a:lnTo>
                    <a:lnTo>
                      <a:pt x="7" y="143"/>
                    </a:lnTo>
                    <a:lnTo>
                      <a:pt x="6" y="143"/>
                    </a:lnTo>
                    <a:lnTo>
                      <a:pt x="5" y="143"/>
                    </a:lnTo>
                    <a:lnTo>
                      <a:pt x="4" y="143"/>
                    </a:lnTo>
                    <a:lnTo>
                      <a:pt x="2" y="144"/>
                    </a:lnTo>
                    <a:lnTo>
                      <a:pt x="0" y="144"/>
                    </a:lnTo>
                    <a:lnTo>
                      <a:pt x="0" y="145"/>
                    </a:lnTo>
                    <a:lnTo>
                      <a:pt x="0" y="146"/>
                    </a:lnTo>
                    <a:lnTo>
                      <a:pt x="1" y="146"/>
                    </a:lnTo>
                    <a:lnTo>
                      <a:pt x="2" y="146"/>
                    </a:lnTo>
                    <a:lnTo>
                      <a:pt x="2" y="147"/>
                    </a:lnTo>
                    <a:lnTo>
                      <a:pt x="2" y="148"/>
                    </a:lnTo>
                    <a:lnTo>
                      <a:pt x="1" y="148"/>
                    </a:lnTo>
                    <a:lnTo>
                      <a:pt x="0" y="149"/>
                    </a:lnTo>
                    <a:lnTo>
                      <a:pt x="1" y="150"/>
                    </a:lnTo>
                    <a:lnTo>
                      <a:pt x="0" y="151"/>
                    </a:lnTo>
                    <a:lnTo>
                      <a:pt x="0" y="152"/>
                    </a:lnTo>
                    <a:lnTo>
                      <a:pt x="1" y="152"/>
                    </a:lnTo>
                    <a:lnTo>
                      <a:pt x="1" y="153"/>
                    </a:lnTo>
                    <a:lnTo>
                      <a:pt x="2" y="153"/>
                    </a:lnTo>
                    <a:lnTo>
                      <a:pt x="3" y="153"/>
                    </a:lnTo>
                    <a:lnTo>
                      <a:pt x="5" y="153"/>
                    </a:lnTo>
                    <a:lnTo>
                      <a:pt x="7" y="152"/>
                    </a:lnTo>
                    <a:lnTo>
                      <a:pt x="9" y="152"/>
                    </a:lnTo>
                    <a:lnTo>
                      <a:pt x="10" y="152"/>
                    </a:lnTo>
                    <a:lnTo>
                      <a:pt x="12" y="152"/>
                    </a:lnTo>
                    <a:lnTo>
                      <a:pt x="12" y="151"/>
                    </a:lnTo>
                    <a:lnTo>
                      <a:pt x="14" y="149"/>
                    </a:lnTo>
                    <a:lnTo>
                      <a:pt x="14" y="150"/>
                    </a:lnTo>
                    <a:lnTo>
                      <a:pt x="13" y="152"/>
                    </a:lnTo>
                    <a:lnTo>
                      <a:pt x="14" y="152"/>
                    </a:lnTo>
                    <a:lnTo>
                      <a:pt x="16" y="152"/>
                    </a:lnTo>
                    <a:lnTo>
                      <a:pt x="17" y="152"/>
                    </a:lnTo>
                    <a:lnTo>
                      <a:pt x="18" y="152"/>
                    </a:lnTo>
                    <a:lnTo>
                      <a:pt x="20" y="151"/>
                    </a:lnTo>
                    <a:lnTo>
                      <a:pt x="20" y="150"/>
                    </a:lnTo>
                    <a:lnTo>
                      <a:pt x="21" y="148"/>
                    </a:lnTo>
                    <a:lnTo>
                      <a:pt x="23" y="147"/>
                    </a:lnTo>
                    <a:lnTo>
                      <a:pt x="23" y="148"/>
                    </a:lnTo>
                    <a:lnTo>
                      <a:pt x="22" y="150"/>
                    </a:lnTo>
                    <a:lnTo>
                      <a:pt x="21" y="151"/>
                    </a:lnTo>
                    <a:lnTo>
                      <a:pt x="21" y="152"/>
                    </a:lnTo>
                    <a:lnTo>
                      <a:pt x="22" y="151"/>
                    </a:lnTo>
                    <a:lnTo>
                      <a:pt x="23" y="151"/>
                    </a:lnTo>
                    <a:lnTo>
                      <a:pt x="24" y="151"/>
                    </a:lnTo>
                    <a:lnTo>
                      <a:pt x="22" y="153"/>
                    </a:lnTo>
                    <a:lnTo>
                      <a:pt x="19" y="153"/>
                    </a:lnTo>
                    <a:lnTo>
                      <a:pt x="18" y="155"/>
                    </a:lnTo>
                    <a:lnTo>
                      <a:pt x="20" y="156"/>
                    </a:lnTo>
                    <a:lnTo>
                      <a:pt x="19" y="156"/>
                    </a:lnTo>
                    <a:lnTo>
                      <a:pt x="17" y="157"/>
                    </a:lnTo>
                    <a:lnTo>
                      <a:pt x="17" y="155"/>
                    </a:lnTo>
                    <a:lnTo>
                      <a:pt x="17" y="154"/>
                    </a:lnTo>
                    <a:lnTo>
                      <a:pt x="15" y="153"/>
                    </a:lnTo>
                    <a:lnTo>
                      <a:pt x="13" y="153"/>
                    </a:lnTo>
                    <a:lnTo>
                      <a:pt x="11" y="154"/>
                    </a:lnTo>
                    <a:lnTo>
                      <a:pt x="9" y="154"/>
                    </a:lnTo>
                    <a:lnTo>
                      <a:pt x="8" y="154"/>
                    </a:lnTo>
                    <a:lnTo>
                      <a:pt x="6" y="154"/>
                    </a:lnTo>
                    <a:lnTo>
                      <a:pt x="5" y="155"/>
                    </a:lnTo>
                    <a:lnTo>
                      <a:pt x="3" y="154"/>
                    </a:lnTo>
                    <a:lnTo>
                      <a:pt x="1" y="154"/>
                    </a:lnTo>
                    <a:lnTo>
                      <a:pt x="1" y="155"/>
                    </a:lnTo>
                    <a:lnTo>
                      <a:pt x="0" y="156"/>
                    </a:lnTo>
                    <a:lnTo>
                      <a:pt x="0" y="157"/>
                    </a:lnTo>
                    <a:lnTo>
                      <a:pt x="2" y="157"/>
                    </a:lnTo>
                    <a:lnTo>
                      <a:pt x="3" y="158"/>
                    </a:lnTo>
                    <a:lnTo>
                      <a:pt x="3" y="159"/>
                    </a:lnTo>
                    <a:lnTo>
                      <a:pt x="1" y="158"/>
                    </a:lnTo>
                    <a:lnTo>
                      <a:pt x="0" y="157"/>
                    </a:lnTo>
                    <a:lnTo>
                      <a:pt x="0" y="158"/>
                    </a:lnTo>
                    <a:lnTo>
                      <a:pt x="1" y="161"/>
                    </a:lnTo>
                    <a:lnTo>
                      <a:pt x="2" y="161"/>
                    </a:lnTo>
                    <a:lnTo>
                      <a:pt x="5" y="160"/>
                    </a:lnTo>
                    <a:lnTo>
                      <a:pt x="6" y="159"/>
                    </a:lnTo>
                    <a:lnTo>
                      <a:pt x="4" y="161"/>
                    </a:lnTo>
                    <a:lnTo>
                      <a:pt x="3" y="162"/>
                    </a:lnTo>
                    <a:lnTo>
                      <a:pt x="4" y="162"/>
                    </a:lnTo>
                    <a:lnTo>
                      <a:pt x="3" y="163"/>
                    </a:lnTo>
                    <a:lnTo>
                      <a:pt x="2" y="163"/>
                    </a:lnTo>
                    <a:lnTo>
                      <a:pt x="1" y="164"/>
                    </a:lnTo>
                    <a:lnTo>
                      <a:pt x="1" y="165"/>
                    </a:lnTo>
                    <a:lnTo>
                      <a:pt x="2" y="166"/>
                    </a:lnTo>
                    <a:lnTo>
                      <a:pt x="3" y="166"/>
                    </a:lnTo>
                    <a:lnTo>
                      <a:pt x="4" y="166"/>
                    </a:lnTo>
                    <a:lnTo>
                      <a:pt x="5" y="165"/>
                    </a:lnTo>
                    <a:lnTo>
                      <a:pt x="5" y="166"/>
                    </a:lnTo>
                    <a:lnTo>
                      <a:pt x="6" y="167"/>
                    </a:lnTo>
                    <a:lnTo>
                      <a:pt x="6" y="168"/>
                    </a:lnTo>
                    <a:lnTo>
                      <a:pt x="5" y="168"/>
                    </a:lnTo>
                    <a:lnTo>
                      <a:pt x="3" y="169"/>
                    </a:lnTo>
                    <a:lnTo>
                      <a:pt x="4" y="170"/>
                    </a:lnTo>
                    <a:lnTo>
                      <a:pt x="6" y="169"/>
                    </a:lnTo>
                    <a:lnTo>
                      <a:pt x="7" y="168"/>
                    </a:lnTo>
                    <a:lnTo>
                      <a:pt x="7" y="166"/>
                    </a:lnTo>
                    <a:lnTo>
                      <a:pt x="9" y="165"/>
                    </a:lnTo>
                    <a:lnTo>
                      <a:pt x="10" y="164"/>
                    </a:lnTo>
                    <a:lnTo>
                      <a:pt x="12" y="161"/>
                    </a:lnTo>
                    <a:lnTo>
                      <a:pt x="14" y="160"/>
                    </a:lnTo>
                    <a:lnTo>
                      <a:pt x="14" y="161"/>
                    </a:lnTo>
                    <a:lnTo>
                      <a:pt x="16" y="161"/>
                    </a:lnTo>
                    <a:lnTo>
                      <a:pt x="18" y="161"/>
                    </a:lnTo>
                    <a:lnTo>
                      <a:pt x="15" y="162"/>
                    </a:lnTo>
                    <a:lnTo>
                      <a:pt x="15" y="163"/>
                    </a:lnTo>
                    <a:lnTo>
                      <a:pt x="15" y="164"/>
                    </a:lnTo>
                    <a:lnTo>
                      <a:pt x="14" y="163"/>
                    </a:lnTo>
                    <a:lnTo>
                      <a:pt x="12" y="164"/>
                    </a:lnTo>
                    <a:lnTo>
                      <a:pt x="10" y="166"/>
                    </a:lnTo>
                    <a:lnTo>
                      <a:pt x="11" y="166"/>
                    </a:lnTo>
                    <a:lnTo>
                      <a:pt x="11" y="167"/>
                    </a:lnTo>
                    <a:lnTo>
                      <a:pt x="10" y="168"/>
                    </a:lnTo>
                    <a:lnTo>
                      <a:pt x="8" y="169"/>
                    </a:lnTo>
                    <a:lnTo>
                      <a:pt x="7" y="170"/>
                    </a:lnTo>
                    <a:lnTo>
                      <a:pt x="6" y="171"/>
                    </a:lnTo>
                    <a:lnTo>
                      <a:pt x="7" y="171"/>
                    </a:lnTo>
                    <a:lnTo>
                      <a:pt x="10" y="171"/>
                    </a:lnTo>
                    <a:lnTo>
                      <a:pt x="11" y="171"/>
                    </a:lnTo>
                    <a:lnTo>
                      <a:pt x="12" y="171"/>
                    </a:lnTo>
                    <a:lnTo>
                      <a:pt x="10" y="172"/>
                    </a:lnTo>
                    <a:lnTo>
                      <a:pt x="9" y="172"/>
                    </a:lnTo>
                    <a:lnTo>
                      <a:pt x="8" y="173"/>
                    </a:lnTo>
                    <a:lnTo>
                      <a:pt x="7" y="174"/>
                    </a:lnTo>
                    <a:lnTo>
                      <a:pt x="6" y="173"/>
                    </a:lnTo>
                    <a:lnTo>
                      <a:pt x="5" y="174"/>
                    </a:lnTo>
                    <a:lnTo>
                      <a:pt x="4" y="173"/>
                    </a:lnTo>
                    <a:lnTo>
                      <a:pt x="2" y="175"/>
                    </a:lnTo>
                    <a:lnTo>
                      <a:pt x="2" y="176"/>
                    </a:lnTo>
                    <a:lnTo>
                      <a:pt x="2" y="177"/>
                    </a:lnTo>
                    <a:lnTo>
                      <a:pt x="2" y="178"/>
                    </a:lnTo>
                    <a:lnTo>
                      <a:pt x="3" y="178"/>
                    </a:lnTo>
                    <a:lnTo>
                      <a:pt x="4" y="178"/>
                    </a:lnTo>
                    <a:lnTo>
                      <a:pt x="5" y="177"/>
                    </a:lnTo>
                    <a:lnTo>
                      <a:pt x="5" y="178"/>
                    </a:lnTo>
                    <a:lnTo>
                      <a:pt x="6" y="178"/>
                    </a:lnTo>
                    <a:lnTo>
                      <a:pt x="7" y="177"/>
                    </a:lnTo>
                    <a:lnTo>
                      <a:pt x="6" y="176"/>
                    </a:lnTo>
                    <a:lnTo>
                      <a:pt x="8" y="177"/>
                    </a:lnTo>
                    <a:lnTo>
                      <a:pt x="10" y="176"/>
                    </a:lnTo>
                    <a:lnTo>
                      <a:pt x="11" y="175"/>
                    </a:lnTo>
                    <a:lnTo>
                      <a:pt x="12" y="176"/>
                    </a:lnTo>
                    <a:lnTo>
                      <a:pt x="10" y="177"/>
                    </a:lnTo>
                    <a:lnTo>
                      <a:pt x="9" y="178"/>
                    </a:lnTo>
                    <a:lnTo>
                      <a:pt x="10" y="178"/>
                    </a:lnTo>
                    <a:lnTo>
                      <a:pt x="10" y="179"/>
                    </a:lnTo>
                    <a:lnTo>
                      <a:pt x="9" y="180"/>
                    </a:lnTo>
                    <a:lnTo>
                      <a:pt x="9" y="181"/>
                    </a:lnTo>
                    <a:lnTo>
                      <a:pt x="8" y="182"/>
                    </a:lnTo>
                    <a:lnTo>
                      <a:pt x="8" y="183"/>
                    </a:lnTo>
                    <a:lnTo>
                      <a:pt x="7" y="183"/>
                    </a:lnTo>
                    <a:lnTo>
                      <a:pt x="6" y="183"/>
                    </a:lnTo>
                    <a:lnTo>
                      <a:pt x="6" y="182"/>
                    </a:lnTo>
                    <a:lnTo>
                      <a:pt x="5" y="182"/>
                    </a:lnTo>
                    <a:lnTo>
                      <a:pt x="5" y="184"/>
                    </a:lnTo>
                    <a:lnTo>
                      <a:pt x="4" y="187"/>
                    </a:lnTo>
                    <a:lnTo>
                      <a:pt x="6" y="189"/>
                    </a:lnTo>
                    <a:lnTo>
                      <a:pt x="10" y="191"/>
                    </a:lnTo>
                    <a:lnTo>
                      <a:pt x="12" y="192"/>
                    </a:lnTo>
                    <a:lnTo>
                      <a:pt x="14" y="193"/>
                    </a:lnTo>
                    <a:lnTo>
                      <a:pt x="15" y="191"/>
                    </a:lnTo>
                    <a:lnTo>
                      <a:pt x="15" y="193"/>
                    </a:lnTo>
                    <a:lnTo>
                      <a:pt x="15" y="195"/>
                    </a:lnTo>
                    <a:lnTo>
                      <a:pt x="16" y="194"/>
                    </a:lnTo>
                    <a:lnTo>
                      <a:pt x="17" y="195"/>
                    </a:lnTo>
                    <a:lnTo>
                      <a:pt x="18" y="194"/>
                    </a:lnTo>
                    <a:lnTo>
                      <a:pt x="21" y="194"/>
                    </a:lnTo>
                    <a:lnTo>
                      <a:pt x="19" y="195"/>
                    </a:lnTo>
                    <a:lnTo>
                      <a:pt x="22" y="196"/>
                    </a:lnTo>
                    <a:lnTo>
                      <a:pt x="24" y="195"/>
                    </a:lnTo>
                    <a:lnTo>
                      <a:pt x="26" y="194"/>
                    </a:lnTo>
                    <a:lnTo>
                      <a:pt x="27" y="192"/>
                    </a:lnTo>
                    <a:lnTo>
                      <a:pt x="28" y="194"/>
                    </a:lnTo>
                    <a:lnTo>
                      <a:pt x="32" y="192"/>
                    </a:lnTo>
                    <a:lnTo>
                      <a:pt x="34" y="190"/>
                    </a:lnTo>
                    <a:lnTo>
                      <a:pt x="35" y="188"/>
                    </a:lnTo>
                    <a:lnTo>
                      <a:pt x="37" y="188"/>
                    </a:lnTo>
                    <a:lnTo>
                      <a:pt x="38" y="186"/>
                    </a:lnTo>
                    <a:lnTo>
                      <a:pt x="39" y="185"/>
                    </a:lnTo>
                    <a:lnTo>
                      <a:pt x="40" y="184"/>
                    </a:lnTo>
                    <a:lnTo>
                      <a:pt x="42" y="182"/>
                    </a:lnTo>
                    <a:lnTo>
                      <a:pt x="41" y="181"/>
                    </a:lnTo>
                    <a:lnTo>
                      <a:pt x="44" y="182"/>
                    </a:lnTo>
                    <a:lnTo>
                      <a:pt x="46" y="182"/>
                    </a:lnTo>
                    <a:lnTo>
                      <a:pt x="47" y="182"/>
                    </a:lnTo>
                    <a:lnTo>
                      <a:pt x="48" y="181"/>
                    </a:lnTo>
                    <a:lnTo>
                      <a:pt x="48" y="180"/>
                    </a:lnTo>
                    <a:lnTo>
                      <a:pt x="48" y="179"/>
                    </a:lnTo>
                    <a:lnTo>
                      <a:pt x="49" y="179"/>
                    </a:lnTo>
                    <a:lnTo>
                      <a:pt x="49" y="178"/>
                    </a:lnTo>
                    <a:lnTo>
                      <a:pt x="49" y="177"/>
                    </a:lnTo>
                    <a:lnTo>
                      <a:pt x="48" y="176"/>
                    </a:lnTo>
                    <a:lnTo>
                      <a:pt x="47" y="175"/>
                    </a:lnTo>
                    <a:lnTo>
                      <a:pt x="48" y="175"/>
                    </a:lnTo>
                    <a:lnTo>
                      <a:pt x="48" y="174"/>
                    </a:lnTo>
                    <a:lnTo>
                      <a:pt x="48" y="173"/>
                    </a:lnTo>
                    <a:lnTo>
                      <a:pt x="49" y="174"/>
                    </a:lnTo>
                    <a:lnTo>
                      <a:pt x="49" y="175"/>
                    </a:lnTo>
                    <a:lnTo>
                      <a:pt x="50" y="175"/>
                    </a:lnTo>
                    <a:lnTo>
                      <a:pt x="50" y="174"/>
                    </a:lnTo>
                    <a:lnTo>
                      <a:pt x="50" y="173"/>
                    </a:lnTo>
                    <a:lnTo>
                      <a:pt x="49" y="172"/>
                    </a:lnTo>
                    <a:lnTo>
                      <a:pt x="49" y="171"/>
                    </a:lnTo>
                    <a:lnTo>
                      <a:pt x="50" y="171"/>
                    </a:lnTo>
                    <a:lnTo>
                      <a:pt x="50" y="170"/>
                    </a:lnTo>
                    <a:lnTo>
                      <a:pt x="51" y="170"/>
                    </a:lnTo>
                    <a:lnTo>
                      <a:pt x="52" y="171"/>
                    </a:lnTo>
                    <a:lnTo>
                      <a:pt x="52" y="172"/>
                    </a:lnTo>
                    <a:lnTo>
                      <a:pt x="51" y="172"/>
                    </a:lnTo>
                    <a:lnTo>
                      <a:pt x="51" y="173"/>
                    </a:lnTo>
                    <a:lnTo>
                      <a:pt x="51" y="174"/>
                    </a:lnTo>
                    <a:lnTo>
                      <a:pt x="51" y="177"/>
                    </a:lnTo>
                    <a:lnTo>
                      <a:pt x="51" y="178"/>
                    </a:lnTo>
                    <a:lnTo>
                      <a:pt x="52" y="179"/>
                    </a:lnTo>
                    <a:lnTo>
                      <a:pt x="53" y="179"/>
                    </a:lnTo>
                    <a:lnTo>
                      <a:pt x="54" y="179"/>
                    </a:lnTo>
                    <a:lnTo>
                      <a:pt x="55" y="180"/>
                    </a:lnTo>
                    <a:lnTo>
                      <a:pt x="56" y="180"/>
                    </a:lnTo>
                    <a:lnTo>
                      <a:pt x="57" y="181"/>
                    </a:lnTo>
                    <a:lnTo>
                      <a:pt x="57" y="18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80" name="D587">
                <a:extLst>
                  <a:ext uri="{FF2B5EF4-FFF2-40B4-BE49-F238E27FC236}">
                    <a16:creationId xmlns:a16="http://schemas.microsoft.com/office/drawing/2014/main" id="{AB12AD30-ED04-412F-9FDD-161A59BDFC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963" y="2362236"/>
                <a:ext cx="22" cy="12"/>
              </a:xfrm>
              <a:custGeom>
                <a:avLst/>
                <a:gdLst>
                  <a:gd name="T0" fmla="*/ 13 w 22"/>
                  <a:gd name="T1" fmla="*/ 1 h 12"/>
                  <a:gd name="T2" fmla="*/ 12 w 22"/>
                  <a:gd name="T3" fmla="*/ 1 h 12"/>
                  <a:gd name="T4" fmla="*/ 12 w 22"/>
                  <a:gd name="T5" fmla="*/ 2 h 12"/>
                  <a:gd name="T6" fmla="*/ 12 w 22"/>
                  <a:gd name="T7" fmla="*/ 3 h 12"/>
                  <a:gd name="T8" fmla="*/ 12 w 22"/>
                  <a:gd name="T9" fmla="*/ 4 h 12"/>
                  <a:gd name="T10" fmla="*/ 11 w 22"/>
                  <a:gd name="T11" fmla="*/ 4 h 12"/>
                  <a:gd name="T12" fmla="*/ 11 w 22"/>
                  <a:gd name="T13" fmla="*/ 5 h 12"/>
                  <a:gd name="T14" fmla="*/ 11 w 22"/>
                  <a:gd name="T15" fmla="*/ 6 h 12"/>
                  <a:gd name="T16" fmla="*/ 10 w 22"/>
                  <a:gd name="T17" fmla="*/ 6 h 12"/>
                  <a:gd name="T18" fmla="*/ 9 w 22"/>
                  <a:gd name="T19" fmla="*/ 7 h 12"/>
                  <a:gd name="T20" fmla="*/ 8 w 22"/>
                  <a:gd name="T21" fmla="*/ 8 h 12"/>
                  <a:gd name="T22" fmla="*/ 7 w 22"/>
                  <a:gd name="T23" fmla="*/ 8 h 12"/>
                  <a:gd name="T24" fmla="*/ 6 w 22"/>
                  <a:gd name="T25" fmla="*/ 8 h 12"/>
                  <a:gd name="T26" fmla="*/ 5 w 22"/>
                  <a:gd name="T27" fmla="*/ 9 h 12"/>
                  <a:gd name="T28" fmla="*/ 3 w 22"/>
                  <a:gd name="T29" fmla="*/ 9 h 12"/>
                  <a:gd name="T30" fmla="*/ 2 w 22"/>
                  <a:gd name="T31" fmla="*/ 9 h 12"/>
                  <a:gd name="T32" fmla="*/ 1 w 22"/>
                  <a:gd name="T33" fmla="*/ 10 h 12"/>
                  <a:gd name="T34" fmla="*/ 1 w 22"/>
                  <a:gd name="T35" fmla="*/ 11 h 12"/>
                  <a:gd name="T36" fmla="*/ 0 w 22"/>
                  <a:gd name="T37" fmla="*/ 12 h 12"/>
                  <a:gd name="T38" fmla="*/ 1 w 22"/>
                  <a:gd name="T39" fmla="*/ 12 h 12"/>
                  <a:gd name="T40" fmla="*/ 2 w 22"/>
                  <a:gd name="T41" fmla="*/ 12 h 12"/>
                  <a:gd name="T42" fmla="*/ 4 w 22"/>
                  <a:gd name="T43" fmla="*/ 12 h 12"/>
                  <a:gd name="T44" fmla="*/ 5 w 22"/>
                  <a:gd name="T45" fmla="*/ 11 h 12"/>
                  <a:gd name="T46" fmla="*/ 6 w 22"/>
                  <a:gd name="T47" fmla="*/ 11 h 12"/>
                  <a:gd name="T48" fmla="*/ 6 w 22"/>
                  <a:gd name="T49" fmla="*/ 12 h 12"/>
                  <a:gd name="T50" fmla="*/ 7 w 22"/>
                  <a:gd name="T51" fmla="*/ 11 h 12"/>
                  <a:gd name="T52" fmla="*/ 9 w 22"/>
                  <a:gd name="T53" fmla="*/ 10 h 12"/>
                  <a:gd name="T54" fmla="*/ 11 w 22"/>
                  <a:gd name="T55" fmla="*/ 9 h 12"/>
                  <a:gd name="T56" fmla="*/ 12 w 22"/>
                  <a:gd name="T57" fmla="*/ 8 h 12"/>
                  <a:gd name="T58" fmla="*/ 12 w 22"/>
                  <a:gd name="T59" fmla="*/ 9 h 12"/>
                  <a:gd name="T60" fmla="*/ 13 w 22"/>
                  <a:gd name="T61" fmla="*/ 10 h 12"/>
                  <a:gd name="T62" fmla="*/ 14 w 22"/>
                  <a:gd name="T63" fmla="*/ 10 h 12"/>
                  <a:gd name="T64" fmla="*/ 14 w 22"/>
                  <a:gd name="T65" fmla="*/ 9 h 12"/>
                  <a:gd name="T66" fmla="*/ 14 w 22"/>
                  <a:gd name="T67" fmla="*/ 8 h 12"/>
                  <a:gd name="T68" fmla="*/ 15 w 22"/>
                  <a:gd name="T69" fmla="*/ 8 h 12"/>
                  <a:gd name="T70" fmla="*/ 16 w 22"/>
                  <a:gd name="T71" fmla="*/ 7 h 12"/>
                  <a:gd name="T72" fmla="*/ 16 w 22"/>
                  <a:gd name="T73" fmla="*/ 8 h 12"/>
                  <a:gd name="T74" fmla="*/ 17 w 22"/>
                  <a:gd name="T75" fmla="*/ 7 h 12"/>
                  <a:gd name="T76" fmla="*/ 18 w 22"/>
                  <a:gd name="T77" fmla="*/ 6 h 12"/>
                  <a:gd name="T78" fmla="*/ 20 w 22"/>
                  <a:gd name="T79" fmla="*/ 6 h 12"/>
                  <a:gd name="T80" fmla="*/ 21 w 22"/>
                  <a:gd name="T81" fmla="*/ 5 h 12"/>
                  <a:gd name="T82" fmla="*/ 22 w 22"/>
                  <a:gd name="T83" fmla="*/ 4 h 12"/>
                  <a:gd name="T84" fmla="*/ 21 w 22"/>
                  <a:gd name="T85" fmla="*/ 3 h 12"/>
                  <a:gd name="T86" fmla="*/ 20 w 22"/>
                  <a:gd name="T87" fmla="*/ 2 h 12"/>
                  <a:gd name="T88" fmla="*/ 18 w 22"/>
                  <a:gd name="T89" fmla="*/ 1 h 12"/>
                  <a:gd name="T90" fmla="*/ 18 w 22"/>
                  <a:gd name="T91" fmla="*/ 2 h 12"/>
                  <a:gd name="T92" fmla="*/ 18 w 22"/>
                  <a:gd name="T93" fmla="*/ 3 h 12"/>
                  <a:gd name="T94" fmla="*/ 17 w 22"/>
                  <a:gd name="T95" fmla="*/ 3 h 12"/>
                  <a:gd name="T96" fmla="*/ 16 w 22"/>
                  <a:gd name="T97" fmla="*/ 5 h 12"/>
                  <a:gd name="T98" fmla="*/ 15 w 22"/>
                  <a:gd name="T99" fmla="*/ 5 h 12"/>
                  <a:gd name="T100" fmla="*/ 14 w 22"/>
                  <a:gd name="T101" fmla="*/ 6 h 12"/>
                  <a:gd name="T102" fmla="*/ 15 w 22"/>
                  <a:gd name="T103" fmla="*/ 5 h 12"/>
                  <a:gd name="T104" fmla="*/ 16 w 22"/>
                  <a:gd name="T105" fmla="*/ 3 h 12"/>
                  <a:gd name="T106" fmla="*/ 15 w 22"/>
                  <a:gd name="T107" fmla="*/ 3 h 12"/>
                  <a:gd name="T108" fmla="*/ 15 w 22"/>
                  <a:gd name="T109" fmla="*/ 2 h 12"/>
                  <a:gd name="T110" fmla="*/ 15 w 22"/>
                  <a:gd name="T111" fmla="*/ 1 h 12"/>
                  <a:gd name="T112" fmla="*/ 14 w 22"/>
                  <a:gd name="T113" fmla="*/ 0 h 12"/>
                  <a:gd name="T114" fmla="*/ 13 w 22"/>
                  <a:gd name="T115" fmla="*/ 0 h 12"/>
                  <a:gd name="T116" fmla="*/ 13 w 22"/>
                  <a:gd name="T117" fmla="*/ 1 h 1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22"/>
                  <a:gd name="T178" fmla="*/ 0 h 12"/>
                  <a:gd name="T179" fmla="*/ 22 w 22"/>
                  <a:gd name="T180" fmla="*/ 12 h 12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22" h="12">
                    <a:moveTo>
                      <a:pt x="13" y="1"/>
                    </a:moveTo>
                    <a:lnTo>
                      <a:pt x="12" y="1"/>
                    </a:lnTo>
                    <a:lnTo>
                      <a:pt x="12" y="2"/>
                    </a:lnTo>
                    <a:lnTo>
                      <a:pt x="12" y="3"/>
                    </a:lnTo>
                    <a:lnTo>
                      <a:pt x="12" y="4"/>
                    </a:lnTo>
                    <a:lnTo>
                      <a:pt x="11" y="4"/>
                    </a:lnTo>
                    <a:lnTo>
                      <a:pt x="11" y="5"/>
                    </a:lnTo>
                    <a:lnTo>
                      <a:pt x="11" y="6"/>
                    </a:lnTo>
                    <a:lnTo>
                      <a:pt x="10" y="6"/>
                    </a:lnTo>
                    <a:lnTo>
                      <a:pt x="9" y="7"/>
                    </a:lnTo>
                    <a:lnTo>
                      <a:pt x="8" y="8"/>
                    </a:lnTo>
                    <a:lnTo>
                      <a:pt x="7" y="8"/>
                    </a:lnTo>
                    <a:lnTo>
                      <a:pt x="6" y="8"/>
                    </a:lnTo>
                    <a:lnTo>
                      <a:pt x="5" y="9"/>
                    </a:lnTo>
                    <a:lnTo>
                      <a:pt x="3" y="9"/>
                    </a:lnTo>
                    <a:lnTo>
                      <a:pt x="2" y="9"/>
                    </a:lnTo>
                    <a:lnTo>
                      <a:pt x="1" y="10"/>
                    </a:lnTo>
                    <a:lnTo>
                      <a:pt x="1" y="11"/>
                    </a:lnTo>
                    <a:lnTo>
                      <a:pt x="0" y="12"/>
                    </a:lnTo>
                    <a:lnTo>
                      <a:pt x="1" y="12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5" y="11"/>
                    </a:lnTo>
                    <a:lnTo>
                      <a:pt x="6" y="11"/>
                    </a:lnTo>
                    <a:lnTo>
                      <a:pt x="6" y="12"/>
                    </a:lnTo>
                    <a:lnTo>
                      <a:pt x="7" y="11"/>
                    </a:lnTo>
                    <a:lnTo>
                      <a:pt x="9" y="10"/>
                    </a:lnTo>
                    <a:lnTo>
                      <a:pt x="11" y="9"/>
                    </a:lnTo>
                    <a:lnTo>
                      <a:pt x="12" y="8"/>
                    </a:lnTo>
                    <a:lnTo>
                      <a:pt x="12" y="9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4" y="8"/>
                    </a:lnTo>
                    <a:lnTo>
                      <a:pt x="15" y="8"/>
                    </a:lnTo>
                    <a:lnTo>
                      <a:pt x="16" y="7"/>
                    </a:lnTo>
                    <a:lnTo>
                      <a:pt x="16" y="8"/>
                    </a:lnTo>
                    <a:lnTo>
                      <a:pt x="17" y="7"/>
                    </a:lnTo>
                    <a:lnTo>
                      <a:pt x="18" y="6"/>
                    </a:lnTo>
                    <a:lnTo>
                      <a:pt x="20" y="6"/>
                    </a:lnTo>
                    <a:lnTo>
                      <a:pt x="21" y="5"/>
                    </a:lnTo>
                    <a:lnTo>
                      <a:pt x="22" y="4"/>
                    </a:lnTo>
                    <a:lnTo>
                      <a:pt x="21" y="3"/>
                    </a:lnTo>
                    <a:lnTo>
                      <a:pt x="20" y="2"/>
                    </a:lnTo>
                    <a:lnTo>
                      <a:pt x="18" y="1"/>
                    </a:lnTo>
                    <a:lnTo>
                      <a:pt x="18" y="2"/>
                    </a:lnTo>
                    <a:lnTo>
                      <a:pt x="18" y="3"/>
                    </a:lnTo>
                    <a:lnTo>
                      <a:pt x="17" y="3"/>
                    </a:lnTo>
                    <a:lnTo>
                      <a:pt x="16" y="5"/>
                    </a:lnTo>
                    <a:lnTo>
                      <a:pt x="15" y="5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6" y="3"/>
                    </a:lnTo>
                    <a:lnTo>
                      <a:pt x="15" y="3"/>
                    </a:lnTo>
                    <a:lnTo>
                      <a:pt x="15" y="2"/>
                    </a:lnTo>
                    <a:lnTo>
                      <a:pt x="15" y="1"/>
                    </a:lnTo>
                    <a:lnTo>
                      <a:pt x="14" y="0"/>
                    </a:lnTo>
                    <a:lnTo>
                      <a:pt x="13" y="0"/>
                    </a:lnTo>
                    <a:lnTo>
                      <a:pt x="13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475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81" name="D588">
                <a:extLst>
                  <a:ext uri="{FF2B5EF4-FFF2-40B4-BE49-F238E27FC236}">
                    <a16:creationId xmlns:a16="http://schemas.microsoft.com/office/drawing/2014/main" id="{1ED6486B-D693-46E4-89B8-E5A50FD9BE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965" y="2362236"/>
                <a:ext cx="8" cy="6"/>
              </a:xfrm>
              <a:custGeom>
                <a:avLst/>
                <a:gdLst>
                  <a:gd name="T0" fmla="*/ 0 w 8"/>
                  <a:gd name="T1" fmla="*/ 5 h 6"/>
                  <a:gd name="T2" fmla="*/ 0 w 8"/>
                  <a:gd name="T3" fmla="*/ 6 h 6"/>
                  <a:gd name="T4" fmla="*/ 2 w 8"/>
                  <a:gd name="T5" fmla="*/ 5 h 6"/>
                  <a:gd name="T6" fmla="*/ 3 w 8"/>
                  <a:gd name="T7" fmla="*/ 5 h 6"/>
                  <a:gd name="T8" fmla="*/ 4 w 8"/>
                  <a:gd name="T9" fmla="*/ 4 h 6"/>
                  <a:gd name="T10" fmla="*/ 5 w 8"/>
                  <a:gd name="T11" fmla="*/ 5 h 6"/>
                  <a:gd name="T12" fmla="*/ 6 w 8"/>
                  <a:gd name="T13" fmla="*/ 4 h 6"/>
                  <a:gd name="T14" fmla="*/ 5 w 8"/>
                  <a:gd name="T15" fmla="*/ 4 h 6"/>
                  <a:gd name="T16" fmla="*/ 4 w 8"/>
                  <a:gd name="T17" fmla="*/ 5 h 6"/>
                  <a:gd name="T18" fmla="*/ 4 w 8"/>
                  <a:gd name="T19" fmla="*/ 6 h 6"/>
                  <a:gd name="T20" fmla="*/ 6 w 8"/>
                  <a:gd name="T21" fmla="*/ 6 h 6"/>
                  <a:gd name="T22" fmla="*/ 7 w 8"/>
                  <a:gd name="T23" fmla="*/ 5 h 6"/>
                  <a:gd name="T24" fmla="*/ 8 w 8"/>
                  <a:gd name="T25" fmla="*/ 5 h 6"/>
                  <a:gd name="T26" fmla="*/ 8 w 8"/>
                  <a:gd name="T27" fmla="*/ 4 h 6"/>
                  <a:gd name="T28" fmla="*/ 8 w 8"/>
                  <a:gd name="T29" fmla="*/ 3 h 6"/>
                  <a:gd name="T30" fmla="*/ 8 w 8"/>
                  <a:gd name="T31" fmla="*/ 2 h 6"/>
                  <a:gd name="T32" fmla="*/ 7 w 8"/>
                  <a:gd name="T33" fmla="*/ 1 h 6"/>
                  <a:gd name="T34" fmla="*/ 6 w 8"/>
                  <a:gd name="T35" fmla="*/ 0 h 6"/>
                  <a:gd name="T36" fmla="*/ 6 w 8"/>
                  <a:gd name="T37" fmla="*/ 1 h 6"/>
                  <a:gd name="T38" fmla="*/ 6 w 8"/>
                  <a:gd name="T39" fmla="*/ 2 h 6"/>
                  <a:gd name="T40" fmla="*/ 4 w 8"/>
                  <a:gd name="T41" fmla="*/ 2 h 6"/>
                  <a:gd name="T42" fmla="*/ 4 w 8"/>
                  <a:gd name="T43" fmla="*/ 1 h 6"/>
                  <a:gd name="T44" fmla="*/ 3 w 8"/>
                  <a:gd name="T45" fmla="*/ 2 h 6"/>
                  <a:gd name="T46" fmla="*/ 3 w 8"/>
                  <a:gd name="T47" fmla="*/ 3 h 6"/>
                  <a:gd name="T48" fmla="*/ 2 w 8"/>
                  <a:gd name="T49" fmla="*/ 3 h 6"/>
                  <a:gd name="T50" fmla="*/ 1 w 8"/>
                  <a:gd name="T51" fmla="*/ 3 h 6"/>
                  <a:gd name="T52" fmla="*/ 0 w 8"/>
                  <a:gd name="T53" fmla="*/ 4 h 6"/>
                  <a:gd name="T54" fmla="*/ 1 w 8"/>
                  <a:gd name="T55" fmla="*/ 4 h 6"/>
                  <a:gd name="T56" fmla="*/ 0 w 8"/>
                  <a:gd name="T57" fmla="*/ 4 h 6"/>
                  <a:gd name="T58" fmla="*/ 0 w 8"/>
                  <a:gd name="T59" fmla="*/ 5 h 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8"/>
                  <a:gd name="T91" fmla="*/ 0 h 6"/>
                  <a:gd name="T92" fmla="*/ 8 w 8"/>
                  <a:gd name="T93" fmla="*/ 6 h 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8" h="6">
                    <a:moveTo>
                      <a:pt x="0" y="5"/>
                    </a:moveTo>
                    <a:lnTo>
                      <a:pt x="0" y="6"/>
                    </a:lnTo>
                    <a:lnTo>
                      <a:pt x="2" y="5"/>
                    </a:lnTo>
                    <a:lnTo>
                      <a:pt x="3" y="5"/>
                    </a:lnTo>
                    <a:lnTo>
                      <a:pt x="4" y="4"/>
                    </a:lnTo>
                    <a:lnTo>
                      <a:pt x="5" y="5"/>
                    </a:lnTo>
                    <a:lnTo>
                      <a:pt x="6" y="4"/>
                    </a:lnTo>
                    <a:lnTo>
                      <a:pt x="5" y="4"/>
                    </a:lnTo>
                    <a:lnTo>
                      <a:pt x="4" y="5"/>
                    </a:lnTo>
                    <a:lnTo>
                      <a:pt x="4" y="6"/>
                    </a:lnTo>
                    <a:lnTo>
                      <a:pt x="6" y="6"/>
                    </a:lnTo>
                    <a:lnTo>
                      <a:pt x="7" y="5"/>
                    </a:lnTo>
                    <a:lnTo>
                      <a:pt x="8" y="5"/>
                    </a:lnTo>
                    <a:lnTo>
                      <a:pt x="8" y="4"/>
                    </a:lnTo>
                    <a:lnTo>
                      <a:pt x="8" y="3"/>
                    </a:lnTo>
                    <a:lnTo>
                      <a:pt x="8" y="2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4" y="2"/>
                    </a:lnTo>
                    <a:lnTo>
                      <a:pt x="4" y="1"/>
                    </a:lnTo>
                    <a:lnTo>
                      <a:pt x="3" y="2"/>
                    </a:lnTo>
                    <a:lnTo>
                      <a:pt x="3" y="3"/>
                    </a:lnTo>
                    <a:lnTo>
                      <a:pt x="2" y="3"/>
                    </a:lnTo>
                    <a:lnTo>
                      <a:pt x="1" y="3"/>
                    </a:lnTo>
                    <a:lnTo>
                      <a:pt x="0" y="4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82" name="D589">
                <a:extLst>
                  <a:ext uri="{FF2B5EF4-FFF2-40B4-BE49-F238E27FC236}">
                    <a16:creationId xmlns:a16="http://schemas.microsoft.com/office/drawing/2014/main" id="{72316FCC-3DF3-459D-B189-714CA37DB5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975" y="2362230"/>
                <a:ext cx="6" cy="6"/>
              </a:xfrm>
              <a:custGeom>
                <a:avLst/>
                <a:gdLst>
                  <a:gd name="T0" fmla="*/ 2 w 6"/>
                  <a:gd name="T1" fmla="*/ 3 h 6"/>
                  <a:gd name="T2" fmla="*/ 1 w 6"/>
                  <a:gd name="T3" fmla="*/ 3 h 6"/>
                  <a:gd name="T4" fmla="*/ 0 w 6"/>
                  <a:gd name="T5" fmla="*/ 3 h 6"/>
                  <a:gd name="T6" fmla="*/ 0 w 6"/>
                  <a:gd name="T7" fmla="*/ 5 h 6"/>
                  <a:gd name="T8" fmla="*/ 1 w 6"/>
                  <a:gd name="T9" fmla="*/ 6 h 6"/>
                  <a:gd name="T10" fmla="*/ 3 w 6"/>
                  <a:gd name="T11" fmla="*/ 5 h 6"/>
                  <a:gd name="T12" fmla="*/ 4 w 6"/>
                  <a:gd name="T13" fmla="*/ 5 h 6"/>
                  <a:gd name="T14" fmla="*/ 4 w 6"/>
                  <a:gd name="T15" fmla="*/ 4 h 6"/>
                  <a:gd name="T16" fmla="*/ 5 w 6"/>
                  <a:gd name="T17" fmla="*/ 3 h 6"/>
                  <a:gd name="T18" fmla="*/ 6 w 6"/>
                  <a:gd name="T19" fmla="*/ 2 h 6"/>
                  <a:gd name="T20" fmla="*/ 6 w 6"/>
                  <a:gd name="T21" fmla="*/ 1 h 6"/>
                  <a:gd name="T22" fmla="*/ 5 w 6"/>
                  <a:gd name="T23" fmla="*/ 1 h 6"/>
                  <a:gd name="T24" fmla="*/ 5 w 6"/>
                  <a:gd name="T25" fmla="*/ 0 h 6"/>
                  <a:gd name="T26" fmla="*/ 4 w 6"/>
                  <a:gd name="T27" fmla="*/ 0 h 6"/>
                  <a:gd name="T28" fmla="*/ 3 w 6"/>
                  <a:gd name="T29" fmla="*/ 1 h 6"/>
                  <a:gd name="T30" fmla="*/ 3 w 6"/>
                  <a:gd name="T31" fmla="*/ 2 h 6"/>
                  <a:gd name="T32" fmla="*/ 2 w 6"/>
                  <a:gd name="T33" fmla="*/ 2 h 6"/>
                  <a:gd name="T34" fmla="*/ 2 w 6"/>
                  <a:gd name="T35" fmla="*/ 3 h 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6"/>
                  <a:gd name="T55" fmla="*/ 0 h 6"/>
                  <a:gd name="T56" fmla="*/ 6 w 6"/>
                  <a:gd name="T57" fmla="*/ 6 h 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6" h="6">
                    <a:moveTo>
                      <a:pt x="2" y="3"/>
                    </a:moveTo>
                    <a:lnTo>
                      <a:pt x="1" y="3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1" y="6"/>
                    </a:lnTo>
                    <a:lnTo>
                      <a:pt x="3" y="5"/>
                    </a:lnTo>
                    <a:lnTo>
                      <a:pt x="4" y="5"/>
                    </a:lnTo>
                    <a:lnTo>
                      <a:pt x="4" y="4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1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1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2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83" name="D590">
                <a:extLst>
                  <a:ext uri="{FF2B5EF4-FFF2-40B4-BE49-F238E27FC236}">
                    <a16:creationId xmlns:a16="http://schemas.microsoft.com/office/drawing/2014/main" id="{D03DA83C-B633-4D92-8440-8801B05213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968" y="2362253"/>
                <a:ext cx="5" cy="3"/>
              </a:xfrm>
              <a:custGeom>
                <a:avLst/>
                <a:gdLst>
                  <a:gd name="T0" fmla="*/ 2 w 5"/>
                  <a:gd name="T1" fmla="*/ 2 h 3"/>
                  <a:gd name="T2" fmla="*/ 1 w 5"/>
                  <a:gd name="T3" fmla="*/ 2 h 3"/>
                  <a:gd name="T4" fmla="*/ 0 w 5"/>
                  <a:gd name="T5" fmla="*/ 3 h 3"/>
                  <a:gd name="T6" fmla="*/ 1 w 5"/>
                  <a:gd name="T7" fmla="*/ 3 h 3"/>
                  <a:gd name="T8" fmla="*/ 3 w 5"/>
                  <a:gd name="T9" fmla="*/ 3 h 3"/>
                  <a:gd name="T10" fmla="*/ 4 w 5"/>
                  <a:gd name="T11" fmla="*/ 2 h 3"/>
                  <a:gd name="T12" fmla="*/ 5 w 5"/>
                  <a:gd name="T13" fmla="*/ 1 h 3"/>
                  <a:gd name="T14" fmla="*/ 5 w 5"/>
                  <a:gd name="T15" fmla="*/ 0 h 3"/>
                  <a:gd name="T16" fmla="*/ 4 w 5"/>
                  <a:gd name="T17" fmla="*/ 0 h 3"/>
                  <a:gd name="T18" fmla="*/ 3 w 5"/>
                  <a:gd name="T19" fmla="*/ 1 h 3"/>
                  <a:gd name="T20" fmla="*/ 2 w 5"/>
                  <a:gd name="T21" fmla="*/ 1 h 3"/>
                  <a:gd name="T22" fmla="*/ 1 w 5"/>
                  <a:gd name="T23" fmla="*/ 0 h 3"/>
                  <a:gd name="T24" fmla="*/ 1 w 5"/>
                  <a:gd name="T25" fmla="*/ 1 h 3"/>
                  <a:gd name="T26" fmla="*/ 2 w 5"/>
                  <a:gd name="T27" fmla="*/ 2 h 3"/>
                  <a:gd name="T28" fmla="*/ 2 w 5"/>
                  <a:gd name="T29" fmla="*/ 2 h 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"/>
                  <a:gd name="T46" fmla="*/ 0 h 3"/>
                  <a:gd name="T47" fmla="*/ 5 w 5"/>
                  <a:gd name="T48" fmla="*/ 3 h 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" h="3">
                    <a:moveTo>
                      <a:pt x="2" y="2"/>
                    </a:moveTo>
                    <a:lnTo>
                      <a:pt x="1" y="2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3" y="3"/>
                    </a:lnTo>
                    <a:lnTo>
                      <a:pt x="4" y="2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84" name="D591">
                <a:extLst>
                  <a:ext uri="{FF2B5EF4-FFF2-40B4-BE49-F238E27FC236}">
                    <a16:creationId xmlns:a16="http://schemas.microsoft.com/office/drawing/2014/main" id="{EA5A8C70-45D9-4D32-B6D5-6375EC11C5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987" y="2362226"/>
                <a:ext cx="11" cy="9"/>
              </a:xfrm>
              <a:custGeom>
                <a:avLst/>
                <a:gdLst>
                  <a:gd name="T0" fmla="*/ 2 w 11"/>
                  <a:gd name="T1" fmla="*/ 6 h 9"/>
                  <a:gd name="T2" fmla="*/ 2 w 11"/>
                  <a:gd name="T3" fmla="*/ 7 h 9"/>
                  <a:gd name="T4" fmla="*/ 1 w 11"/>
                  <a:gd name="T5" fmla="*/ 7 h 9"/>
                  <a:gd name="T6" fmla="*/ 0 w 11"/>
                  <a:gd name="T7" fmla="*/ 8 h 9"/>
                  <a:gd name="T8" fmla="*/ 1 w 11"/>
                  <a:gd name="T9" fmla="*/ 9 h 9"/>
                  <a:gd name="T10" fmla="*/ 2 w 11"/>
                  <a:gd name="T11" fmla="*/ 8 h 9"/>
                  <a:gd name="T12" fmla="*/ 3 w 11"/>
                  <a:gd name="T13" fmla="*/ 8 h 9"/>
                  <a:gd name="T14" fmla="*/ 5 w 11"/>
                  <a:gd name="T15" fmla="*/ 8 h 9"/>
                  <a:gd name="T16" fmla="*/ 6 w 11"/>
                  <a:gd name="T17" fmla="*/ 6 h 9"/>
                  <a:gd name="T18" fmla="*/ 7 w 11"/>
                  <a:gd name="T19" fmla="*/ 6 h 9"/>
                  <a:gd name="T20" fmla="*/ 7 w 11"/>
                  <a:gd name="T21" fmla="*/ 7 h 9"/>
                  <a:gd name="T22" fmla="*/ 8 w 11"/>
                  <a:gd name="T23" fmla="*/ 7 h 9"/>
                  <a:gd name="T24" fmla="*/ 10 w 11"/>
                  <a:gd name="T25" fmla="*/ 7 h 9"/>
                  <a:gd name="T26" fmla="*/ 10 w 11"/>
                  <a:gd name="T27" fmla="*/ 5 h 9"/>
                  <a:gd name="T28" fmla="*/ 10 w 11"/>
                  <a:gd name="T29" fmla="*/ 4 h 9"/>
                  <a:gd name="T30" fmla="*/ 11 w 11"/>
                  <a:gd name="T31" fmla="*/ 3 h 9"/>
                  <a:gd name="T32" fmla="*/ 10 w 11"/>
                  <a:gd name="T33" fmla="*/ 2 h 9"/>
                  <a:gd name="T34" fmla="*/ 9 w 11"/>
                  <a:gd name="T35" fmla="*/ 1 h 9"/>
                  <a:gd name="T36" fmla="*/ 8 w 11"/>
                  <a:gd name="T37" fmla="*/ 0 h 9"/>
                  <a:gd name="T38" fmla="*/ 7 w 11"/>
                  <a:gd name="T39" fmla="*/ 0 h 9"/>
                  <a:gd name="T40" fmla="*/ 7 w 11"/>
                  <a:gd name="T41" fmla="*/ 1 h 9"/>
                  <a:gd name="T42" fmla="*/ 6 w 11"/>
                  <a:gd name="T43" fmla="*/ 0 h 9"/>
                  <a:gd name="T44" fmla="*/ 7 w 11"/>
                  <a:gd name="T45" fmla="*/ 1 h 9"/>
                  <a:gd name="T46" fmla="*/ 6 w 11"/>
                  <a:gd name="T47" fmla="*/ 2 h 9"/>
                  <a:gd name="T48" fmla="*/ 5 w 11"/>
                  <a:gd name="T49" fmla="*/ 1 h 9"/>
                  <a:gd name="T50" fmla="*/ 4 w 11"/>
                  <a:gd name="T51" fmla="*/ 2 h 9"/>
                  <a:gd name="T52" fmla="*/ 5 w 11"/>
                  <a:gd name="T53" fmla="*/ 2 h 9"/>
                  <a:gd name="T54" fmla="*/ 4 w 11"/>
                  <a:gd name="T55" fmla="*/ 3 h 9"/>
                  <a:gd name="T56" fmla="*/ 2 w 11"/>
                  <a:gd name="T57" fmla="*/ 3 h 9"/>
                  <a:gd name="T58" fmla="*/ 1 w 11"/>
                  <a:gd name="T59" fmla="*/ 4 h 9"/>
                  <a:gd name="T60" fmla="*/ 2 w 11"/>
                  <a:gd name="T61" fmla="*/ 4 h 9"/>
                  <a:gd name="T62" fmla="*/ 1 w 11"/>
                  <a:gd name="T63" fmla="*/ 4 h 9"/>
                  <a:gd name="T64" fmla="*/ 2 w 11"/>
                  <a:gd name="T65" fmla="*/ 5 h 9"/>
                  <a:gd name="T66" fmla="*/ 1 w 11"/>
                  <a:gd name="T67" fmla="*/ 6 h 9"/>
                  <a:gd name="T68" fmla="*/ 0 w 11"/>
                  <a:gd name="T69" fmla="*/ 5 h 9"/>
                  <a:gd name="T70" fmla="*/ 1 w 11"/>
                  <a:gd name="T71" fmla="*/ 6 h 9"/>
                  <a:gd name="T72" fmla="*/ 2 w 11"/>
                  <a:gd name="T73" fmla="*/ 6 h 9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1"/>
                  <a:gd name="T112" fmla="*/ 0 h 9"/>
                  <a:gd name="T113" fmla="*/ 11 w 11"/>
                  <a:gd name="T114" fmla="*/ 9 h 9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1" h="9">
                    <a:moveTo>
                      <a:pt x="2" y="6"/>
                    </a:moveTo>
                    <a:lnTo>
                      <a:pt x="2" y="7"/>
                    </a:lnTo>
                    <a:lnTo>
                      <a:pt x="1" y="7"/>
                    </a:lnTo>
                    <a:lnTo>
                      <a:pt x="0" y="8"/>
                    </a:lnTo>
                    <a:lnTo>
                      <a:pt x="1" y="9"/>
                    </a:lnTo>
                    <a:lnTo>
                      <a:pt x="2" y="8"/>
                    </a:lnTo>
                    <a:lnTo>
                      <a:pt x="3" y="8"/>
                    </a:lnTo>
                    <a:lnTo>
                      <a:pt x="5" y="8"/>
                    </a:lnTo>
                    <a:lnTo>
                      <a:pt x="6" y="6"/>
                    </a:lnTo>
                    <a:lnTo>
                      <a:pt x="7" y="6"/>
                    </a:lnTo>
                    <a:lnTo>
                      <a:pt x="7" y="7"/>
                    </a:lnTo>
                    <a:lnTo>
                      <a:pt x="8" y="7"/>
                    </a:lnTo>
                    <a:lnTo>
                      <a:pt x="10" y="7"/>
                    </a:lnTo>
                    <a:lnTo>
                      <a:pt x="10" y="5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0" y="2"/>
                    </a:lnTo>
                    <a:lnTo>
                      <a:pt x="9" y="1"/>
                    </a:lnTo>
                    <a:lnTo>
                      <a:pt x="8" y="0"/>
                    </a:lnTo>
                    <a:lnTo>
                      <a:pt x="7" y="0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7" y="1"/>
                    </a:lnTo>
                    <a:lnTo>
                      <a:pt x="6" y="2"/>
                    </a:lnTo>
                    <a:lnTo>
                      <a:pt x="5" y="1"/>
                    </a:lnTo>
                    <a:lnTo>
                      <a:pt x="4" y="2"/>
                    </a:lnTo>
                    <a:lnTo>
                      <a:pt x="5" y="2"/>
                    </a:lnTo>
                    <a:lnTo>
                      <a:pt x="4" y="3"/>
                    </a:lnTo>
                    <a:lnTo>
                      <a:pt x="2" y="3"/>
                    </a:lnTo>
                    <a:lnTo>
                      <a:pt x="1" y="4"/>
                    </a:lnTo>
                    <a:lnTo>
                      <a:pt x="2" y="4"/>
                    </a:lnTo>
                    <a:lnTo>
                      <a:pt x="1" y="4"/>
                    </a:lnTo>
                    <a:lnTo>
                      <a:pt x="2" y="5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1" y="6"/>
                    </a:lnTo>
                    <a:lnTo>
                      <a:pt x="2" y="6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85" name="D592">
                <a:extLst>
                  <a:ext uri="{FF2B5EF4-FFF2-40B4-BE49-F238E27FC236}">
                    <a16:creationId xmlns:a16="http://schemas.microsoft.com/office/drawing/2014/main" id="{2A204EA2-6770-45F6-AC6A-22C53BA54F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999" y="2362221"/>
                <a:ext cx="8" cy="5"/>
              </a:xfrm>
              <a:custGeom>
                <a:avLst/>
                <a:gdLst>
                  <a:gd name="T0" fmla="*/ 1 w 8"/>
                  <a:gd name="T1" fmla="*/ 4 h 5"/>
                  <a:gd name="T2" fmla="*/ 0 w 8"/>
                  <a:gd name="T3" fmla="*/ 4 h 5"/>
                  <a:gd name="T4" fmla="*/ 0 w 8"/>
                  <a:gd name="T5" fmla="*/ 5 h 5"/>
                  <a:gd name="T6" fmla="*/ 1 w 8"/>
                  <a:gd name="T7" fmla="*/ 5 h 5"/>
                  <a:gd name="T8" fmla="*/ 2 w 8"/>
                  <a:gd name="T9" fmla="*/ 5 h 5"/>
                  <a:gd name="T10" fmla="*/ 4 w 8"/>
                  <a:gd name="T11" fmla="*/ 5 h 5"/>
                  <a:gd name="T12" fmla="*/ 5 w 8"/>
                  <a:gd name="T13" fmla="*/ 5 h 5"/>
                  <a:gd name="T14" fmla="*/ 7 w 8"/>
                  <a:gd name="T15" fmla="*/ 4 h 5"/>
                  <a:gd name="T16" fmla="*/ 7 w 8"/>
                  <a:gd name="T17" fmla="*/ 3 h 5"/>
                  <a:gd name="T18" fmla="*/ 7 w 8"/>
                  <a:gd name="T19" fmla="*/ 2 h 5"/>
                  <a:gd name="T20" fmla="*/ 8 w 8"/>
                  <a:gd name="T21" fmla="*/ 2 h 5"/>
                  <a:gd name="T22" fmla="*/ 7 w 8"/>
                  <a:gd name="T23" fmla="*/ 1 h 5"/>
                  <a:gd name="T24" fmla="*/ 6 w 8"/>
                  <a:gd name="T25" fmla="*/ 0 h 5"/>
                  <a:gd name="T26" fmla="*/ 6 w 8"/>
                  <a:gd name="T27" fmla="*/ 1 h 5"/>
                  <a:gd name="T28" fmla="*/ 5 w 8"/>
                  <a:gd name="T29" fmla="*/ 2 h 5"/>
                  <a:gd name="T30" fmla="*/ 4 w 8"/>
                  <a:gd name="T31" fmla="*/ 1 h 5"/>
                  <a:gd name="T32" fmla="*/ 4 w 8"/>
                  <a:gd name="T33" fmla="*/ 3 h 5"/>
                  <a:gd name="T34" fmla="*/ 3 w 8"/>
                  <a:gd name="T35" fmla="*/ 3 h 5"/>
                  <a:gd name="T36" fmla="*/ 2 w 8"/>
                  <a:gd name="T37" fmla="*/ 3 h 5"/>
                  <a:gd name="T38" fmla="*/ 1 w 8"/>
                  <a:gd name="T39" fmla="*/ 3 h 5"/>
                  <a:gd name="T40" fmla="*/ 1 w 8"/>
                  <a:gd name="T41" fmla="*/ 4 h 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8"/>
                  <a:gd name="T64" fmla="*/ 0 h 5"/>
                  <a:gd name="T65" fmla="*/ 8 w 8"/>
                  <a:gd name="T66" fmla="*/ 5 h 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8" h="5">
                    <a:moveTo>
                      <a:pt x="1" y="4"/>
                    </a:moveTo>
                    <a:lnTo>
                      <a:pt x="0" y="4"/>
                    </a:lnTo>
                    <a:lnTo>
                      <a:pt x="0" y="5"/>
                    </a:lnTo>
                    <a:lnTo>
                      <a:pt x="1" y="5"/>
                    </a:lnTo>
                    <a:lnTo>
                      <a:pt x="2" y="5"/>
                    </a:lnTo>
                    <a:lnTo>
                      <a:pt x="4" y="5"/>
                    </a:lnTo>
                    <a:lnTo>
                      <a:pt x="5" y="5"/>
                    </a:lnTo>
                    <a:lnTo>
                      <a:pt x="7" y="4"/>
                    </a:lnTo>
                    <a:lnTo>
                      <a:pt x="7" y="3"/>
                    </a:lnTo>
                    <a:lnTo>
                      <a:pt x="7" y="2"/>
                    </a:lnTo>
                    <a:lnTo>
                      <a:pt x="8" y="2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5" y="2"/>
                    </a:lnTo>
                    <a:lnTo>
                      <a:pt x="4" y="1"/>
                    </a:lnTo>
                    <a:lnTo>
                      <a:pt x="4" y="3"/>
                    </a:lnTo>
                    <a:lnTo>
                      <a:pt x="3" y="3"/>
                    </a:lnTo>
                    <a:lnTo>
                      <a:pt x="2" y="3"/>
                    </a:lnTo>
                    <a:lnTo>
                      <a:pt x="1" y="3"/>
                    </a:lnTo>
                    <a:lnTo>
                      <a:pt x="1" y="4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86" name="D593">
                <a:extLst>
                  <a:ext uri="{FF2B5EF4-FFF2-40B4-BE49-F238E27FC236}">
                    <a16:creationId xmlns:a16="http://schemas.microsoft.com/office/drawing/2014/main" id="{03AFF0F5-DAB7-40E7-A349-5ADB9F83EC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5004" y="2362217"/>
                <a:ext cx="9" cy="5"/>
              </a:xfrm>
              <a:custGeom>
                <a:avLst/>
                <a:gdLst>
                  <a:gd name="T0" fmla="*/ 2 w 9"/>
                  <a:gd name="T1" fmla="*/ 2 h 5"/>
                  <a:gd name="T2" fmla="*/ 2 w 9"/>
                  <a:gd name="T3" fmla="*/ 3 h 5"/>
                  <a:gd name="T4" fmla="*/ 1 w 9"/>
                  <a:gd name="T5" fmla="*/ 3 h 5"/>
                  <a:gd name="T6" fmla="*/ 2 w 9"/>
                  <a:gd name="T7" fmla="*/ 3 h 5"/>
                  <a:gd name="T8" fmla="*/ 3 w 9"/>
                  <a:gd name="T9" fmla="*/ 4 h 5"/>
                  <a:gd name="T10" fmla="*/ 4 w 9"/>
                  <a:gd name="T11" fmla="*/ 5 h 5"/>
                  <a:gd name="T12" fmla="*/ 5 w 9"/>
                  <a:gd name="T13" fmla="*/ 5 h 5"/>
                  <a:gd name="T14" fmla="*/ 6 w 9"/>
                  <a:gd name="T15" fmla="*/ 5 h 5"/>
                  <a:gd name="T16" fmla="*/ 7 w 9"/>
                  <a:gd name="T17" fmla="*/ 4 h 5"/>
                  <a:gd name="T18" fmla="*/ 8 w 9"/>
                  <a:gd name="T19" fmla="*/ 3 h 5"/>
                  <a:gd name="T20" fmla="*/ 9 w 9"/>
                  <a:gd name="T21" fmla="*/ 2 h 5"/>
                  <a:gd name="T22" fmla="*/ 7 w 9"/>
                  <a:gd name="T23" fmla="*/ 2 h 5"/>
                  <a:gd name="T24" fmla="*/ 6 w 9"/>
                  <a:gd name="T25" fmla="*/ 2 h 5"/>
                  <a:gd name="T26" fmla="*/ 5 w 9"/>
                  <a:gd name="T27" fmla="*/ 2 h 5"/>
                  <a:gd name="T28" fmla="*/ 5 w 9"/>
                  <a:gd name="T29" fmla="*/ 3 h 5"/>
                  <a:gd name="T30" fmla="*/ 4 w 9"/>
                  <a:gd name="T31" fmla="*/ 3 h 5"/>
                  <a:gd name="T32" fmla="*/ 5 w 9"/>
                  <a:gd name="T33" fmla="*/ 2 h 5"/>
                  <a:gd name="T34" fmla="*/ 5 w 9"/>
                  <a:gd name="T35" fmla="*/ 1 h 5"/>
                  <a:gd name="T36" fmla="*/ 4 w 9"/>
                  <a:gd name="T37" fmla="*/ 1 h 5"/>
                  <a:gd name="T38" fmla="*/ 2 w 9"/>
                  <a:gd name="T39" fmla="*/ 1 h 5"/>
                  <a:gd name="T40" fmla="*/ 1 w 9"/>
                  <a:gd name="T41" fmla="*/ 0 h 5"/>
                  <a:gd name="T42" fmla="*/ 0 w 9"/>
                  <a:gd name="T43" fmla="*/ 1 h 5"/>
                  <a:gd name="T44" fmla="*/ 1 w 9"/>
                  <a:gd name="T45" fmla="*/ 2 h 5"/>
                  <a:gd name="T46" fmla="*/ 2 w 9"/>
                  <a:gd name="T47" fmla="*/ 1 h 5"/>
                  <a:gd name="T48" fmla="*/ 2 w 9"/>
                  <a:gd name="T49" fmla="*/ 2 h 5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9"/>
                  <a:gd name="T76" fmla="*/ 0 h 5"/>
                  <a:gd name="T77" fmla="*/ 9 w 9"/>
                  <a:gd name="T78" fmla="*/ 5 h 5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9" h="5">
                    <a:moveTo>
                      <a:pt x="2" y="2"/>
                    </a:moveTo>
                    <a:lnTo>
                      <a:pt x="2" y="3"/>
                    </a:lnTo>
                    <a:lnTo>
                      <a:pt x="1" y="3"/>
                    </a:lnTo>
                    <a:lnTo>
                      <a:pt x="2" y="3"/>
                    </a:lnTo>
                    <a:lnTo>
                      <a:pt x="3" y="4"/>
                    </a:lnTo>
                    <a:lnTo>
                      <a:pt x="4" y="5"/>
                    </a:lnTo>
                    <a:lnTo>
                      <a:pt x="5" y="5"/>
                    </a:lnTo>
                    <a:lnTo>
                      <a:pt x="6" y="5"/>
                    </a:lnTo>
                    <a:lnTo>
                      <a:pt x="7" y="4"/>
                    </a:lnTo>
                    <a:lnTo>
                      <a:pt x="8" y="3"/>
                    </a:lnTo>
                    <a:lnTo>
                      <a:pt x="9" y="2"/>
                    </a:lnTo>
                    <a:lnTo>
                      <a:pt x="7" y="2"/>
                    </a:lnTo>
                    <a:lnTo>
                      <a:pt x="6" y="2"/>
                    </a:lnTo>
                    <a:lnTo>
                      <a:pt x="5" y="2"/>
                    </a:lnTo>
                    <a:lnTo>
                      <a:pt x="5" y="3"/>
                    </a:lnTo>
                    <a:lnTo>
                      <a:pt x="4" y="3"/>
                    </a:lnTo>
                    <a:lnTo>
                      <a:pt x="5" y="2"/>
                    </a:lnTo>
                    <a:lnTo>
                      <a:pt x="5" y="1"/>
                    </a:lnTo>
                    <a:lnTo>
                      <a:pt x="4" y="1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1" y="2"/>
                    </a:lnTo>
                    <a:lnTo>
                      <a:pt x="2" y="1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87" name="D594">
                <a:extLst>
                  <a:ext uri="{FF2B5EF4-FFF2-40B4-BE49-F238E27FC236}">
                    <a16:creationId xmlns:a16="http://schemas.microsoft.com/office/drawing/2014/main" id="{3AAF3363-B58E-4193-A8CE-179749C729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5012" y="2362215"/>
                <a:ext cx="5" cy="3"/>
              </a:xfrm>
              <a:custGeom>
                <a:avLst/>
                <a:gdLst>
                  <a:gd name="T0" fmla="*/ 2 w 5"/>
                  <a:gd name="T1" fmla="*/ 1 h 3"/>
                  <a:gd name="T2" fmla="*/ 2 w 5"/>
                  <a:gd name="T3" fmla="*/ 0 h 3"/>
                  <a:gd name="T4" fmla="*/ 1 w 5"/>
                  <a:gd name="T5" fmla="*/ 0 h 3"/>
                  <a:gd name="T6" fmla="*/ 0 w 5"/>
                  <a:gd name="T7" fmla="*/ 0 h 3"/>
                  <a:gd name="T8" fmla="*/ 1 w 5"/>
                  <a:gd name="T9" fmla="*/ 1 h 3"/>
                  <a:gd name="T10" fmla="*/ 2 w 5"/>
                  <a:gd name="T11" fmla="*/ 2 h 3"/>
                  <a:gd name="T12" fmla="*/ 2 w 5"/>
                  <a:gd name="T13" fmla="*/ 3 h 3"/>
                  <a:gd name="T14" fmla="*/ 3 w 5"/>
                  <a:gd name="T15" fmla="*/ 3 h 3"/>
                  <a:gd name="T16" fmla="*/ 4 w 5"/>
                  <a:gd name="T17" fmla="*/ 3 h 3"/>
                  <a:gd name="T18" fmla="*/ 5 w 5"/>
                  <a:gd name="T19" fmla="*/ 3 h 3"/>
                  <a:gd name="T20" fmla="*/ 5 w 5"/>
                  <a:gd name="T21" fmla="*/ 2 h 3"/>
                  <a:gd name="T22" fmla="*/ 4 w 5"/>
                  <a:gd name="T23" fmla="*/ 2 h 3"/>
                  <a:gd name="T24" fmla="*/ 3 w 5"/>
                  <a:gd name="T25" fmla="*/ 1 h 3"/>
                  <a:gd name="T26" fmla="*/ 2 w 5"/>
                  <a:gd name="T27" fmla="*/ 1 h 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"/>
                  <a:gd name="T43" fmla="*/ 0 h 3"/>
                  <a:gd name="T44" fmla="*/ 5 w 5"/>
                  <a:gd name="T45" fmla="*/ 3 h 3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" h="3">
                    <a:moveTo>
                      <a:pt x="2" y="1"/>
                    </a:moveTo>
                    <a:lnTo>
                      <a:pt x="2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1"/>
                    </a:lnTo>
                    <a:lnTo>
                      <a:pt x="2" y="2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2"/>
                    </a:lnTo>
                    <a:lnTo>
                      <a:pt x="4" y="2"/>
                    </a:lnTo>
                    <a:lnTo>
                      <a:pt x="3" y="1"/>
                    </a:lnTo>
                    <a:lnTo>
                      <a:pt x="2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88" name="D595">
                <a:extLst>
                  <a:ext uri="{FF2B5EF4-FFF2-40B4-BE49-F238E27FC236}">
                    <a16:creationId xmlns:a16="http://schemas.microsoft.com/office/drawing/2014/main" id="{C4F2ADAE-93A0-46F8-B11E-DC904E6D16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5021" y="2362215"/>
                <a:ext cx="3" cy="3"/>
              </a:xfrm>
              <a:custGeom>
                <a:avLst/>
                <a:gdLst>
                  <a:gd name="T0" fmla="*/ 0 w 3"/>
                  <a:gd name="T1" fmla="*/ 1 h 3"/>
                  <a:gd name="T2" fmla="*/ 0 w 3"/>
                  <a:gd name="T3" fmla="*/ 2 h 3"/>
                  <a:gd name="T4" fmla="*/ 1 w 3"/>
                  <a:gd name="T5" fmla="*/ 3 h 3"/>
                  <a:gd name="T6" fmla="*/ 1 w 3"/>
                  <a:gd name="T7" fmla="*/ 2 h 3"/>
                  <a:gd name="T8" fmla="*/ 1 w 3"/>
                  <a:gd name="T9" fmla="*/ 3 h 3"/>
                  <a:gd name="T10" fmla="*/ 2 w 3"/>
                  <a:gd name="T11" fmla="*/ 3 h 3"/>
                  <a:gd name="T12" fmla="*/ 3 w 3"/>
                  <a:gd name="T13" fmla="*/ 2 h 3"/>
                  <a:gd name="T14" fmla="*/ 3 w 3"/>
                  <a:gd name="T15" fmla="*/ 1 h 3"/>
                  <a:gd name="T16" fmla="*/ 2 w 3"/>
                  <a:gd name="T17" fmla="*/ 1 h 3"/>
                  <a:gd name="T18" fmla="*/ 2 w 3"/>
                  <a:gd name="T19" fmla="*/ 0 h 3"/>
                  <a:gd name="T20" fmla="*/ 0 w 3"/>
                  <a:gd name="T21" fmla="*/ 1 h 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"/>
                  <a:gd name="T34" fmla="*/ 0 h 3"/>
                  <a:gd name="T35" fmla="*/ 3 w 3"/>
                  <a:gd name="T36" fmla="*/ 3 h 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" h="3">
                    <a:moveTo>
                      <a:pt x="0" y="1"/>
                    </a:moveTo>
                    <a:lnTo>
                      <a:pt x="0" y="2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2" y="3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89" name="D596">
                <a:extLst>
                  <a:ext uri="{FF2B5EF4-FFF2-40B4-BE49-F238E27FC236}">
                    <a16:creationId xmlns:a16="http://schemas.microsoft.com/office/drawing/2014/main" id="{B78558D3-5796-4955-926E-07AB7C4DBB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5039" y="2362213"/>
                <a:ext cx="5" cy="2"/>
              </a:xfrm>
              <a:custGeom>
                <a:avLst/>
                <a:gdLst>
                  <a:gd name="T0" fmla="*/ 3 w 5"/>
                  <a:gd name="T1" fmla="*/ 2 h 2"/>
                  <a:gd name="T2" fmla="*/ 4 w 5"/>
                  <a:gd name="T3" fmla="*/ 2 h 2"/>
                  <a:gd name="T4" fmla="*/ 5 w 5"/>
                  <a:gd name="T5" fmla="*/ 2 h 2"/>
                  <a:gd name="T6" fmla="*/ 5 w 5"/>
                  <a:gd name="T7" fmla="*/ 1 h 2"/>
                  <a:gd name="T8" fmla="*/ 4 w 5"/>
                  <a:gd name="T9" fmla="*/ 0 h 2"/>
                  <a:gd name="T10" fmla="*/ 3 w 5"/>
                  <a:gd name="T11" fmla="*/ 0 h 2"/>
                  <a:gd name="T12" fmla="*/ 2 w 5"/>
                  <a:gd name="T13" fmla="*/ 0 h 2"/>
                  <a:gd name="T14" fmla="*/ 1 w 5"/>
                  <a:gd name="T15" fmla="*/ 0 h 2"/>
                  <a:gd name="T16" fmla="*/ 0 w 5"/>
                  <a:gd name="T17" fmla="*/ 0 h 2"/>
                  <a:gd name="T18" fmla="*/ 0 w 5"/>
                  <a:gd name="T19" fmla="*/ 1 h 2"/>
                  <a:gd name="T20" fmla="*/ 2 w 5"/>
                  <a:gd name="T21" fmla="*/ 2 h 2"/>
                  <a:gd name="T22" fmla="*/ 3 w 5"/>
                  <a:gd name="T23" fmla="*/ 2 h 2"/>
                  <a:gd name="T24" fmla="*/ 3 w 5"/>
                  <a:gd name="T25" fmla="*/ 2 h 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"/>
                  <a:gd name="T40" fmla="*/ 0 h 2"/>
                  <a:gd name="T41" fmla="*/ 5 w 5"/>
                  <a:gd name="T42" fmla="*/ 2 h 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" h="2">
                    <a:moveTo>
                      <a:pt x="3" y="2"/>
                    </a:moveTo>
                    <a:lnTo>
                      <a:pt x="4" y="2"/>
                    </a:lnTo>
                    <a:lnTo>
                      <a:pt x="5" y="2"/>
                    </a:lnTo>
                    <a:lnTo>
                      <a:pt x="5" y="1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2" y="2"/>
                    </a:lnTo>
                    <a:lnTo>
                      <a:pt x="3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90" name="D597">
                <a:extLst>
                  <a:ext uri="{FF2B5EF4-FFF2-40B4-BE49-F238E27FC236}">
                    <a16:creationId xmlns:a16="http://schemas.microsoft.com/office/drawing/2014/main" id="{D3A6E82C-B3AB-4F47-96CE-50F60FBE7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5035" y="2362207"/>
                <a:ext cx="10" cy="4"/>
              </a:xfrm>
              <a:custGeom>
                <a:avLst/>
                <a:gdLst>
                  <a:gd name="T0" fmla="*/ 3 w 10"/>
                  <a:gd name="T1" fmla="*/ 1 h 4"/>
                  <a:gd name="T2" fmla="*/ 2 w 10"/>
                  <a:gd name="T3" fmla="*/ 1 h 4"/>
                  <a:gd name="T4" fmla="*/ 1 w 10"/>
                  <a:gd name="T5" fmla="*/ 2 h 4"/>
                  <a:gd name="T6" fmla="*/ 0 w 10"/>
                  <a:gd name="T7" fmla="*/ 2 h 4"/>
                  <a:gd name="T8" fmla="*/ 2 w 10"/>
                  <a:gd name="T9" fmla="*/ 2 h 4"/>
                  <a:gd name="T10" fmla="*/ 2 w 10"/>
                  <a:gd name="T11" fmla="*/ 3 h 4"/>
                  <a:gd name="T12" fmla="*/ 2 w 10"/>
                  <a:gd name="T13" fmla="*/ 4 h 4"/>
                  <a:gd name="T14" fmla="*/ 3 w 10"/>
                  <a:gd name="T15" fmla="*/ 3 h 4"/>
                  <a:gd name="T16" fmla="*/ 3 w 10"/>
                  <a:gd name="T17" fmla="*/ 4 h 4"/>
                  <a:gd name="T18" fmla="*/ 5 w 10"/>
                  <a:gd name="T19" fmla="*/ 3 h 4"/>
                  <a:gd name="T20" fmla="*/ 5 w 10"/>
                  <a:gd name="T21" fmla="*/ 4 h 4"/>
                  <a:gd name="T22" fmla="*/ 6 w 10"/>
                  <a:gd name="T23" fmla="*/ 4 h 4"/>
                  <a:gd name="T24" fmla="*/ 7 w 10"/>
                  <a:gd name="T25" fmla="*/ 3 h 4"/>
                  <a:gd name="T26" fmla="*/ 8 w 10"/>
                  <a:gd name="T27" fmla="*/ 3 h 4"/>
                  <a:gd name="T28" fmla="*/ 9 w 10"/>
                  <a:gd name="T29" fmla="*/ 3 h 4"/>
                  <a:gd name="T30" fmla="*/ 9 w 10"/>
                  <a:gd name="T31" fmla="*/ 2 h 4"/>
                  <a:gd name="T32" fmla="*/ 10 w 10"/>
                  <a:gd name="T33" fmla="*/ 2 h 4"/>
                  <a:gd name="T34" fmla="*/ 10 w 10"/>
                  <a:gd name="T35" fmla="*/ 1 h 4"/>
                  <a:gd name="T36" fmla="*/ 9 w 10"/>
                  <a:gd name="T37" fmla="*/ 1 h 4"/>
                  <a:gd name="T38" fmla="*/ 8 w 10"/>
                  <a:gd name="T39" fmla="*/ 0 h 4"/>
                  <a:gd name="T40" fmla="*/ 7 w 10"/>
                  <a:gd name="T41" fmla="*/ 0 h 4"/>
                  <a:gd name="T42" fmla="*/ 7 w 10"/>
                  <a:gd name="T43" fmla="*/ 1 h 4"/>
                  <a:gd name="T44" fmla="*/ 6 w 10"/>
                  <a:gd name="T45" fmla="*/ 1 h 4"/>
                  <a:gd name="T46" fmla="*/ 5 w 10"/>
                  <a:gd name="T47" fmla="*/ 1 h 4"/>
                  <a:gd name="T48" fmla="*/ 5 w 10"/>
                  <a:gd name="T49" fmla="*/ 0 h 4"/>
                  <a:gd name="T50" fmla="*/ 5 w 10"/>
                  <a:gd name="T51" fmla="*/ 1 h 4"/>
                  <a:gd name="T52" fmla="*/ 4 w 10"/>
                  <a:gd name="T53" fmla="*/ 1 h 4"/>
                  <a:gd name="T54" fmla="*/ 4 w 10"/>
                  <a:gd name="T55" fmla="*/ 0 h 4"/>
                  <a:gd name="T56" fmla="*/ 4 w 10"/>
                  <a:gd name="T57" fmla="*/ 1 h 4"/>
                  <a:gd name="T58" fmla="*/ 3 w 10"/>
                  <a:gd name="T59" fmla="*/ 1 h 4"/>
                  <a:gd name="T60" fmla="*/ 3 w 10"/>
                  <a:gd name="T61" fmla="*/ 1 h 4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0"/>
                  <a:gd name="T94" fmla="*/ 0 h 4"/>
                  <a:gd name="T95" fmla="*/ 10 w 10"/>
                  <a:gd name="T96" fmla="*/ 4 h 4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0" h="4">
                    <a:moveTo>
                      <a:pt x="3" y="1"/>
                    </a:moveTo>
                    <a:lnTo>
                      <a:pt x="2" y="1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2" y="3"/>
                    </a:lnTo>
                    <a:lnTo>
                      <a:pt x="2" y="4"/>
                    </a:lnTo>
                    <a:lnTo>
                      <a:pt x="3" y="3"/>
                    </a:lnTo>
                    <a:lnTo>
                      <a:pt x="3" y="4"/>
                    </a:lnTo>
                    <a:lnTo>
                      <a:pt x="5" y="3"/>
                    </a:lnTo>
                    <a:lnTo>
                      <a:pt x="5" y="4"/>
                    </a:lnTo>
                    <a:lnTo>
                      <a:pt x="6" y="4"/>
                    </a:lnTo>
                    <a:lnTo>
                      <a:pt x="7" y="3"/>
                    </a:lnTo>
                    <a:lnTo>
                      <a:pt x="8" y="3"/>
                    </a:lnTo>
                    <a:lnTo>
                      <a:pt x="9" y="3"/>
                    </a:lnTo>
                    <a:lnTo>
                      <a:pt x="9" y="2"/>
                    </a:lnTo>
                    <a:lnTo>
                      <a:pt x="10" y="2"/>
                    </a:lnTo>
                    <a:lnTo>
                      <a:pt x="10" y="1"/>
                    </a:lnTo>
                    <a:lnTo>
                      <a:pt x="9" y="1"/>
                    </a:lnTo>
                    <a:lnTo>
                      <a:pt x="8" y="0"/>
                    </a:lnTo>
                    <a:lnTo>
                      <a:pt x="7" y="0"/>
                    </a:lnTo>
                    <a:lnTo>
                      <a:pt x="7" y="1"/>
                    </a:lnTo>
                    <a:lnTo>
                      <a:pt x="6" y="1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5" y="1"/>
                    </a:lnTo>
                    <a:lnTo>
                      <a:pt x="4" y="1"/>
                    </a:lnTo>
                    <a:lnTo>
                      <a:pt x="4" y="0"/>
                    </a:lnTo>
                    <a:lnTo>
                      <a:pt x="4" y="1"/>
                    </a:lnTo>
                    <a:lnTo>
                      <a:pt x="3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91" name="D598">
                <a:extLst>
                  <a:ext uri="{FF2B5EF4-FFF2-40B4-BE49-F238E27FC236}">
                    <a16:creationId xmlns:a16="http://schemas.microsoft.com/office/drawing/2014/main" id="{1429D9B6-447C-4D9D-88F1-BB69C0C04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5044" y="2362210"/>
                <a:ext cx="6" cy="4"/>
              </a:xfrm>
              <a:custGeom>
                <a:avLst/>
                <a:gdLst>
                  <a:gd name="T0" fmla="*/ 5 w 6"/>
                  <a:gd name="T1" fmla="*/ 2 h 4"/>
                  <a:gd name="T2" fmla="*/ 6 w 6"/>
                  <a:gd name="T3" fmla="*/ 1 h 4"/>
                  <a:gd name="T4" fmla="*/ 5 w 6"/>
                  <a:gd name="T5" fmla="*/ 1 h 4"/>
                  <a:gd name="T6" fmla="*/ 5 w 6"/>
                  <a:gd name="T7" fmla="*/ 0 h 4"/>
                  <a:gd name="T8" fmla="*/ 4 w 6"/>
                  <a:gd name="T9" fmla="*/ 0 h 4"/>
                  <a:gd name="T10" fmla="*/ 3 w 6"/>
                  <a:gd name="T11" fmla="*/ 0 h 4"/>
                  <a:gd name="T12" fmla="*/ 2 w 6"/>
                  <a:gd name="T13" fmla="*/ 0 h 4"/>
                  <a:gd name="T14" fmla="*/ 1 w 6"/>
                  <a:gd name="T15" fmla="*/ 1 h 4"/>
                  <a:gd name="T16" fmla="*/ 0 w 6"/>
                  <a:gd name="T17" fmla="*/ 1 h 4"/>
                  <a:gd name="T18" fmla="*/ 0 w 6"/>
                  <a:gd name="T19" fmla="*/ 2 h 4"/>
                  <a:gd name="T20" fmla="*/ 0 w 6"/>
                  <a:gd name="T21" fmla="*/ 3 h 4"/>
                  <a:gd name="T22" fmla="*/ 1 w 6"/>
                  <a:gd name="T23" fmla="*/ 4 h 4"/>
                  <a:gd name="T24" fmla="*/ 2 w 6"/>
                  <a:gd name="T25" fmla="*/ 4 h 4"/>
                  <a:gd name="T26" fmla="*/ 3 w 6"/>
                  <a:gd name="T27" fmla="*/ 4 h 4"/>
                  <a:gd name="T28" fmla="*/ 3 w 6"/>
                  <a:gd name="T29" fmla="*/ 3 h 4"/>
                  <a:gd name="T30" fmla="*/ 4 w 6"/>
                  <a:gd name="T31" fmla="*/ 3 h 4"/>
                  <a:gd name="T32" fmla="*/ 5 w 6"/>
                  <a:gd name="T33" fmla="*/ 2 h 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6"/>
                  <a:gd name="T52" fmla="*/ 0 h 4"/>
                  <a:gd name="T53" fmla="*/ 6 w 6"/>
                  <a:gd name="T54" fmla="*/ 4 h 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6" h="4">
                    <a:moveTo>
                      <a:pt x="5" y="2"/>
                    </a:moveTo>
                    <a:lnTo>
                      <a:pt x="6" y="1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1" y="4"/>
                    </a:lnTo>
                    <a:lnTo>
                      <a:pt x="2" y="4"/>
                    </a:lnTo>
                    <a:lnTo>
                      <a:pt x="3" y="4"/>
                    </a:lnTo>
                    <a:lnTo>
                      <a:pt x="3" y="3"/>
                    </a:lnTo>
                    <a:lnTo>
                      <a:pt x="4" y="3"/>
                    </a:lnTo>
                    <a:lnTo>
                      <a:pt x="5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92" name="D599">
                <a:extLst>
                  <a:ext uri="{FF2B5EF4-FFF2-40B4-BE49-F238E27FC236}">
                    <a16:creationId xmlns:a16="http://schemas.microsoft.com/office/drawing/2014/main" id="{F345FB14-BD68-4E1D-8C44-7E4B80BBD6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5051" y="2362207"/>
                <a:ext cx="3" cy="4"/>
              </a:xfrm>
              <a:custGeom>
                <a:avLst/>
                <a:gdLst>
                  <a:gd name="T0" fmla="*/ 3 w 3"/>
                  <a:gd name="T1" fmla="*/ 3 h 4"/>
                  <a:gd name="T2" fmla="*/ 3 w 3"/>
                  <a:gd name="T3" fmla="*/ 2 h 4"/>
                  <a:gd name="T4" fmla="*/ 3 w 3"/>
                  <a:gd name="T5" fmla="*/ 1 h 4"/>
                  <a:gd name="T6" fmla="*/ 1 w 3"/>
                  <a:gd name="T7" fmla="*/ 0 h 4"/>
                  <a:gd name="T8" fmla="*/ 0 w 3"/>
                  <a:gd name="T9" fmla="*/ 0 h 4"/>
                  <a:gd name="T10" fmla="*/ 0 w 3"/>
                  <a:gd name="T11" fmla="*/ 2 h 4"/>
                  <a:gd name="T12" fmla="*/ 1 w 3"/>
                  <a:gd name="T13" fmla="*/ 3 h 4"/>
                  <a:gd name="T14" fmla="*/ 1 w 3"/>
                  <a:gd name="T15" fmla="*/ 4 h 4"/>
                  <a:gd name="T16" fmla="*/ 2 w 3"/>
                  <a:gd name="T17" fmla="*/ 3 h 4"/>
                  <a:gd name="T18" fmla="*/ 3 w 3"/>
                  <a:gd name="T19" fmla="*/ 3 h 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"/>
                  <a:gd name="T31" fmla="*/ 0 h 4"/>
                  <a:gd name="T32" fmla="*/ 3 w 3"/>
                  <a:gd name="T33" fmla="*/ 4 h 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" h="4">
                    <a:moveTo>
                      <a:pt x="3" y="3"/>
                    </a:moveTo>
                    <a:lnTo>
                      <a:pt x="3" y="2"/>
                    </a:lnTo>
                    <a:lnTo>
                      <a:pt x="3" y="1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2" y="3"/>
                    </a:lnTo>
                    <a:lnTo>
                      <a:pt x="3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93" name="D600">
                <a:extLst>
                  <a:ext uri="{FF2B5EF4-FFF2-40B4-BE49-F238E27FC236}">
                    <a16:creationId xmlns:a16="http://schemas.microsoft.com/office/drawing/2014/main" id="{E5CE44AF-160E-4076-9719-6314249662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5065" y="2362200"/>
                <a:ext cx="7" cy="3"/>
              </a:xfrm>
              <a:custGeom>
                <a:avLst/>
                <a:gdLst>
                  <a:gd name="T0" fmla="*/ 5 w 7"/>
                  <a:gd name="T1" fmla="*/ 1 h 3"/>
                  <a:gd name="T2" fmla="*/ 4 w 7"/>
                  <a:gd name="T3" fmla="*/ 0 h 3"/>
                  <a:gd name="T4" fmla="*/ 4 w 7"/>
                  <a:gd name="T5" fmla="*/ 1 h 3"/>
                  <a:gd name="T6" fmla="*/ 3 w 7"/>
                  <a:gd name="T7" fmla="*/ 1 h 3"/>
                  <a:gd name="T8" fmla="*/ 2 w 7"/>
                  <a:gd name="T9" fmla="*/ 1 h 3"/>
                  <a:gd name="T10" fmla="*/ 1 w 7"/>
                  <a:gd name="T11" fmla="*/ 1 h 3"/>
                  <a:gd name="T12" fmla="*/ 0 w 7"/>
                  <a:gd name="T13" fmla="*/ 2 h 3"/>
                  <a:gd name="T14" fmla="*/ 2 w 7"/>
                  <a:gd name="T15" fmla="*/ 2 h 3"/>
                  <a:gd name="T16" fmla="*/ 3 w 7"/>
                  <a:gd name="T17" fmla="*/ 2 h 3"/>
                  <a:gd name="T18" fmla="*/ 1 w 7"/>
                  <a:gd name="T19" fmla="*/ 3 h 3"/>
                  <a:gd name="T20" fmla="*/ 2 w 7"/>
                  <a:gd name="T21" fmla="*/ 3 h 3"/>
                  <a:gd name="T22" fmla="*/ 3 w 7"/>
                  <a:gd name="T23" fmla="*/ 3 h 3"/>
                  <a:gd name="T24" fmla="*/ 4 w 7"/>
                  <a:gd name="T25" fmla="*/ 3 h 3"/>
                  <a:gd name="T26" fmla="*/ 5 w 7"/>
                  <a:gd name="T27" fmla="*/ 3 h 3"/>
                  <a:gd name="T28" fmla="*/ 6 w 7"/>
                  <a:gd name="T29" fmla="*/ 3 h 3"/>
                  <a:gd name="T30" fmla="*/ 7 w 7"/>
                  <a:gd name="T31" fmla="*/ 3 h 3"/>
                  <a:gd name="T32" fmla="*/ 7 w 7"/>
                  <a:gd name="T33" fmla="*/ 2 h 3"/>
                  <a:gd name="T34" fmla="*/ 6 w 7"/>
                  <a:gd name="T35" fmla="*/ 2 h 3"/>
                  <a:gd name="T36" fmla="*/ 6 w 7"/>
                  <a:gd name="T37" fmla="*/ 1 h 3"/>
                  <a:gd name="T38" fmla="*/ 5 w 7"/>
                  <a:gd name="T39" fmla="*/ 1 h 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7"/>
                  <a:gd name="T61" fmla="*/ 0 h 3"/>
                  <a:gd name="T62" fmla="*/ 7 w 7"/>
                  <a:gd name="T63" fmla="*/ 3 h 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7" h="3">
                    <a:moveTo>
                      <a:pt x="5" y="1"/>
                    </a:moveTo>
                    <a:lnTo>
                      <a:pt x="4" y="0"/>
                    </a:lnTo>
                    <a:lnTo>
                      <a:pt x="4" y="1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1" y="3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6" y="3"/>
                    </a:lnTo>
                    <a:lnTo>
                      <a:pt x="7" y="3"/>
                    </a:lnTo>
                    <a:lnTo>
                      <a:pt x="7" y="2"/>
                    </a:lnTo>
                    <a:lnTo>
                      <a:pt x="6" y="2"/>
                    </a:lnTo>
                    <a:lnTo>
                      <a:pt x="6" y="1"/>
                    </a:lnTo>
                    <a:lnTo>
                      <a:pt x="5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94" name="D601">
                <a:extLst>
                  <a:ext uri="{FF2B5EF4-FFF2-40B4-BE49-F238E27FC236}">
                    <a16:creationId xmlns:a16="http://schemas.microsoft.com/office/drawing/2014/main" id="{00F7DAD7-782C-4403-8CC8-E5A6DD0554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910" y="2362317"/>
                <a:ext cx="7" cy="3"/>
              </a:xfrm>
              <a:custGeom>
                <a:avLst/>
                <a:gdLst>
                  <a:gd name="T0" fmla="*/ 0 w 7"/>
                  <a:gd name="T1" fmla="*/ 3 h 3"/>
                  <a:gd name="T2" fmla="*/ 1 w 7"/>
                  <a:gd name="T3" fmla="*/ 3 h 3"/>
                  <a:gd name="T4" fmla="*/ 3 w 7"/>
                  <a:gd name="T5" fmla="*/ 2 h 3"/>
                  <a:gd name="T6" fmla="*/ 5 w 7"/>
                  <a:gd name="T7" fmla="*/ 2 h 3"/>
                  <a:gd name="T8" fmla="*/ 7 w 7"/>
                  <a:gd name="T9" fmla="*/ 2 h 3"/>
                  <a:gd name="T10" fmla="*/ 6 w 7"/>
                  <a:gd name="T11" fmla="*/ 1 h 3"/>
                  <a:gd name="T12" fmla="*/ 6 w 7"/>
                  <a:gd name="T13" fmla="*/ 0 h 3"/>
                  <a:gd name="T14" fmla="*/ 4 w 7"/>
                  <a:gd name="T15" fmla="*/ 0 h 3"/>
                  <a:gd name="T16" fmla="*/ 3 w 7"/>
                  <a:gd name="T17" fmla="*/ 0 h 3"/>
                  <a:gd name="T18" fmla="*/ 2 w 7"/>
                  <a:gd name="T19" fmla="*/ 1 h 3"/>
                  <a:gd name="T20" fmla="*/ 1 w 7"/>
                  <a:gd name="T21" fmla="*/ 2 h 3"/>
                  <a:gd name="T22" fmla="*/ 0 w 7"/>
                  <a:gd name="T23" fmla="*/ 1 h 3"/>
                  <a:gd name="T24" fmla="*/ 0 w 7"/>
                  <a:gd name="T25" fmla="*/ 2 h 3"/>
                  <a:gd name="T26" fmla="*/ 0 w 7"/>
                  <a:gd name="T27" fmla="*/ 3 h 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7"/>
                  <a:gd name="T43" fmla="*/ 0 h 3"/>
                  <a:gd name="T44" fmla="*/ 7 w 7"/>
                  <a:gd name="T45" fmla="*/ 3 h 3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7" h="3">
                    <a:moveTo>
                      <a:pt x="0" y="3"/>
                    </a:moveTo>
                    <a:lnTo>
                      <a:pt x="1" y="3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7" y="2"/>
                    </a:lnTo>
                    <a:lnTo>
                      <a:pt x="6" y="1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95" name="D602">
                <a:extLst>
                  <a:ext uri="{FF2B5EF4-FFF2-40B4-BE49-F238E27FC236}">
                    <a16:creationId xmlns:a16="http://schemas.microsoft.com/office/drawing/2014/main" id="{10551A94-2F1F-431B-89EE-6FCF3D787B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875" y="2362354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1 h 2"/>
                  <a:gd name="T4" fmla="*/ 2 w 2"/>
                  <a:gd name="T5" fmla="*/ 2 h 2"/>
                  <a:gd name="T6" fmla="*/ 1 w 2"/>
                  <a:gd name="T7" fmla="*/ 2 h 2"/>
                  <a:gd name="T8" fmla="*/ 0 w 2"/>
                  <a:gd name="T9" fmla="*/ 2 h 2"/>
                  <a:gd name="T10" fmla="*/ 0 w 2"/>
                  <a:gd name="T11" fmla="*/ 1 h 2"/>
                  <a:gd name="T12" fmla="*/ 1 w 2"/>
                  <a:gd name="T13" fmla="*/ 1 h 2"/>
                  <a:gd name="T14" fmla="*/ 1 w 2"/>
                  <a:gd name="T15" fmla="*/ 0 h 2"/>
                  <a:gd name="T16" fmla="*/ 2 w 2"/>
                  <a:gd name="T17" fmla="*/ 0 h 2"/>
                  <a:gd name="T18" fmla="*/ 2 w 2"/>
                  <a:gd name="T19" fmla="*/ 0 h 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2"/>
                  <a:gd name="T32" fmla="*/ 2 w 2"/>
                  <a:gd name="T33" fmla="*/ 2 h 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2">
                    <a:moveTo>
                      <a:pt x="2" y="0"/>
                    </a:moveTo>
                    <a:lnTo>
                      <a:pt x="2" y="1"/>
                    </a:lnTo>
                    <a:lnTo>
                      <a:pt x="2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96" name="D603">
                <a:extLst>
                  <a:ext uri="{FF2B5EF4-FFF2-40B4-BE49-F238E27FC236}">
                    <a16:creationId xmlns:a16="http://schemas.microsoft.com/office/drawing/2014/main" id="{F1DBED65-87B0-4A63-BE53-D6D27C5C0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877" y="2362359"/>
                <a:ext cx="1" cy="1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1 h 1"/>
                  <a:gd name="T4" fmla="*/ 0 w 1"/>
                  <a:gd name="T5" fmla="*/ 0 h 1"/>
                  <a:gd name="T6" fmla="*/ 1 w 1"/>
                  <a:gd name="T7" fmla="*/ 0 h 1"/>
                  <a:gd name="T8" fmla="*/ 1 w 1"/>
                  <a:gd name="T9" fmla="*/ 1 h 1"/>
                  <a:gd name="T10" fmla="*/ 1 w 1"/>
                  <a:gd name="T11" fmla="*/ 1 h 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"/>
                  <a:gd name="T19" fmla="*/ 0 h 1"/>
                  <a:gd name="T20" fmla="*/ 1 w 1"/>
                  <a:gd name="T21" fmla="*/ 1 h 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" h="1">
                    <a:moveTo>
                      <a:pt x="1" y="1"/>
                    </a:move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97" name="D604">
                <a:extLst>
                  <a:ext uri="{FF2B5EF4-FFF2-40B4-BE49-F238E27FC236}">
                    <a16:creationId xmlns:a16="http://schemas.microsoft.com/office/drawing/2014/main" id="{734BBEE6-89C1-4907-8CCB-1AE38CE3A3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885" y="2362336"/>
                <a:ext cx="2" cy="2"/>
              </a:xfrm>
              <a:custGeom>
                <a:avLst/>
                <a:gdLst>
                  <a:gd name="T0" fmla="*/ 0 w 2"/>
                  <a:gd name="T1" fmla="*/ 2 h 2"/>
                  <a:gd name="T2" fmla="*/ 0 w 2"/>
                  <a:gd name="T3" fmla="*/ 1 h 2"/>
                  <a:gd name="T4" fmla="*/ 0 w 2"/>
                  <a:gd name="T5" fmla="*/ 0 h 2"/>
                  <a:gd name="T6" fmla="*/ 1 w 2"/>
                  <a:gd name="T7" fmla="*/ 0 h 2"/>
                  <a:gd name="T8" fmla="*/ 2 w 2"/>
                  <a:gd name="T9" fmla="*/ 0 h 2"/>
                  <a:gd name="T10" fmla="*/ 2 w 2"/>
                  <a:gd name="T11" fmla="*/ 1 h 2"/>
                  <a:gd name="T12" fmla="*/ 1 w 2"/>
                  <a:gd name="T13" fmla="*/ 2 h 2"/>
                  <a:gd name="T14" fmla="*/ 0 w 2"/>
                  <a:gd name="T15" fmla="*/ 2 h 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"/>
                  <a:gd name="T25" fmla="*/ 0 h 2"/>
                  <a:gd name="T26" fmla="*/ 2 w 2"/>
                  <a:gd name="T27" fmla="*/ 2 h 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" h="2">
                    <a:moveTo>
                      <a:pt x="0" y="2"/>
                    </a:move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98" name="D605">
                <a:extLst>
                  <a:ext uri="{FF2B5EF4-FFF2-40B4-BE49-F238E27FC236}">
                    <a16:creationId xmlns:a16="http://schemas.microsoft.com/office/drawing/2014/main" id="{C00790DB-5228-4FC9-AA12-1FCFE51531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878" y="2362343"/>
                <a:ext cx="1" cy="2"/>
              </a:xfrm>
              <a:custGeom>
                <a:avLst/>
                <a:gdLst>
                  <a:gd name="T0" fmla="*/ 0 w 1"/>
                  <a:gd name="T1" fmla="*/ 1 h 2"/>
                  <a:gd name="T2" fmla="*/ 0 w 1"/>
                  <a:gd name="T3" fmla="*/ 0 h 2"/>
                  <a:gd name="T4" fmla="*/ 0 w 1"/>
                  <a:gd name="T5" fmla="*/ 1 h 2"/>
                  <a:gd name="T6" fmla="*/ 1 w 1"/>
                  <a:gd name="T7" fmla="*/ 1 h 2"/>
                  <a:gd name="T8" fmla="*/ 0 w 1"/>
                  <a:gd name="T9" fmla="*/ 1 h 2"/>
                  <a:gd name="T10" fmla="*/ 0 w 1"/>
                  <a:gd name="T11" fmla="*/ 2 h 2"/>
                  <a:gd name="T12" fmla="*/ 0 w 1"/>
                  <a:gd name="T13" fmla="*/ 1 h 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2"/>
                  <a:gd name="T23" fmla="*/ 1 w 1"/>
                  <a:gd name="T24" fmla="*/ 2 h 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2">
                    <a:moveTo>
                      <a:pt x="0" y="1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99" name="D606">
                <a:extLst>
                  <a:ext uri="{FF2B5EF4-FFF2-40B4-BE49-F238E27FC236}">
                    <a16:creationId xmlns:a16="http://schemas.microsoft.com/office/drawing/2014/main" id="{3E5EFAEA-F848-47DB-B93C-880AF799A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880" y="2362370"/>
                <a:ext cx="2" cy="3"/>
              </a:xfrm>
              <a:custGeom>
                <a:avLst/>
                <a:gdLst>
                  <a:gd name="T0" fmla="*/ 1 w 2"/>
                  <a:gd name="T1" fmla="*/ 3 h 3"/>
                  <a:gd name="T2" fmla="*/ 0 w 2"/>
                  <a:gd name="T3" fmla="*/ 3 h 3"/>
                  <a:gd name="T4" fmla="*/ 0 w 2"/>
                  <a:gd name="T5" fmla="*/ 2 h 3"/>
                  <a:gd name="T6" fmla="*/ 0 w 2"/>
                  <a:gd name="T7" fmla="*/ 1 h 3"/>
                  <a:gd name="T8" fmla="*/ 0 w 2"/>
                  <a:gd name="T9" fmla="*/ 0 h 3"/>
                  <a:gd name="T10" fmla="*/ 1 w 2"/>
                  <a:gd name="T11" fmla="*/ 0 h 3"/>
                  <a:gd name="T12" fmla="*/ 1 w 2"/>
                  <a:gd name="T13" fmla="*/ 1 h 3"/>
                  <a:gd name="T14" fmla="*/ 2 w 2"/>
                  <a:gd name="T15" fmla="*/ 1 h 3"/>
                  <a:gd name="T16" fmla="*/ 2 w 2"/>
                  <a:gd name="T17" fmla="*/ 2 h 3"/>
                  <a:gd name="T18" fmla="*/ 2 w 2"/>
                  <a:gd name="T19" fmla="*/ 3 h 3"/>
                  <a:gd name="T20" fmla="*/ 1 w 2"/>
                  <a:gd name="T21" fmla="*/ 3 h 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"/>
                  <a:gd name="T34" fmla="*/ 0 h 3"/>
                  <a:gd name="T35" fmla="*/ 2 w 2"/>
                  <a:gd name="T36" fmla="*/ 3 h 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" h="3">
                    <a:moveTo>
                      <a:pt x="1" y="3"/>
                    </a:move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2" y="2"/>
                    </a:lnTo>
                    <a:lnTo>
                      <a:pt x="2" y="3"/>
                    </a:lnTo>
                    <a:lnTo>
                      <a:pt x="1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00" name="D607">
                <a:extLst>
                  <a:ext uri="{FF2B5EF4-FFF2-40B4-BE49-F238E27FC236}">
                    <a16:creationId xmlns:a16="http://schemas.microsoft.com/office/drawing/2014/main" id="{C0A89275-5939-4E95-B657-9C9666F9CC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879" y="2362379"/>
                <a:ext cx="1" cy="2"/>
              </a:xfrm>
              <a:custGeom>
                <a:avLst/>
                <a:gdLst>
                  <a:gd name="T0" fmla="*/ 0 w 1"/>
                  <a:gd name="T1" fmla="*/ 2 h 2"/>
                  <a:gd name="T2" fmla="*/ 0 w 1"/>
                  <a:gd name="T3" fmla="*/ 1 h 2"/>
                  <a:gd name="T4" fmla="*/ 0 w 1"/>
                  <a:gd name="T5" fmla="*/ 0 h 2"/>
                  <a:gd name="T6" fmla="*/ 1 w 1"/>
                  <a:gd name="T7" fmla="*/ 0 h 2"/>
                  <a:gd name="T8" fmla="*/ 1 w 1"/>
                  <a:gd name="T9" fmla="*/ 1 h 2"/>
                  <a:gd name="T10" fmla="*/ 1 w 1"/>
                  <a:gd name="T11" fmla="*/ 2 h 2"/>
                  <a:gd name="T12" fmla="*/ 0 w 1"/>
                  <a:gd name="T13" fmla="*/ 2 h 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2"/>
                  <a:gd name="T23" fmla="*/ 1 w 1"/>
                  <a:gd name="T24" fmla="*/ 2 h 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2">
                    <a:moveTo>
                      <a:pt x="0" y="2"/>
                    </a:move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sp>
          <p:nvSpPr>
            <p:cNvPr id="31" name="Poland">
              <a:extLst>
                <a:ext uri="{FF2B5EF4-FFF2-40B4-BE49-F238E27FC236}">
                  <a16:creationId xmlns:a16="http://schemas.microsoft.com/office/drawing/2014/main" id="{6C8BBB3C-B46A-4285-A3A4-49C35B4F2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8791" y="3184288"/>
              <a:ext cx="205358" cy="173565"/>
            </a:xfrm>
            <a:custGeom>
              <a:avLst/>
              <a:gdLst>
                <a:gd name="T0" fmla="*/ 2147483647 w 92"/>
                <a:gd name="T1" fmla="*/ 2147483647 h 71"/>
                <a:gd name="T2" fmla="*/ 2147483647 w 92"/>
                <a:gd name="T3" fmla="*/ 2147483647 h 71"/>
                <a:gd name="T4" fmla="*/ 0 w 92"/>
                <a:gd name="T5" fmla="*/ 2147483647 h 71"/>
                <a:gd name="T6" fmla="*/ 2147483647 w 92"/>
                <a:gd name="T7" fmla="*/ 2147483647 h 71"/>
                <a:gd name="T8" fmla="*/ 2147483647 w 92"/>
                <a:gd name="T9" fmla="*/ 2147483647 h 71"/>
                <a:gd name="T10" fmla="*/ 2147483647 w 92"/>
                <a:gd name="T11" fmla="*/ 2147483647 h 71"/>
                <a:gd name="T12" fmla="*/ 2147483647 w 92"/>
                <a:gd name="T13" fmla="*/ 2147483647 h 71"/>
                <a:gd name="T14" fmla="*/ 2147483647 w 92"/>
                <a:gd name="T15" fmla="*/ 2147483647 h 71"/>
                <a:gd name="T16" fmla="*/ 2147483647 w 92"/>
                <a:gd name="T17" fmla="*/ 2147483647 h 71"/>
                <a:gd name="T18" fmla="*/ 2147483647 w 92"/>
                <a:gd name="T19" fmla="*/ 2147483647 h 71"/>
                <a:gd name="T20" fmla="*/ 2147483647 w 92"/>
                <a:gd name="T21" fmla="*/ 2147483647 h 71"/>
                <a:gd name="T22" fmla="*/ 2147483647 w 92"/>
                <a:gd name="T23" fmla="*/ 2147483647 h 71"/>
                <a:gd name="T24" fmla="*/ 2147483647 w 92"/>
                <a:gd name="T25" fmla="*/ 2147483647 h 71"/>
                <a:gd name="T26" fmla="*/ 2147483647 w 92"/>
                <a:gd name="T27" fmla="*/ 2147483647 h 71"/>
                <a:gd name="T28" fmla="*/ 2147483647 w 92"/>
                <a:gd name="T29" fmla="*/ 2147483647 h 71"/>
                <a:gd name="T30" fmla="*/ 2147483647 w 92"/>
                <a:gd name="T31" fmla="*/ 2147483647 h 71"/>
                <a:gd name="T32" fmla="*/ 2147483647 w 92"/>
                <a:gd name="T33" fmla="*/ 2147483647 h 71"/>
                <a:gd name="T34" fmla="*/ 2147483647 w 92"/>
                <a:gd name="T35" fmla="*/ 2147483647 h 71"/>
                <a:gd name="T36" fmla="*/ 2147483647 w 92"/>
                <a:gd name="T37" fmla="*/ 2147483647 h 71"/>
                <a:gd name="T38" fmla="*/ 2147483647 w 92"/>
                <a:gd name="T39" fmla="*/ 2147483647 h 71"/>
                <a:gd name="T40" fmla="*/ 2147483647 w 92"/>
                <a:gd name="T41" fmla="*/ 2147483647 h 71"/>
                <a:gd name="T42" fmla="*/ 2147483647 w 92"/>
                <a:gd name="T43" fmla="*/ 2147483647 h 71"/>
                <a:gd name="T44" fmla="*/ 2147483647 w 92"/>
                <a:gd name="T45" fmla="*/ 2147483647 h 71"/>
                <a:gd name="T46" fmla="*/ 2147483647 w 92"/>
                <a:gd name="T47" fmla="*/ 2147483647 h 71"/>
                <a:gd name="T48" fmla="*/ 2147483647 w 92"/>
                <a:gd name="T49" fmla="*/ 2147483647 h 71"/>
                <a:gd name="T50" fmla="*/ 2147483647 w 92"/>
                <a:gd name="T51" fmla="*/ 2147483647 h 71"/>
                <a:gd name="T52" fmla="*/ 2147483647 w 92"/>
                <a:gd name="T53" fmla="*/ 2147483647 h 71"/>
                <a:gd name="T54" fmla="*/ 2147483647 w 92"/>
                <a:gd name="T55" fmla="*/ 2147483647 h 71"/>
                <a:gd name="T56" fmla="*/ 2147483647 w 92"/>
                <a:gd name="T57" fmla="*/ 2147483647 h 71"/>
                <a:gd name="T58" fmla="*/ 2147483647 w 92"/>
                <a:gd name="T59" fmla="*/ 2147483647 h 71"/>
                <a:gd name="T60" fmla="*/ 2147483647 w 92"/>
                <a:gd name="T61" fmla="*/ 2147483647 h 71"/>
                <a:gd name="T62" fmla="*/ 2147483647 w 92"/>
                <a:gd name="T63" fmla="*/ 2147483647 h 71"/>
                <a:gd name="T64" fmla="*/ 2147483647 w 92"/>
                <a:gd name="T65" fmla="*/ 2147483647 h 71"/>
                <a:gd name="T66" fmla="*/ 2147483647 w 92"/>
                <a:gd name="T67" fmla="*/ 2147483647 h 71"/>
                <a:gd name="T68" fmla="*/ 2147483647 w 92"/>
                <a:gd name="T69" fmla="*/ 2147483647 h 71"/>
                <a:gd name="T70" fmla="*/ 2147483647 w 92"/>
                <a:gd name="T71" fmla="*/ 2147483647 h 71"/>
                <a:gd name="T72" fmla="*/ 2147483647 w 92"/>
                <a:gd name="T73" fmla="*/ 2147483647 h 71"/>
                <a:gd name="T74" fmla="*/ 2147483647 w 92"/>
                <a:gd name="T75" fmla="*/ 2147483647 h 71"/>
                <a:gd name="T76" fmla="*/ 2147483647 w 92"/>
                <a:gd name="T77" fmla="*/ 2147483647 h 71"/>
                <a:gd name="T78" fmla="*/ 2147483647 w 92"/>
                <a:gd name="T79" fmla="*/ 2147483647 h 71"/>
                <a:gd name="T80" fmla="*/ 2147483647 w 92"/>
                <a:gd name="T81" fmla="*/ 2147483647 h 71"/>
                <a:gd name="T82" fmla="*/ 2147483647 w 92"/>
                <a:gd name="T83" fmla="*/ 2147483647 h 71"/>
                <a:gd name="T84" fmla="*/ 2147483647 w 92"/>
                <a:gd name="T85" fmla="*/ 2147483647 h 71"/>
                <a:gd name="T86" fmla="*/ 2147483647 w 92"/>
                <a:gd name="T87" fmla="*/ 2147483647 h 71"/>
                <a:gd name="T88" fmla="*/ 2147483647 w 92"/>
                <a:gd name="T89" fmla="*/ 2147483647 h 71"/>
                <a:gd name="T90" fmla="*/ 2147483647 w 92"/>
                <a:gd name="T91" fmla="*/ 2147483647 h 71"/>
                <a:gd name="T92" fmla="*/ 2147483647 w 92"/>
                <a:gd name="T93" fmla="*/ 2147483647 h 71"/>
                <a:gd name="T94" fmla="*/ 2147483647 w 92"/>
                <a:gd name="T95" fmla="*/ 0 h 71"/>
                <a:gd name="T96" fmla="*/ 2147483647 w 92"/>
                <a:gd name="T97" fmla="*/ 2147483647 h 71"/>
                <a:gd name="T98" fmla="*/ 2147483647 w 92"/>
                <a:gd name="T99" fmla="*/ 2147483647 h 71"/>
                <a:gd name="T100" fmla="*/ 2147483647 w 92"/>
                <a:gd name="T101" fmla="*/ 2147483647 h 71"/>
                <a:gd name="T102" fmla="*/ 2147483647 w 92"/>
                <a:gd name="T103" fmla="*/ 2147483647 h 71"/>
                <a:gd name="T104" fmla="*/ 2147483647 w 92"/>
                <a:gd name="T105" fmla="*/ 2147483647 h 71"/>
                <a:gd name="T106" fmla="*/ 2147483647 w 92"/>
                <a:gd name="T107" fmla="*/ 2147483647 h 71"/>
                <a:gd name="T108" fmla="*/ 2147483647 w 92"/>
                <a:gd name="T109" fmla="*/ 2147483647 h 71"/>
                <a:gd name="T110" fmla="*/ 2147483647 w 92"/>
                <a:gd name="T111" fmla="*/ 2147483647 h 7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92"/>
                <a:gd name="T169" fmla="*/ 0 h 71"/>
                <a:gd name="T170" fmla="*/ 92 w 92"/>
                <a:gd name="T171" fmla="*/ 71 h 71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92" h="71">
                  <a:moveTo>
                    <a:pt x="0" y="14"/>
                  </a:moveTo>
                  <a:lnTo>
                    <a:pt x="0" y="15"/>
                  </a:lnTo>
                  <a:lnTo>
                    <a:pt x="1" y="17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2" y="20"/>
                  </a:lnTo>
                  <a:lnTo>
                    <a:pt x="1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1" y="27"/>
                  </a:lnTo>
                  <a:lnTo>
                    <a:pt x="2" y="27"/>
                  </a:lnTo>
                  <a:lnTo>
                    <a:pt x="3" y="29"/>
                  </a:lnTo>
                  <a:lnTo>
                    <a:pt x="3" y="30"/>
                  </a:lnTo>
                  <a:lnTo>
                    <a:pt x="3" y="32"/>
                  </a:lnTo>
                  <a:lnTo>
                    <a:pt x="3" y="33"/>
                  </a:lnTo>
                  <a:lnTo>
                    <a:pt x="4" y="36"/>
                  </a:lnTo>
                  <a:lnTo>
                    <a:pt x="4" y="37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5" y="42"/>
                  </a:lnTo>
                  <a:lnTo>
                    <a:pt x="6" y="43"/>
                  </a:lnTo>
                  <a:lnTo>
                    <a:pt x="7" y="43"/>
                  </a:lnTo>
                  <a:lnTo>
                    <a:pt x="7" y="44"/>
                  </a:lnTo>
                  <a:lnTo>
                    <a:pt x="7" y="45"/>
                  </a:lnTo>
                  <a:lnTo>
                    <a:pt x="7" y="47"/>
                  </a:lnTo>
                  <a:lnTo>
                    <a:pt x="6" y="49"/>
                  </a:lnTo>
                  <a:lnTo>
                    <a:pt x="6" y="50"/>
                  </a:lnTo>
                  <a:lnTo>
                    <a:pt x="5" y="50"/>
                  </a:lnTo>
                  <a:lnTo>
                    <a:pt x="7" y="51"/>
                  </a:lnTo>
                  <a:lnTo>
                    <a:pt x="8" y="49"/>
                  </a:lnTo>
                  <a:lnTo>
                    <a:pt x="9" y="49"/>
                  </a:lnTo>
                  <a:lnTo>
                    <a:pt x="11" y="49"/>
                  </a:lnTo>
                  <a:lnTo>
                    <a:pt x="12" y="51"/>
                  </a:lnTo>
                  <a:lnTo>
                    <a:pt x="13" y="51"/>
                  </a:lnTo>
                  <a:lnTo>
                    <a:pt x="15" y="51"/>
                  </a:lnTo>
                  <a:lnTo>
                    <a:pt x="17" y="51"/>
                  </a:lnTo>
                  <a:lnTo>
                    <a:pt x="18" y="53"/>
                  </a:lnTo>
                  <a:lnTo>
                    <a:pt x="20" y="53"/>
                  </a:lnTo>
                  <a:lnTo>
                    <a:pt x="20" y="54"/>
                  </a:lnTo>
                  <a:lnTo>
                    <a:pt x="20" y="55"/>
                  </a:lnTo>
                  <a:lnTo>
                    <a:pt x="19" y="55"/>
                  </a:lnTo>
                  <a:lnTo>
                    <a:pt x="21" y="57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5" y="58"/>
                  </a:lnTo>
                  <a:lnTo>
                    <a:pt x="26" y="57"/>
                  </a:lnTo>
                  <a:lnTo>
                    <a:pt x="25" y="56"/>
                  </a:lnTo>
                  <a:lnTo>
                    <a:pt x="26" y="56"/>
                  </a:lnTo>
                  <a:lnTo>
                    <a:pt x="27" y="56"/>
                  </a:lnTo>
                  <a:lnTo>
                    <a:pt x="28" y="56"/>
                  </a:lnTo>
                  <a:lnTo>
                    <a:pt x="30" y="57"/>
                  </a:lnTo>
                  <a:lnTo>
                    <a:pt x="32" y="57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5" y="60"/>
                  </a:lnTo>
                  <a:lnTo>
                    <a:pt x="37" y="61"/>
                  </a:lnTo>
                  <a:lnTo>
                    <a:pt x="38" y="63"/>
                  </a:lnTo>
                  <a:lnTo>
                    <a:pt x="40" y="65"/>
                  </a:lnTo>
                  <a:lnTo>
                    <a:pt x="43" y="66"/>
                  </a:lnTo>
                  <a:lnTo>
                    <a:pt x="45" y="67"/>
                  </a:lnTo>
                  <a:lnTo>
                    <a:pt x="47" y="67"/>
                  </a:lnTo>
                  <a:lnTo>
                    <a:pt x="49" y="66"/>
                  </a:lnTo>
                  <a:lnTo>
                    <a:pt x="50" y="67"/>
                  </a:lnTo>
                  <a:lnTo>
                    <a:pt x="52" y="68"/>
                  </a:lnTo>
                  <a:lnTo>
                    <a:pt x="53" y="69"/>
                  </a:lnTo>
                  <a:lnTo>
                    <a:pt x="54" y="70"/>
                  </a:lnTo>
                  <a:lnTo>
                    <a:pt x="56" y="69"/>
                  </a:lnTo>
                  <a:lnTo>
                    <a:pt x="58" y="68"/>
                  </a:lnTo>
                  <a:lnTo>
                    <a:pt x="61" y="68"/>
                  </a:lnTo>
                  <a:lnTo>
                    <a:pt x="63" y="69"/>
                  </a:lnTo>
                  <a:lnTo>
                    <a:pt x="64" y="68"/>
                  </a:lnTo>
                  <a:lnTo>
                    <a:pt x="66" y="67"/>
                  </a:lnTo>
                  <a:lnTo>
                    <a:pt x="68" y="67"/>
                  </a:lnTo>
                  <a:lnTo>
                    <a:pt x="70" y="67"/>
                  </a:lnTo>
                  <a:lnTo>
                    <a:pt x="72" y="68"/>
                  </a:lnTo>
                  <a:lnTo>
                    <a:pt x="73" y="69"/>
                  </a:lnTo>
                  <a:lnTo>
                    <a:pt x="75" y="71"/>
                  </a:lnTo>
                  <a:lnTo>
                    <a:pt x="77" y="71"/>
                  </a:lnTo>
                  <a:lnTo>
                    <a:pt x="79" y="71"/>
                  </a:lnTo>
                  <a:lnTo>
                    <a:pt x="79" y="69"/>
                  </a:lnTo>
                  <a:lnTo>
                    <a:pt x="79" y="67"/>
                  </a:lnTo>
                  <a:lnTo>
                    <a:pt x="81" y="64"/>
                  </a:lnTo>
                  <a:lnTo>
                    <a:pt x="82" y="62"/>
                  </a:lnTo>
                  <a:lnTo>
                    <a:pt x="85" y="59"/>
                  </a:lnTo>
                  <a:lnTo>
                    <a:pt x="88" y="57"/>
                  </a:lnTo>
                  <a:lnTo>
                    <a:pt x="91" y="55"/>
                  </a:lnTo>
                  <a:lnTo>
                    <a:pt x="92" y="53"/>
                  </a:lnTo>
                  <a:lnTo>
                    <a:pt x="91" y="51"/>
                  </a:lnTo>
                  <a:lnTo>
                    <a:pt x="91" y="49"/>
                  </a:lnTo>
                  <a:lnTo>
                    <a:pt x="89" y="48"/>
                  </a:lnTo>
                  <a:lnTo>
                    <a:pt x="89" y="47"/>
                  </a:lnTo>
                  <a:lnTo>
                    <a:pt x="89" y="46"/>
                  </a:lnTo>
                  <a:lnTo>
                    <a:pt x="88" y="45"/>
                  </a:lnTo>
                  <a:lnTo>
                    <a:pt x="87" y="43"/>
                  </a:lnTo>
                  <a:lnTo>
                    <a:pt x="86" y="41"/>
                  </a:lnTo>
                  <a:lnTo>
                    <a:pt x="85" y="39"/>
                  </a:lnTo>
                  <a:lnTo>
                    <a:pt x="85" y="37"/>
                  </a:lnTo>
                  <a:lnTo>
                    <a:pt x="86" y="35"/>
                  </a:lnTo>
                  <a:lnTo>
                    <a:pt x="84" y="34"/>
                  </a:lnTo>
                  <a:lnTo>
                    <a:pt x="84" y="32"/>
                  </a:lnTo>
                  <a:lnTo>
                    <a:pt x="85" y="30"/>
                  </a:lnTo>
                  <a:lnTo>
                    <a:pt x="88" y="29"/>
                  </a:lnTo>
                  <a:lnTo>
                    <a:pt x="89" y="27"/>
                  </a:lnTo>
                  <a:lnTo>
                    <a:pt x="91" y="24"/>
                  </a:lnTo>
                  <a:lnTo>
                    <a:pt x="91" y="22"/>
                  </a:lnTo>
                  <a:lnTo>
                    <a:pt x="90" y="19"/>
                  </a:lnTo>
                  <a:lnTo>
                    <a:pt x="88" y="16"/>
                  </a:lnTo>
                  <a:lnTo>
                    <a:pt x="88" y="15"/>
                  </a:lnTo>
                  <a:lnTo>
                    <a:pt x="85" y="12"/>
                  </a:lnTo>
                  <a:lnTo>
                    <a:pt x="86" y="10"/>
                  </a:lnTo>
                  <a:lnTo>
                    <a:pt x="86" y="9"/>
                  </a:lnTo>
                  <a:lnTo>
                    <a:pt x="83" y="7"/>
                  </a:lnTo>
                  <a:lnTo>
                    <a:pt x="80" y="6"/>
                  </a:lnTo>
                  <a:lnTo>
                    <a:pt x="78" y="6"/>
                  </a:lnTo>
                  <a:lnTo>
                    <a:pt x="76" y="6"/>
                  </a:lnTo>
                  <a:lnTo>
                    <a:pt x="74" y="7"/>
                  </a:lnTo>
                  <a:lnTo>
                    <a:pt x="72" y="7"/>
                  </a:lnTo>
                  <a:lnTo>
                    <a:pt x="69" y="7"/>
                  </a:lnTo>
                  <a:lnTo>
                    <a:pt x="67" y="7"/>
                  </a:lnTo>
                  <a:lnTo>
                    <a:pt x="64" y="7"/>
                  </a:lnTo>
                  <a:lnTo>
                    <a:pt x="60" y="7"/>
                  </a:lnTo>
                  <a:lnTo>
                    <a:pt x="58" y="6"/>
                  </a:lnTo>
                  <a:lnTo>
                    <a:pt x="55" y="6"/>
                  </a:lnTo>
                  <a:lnTo>
                    <a:pt x="53" y="6"/>
                  </a:lnTo>
                  <a:lnTo>
                    <a:pt x="50" y="5"/>
                  </a:lnTo>
                  <a:lnTo>
                    <a:pt x="49" y="6"/>
                  </a:lnTo>
                  <a:lnTo>
                    <a:pt x="46" y="6"/>
                  </a:lnTo>
                  <a:lnTo>
                    <a:pt x="44" y="6"/>
                  </a:lnTo>
                  <a:lnTo>
                    <a:pt x="43" y="7"/>
                  </a:lnTo>
                  <a:lnTo>
                    <a:pt x="42" y="7"/>
                  </a:lnTo>
                  <a:lnTo>
                    <a:pt x="41" y="6"/>
                  </a:lnTo>
                  <a:lnTo>
                    <a:pt x="41" y="4"/>
                  </a:lnTo>
                  <a:lnTo>
                    <a:pt x="40" y="2"/>
                  </a:lnTo>
                  <a:lnTo>
                    <a:pt x="40" y="1"/>
                  </a:lnTo>
                  <a:lnTo>
                    <a:pt x="40" y="2"/>
                  </a:lnTo>
                  <a:lnTo>
                    <a:pt x="41" y="2"/>
                  </a:lnTo>
                  <a:lnTo>
                    <a:pt x="43" y="3"/>
                  </a:lnTo>
                  <a:lnTo>
                    <a:pt x="43" y="2"/>
                  </a:lnTo>
                  <a:lnTo>
                    <a:pt x="42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1" y="1"/>
                  </a:lnTo>
                  <a:lnTo>
                    <a:pt x="29" y="1"/>
                  </a:lnTo>
                  <a:lnTo>
                    <a:pt x="27" y="2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21" y="5"/>
                  </a:lnTo>
                  <a:lnTo>
                    <a:pt x="19" y="6"/>
                  </a:lnTo>
                  <a:lnTo>
                    <a:pt x="17" y="7"/>
                  </a:lnTo>
                  <a:lnTo>
                    <a:pt x="15" y="8"/>
                  </a:lnTo>
                  <a:lnTo>
                    <a:pt x="14" y="8"/>
                  </a:lnTo>
                  <a:lnTo>
                    <a:pt x="11" y="9"/>
                  </a:lnTo>
                  <a:lnTo>
                    <a:pt x="8" y="9"/>
                  </a:lnTo>
                  <a:lnTo>
                    <a:pt x="6" y="10"/>
                  </a:lnTo>
                  <a:lnTo>
                    <a:pt x="5" y="11"/>
                  </a:lnTo>
                  <a:lnTo>
                    <a:pt x="4" y="12"/>
                  </a:lnTo>
                  <a:lnTo>
                    <a:pt x="4" y="11"/>
                  </a:lnTo>
                  <a:lnTo>
                    <a:pt x="2" y="12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2" y="15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32" name="Portugal">
              <a:extLst>
                <a:ext uri="{FF2B5EF4-FFF2-40B4-BE49-F238E27FC236}">
                  <a16:creationId xmlns:a16="http://schemas.microsoft.com/office/drawing/2014/main" id="{DFE098C5-00B8-45A5-8438-278901DC6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413" y="3555864"/>
              <a:ext cx="66966" cy="134452"/>
            </a:xfrm>
            <a:custGeom>
              <a:avLst/>
              <a:gdLst>
                <a:gd name="T0" fmla="*/ 2147483647 w 30"/>
                <a:gd name="T1" fmla="*/ 2147483647 h 55"/>
                <a:gd name="T2" fmla="*/ 2147483647 w 30"/>
                <a:gd name="T3" fmla="*/ 2147483647 h 55"/>
                <a:gd name="T4" fmla="*/ 2147483647 w 30"/>
                <a:gd name="T5" fmla="*/ 2147483647 h 55"/>
                <a:gd name="T6" fmla="*/ 2147483647 w 30"/>
                <a:gd name="T7" fmla="*/ 2147483647 h 55"/>
                <a:gd name="T8" fmla="*/ 2147483647 w 30"/>
                <a:gd name="T9" fmla="*/ 2147483647 h 55"/>
                <a:gd name="T10" fmla="*/ 2147483647 w 30"/>
                <a:gd name="T11" fmla="*/ 2147483647 h 55"/>
                <a:gd name="T12" fmla="*/ 2147483647 w 30"/>
                <a:gd name="T13" fmla="*/ 2147483647 h 55"/>
                <a:gd name="T14" fmla="*/ 2147483647 w 30"/>
                <a:gd name="T15" fmla="*/ 2147483647 h 55"/>
                <a:gd name="T16" fmla="*/ 2147483647 w 30"/>
                <a:gd name="T17" fmla="*/ 2147483647 h 55"/>
                <a:gd name="T18" fmla="*/ 2147483647 w 30"/>
                <a:gd name="T19" fmla="*/ 2147483647 h 55"/>
                <a:gd name="T20" fmla="*/ 2147483647 w 30"/>
                <a:gd name="T21" fmla="*/ 2147483647 h 55"/>
                <a:gd name="T22" fmla="*/ 2147483647 w 30"/>
                <a:gd name="T23" fmla="*/ 2147483647 h 55"/>
                <a:gd name="T24" fmla="*/ 2147483647 w 30"/>
                <a:gd name="T25" fmla="*/ 2147483647 h 55"/>
                <a:gd name="T26" fmla="*/ 2147483647 w 30"/>
                <a:gd name="T27" fmla="*/ 2147483647 h 55"/>
                <a:gd name="T28" fmla="*/ 2147483647 w 30"/>
                <a:gd name="T29" fmla="*/ 2147483647 h 55"/>
                <a:gd name="T30" fmla="*/ 2147483647 w 30"/>
                <a:gd name="T31" fmla="*/ 2147483647 h 55"/>
                <a:gd name="T32" fmla="*/ 2147483647 w 30"/>
                <a:gd name="T33" fmla="*/ 2147483647 h 55"/>
                <a:gd name="T34" fmla="*/ 2147483647 w 30"/>
                <a:gd name="T35" fmla="*/ 2147483647 h 55"/>
                <a:gd name="T36" fmla="*/ 2147483647 w 30"/>
                <a:gd name="T37" fmla="*/ 2147483647 h 55"/>
                <a:gd name="T38" fmla="*/ 2147483647 w 30"/>
                <a:gd name="T39" fmla="*/ 2147483647 h 55"/>
                <a:gd name="T40" fmla="*/ 2147483647 w 30"/>
                <a:gd name="T41" fmla="*/ 2147483647 h 55"/>
                <a:gd name="T42" fmla="*/ 2147483647 w 30"/>
                <a:gd name="T43" fmla="*/ 2147483647 h 55"/>
                <a:gd name="T44" fmla="*/ 2147483647 w 30"/>
                <a:gd name="T45" fmla="*/ 2147483647 h 55"/>
                <a:gd name="T46" fmla="*/ 2147483647 w 30"/>
                <a:gd name="T47" fmla="*/ 2147483647 h 55"/>
                <a:gd name="T48" fmla="*/ 2147483647 w 30"/>
                <a:gd name="T49" fmla="*/ 2147483647 h 55"/>
                <a:gd name="T50" fmla="*/ 2147483647 w 30"/>
                <a:gd name="T51" fmla="*/ 2147483647 h 55"/>
                <a:gd name="T52" fmla="*/ 2147483647 w 30"/>
                <a:gd name="T53" fmla="*/ 2147483647 h 55"/>
                <a:gd name="T54" fmla="*/ 2147483647 w 30"/>
                <a:gd name="T55" fmla="*/ 2147483647 h 55"/>
                <a:gd name="T56" fmla="*/ 2147483647 w 30"/>
                <a:gd name="T57" fmla="*/ 2147483647 h 55"/>
                <a:gd name="T58" fmla="*/ 2147483647 w 30"/>
                <a:gd name="T59" fmla="*/ 2147483647 h 55"/>
                <a:gd name="T60" fmla="*/ 2147483647 w 30"/>
                <a:gd name="T61" fmla="*/ 2147483647 h 55"/>
                <a:gd name="T62" fmla="*/ 2147483647 w 30"/>
                <a:gd name="T63" fmla="*/ 2147483647 h 55"/>
                <a:gd name="T64" fmla="*/ 2147483647 w 30"/>
                <a:gd name="T65" fmla="*/ 2147483647 h 55"/>
                <a:gd name="T66" fmla="*/ 2147483647 w 30"/>
                <a:gd name="T67" fmla="*/ 2147483647 h 55"/>
                <a:gd name="T68" fmla="*/ 2147483647 w 30"/>
                <a:gd name="T69" fmla="*/ 2147483647 h 55"/>
                <a:gd name="T70" fmla="*/ 0 w 30"/>
                <a:gd name="T71" fmla="*/ 2147483647 h 55"/>
                <a:gd name="T72" fmla="*/ 2147483647 w 30"/>
                <a:gd name="T73" fmla="*/ 2147483647 h 55"/>
                <a:gd name="T74" fmla="*/ 2147483647 w 30"/>
                <a:gd name="T75" fmla="*/ 2147483647 h 55"/>
                <a:gd name="T76" fmla="*/ 2147483647 w 30"/>
                <a:gd name="T77" fmla="*/ 2147483647 h 55"/>
                <a:gd name="T78" fmla="*/ 2147483647 w 30"/>
                <a:gd name="T79" fmla="*/ 2147483647 h 55"/>
                <a:gd name="T80" fmla="*/ 2147483647 w 30"/>
                <a:gd name="T81" fmla="*/ 2147483647 h 55"/>
                <a:gd name="T82" fmla="*/ 2147483647 w 30"/>
                <a:gd name="T83" fmla="*/ 2147483647 h 55"/>
                <a:gd name="T84" fmla="*/ 2147483647 w 30"/>
                <a:gd name="T85" fmla="*/ 2147483647 h 55"/>
                <a:gd name="T86" fmla="*/ 2147483647 w 30"/>
                <a:gd name="T87" fmla="*/ 2147483647 h 55"/>
                <a:gd name="T88" fmla="*/ 2147483647 w 30"/>
                <a:gd name="T89" fmla="*/ 2147483647 h 55"/>
                <a:gd name="T90" fmla="*/ 2147483647 w 30"/>
                <a:gd name="T91" fmla="*/ 2147483647 h 55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30"/>
                <a:gd name="T139" fmla="*/ 0 h 55"/>
                <a:gd name="T140" fmla="*/ 30 w 30"/>
                <a:gd name="T141" fmla="*/ 55 h 55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30" h="55">
                  <a:moveTo>
                    <a:pt x="8" y="2"/>
                  </a:moveTo>
                  <a:lnTo>
                    <a:pt x="10" y="1"/>
                  </a:lnTo>
                  <a:lnTo>
                    <a:pt x="13" y="0"/>
                  </a:lnTo>
                  <a:lnTo>
                    <a:pt x="13" y="1"/>
                  </a:lnTo>
                  <a:lnTo>
                    <a:pt x="13" y="2"/>
                  </a:lnTo>
                  <a:lnTo>
                    <a:pt x="14" y="3"/>
                  </a:lnTo>
                  <a:lnTo>
                    <a:pt x="16" y="3"/>
                  </a:lnTo>
                  <a:lnTo>
                    <a:pt x="18" y="3"/>
                  </a:lnTo>
                  <a:lnTo>
                    <a:pt x="20" y="3"/>
                  </a:lnTo>
                  <a:lnTo>
                    <a:pt x="22" y="2"/>
                  </a:lnTo>
                  <a:lnTo>
                    <a:pt x="25" y="2"/>
                  </a:lnTo>
                  <a:lnTo>
                    <a:pt x="28" y="3"/>
                  </a:lnTo>
                  <a:lnTo>
                    <a:pt x="29" y="4"/>
                  </a:lnTo>
                  <a:lnTo>
                    <a:pt x="30" y="6"/>
                  </a:lnTo>
                  <a:lnTo>
                    <a:pt x="30" y="7"/>
                  </a:lnTo>
                  <a:lnTo>
                    <a:pt x="29" y="9"/>
                  </a:lnTo>
                  <a:lnTo>
                    <a:pt x="27" y="11"/>
                  </a:lnTo>
                  <a:lnTo>
                    <a:pt x="25" y="12"/>
                  </a:lnTo>
                  <a:lnTo>
                    <a:pt x="25" y="14"/>
                  </a:lnTo>
                  <a:lnTo>
                    <a:pt x="25" y="16"/>
                  </a:lnTo>
                  <a:lnTo>
                    <a:pt x="25" y="18"/>
                  </a:lnTo>
                  <a:lnTo>
                    <a:pt x="24" y="20"/>
                  </a:lnTo>
                  <a:lnTo>
                    <a:pt x="24" y="21"/>
                  </a:lnTo>
                  <a:lnTo>
                    <a:pt x="25" y="23"/>
                  </a:lnTo>
                  <a:lnTo>
                    <a:pt x="25" y="24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20" y="30"/>
                  </a:lnTo>
                  <a:lnTo>
                    <a:pt x="21" y="32"/>
                  </a:lnTo>
                  <a:lnTo>
                    <a:pt x="22" y="33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7"/>
                  </a:lnTo>
                  <a:lnTo>
                    <a:pt x="21" y="39"/>
                  </a:lnTo>
                  <a:lnTo>
                    <a:pt x="21" y="41"/>
                  </a:lnTo>
                  <a:lnTo>
                    <a:pt x="23" y="43"/>
                  </a:lnTo>
                  <a:lnTo>
                    <a:pt x="23" y="44"/>
                  </a:lnTo>
                  <a:lnTo>
                    <a:pt x="22" y="46"/>
                  </a:lnTo>
                  <a:lnTo>
                    <a:pt x="20" y="47"/>
                  </a:lnTo>
                  <a:lnTo>
                    <a:pt x="19" y="49"/>
                  </a:lnTo>
                  <a:lnTo>
                    <a:pt x="19" y="51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19" y="54"/>
                  </a:lnTo>
                  <a:lnTo>
                    <a:pt x="18" y="54"/>
                  </a:lnTo>
                  <a:lnTo>
                    <a:pt x="17" y="55"/>
                  </a:lnTo>
                  <a:lnTo>
                    <a:pt x="15" y="55"/>
                  </a:lnTo>
                  <a:lnTo>
                    <a:pt x="13" y="55"/>
                  </a:lnTo>
                  <a:lnTo>
                    <a:pt x="12" y="55"/>
                  </a:lnTo>
                  <a:lnTo>
                    <a:pt x="10" y="55"/>
                  </a:lnTo>
                  <a:lnTo>
                    <a:pt x="8" y="55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5" y="53"/>
                  </a:lnTo>
                  <a:lnTo>
                    <a:pt x="6" y="51"/>
                  </a:lnTo>
                  <a:lnTo>
                    <a:pt x="7" y="49"/>
                  </a:lnTo>
                  <a:lnTo>
                    <a:pt x="6" y="48"/>
                  </a:lnTo>
                  <a:lnTo>
                    <a:pt x="6" y="47"/>
                  </a:lnTo>
                  <a:lnTo>
                    <a:pt x="7" y="46"/>
                  </a:lnTo>
                  <a:lnTo>
                    <a:pt x="6" y="45"/>
                  </a:lnTo>
                  <a:lnTo>
                    <a:pt x="7" y="43"/>
                  </a:lnTo>
                  <a:lnTo>
                    <a:pt x="7" y="41"/>
                  </a:lnTo>
                  <a:lnTo>
                    <a:pt x="7" y="40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3" y="39"/>
                  </a:lnTo>
                  <a:lnTo>
                    <a:pt x="2" y="38"/>
                  </a:lnTo>
                  <a:lnTo>
                    <a:pt x="0" y="37"/>
                  </a:lnTo>
                  <a:lnTo>
                    <a:pt x="0" y="36"/>
                  </a:lnTo>
                  <a:lnTo>
                    <a:pt x="1" y="35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2" y="30"/>
                  </a:lnTo>
                  <a:lnTo>
                    <a:pt x="3" y="29"/>
                  </a:lnTo>
                  <a:lnTo>
                    <a:pt x="4" y="27"/>
                  </a:lnTo>
                  <a:lnTo>
                    <a:pt x="4" y="26"/>
                  </a:lnTo>
                  <a:lnTo>
                    <a:pt x="5" y="24"/>
                  </a:lnTo>
                  <a:lnTo>
                    <a:pt x="6" y="22"/>
                  </a:lnTo>
                  <a:lnTo>
                    <a:pt x="6" y="20"/>
                  </a:lnTo>
                  <a:lnTo>
                    <a:pt x="6" y="18"/>
                  </a:lnTo>
                  <a:lnTo>
                    <a:pt x="7" y="16"/>
                  </a:lnTo>
                  <a:lnTo>
                    <a:pt x="7" y="15"/>
                  </a:lnTo>
                  <a:lnTo>
                    <a:pt x="7" y="13"/>
                  </a:lnTo>
                  <a:lnTo>
                    <a:pt x="8" y="11"/>
                  </a:lnTo>
                  <a:lnTo>
                    <a:pt x="8" y="10"/>
                  </a:lnTo>
                  <a:lnTo>
                    <a:pt x="7" y="8"/>
                  </a:lnTo>
                  <a:lnTo>
                    <a:pt x="7" y="5"/>
                  </a:lnTo>
                  <a:lnTo>
                    <a:pt x="6" y="3"/>
                  </a:lnTo>
                  <a:lnTo>
                    <a:pt x="8" y="2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33" name="Romania">
              <a:extLst>
                <a:ext uri="{FF2B5EF4-FFF2-40B4-BE49-F238E27FC236}">
                  <a16:creationId xmlns:a16="http://schemas.microsoft.com/office/drawing/2014/main" id="{98DC49CD-A692-44A6-85AF-366C2ACDF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3791" y="3382299"/>
              <a:ext cx="196429" cy="132007"/>
            </a:xfrm>
            <a:custGeom>
              <a:avLst/>
              <a:gdLst>
                <a:gd name="T0" fmla="*/ 2147483647 w 88"/>
                <a:gd name="T1" fmla="*/ 2147483647 h 54"/>
                <a:gd name="T2" fmla="*/ 2147483647 w 88"/>
                <a:gd name="T3" fmla="*/ 2147483647 h 54"/>
                <a:gd name="T4" fmla="*/ 2147483647 w 88"/>
                <a:gd name="T5" fmla="*/ 2147483647 h 54"/>
                <a:gd name="T6" fmla="*/ 2147483647 w 88"/>
                <a:gd name="T7" fmla="*/ 2147483647 h 54"/>
                <a:gd name="T8" fmla="*/ 2147483647 w 88"/>
                <a:gd name="T9" fmla="*/ 2147483647 h 54"/>
                <a:gd name="T10" fmla="*/ 2147483647 w 88"/>
                <a:gd name="T11" fmla="*/ 2147483647 h 54"/>
                <a:gd name="T12" fmla="*/ 2147483647 w 88"/>
                <a:gd name="T13" fmla="*/ 2147483647 h 54"/>
                <a:gd name="T14" fmla="*/ 2147483647 w 88"/>
                <a:gd name="T15" fmla="*/ 2147483647 h 54"/>
                <a:gd name="T16" fmla="*/ 2147483647 w 88"/>
                <a:gd name="T17" fmla="*/ 2147483647 h 54"/>
                <a:gd name="T18" fmla="*/ 2147483647 w 88"/>
                <a:gd name="T19" fmla="*/ 2147483647 h 54"/>
                <a:gd name="T20" fmla="*/ 2147483647 w 88"/>
                <a:gd name="T21" fmla="*/ 2147483647 h 54"/>
                <a:gd name="T22" fmla="*/ 2147483647 w 88"/>
                <a:gd name="T23" fmla="*/ 2147483647 h 54"/>
                <a:gd name="T24" fmla="*/ 2147483647 w 88"/>
                <a:gd name="T25" fmla="*/ 2147483647 h 54"/>
                <a:gd name="T26" fmla="*/ 2147483647 w 88"/>
                <a:gd name="T27" fmla="*/ 2147483647 h 54"/>
                <a:gd name="T28" fmla="*/ 2147483647 w 88"/>
                <a:gd name="T29" fmla="*/ 2147483647 h 54"/>
                <a:gd name="T30" fmla="*/ 2147483647 w 88"/>
                <a:gd name="T31" fmla="*/ 2147483647 h 54"/>
                <a:gd name="T32" fmla="*/ 2147483647 w 88"/>
                <a:gd name="T33" fmla="*/ 2147483647 h 54"/>
                <a:gd name="T34" fmla="*/ 2147483647 w 88"/>
                <a:gd name="T35" fmla="*/ 2147483647 h 54"/>
                <a:gd name="T36" fmla="*/ 2147483647 w 88"/>
                <a:gd name="T37" fmla="*/ 2147483647 h 54"/>
                <a:gd name="T38" fmla="*/ 2147483647 w 88"/>
                <a:gd name="T39" fmla="*/ 2147483647 h 54"/>
                <a:gd name="T40" fmla="*/ 2147483647 w 88"/>
                <a:gd name="T41" fmla="*/ 2147483647 h 54"/>
                <a:gd name="T42" fmla="*/ 2147483647 w 88"/>
                <a:gd name="T43" fmla="*/ 2147483647 h 54"/>
                <a:gd name="T44" fmla="*/ 2147483647 w 88"/>
                <a:gd name="T45" fmla="*/ 2147483647 h 54"/>
                <a:gd name="T46" fmla="*/ 2147483647 w 88"/>
                <a:gd name="T47" fmla="*/ 2147483647 h 54"/>
                <a:gd name="T48" fmla="*/ 2147483647 w 88"/>
                <a:gd name="T49" fmla="*/ 2147483647 h 54"/>
                <a:gd name="T50" fmla="*/ 2147483647 w 88"/>
                <a:gd name="T51" fmla="*/ 2147483647 h 54"/>
                <a:gd name="T52" fmla="*/ 2147483647 w 88"/>
                <a:gd name="T53" fmla="*/ 2147483647 h 54"/>
                <a:gd name="T54" fmla="*/ 2147483647 w 88"/>
                <a:gd name="T55" fmla="*/ 2147483647 h 54"/>
                <a:gd name="T56" fmla="*/ 2147483647 w 88"/>
                <a:gd name="T57" fmla="*/ 2147483647 h 54"/>
                <a:gd name="T58" fmla="*/ 2147483647 w 88"/>
                <a:gd name="T59" fmla="*/ 2147483647 h 54"/>
                <a:gd name="T60" fmla="*/ 2147483647 w 88"/>
                <a:gd name="T61" fmla="*/ 2147483647 h 54"/>
                <a:gd name="T62" fmla="*/ 2147483647 w 88"/>
                <a:gd name="T63" fmla="*/ 2147483647 h 54"/>
                <a:gd name="T64" fmla="*/ 2147483647 w 88"/>
                <a:gd name="T65" fmla="*/ 2147483647 h 54"/>
                <a:gd name="T66" fmla="*/ 2147483647 w 88"/>
                <a:gd name="T67" fmla="*/ 2147483647 h 54"/>
                <a:gd name="T68" fmla="*/ 2147483647 w 88"/>
                <a:gd name="T69" fmla="*/ 2147483647 h 54"/>
                <a:gd name="T70" fmla="*/ 2147483647 w 88"/>
                <a:gd name="T71" fmla="*/ 2147483647 h 54"/>
                <a:gd name="T72" fmla="*/ 2147483647 w 88"/>
                <a:gd name="T73" fmla="*/ 2147483647 h 54"/>
                <a:gd name="T74" fmla="*/ 2147483647 w 88"/>
                <a:gd name="T75" fmla="*/ 2147483647 h 54"/>
                <a:gd name="T76" fmla="*/ 2147483647 w 88"/>
                <a:gd name="T77" fmla="*/ 2147483647 h 54"/>
                <a:gd name="T78" fmla="*/ 2147483647 w 88"/>
                <a:gd name="T79" fmla="*/ 2147483647 h 54"/>
                <a:gd name="T80" fmla="*/ 2147483647 w 88"/>
                <a:gd name="T81" fmla="*/ 2147483647 h 54"/>
                <a:gd name="T82" fmla="*/ 2147483647 w 88"/>
                <a:gd name="T83" fmla="*/ 0 h 54"/>
                <a:gd name="T84" fmla="*/ 2147483647 w 88"/>
                <a:gd name="T85" fmla="*/ 2147483647 h 54"/>
                <a:gd name="T86" fmla="*/ 2147483647 w 88"/>
                <a:gd name="T87" fmla="*/ 2147483647 h 54"/>
                <a:gd name="T88" fmla="*/ 2147483647 w 88"/>
                <a:gd name="T89" fmla="*/ 2147483647 h 54"/>
                <a:gd name="T90" fmla="*/ 2147483647 w 88"/>
                <a:gd name="T91" fmla="*/ 2147483647 h 54"/>
                <a:gd name="T92" fmla="*/ 2147483647 w 88"/>
                <a:gd name="T93" fmla="*/ 2147483647 h 54"/>
                <a:gd name="T94" fmla="*/ 2147483647 w 88"/>
                <a:gd name="T95" fmla="*/ 2147483647 h 54"/>
                <a:gd name="T96" fmla="*/ 2147483647 w 88"/>
                <a:gd name="T97" fmla="*/ 2147483647 h 54"/>
                <a:gd name="T98" fmla="*/ 2147483647 w 88"/>
                <a:gd name="T99" fmla="*/ 2147483647 h 54"/>
                <a:gd name="T100" fmla="*/ 2147483647 w 88"/>
                <a:gd name="T101" fmla="*/ 2147483647 h 54"/>
                <a:gd name="T102" fmla="*/ 2147483647 w 88"/>
                <a:gd name="T103" fmla="*/ 2147483647 h 54"/>
                <a:gd name="T104" fmla="*/ 2147483647 w 88"/>
                <a:gd name="T105" fmla="*/ 2147483647 h 54"/>
                <a:gd name="T106" fmla="*/ 2147483647 w 88"/>
                <a:gd name="T107" fmla="*/ 2147483647 h 54"/>
                <a:gd name="T108" fmla="*/ 2147483647 w 88"/>
                <a:gd name="T109" fmla="*/ 2147483647 h 54"/>
                <a:gd name="T110" fmla="*/ 2147483647 w 88"/>
                <a:gd name="T111" fmla="*/ 2147483647 h 54"/>
                <a:gd name="T112" fmla="*/ 2147483647 w 88"/>
                <a:gd name="T113" fmla="*/ 2147483647 h 5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88"/>
                <a:gd name="T172" fmla="*/ 0 h 54"/>
                <a:gd name="T173" fmla="*/ 88 w 88"/>
                <a:gd name="T174" fmla="*/ 54 h 5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88" h="54">
                  <a:moveTo>
                    <a:pt x="0" y="25"/>
                  </a:moveTo>
                  <a:lnTo>
                    <a:pt x="1" y="26"/>
                  </a:lnTo>
                  <a:lnTo>
                    <a:pt x="3" y="27"/>
                  </a:lnTo>
                  <a:lnTo>
                    <a:pt x="5" y="28"/>
                  </a:lnTo>
                  <a:lnTo>
                    <a:pt x="6" y="30"/>
                  </a:lnTo>
                  <a:lnTo>
                    <a:pt x="7" y="33"/>
                  </a:lnTo>
                  <a:lnTo>
                    <a:pt x="8" y="35"/>
                  </a:lnTo>
                  <a:lnTo>
                    <a:pt x="10" y="35"/>
                  </a:lnTo>
                  <a:lnTo>
                    <a:pt x="11" y="36"/>
                  </a:lnTo>
                  <a:lnTo>
                    <a:pt x="12" y="37"/>
                  </a:lnTo>
                  <a:lnTo>
                    <a:pt x="12" y="40"/>
                  </a:lnTo>
                  <a:lnTo>
                    <a:pt x="15" y="42"/>
                  </a:lnTo>
                  <a:lnTo>
                    <a:pt x="17" y="42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3"/>
                  </a:lnTo>
                  <a:lnTo>
                    <a:pt x="21" y="45"/>
                  </a:lnTo>
                  <a:lnTo>
                    <a:pt x="22" y="47"/>
                  </a:lnTo>
                  <a:lnTo>
                    <a:pt x="24" y="48"/>
                  </a:lnTo>
                  <a:lnTo>
                    <a:pt x="26" y="48"/>
                  </a:lnTo>
                  <a:lnTo>
                    <a:pt x="25" y="50"/>
                  </a:lnTo>
                  <a:lnTo>
                    <a:pt x="27" y="52"/>
                  </a:lnTo>
                  <a:lnTo>
                    <a:pt x="29" y="52"/>
                  </a:lnTo>
                  <a:lnTo>
                    <a:pt x="35" y="52"/>
                  </a:lnTo>
                  <a:lnTo>
                    <a:pt x="42" y="52"/>
                  </a:lnTo>
                  <a:lnTo>
                    <a:pt x="45" y="53"/>
                  </a:lnTo>
                  <a:lnTo>
                    <a:pt x="49" y="54"/>
                  </a:lnTo>
                  <a:lnTo>
                    <a:pt x="52" y="53"/>
                  </a:lnTo>
                  <a:lnTo>
                    <a:pt x="55" y="51"/>
                  </a:lnTo>
                  <a:lnTo>
                    <a:pt x="59" y="50"/>
                  </a:lnTo>
                  <a:lnTo>
                    <a:pt x="63" y="48"/>
                  </a:lnTo>
                  <a:lnTo>
                    <a:pt x="66" y="48"/>
                  </a:lnTo>
                  <a:lnTo>
                    <a:pt x="67" y="49"/>
                  </a:lnTo>
                  <a:lnTo>
                    <a:pt x="72" y="50"/>
                  </a:lnTo>
                  <a:lnTo>
                    <a:pt x="76" y="53"/>
                  </a:lnTo>
                  <a:lnTo>
                    <a:pt x="79" y="52"/>
                  </a:lnTo>
                  <a:lnTo>
                    <a:pt x="79" y="51"/>
                  </a:lnTo>
                  <a:lnTo>
                    <a:pt x="79" y="49"/>
                  </a:lnTo>
                  <a:lnTo>
                    <a:pt x="79" y="48"/>
                  </a:lnTo>
                  <a:lnTo>
                    <a:pt x="79" y="47"/>
                  </a:lnTo>
                  <a:lnTo>
                    <a:pt x="79" y="45"/>
                  </a:lnTo>
                  <a:lnTo>
                    <a:pt x="80" y="44"/>
                  </a:lnTo>
                  <a:lnTo>
                    <a:pt x="80" y="42"/>
                  </a:lnTo>
                  <a:lnTo>
                    <a:pt x="81" y="40"/>
                  </a:lnTo>
                  <a:lnTo>
                    <a:pt x="81" y="39"/>
                  </a:lnTo>
                  <a:lnTo>
                    <a:pt x="82" y="39"/>
                  </a:lnTo>
                  <a:lnTo>
                    <a:pt x="82" y="40"/>
                  </a:lnTo>
                  <a:lnTo>
                    <a:pt x="82" y="41"/>
                  </a:lnTo>
                  <a:lnTo>
                    <a:pt x="81" y="42"/>
                  </a:lnTo>
                  <a:lnTo>
                    <a:pt x="80" y="44"/>
                  </a:lnTo>
                  <a:lnTo>
                    <a:pt x="81" y="44"/>
                  </a:lnTo>
                  <a:lnTo>
                    <a:pt x="82" y="43"/>
                  </a:lnTo>
                  <a:lnTo>
                    <a:pt x="83" y="42"/>
                  </a:lnTo>
                  <a:lnTo>
                    <a:pt x="85" y="41"/>
                  </a:lnTo>
                  <a:lnTo>
                    <a:pt x="87" y="41"/>
                  </a:lnTo>
                  <a:lnTo>
                    <a:pt x="88" y="39"/>
                  </a:lnTo>
                  <a:lnTo>
                    <a:pt x="88" y="37"/>
                  </a:lnTo>
                  <a:lnTo>
                    <a:pt x="88" y="36"/>
                  </a:lnTo>
                  <a:lnTo>
                    <a:pt x="88" y="35"/>
                  </a:lnTo>
                  <a:lnTo>
                    <a:pt x="88" y="34"/>
                  </a:lnTo>
                  <a:lnTo>
                    <a:pt x="87" y="33"/>
                  </a:lnTo>
                  <a:lnTo>
                    <a:pt x="85" y="33"/>
                  </a:lnTo>
                  <a:lnTo>
                    <a:pt x="84" y="34"/>
                  </a:lnTo>
                  <a:lnTo>
                    <a:pt x="81" y="34"/>
                  </a:lnTo>
                  <a:lnTo>
                    <a:pt x="80" y="35"/>
                  </a:lnTo>
                  <a:lnTo>
                    <a:pt x="78" y="35"/>
                  </a:lnTo>
                  <a:lnTo>
                    <a:pt x="77" y="34"/>
                  </a:lnTo>
                  <a:lnTo>
                    <a:pt x="76" y="33"/>
                  </a:lnTo>
                  <a:lnTo>
                    <a:pt x="74" y="33"/>
                  </a:lnTo>
                  <a:lnTo>
                    <a:pt x="74" y="32"/>
                  </a:lnTo>
                  <a:lnTo>
                    <a:pt x="74" y="30"/>
                  </a:lnTo>
                  <a:lnTo>
                    <a:pt x="74" y="28"/>
                  </a:lnTo>
                  <a:lnTo>
                    <a:pt x="74" y="27"/>
                  </a:lnTo>
                  <a:lnTo>
                    <a:pt x="74" y="24"/>
                  </a:lnTo>
                  <a:lnTo>
                    <a:pt x="74" y="21"/>
                  </a:lnTo>
                  <a:lnTo>
                    <a:pt x="73" y="17"/>
                  </a:lnTo>
                  <a:lnTo>
                    <a:pt x="71" y="14"/>
                  </a:lnTo>
                  <a:lnTo>
                    <a:pt x="69" y="11"/>
                  </a:lnTo>
                  <a:lnTo>
                    <a:pt x="67" y="8"/>
                  </a:lnTo>
                  <a:lnTo>
                    <a:pt x="66" y="6"/>
                  </a:lnTo>
                  <a:lnTo>
                    <a:pt x="65" y="4"/>
                  </a:lnTo>
                  <a:lnTo>
                    <a:pt x="63" y="2"/>
                  </a:lnTo>
                  <a:lnTo>
                    <a:pt x="61" y="0"/>
                  </a:lnTo>
                  <a:lnTo>
                    <a:pt x="58" y="0"/>
                  </a:lnTo>
                  <a:lnTo>
                    <a:pt x="55" y="2"/>
                  </a:lnTo>
                  <a:lnTo>
                    <a:pt x="52" y="3"/>
                  </a:lnTo>
                  <a:lnTo>
                    <a:pt x="50" y="3"/>
                  </a:lnTo>
                  <a:lnTo>
                    <a:pt x="47" y="4"/>
                  </a:lnTo>
                  <a:lnTo>
                    <a:pt x="44" y="6"/>
                  </a:lnTo>
                  <a:lnTo>
                    <a:pt x="42" y="5"/>
                  </a:lnTo>
                  <a:lnTo>
                    <a:pt x="41" y="3"/>
                  </a:lnTo>
                  <a:lnTo>
                    <a:pt x="38" y="3"/>
                  </a:lnTo>
                  <a:lnTo>
                    <a:pt x="35" y="4"/>
                  </a:lnTo>
                  <a:lnTo>
                    <a:pt x="31" y="4"/>
                  </a:lnTo>
                  <a:lnTo>
                    <a:pt x="28" y="3"/>
                  </a:lnTo>
                  <a:lnTo>
                    <a:pt x="25" y="3"/>
                  </a:lnTo>
                  <a:lnTo>
                    <a:pt x="24" y="4"/>
                  </a:lnTo>
                  <a:lnTo>
                    <a:pt x="23" y="5"/>
                  </a:lnTo>
                  <a:lnTo>
                    <a:pt x="22" y="6"/>
                  </a:lnTo>
                  <a:lnTo>
                    <a:pt x="21" y="6"/>
                  </a:lnTo>
                  <a:lnTo>
                    <a:pt x="19" y="7"/>
                  </a:lnTo>
                  <a:lnTo>
                    <a:pt x="17" y="8"/>
                  </a:lnTo>
                  <a:lnTo>
                    <a:pt x="17" y="9"/>
                  </a:lnTo>
                  <a:lnTo>
                    <a:pt x="16" y="11"/>
                  </a:lnTo>
                  <a:lnTo>
                    <a:pt x="15" y="13"/>
                  </a:lnTo>
                  <a:lnTo>
                    <a:pt x="13" y="14"/>
                  </a:lnTo>
                  <a:lnTo>
                    <a:pt x="12" y="16"/>
                  </a:lnTo>
                  <a:lnTo>
                    <a:pt x="11" y="19"/>
                  </a:lnTo>
                  <a:lnTo>
                    <a:pt x="10" y="20"/>
                  </a:lnTo>
                  <a:lnTo>
                    <a:pt x="9" y="23"/>
                  </a:lnTo>
                  <a:lnTo>
                    <a:pt x="6" y="24"/>
                  </a:lnTo>
                  <a:lnTo>
                    <a:pt x="4" y="24"/>
                  </a:lnTo>
                  <a:lnTo>
                    <a:pt x="2" y="25"/>
                  </a:lnTo>
                  <a:lnTo>
                    <a:pt x="1" y="25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grpSp>
          <p:nvGrpSpPr>
            <p:cNvPr id="34" name="Slovenia">
              <a:extLst>
                <a:ext uri="{FF2B5EF4-FFF2-40B4-BE49-F238E27FC236}">
                  <a16:creationId xmlns:a16="http://schemas.microsoft.com/office/drawing/2014/main" id="{63E06142-0BC0-4BF7-9C94-E7EB848A88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53165" y="3423857"/>
              <a:ext cx="78125" cy="110006"/>
              <a:chOff x="16906875" y="5562600"/>
              <a:chExt cx="35" cy="45"/>
            </a:xfrm>
            <a:solidFill>
              <a:srgbClr val="002B69">
                <a:alpha val="91000"/>
              </a:srgbClr>
            </a:solidFill>
          </p:grpSpPr>
          <p:sp>
            <p:nvSpPr>
              <p:cNvPr id="74" name="D774">
                <a:extLst>
                  <a:ext uri="{FF2B5EF4-FFF2-40B4-BE49-F238E27FC236}">
                    <a16:creationId xmlns:a16="http://schemas.microsoft.com/office/drawing/2014/main" id="{50CCBC51-BA32-419A-9745-9C8AA14150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6875" y="5562600"/>
                <a:ext cx="30" cy="17"/>
              </a:xfrm>
              <a:custGeom>
                <a:avLst/>
                <a:gdLst>
                  <a:gd name="T0" fmla="*/ 28 w 30"/>
                  <a:gd name="T1" fmla="*/ 4 h 17"/>
                  <a:gd name="T2" fmla="*/ 30 w 30"/>
                  <a:gd name="T3" fmla="*/ 4 h 17"/>
                  <a:gd name="T4" fmla="*/ 27 w 30"/>
                  <a:gd name="T5" fmla="*/ 0 h 17"/>
                  <a:gd name="T6" fmla="*/ 25 w 30"/>
                  <a:gd name="T7" fmla="*/ 0 h 17"/>
                  <a:gd name="T8" fmla="*/ 23 w 30"/>
                  <a:gd name="T9" fmla="*/ 1 h 17"/>
                  <a:gd name="T10" fmla="*/ 21 w 30"/>
                  <a:gd name="T11" fmla="*/ 1 h 17"/>
                  <a:gd name="T12" fmla="*/ 19 w 30"/>
                  <a:gd name="T13" fmla="*/ 2 h 17"/>
                  <a:gd name="T14" fmla="*/ 17 w 30"/>
                  <a:gd name="T15" fmla="*/ 2 h 17"/>
                  <a:gd name="T16" fmla="*/ 13 w 30"/>
                  <a:gd name="T17" fmla="*/ 2 h 17"/>
                  <a:gd name="T18" fmla="*/ 12 w 30"/>
                  <a:gd name="T19" fmla="*/ 4 h 17"/>
                  <a:gd name="T20" fmla="*/ 10 w 30"/>
                  <a:gd name="T21" fmla="*/ 4 h 17"/>
                  <a:gd name="T22" fmla="*/ 8 w 30"/>
                  <a:gd name="T23" fmla="*/ 4 h 17"/>
                  <a:gd name="T24" fmla="*/ 5 w 30"/>
                  <a:gd name="T25" fmla="*/ 4 h 17"/>
                  <a:gd name="T26" fmla="*/ 3 w 30"/>
                  <a:gd name="T27" fmla="*/ 4 h 17"/>
                  <a:gd name="T28" fmla="*/ 2 w 30"/>
                  <a:gd name="T29" fmla="*/ 5 h 17"/>
                  <a:gd name="T30" fmla="*/ 0 w 30"/>
                  <a:gd name="T31" fmla="*/ 7 h 17"/>
                  <a:gd name="T32" fmla="*/ 2 w 30"/>
                  <a:gd name="T33" fmla="*/ 7 h 17"/>
                  <a:gd name="T34" fmla="*/ 1 w 30"/>
                  <a:gd name="T35" fmla="*/ 10 h 17"/>
                  <a:gd name="T36" fmla="*/ 2 w 30"/>
                  <a:gd name="T37" fmla="*/ 11 h 17"/>
                  <a:gd name="T38" fmla="*/ 3 w 30"/>
                  <a:gd name="T39" fmla="*/ 12 h 17"/>
                  <a:gd name="T40" fmla="*/ 4 w 30"/>
                  <a:gd name="T41" fmla="*/ 13 h 17"/>
                  <a:gd name="T42" fmla="*/ 5 w 30"/>
                  <a:gd name="T43" fmla="*/ 14 h 17"/>
                  <a:gd name="T44" fmla="*/ 4 w 30"/>
                  <a:gd name="T45" fmla="*/ 15 h 17"/>
                  <a:gd name="T46" fmla="*/ 2 w 30"/>
                  <a:gd name="T47" fmla="*/ 15 h 17"/>
                  <a:gd name="T48" fmla="*/ 3 w 30"/>
                  <a:gd name="T49" fmla="*/ 16 h 17"/>
                  <a:gd name="T50" fmla="*/ 4 w 30"/>
                  <a:gd name="T51" fmla="*/ 17 h 17"/>
                  <a:gd name="T52" fmla="*/ 6 w 30"/>
                  <a:gd name="T53" fmla="*/ 17 h 17"/>
                  <a:gd name="T54" fmla="*/ 7 w 30"/>
                  <a:gd name="T55" fmla="*/ 16 h 17"/>
                  <a:gd name="T56" fmla="*/ 8 w 30"/>
                  <a:gd name="T57" fmla="*/ 17 h 17"/>
                  <a:gd name="T58" fmla="*/ 9 w 30"/>
                  <a:gd name="T59" fmla="*/ 16 h 17"/>
                  <a:gd name="T60" fmla="*/ 11 w 30"/>
                  <a:gd name="T61" fmla="*/ 16 h 17"/>
                  <a:gd name="T62" fmla="*/ 12 w 30"/>
                  <a:gd name="T63" fmla="*/ 15 h 17"/>
                  <a:gd name="T64" fmla="*/ 13 w 30"/>
                  <a:gd name="T65" fmla="*/ 14 h 17"/>
                  <a:gd name="T66" fmla="*/ 14 w 30"/>
                  <a:gd name="T67" fmla="*/ 16 h 17"/>
                  <a:gd name="T68" fmla="*/ 15 w 30"/>
                  <a:gd name="T69" fmla="*/ 15 h 17"/>
                  <a:gd name="T70" fmla="*/ 17 w 30"/>
                  <a:gd name="T71" fmla="*/ 15 h 17"/>
                  <a:gd name="T72" fmla="*/ 18 w 30"/>
                  <a:gd name="T73" fmla="*/ 16 h 17"/>
                  <a:gd name="T74" fmla="*/ 18 w 30"/>
                  <a:gd name="T75" fmla="*/ 14 h 17"/>
                  <a:gd name="T76" fmla="*/ 18 w 30"/>
                  <a:gd name="T77" fmla="*/ 13 h 17"/>
                  <a:gd name="T78" fmla="*/ 20 w 30"/>
                  <a:gd name="T79" fmla="*/ 12 h 17"/>
                  <a:gd name="T80" fmla="*/ 21 w 30"/>
                  <a:gd name="T81" fmla="*/ 11 h 17"/>
                  <a:gd name="T82" fmla="*/ 21 w 30"/>
                  <a:gd name="T83" fmla="*/ 9 h 17"/>
                  <a:gd name="T84" fmla="*/ 20 w 30"/>
                  <a:gd name="T85" fmla="*/ 8 h 17"/>
                  <a:gd name="T86" fmla="*/ 24 w 30"/>
                  <a:gd name="T87" fmla="*/ 6 h 17"/>
                  <a:gd name="T88" fmla="*/ 26 w 30"/>
                  <a:gd name="T89" fmla="*/ 6 h 17"/>
                  <a:gd name="T90" fmla="*/ 26 w 30"/>
                  <a:gd name="T91" fmla="*/ 4 h 17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30"/>
                  <a:gd name="T139" fmla="*/ 0 h 17"/>
                  <a:gd name="T140" fmla="*/ 30 w 30"/>
                  <a:gd name="T141" fmla="*/ 17 h 17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30" h="17">
                    <a:moveTo>
                      <a:pt x="27" y="4"/>
                    </a:moveTo>
                    <a:lnTo>
                      <a:pt x="28" y="4"/>
                    </a:lnTo>
                    <a:lnTo>
                      <a:pt x="29" y="4"/>
                    </a:lnTo>
                    <a:lnTo>
                      <a:pt x="30" y="4"/>
                    </a:lnTo>
                    <a:lnTo>
                      <a:pt x="28" y="2"/>
                    </a:lnTo>
                    <a:lnTo>
                      <a:pt x="27" y="0"/>
                    </a:lnTo>
                    <a:lnTo>
                      <a:pt x="26" y="0"/>
                    </a:lnTo>
                    <a:lnTo>
                      <a:pt x="25" y="0"/>
                    </a:lnTo>
                    <a:lnTo>
                      <a:pt x="23" y="0"/>
                    </a:lnTo>
                    <a:lnTo>
                      <a:pt x="23" y="1"/>
                    </a:lnTo>
                    <a:lnTo>
                      <a:pt x="22" y="1"/>
                    </a:lnTo>
                    <a:lnTo>
                      <a:pt x="21" y="1"/>
                    </a:lnTo>
                    <a:lnTo>
                      <a:pt x="20" y="1"/>
                    </a:lnTo>
                    <a:lnTo>
                      <a:pt x="19" y="2"/>
                    </a:lnTo>
                    <a:lnTo>
                      <a:pt x="18" y="2"/>
                    </a:lnTo>
                    <a:lnTo>
                      <a:pt x="17" y="2"/>
                    </a:lnTo>
                    <a:lnTo>
                      <a:pt x="15" y="2"/>
                    </a:lnTo>
                    <a:lnTo>
                      <a:pt x="13" y="2"/>
                    </a:lnTo>
                    <a:lnTo>
                      <a:pt x="12" y="3"/>
                    </a:lnTo>
                    <a:lnTo>
                      <a:pt x="12" y="4"/>
                    </a:lnTo>
                    <a:lnTo>
                      <a:pt x="11" y="4"/>
                    </a:lnTo>
                    <a:lnTo>
                      <a:pt x="10" y="4"/>
                    </a:lnTo>
                    <a:lnTo>
                      <a:pt x="9" y="4"/>
                    </a:lnTo>
                    <a:lnTo>
                      <a:pt x="8" y="4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3" y="4"/>
                    </a:lnTo>
                    <a:lnTo>
                      <a:pt x="2" y="4"/>
                    </a:lnTo>
                    <a:lnTo>
                      <a:pt x="2" y="5"/>
                    </a:lnTo>
                    <a:lnTo>
                      <a:pt x="1" y="5"/>
                    </a:lnTo>
                    <a:lnTo>
                      <a:pt x="0" y="7"/>
                    </a:lnTo>
                    <a:lnTo>
                      <a:pt x="1" y="7"/>
                    </a:lnTo>
                    <a:lnTo>
                      <a:pt x="2" y="7"/>
                    </a:lnTo>
                    <a:lnTo>
                      <a:pt x="1" y="8"/>
                    </a:lnTo>
                    <a:lnTo>
                      <a:pt x="1" y="10"/>
                    </a:lnTo>
                    <a:lnTo>
                      <a:pt x="2" y="10"/>
                    </a:lnTo>
                    <a:lnTo>
                      <a:pt x="2" y="11"/>
                    </a:lnTo>
                    <a:lnTo>
                      <a:pt x="2" y="12"/>
                    </a:lnTo>
                    <a:lnTo>
                      <a:pt x="3" y="12"/>
                    </a:lnTo>
                    <a:lnTo>
                      <a:pt x="4" y="12"/>
                    </a:lnTo>
                    <a:lnTo>
                      <a:pt x="4" y="13"/>
                    </a:lnTo>
                    <a:lnTo>
                      <a:pt x="5" y="13"/>
                    </a:lnTo>
                    <a:lnTo>
                      <a:pt x="5" y="14"/>
                    </a:lnTo>
                    <a:lnTo>
                      <a:pt x="5" y="15"/>
                    </a:lnTo>
                    <a:lnTo>
                      <a:pt x="4" y="15"/>
                    </a:lnTo>
                    <a:lnTo>
                      <a:pt x="3" y="15"/>
                    </a:lnTo>
                    <a:lnTo>
                      <a:pt x="2" y="15"/>
                    </a:lnTo>
                    <a:lnTo>
                      <a:pt x="2" y="16"/>
                    </a:lnTo>
                    <a:lnTo>
                      <a:pt x="3" y="16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5" y="17"/>
                    </a:lnTo>
                    <a:lnTo>
                      <a:pt x="6" y="17"/>
                    </a:lnTo>
                    <a:lnTo>
                      <a:pt x="6" y="16"/>
                    </a:lnTo>
                    <a:lnTo>
                      <a:pt x="7" y="16"/>
                    </a:lnTo>
                    <a:lnTo>
                      <a:pt x="8" y="16"/>
                    </a:lnTo>
                    <a:lnTo>
                      <a:pt x="8" y="17"/>
                    </a:lnTo>
                    <a:lnTo>
                      <a:pt x="9" y="17"/>
                    </a:lnTo>
                    <a:lnTo>
                      <a:pt x="9" y="16"/>
                    </a:lnTo>
                    <a:lnTo>
                      <a:pt x="10" y="16"/>
                    </a:lnTo>
                    <a:lnTo>
                      <a:pt x="11" y="16"/>
                    </a:lnTo>
                    <a:lnTo>
                      <a:pt x="12" y="16"/>
                    </a:lnTo>
                    <a:lnTo>
                      <a:pt x="12" y="15"/>
                    </a:lnTo>
                    <a:lnTo>
                      <a:pt x="12" y="14"/>
                    </a:lnTo>
                    <a:lnTo>
                      <a:pt x="13" y="14"/>
                    </a:lnTo>
                    <a:lnTo>
                      <a:pt x="14" y="15"/>
                    </a:lnTo>
                    <a:lnTo>
                      <a:pt x="14" y="16"/>
                    </a:lnTo>
                    <a:lnTo>
                      <a:pt x="15" y="16"/>
                    </a:lnTo>
                    <a:lnTo>
                      <a:pt x="15" y="15"/>
                    </a:lnTo>
                    <a:lnTo>
                      <a:pt x="16" y="15"/>
                    </a:lnTo>
                    <a:lnTo>
                      <a:pt x="17" y="15"/>
                    </a:lnTo>
                    <a:lnTo>
                      <a:pt x="17" y="16"/>
                    </a:lnTo>
                    <a:lnTo>
                      <a:pt x="18" y="16"/>
                    </a:lnTo>
                    <a:lnTo>
                      <a:pt x="18" y="15"/>
                    </a:lnTo>
                    <a:lnTo>
                      <a:pt x="18" y="14"/>
                    </a:lnTo>
                    <a:lnTo>
                      <a:pt x="19" y="14"/>
                    </a:lnTo>
                    <a:lnTo>
                      <a:pt x="18" y="13"/>
                    </a:lnTo>
                    <a:lnTo>
                      <a:pt x="19" y="13"/>
                    </a:lnTo>
                    <a:lnTo>
                      <a:pt x="20" y="12"/>
                    </a:lnTo>
                    <a:lnTo>
                      <a:pt x="21" y="12"/>
                    </a:lnTo>
                    <a:lnTo>
                      <a:pt x="21" y="11"/>
                    </a:lnTo>
                    <a:lnTo>
                      <a:pt x="21" y="10"/>
                    </a:lnTo>
                    <a:lnTo>
                      <a:pt x="21" y="9"/>
                    </a:lnTo>
                    <a:lnTo>
                      <a:pt x="20" y="9"/>
                    </a:lnTo>
                    <a:lnTo>
                      <a:pt x="20" y="8"/>
                    </a:lnTo>
                    <a:lnTo>
                      <a:pt x="23" y="6"/>
                    </a:lnTo>
                    <a:lnTo>
                      <a:pt x="24" y="6"/>
                    </a:lnTo>
                    <a:lnTo>
                      <a:pt x="25" y="6"/>
                    </a:lnTo>
                    <a:lnTo>
                      <a:pt x="26" y="6"/>
                    </a:lnTo>
                    <a:lnTo>
                      <a:pt x="26" y="5"/>
                    </a:lnTo>
                    <a:lnTo>
                      <a:pt x="26" y="4"/>
                    </a:lnTo>
                    <a:lnTo>
                      <a:pt x="27" y="4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75" name="D775">
                <a:extLst>
                  <a:ext uri="{FF2B5EF4-FFF2-40B4-BE49-F238E27FC236}">
                    <a16:creationId xmlns:a16="http://schemas.microsoft.com/office/drawing/2014/main" id="{45496134-B7D5-4405-B25B-D7B5B6C41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6903" y="5562639"/>
                <a:ext cx="4" cy="2"/>
              </a:xfrm>
              <a:custGeom>
                <a:avLst/>
                <a:gdLst>
                  <a:gd name="T0" fmla="*/ 4 w 4"/>
                  <a:gd name="T1" fmla="*/ 1 h 2"/>
                  <a:gd name="T2" fmla="*/ 3 w 4"/>
                  <a:gd name="T3" fmla="*/ 1 h 2"/>
                  <a:gd name="T4" fmla="*/ 2 w 4"/>
                  <a:gd name="T5" fmla="*/ 1 h 2"/>
                  <a:gd name="T6" fmla="*/ 1 w 4"/>
                  <a:gd name="T7" fmla="*/ 1 h 2"/>
                  <a:gd name="T8" fmla="*/ 1 w 4"/>
                  <a:gd name="T9" fmla="*/ 0 h 2"/>
                  <a:gd name="T10" fmla="*/ 0 w 4"/>
                  <a:gd name="T11" fmla="*/ 0 h 2"/>
                  <a:gd name="T12" fmla="*/ 0 w 4"/>
                  <a:gd name="T13" fmla="*/ 1 h 2"/>
                  <a:gd name="T14" fmla="*/ 0 w 4"/>
                  <a:gd name="T15" fmla="*/ 2 h 2"/>
                  <a:gd name="T16" fmla="*/ 1 w 4"/>
                  <a:gd name="T17" fmla="*/ 2 h 2"/>
                  <a:gd name="T18" fmla="*/ 2 w 4"/>
                  <a:gd name="T19" fmla="*/ 2 h 2"/>
                  <a:gd name="T20" fmla="*/ 3 w 4"/>
                  <a:gd name="T21" fmla="*/ 2 h 2"/>
                  <a:gd name="T22" fmla="*/ 4 w 4"/>
                  <a:gd name="T23" fmla="*/ 2 h 2"/>
                  <a:gd name="T24" fmla="*/ 4 w 4"/>
                  <a:gd name="T25" fmla="*/ 1 h 2"/>
                  <a:gd name="T26" fmla="*/ 4 w 4"/>
                  <a:gd name="T27" fmla="*/ 1 h 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4"/>
                  <a:gd name="T43" fmla="*/ 0 h 2"/>
                  <a:gd name="T44" fmla="*/ 4 w 4"/>
                  <a:gd name="T45" fmla="*/ 2 h 2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4" h="2">
                    <a:moveTo>
                      <a:pt x="4" y="1"/>
                    </a:moveTo>
                    <a:lnTo>
                      <a:pt x="3" y="1"/>
                    </a:lnTo>
                    <a:lnTo>
                      <a:pt x="2" y="1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4" y="2"/>
                    </a:lnTo>
                    <a:lnTo>
                      <a:pt x="4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76" name="D776">
                <a:extLst>
                  <a:ext uri="{FF2B5EF4-FFF2-40B4-BE49-F238E27FC236}">
                    <a16:creationId xmlns:a16="http://schemas.microsoft.com/office/drawing/2014/main" id="{6C8933E2-B845-4DF5-98FF-FF48075EA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6905" y="5562644"/>
                <a:ext cx="5" cy="1"/>
              </a:xfrm>
              <a:custGeom>
                <a:avLst/>
                <a:gdLst>
                  <a:gd name="T0" fmla="*/ 4 w 5"/>
                  <a:gd name="T1" fmla="*/ 0 h 1"/>
                  <a:gd name="T2" fmla="*/ 3 w 5"/>
                  <a:gd name="T3" fmla="*/ 0 h 1"/>
                  <a:gd name="T4" fmla="*/ 2 w 5"/>
                  <a:gd name="T5" fmla="*/ 0 h 1"/>
                  <a:gd name="T6" fmla="*/ 1 w 5"/>
                  <a:gd name="T7" fmla="*/ 0 h 1"/>
                  <a:gd name="T8" fmla="*/ 0 w 5"/>
                  <a:gd name="T9" fmla="*/ 0 h 1"/>
                  <a:gd name="T10" fmla="*/ 0 w 5"/>
                  <a:gd name="T11" fmla="*/ 1 h 1"/>
                  <a:gd name="T12" fmla="*/ 1 w 5"/>
                  <a:gd name="T13" fmla="*/ 1 h 1"/>
                  <a:gd name="T14" fmla="*/ 2 w 5"/>
                  <a:gd name="T15" fmla="*/ 1 h 1"/>
                  <a:gd name="T16" fmla="*/ 3 w 5"/>
                  <a:gd name="T17" fmla="*/ 1 h 1"/>
                  <a:gd name="T18" fmla="*/ 4 w 5"/>
                  <a:gd name="T19" fmla="*/ 1 h 1"/>
                  <a:gd name="T20" fmla="*/ 5 w 5"/>
                  <a:gd name="T21" fmla="*/ 1 h 1"/>
                  <a:gd name="T22" fmla="*/ 4 w 5"/>
                  <a:gd name="T23" fmla="*/ 0 h 1"/>
                  <a:gd name="T24" fmla="*/ 4 w 5"/>
                  <a:gd name="T25" fmla="*/ 0 h 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"/>
                  <a:gd name="T40" fmla="*/ 0 h 1"/>
                  <a:gd name="T41" fmla="*/ 5 w 5"/>
                  <a:gd name="T42" fmla="*/ 1 h 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" h="1">
                    <a:moveTo>
                      <a:pt x="4" y="0"/>
                    </a:moveTo>
                    <a:lnTo>
                      <a:pt x="3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77" name="D777">
                <a:extLst>
                  <a:ext uri="{FF2B5EF4-FFF2-40B4-BE49-F238E27FC236}">
                    <a16:creationId xmlns:a16="http://schemas.microsoft.com/office/drawing/2014/main" id="{DDE26C32-C3C2-456A-B2BB-6C5C4691E0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6885" y="5562619"/>
                <a:ext cx="3" cy="3"/>
              </a:xfrm>
              <a:custGeom>
                <a:avLst/>
                <a:gdLst>
                  <a:gd name="T0" fmla="*/ 2 w 3"/>
                  <a:gd name="T1" fmla="*/ 2 h 3"/>
                  <a:gd name="T2" fmla="*/ 1 w 3"/>
                  <a:gd name="T3" fmla="*/ 1 h 3"/>
                  <a:gd name="T4" fmla="*/ 1 w 3"/>
                  <a:gd name="T5" fmla="*/ 0 h 3"/>
                  <a:gd name="T6" fmla="*/ 0 w 3"/>
                  <a:gd name="T7" fmla="*/ 0 h 3"/>
                  <a:gd name="T8" fmla="*/ 0 w 3"/>
                  <a:gd name="T9" fmla="*/ 1 h 3"/>
                  <a:gd name="T10" fmla="*/ 0 w 3"/>
                  <a:gd name="T11" fmla="*/ 2 h 3"/>
                  <a:gd name="T12" fmla="*/ 1 w 3"/>
                  <a:gd name="T13" fmla="*/ 2 h 3"/>
                  <a:gd name="T14" fmla="*/ 2 w 3"/>
                  <a:gd name="T15" fmla="*/ 2 h 3"/>
                  <a:gd name="T16" fmla="*/ 3 w 3"/>
                  <a:gd name="T17" fmla="*/ 3 h 3"/>
                  <a:gd name="T18" fmla="*/ 3 w 3"/>
                  <a:gd name="T19" fmla="*/ 2 h 3"/>
                  <a:gd name="T20" fmla="*/ 2 w 3"/>
                  <a:gd name="T21" fmla="*/ 2 h 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"/>
                  <a:gd name="T34" fmla="*/ 0 h 3"/>
                  <a:gd name="T35" fmla="*/ 3 w 3"/>
                  <a:gd name="T36" fmla="*/ 3 h 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" h="3">
                    <a:moveTo>
                      <a:pt x="2" y="2"/>
                    </a:moveTo>
                    <a:lnTo>
                      <a:pt x="1" y="1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3" y="3"/>
                    </a:lnTo>
                    <a:lnTo>
                      <a:pt x="3" y="2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78" name="D778">
                <a:extLst>
                  <a:ext uri="{FF2B5EF4-FFF2-40B4-BE49-F238E27FC236}">
                    <a16:creationId xmlns:a16="http://schemas.microsoft.com/office/drawing/2014/main" id="{4D69EFF0-AE50-4024-9F21-E582EF20B2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6883" y="5562619"/>
                <a:ext cx="2" cy="6"/>
              </a:xfrm>
              <a:custGeom>
                <a:avLst/>
                <a:gdLst>
                  <a:gd name="T0" fmla="*/ 2 w 2"/>
                  <a:gd name="T1" fmla="*/ 5 h 6"/>
                  <a:gd name="T2" fmla="*/ 1 w 2"/>
                  <a:gd name="T3" fmla="*/ 4 h 6"/>
                  <a:gd name="T4" fmla="*/ 1 w 2"/>
                  <a:gd name="T5" fmla="*/ 3 h 6"/>
                  <a:gd name="T6" fmla="*/ 1 w 2"/>
                  <a:gd name="T7" fmla="*/ 2 h 6"/>
                  <a:gd name="T8" fmla="*/ 1 w 2"/>
                  <a:gd name="T9" fmla="*/ 1 h 6"/>
                  <a:gd name="T10" fmla="*/ 1 w 2"/>
                  <a:gd name="T11" fmla="*/ 0 h 6"/>
                  <a:gd name="T12" fmla="*/ 0 w 2"/>
                  <a:gd name="T13" fmla="*/ 0 h 6"/>
                  <a:gd name="T14" fmla="*/ 1 w 2"/>
                  <a:gd name="T15" fmla="*/ 1 h 6"/>
                  <a:gd name="T16" fmla="*/ 1 w 2"/>
                  <a:gd name="T17" fmla="*/ 2 h 6"/>
                  <a:gd name="T18" fmla="*/ 1 w 2"/>
                  <a:gd name="T19" fmla="*/ 3 h 6"/>
                  <a:gd name="T20" fmla="*/ 0 w 2"/>
                  <a:gd name="T21" fmla="*/ 4 h 6"/>
                  <a:gd name="T22" fmla="*/ 1 w 2"/>
                  <a:gd name="T23" fmla="*/ 5 h 6"/>
                  <a:gd name="T24" fmla="*/ 2 w 2"/>
                  <a:gd name="T25" fmla="*/ 6 h 6"/>
                  <a:gd name="T26" fmla="*/ 2 w 2"/>
                  <a:gd name="T27" fmla="*/ 5 h 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"/>
                  <a:gd name="T43" fmla="*/ 0 h 6"/>
                  <a:gd name="T44" fmla="*/ 2 w 2"/>
                  <a:gd name="T45" fmla="*/ 6 h 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" h="6">
                    <a:moveTo>
                      <a:pt x="2" y="5"/>
                    </a:moveTo>
                    <a:lnTo>
                      <a:pt x="1" y="4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2" y="6"/>
                    </a:lnTo>
                    <a:lnTo>
                      <a:pt x="2" y="5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grpSp>
          <p:nvGrpSpPr>
            <p:cNvPr id="35" name="Spain">
              <a:extLst>
                <a:ext uri="{FF2B5EF4-FFF2-40B4-BE49-F238E27FC236}">
                  <a16:creationId xmlns:a16="http://schemas.microsoft.com/office/drawing/2014/main" id="{AD69A328-9492-4026-BBE7-C595A20FAC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8878" y="3514307"/>
              <a:ext cx="279019" cy="200456"/>
              <a:chOff x="14925675" y="5915025"/>
              <a:chExt cx="125" cy="83"/>
            </a:xfrm>
            <a:solidFill>
              <a:srgbClr val="002B69">
                <a:alpha val="91000"/>
              </a:srgbClr>
            </a:solidFill>
          </p:grpSpPr>
          <p:sp>
            <p:nvSpPr>
              <p:cNvPr id="70" name="D802">
                <a:extLst>
                  <a:ext uri="{FF2B5EF4-FFF2-40B4-BE49-F238E27FC236}">
                    <a16:creationId xmlns:a16="http://schemas.microsoft.com/office/drawing/2014/main" id="{CB31334E-A8D7-4E7E-902A-EF40D5DEAB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5675" y="5915025"/>
                <a:ext cx="116" cy="83"/>
              </a:xfrm>
              <a:custGeom>
                <a:avLst/>
                <a:gdLst>
                  <a:gd name="T0" fmla="*/ 11 w 116"/>
                  <a:gd name="T1" fmla="*/ 19 h 83"/>
                  <a:gd name="T2" fmla="*/ 16 w 116"/>
                  <a:gd name="T3" fmla="*/ 21 h 83"/>
                  <a:gd name="T4" fmla="*/ 26 w 116"/>
                  <a:gd name="T5" fmla="*/ 21 h 83"/>
                  <a:gd name="T6" fmla="*/ 27 w 116"/>
                  <a:gd name="T7" fmla="*/ 27 h 83"/>
                  <a:gd name="T8" fmla="*/ 23 w 116"/>
                  <a:gd name="T9" fmla="*/ 34 h 83"/>
                  <a:gd name="T10" fmla="*/ 23 w 116"/>
                  <a:gd name="T11" fmla="*/ 41 h 83"/>
                  <a:gd name="T12" fmla="*/ 18 w 116"/>
                  <a:gd name="T13" fmla="*/ 46 h 83"/>
                  <a:gd name="T14" fmla="*/ 21 w 116"/>
                  <a:gd name="T15" fmla="*/ 52 h 83"/>
                  <a:gd name="T16" fmla="*/ 19 w 116"/>
                  <a:gd name="T17" fmla="*/ 59 h 83"/>
                  <a:gd name="T18" fmla="*/ 18 w 116"/>
                  <a:gd name="T19" fmla="*/ 65 h 83"/>
                  <a:gd name="T20" fmla="*/ 17 w 116"/>
                  <a:gd name="T21" fmla="*/ 71 h 83"/>
                  <a:gd name="T22" fmla="*/ 23 w 116"/>
                  <a:gd name="T23" fmla="*/ 72 h 83"/>
                  <a:gd name="T24" fmla="*/ 27 w 116"/>
                  <a:gd name="T25" fmla="*/ 77 h 83"/>
                  <a:gd name="T26" fmla="*/ 30 w 116"/>
                  <a:gd name="T27" fmla="*/ 82 h 83"/>
                  <a:gd name="T28" fmla="*/ 36 w 116"/>
                  <a:gd name="T29" fmla="*/ 83 h 83"/>
                  <a:gd name="T30" fmla="*/ 39 w 116"/>
                  <a:gd name="T31" fmla="*/ 80 h 83"/>
                  <a:gd name="T32" fmla="*/ 47 w 116"/>
                  <a:gd name="T33" fmla="*/ 77 h 83"/>
                  <a:gd name="T34" fmla="*/ 56 w 116"/>
                  <a:gd name="T35" fmla="*/ 76 h 83"/>
                  <a:gd name="T36" fmla="*/ 66 w 116"/>
                  <a:gd name="T37" fmla="*/ 76 h 83"/>
                  <a:gd name="T38" fmla="*/ 69 w 116"/>
                  <a:gd name="T39" fmla="*/ 72 h 83"/>
                  <a:gd name="T40" fmla="*/ 75 w 116"/>
                  <a:gd name="T41" fmla="*/ 68 h 83"/>
                  <a:gd name="T42" fmla="*/ 79 w 116"/>
                  <a:gd name="T43" fmla="*/ 65 h 83"/>
                  <a:gd name="T44" fmla="*/ 82 w 116"/>
                  <a:gd name="T45" fmla="*/ 60 h 83"/>
                  <a:gd name="T46" fmla="*/ 87 w 116"/>
                  <a:gd name="T47" fmla="*/ 55 h 83"/>
                  <a:gd name="T48" fmla="*/ 84 w 116"/>
                  <a:gd name="T49" fmla="*/ 52 h 83"/>
                  <a:gd name="T50" fmla="*/ 82 w 116"/>
                  <a:gd name="T51" fmla="*/ 48 h 83"/>
                  <a:gd name="T52" fmla="*/ 87 w 116"/>
                  <a:gd name="T53" fmla="*/ 42 h 83"/>
                  <a:gd name="T54" fmla="*/ 93 w 116"/>
                  <a:gd name="T55" fmla="*/ 34 h 83"/>
                  <a:gd name="T56" fmla="*/ 102 w 116"/>
                  <a:gd name="T57" fmla="*/ 28 h 83"/>
                  <a:gd name="T58" fmla="*/ 114 w 116"/>
                  <a:gd name="T59" fmla="*/ 22 h 83"/>
                  <a:gd name="T60" fmla="*/ 116 w 116"/>
                  <a:gd name="T61" fmla="*/ 16 h 83"/>
                  <a:gd name="T62" fmla="*/ 113 w 116"/>
                  <a:gd name="T63" fmla="*/ 15 h 83"/>
                  <a:gd name="T64" fmla="*/ 104 w 116"/>
                  <a:gd name="T65" fmla="*/ 15 h 83"/>
                  <a:gd name="T66" fmla="*/ 99 w 116"/>
                  <a:gd name="T67" fmla="*/ 15 h 83"/>
                  <a:gd name="T68" fmla="*/ 95 w 116"/>
                  <a:gd name="T69" fmla="*/ 11 h 83"/>
                  <a:gd name="T70" fmla="*/ 89 w 116"/>
                  <a:gd name="T71" fmla="*/ 12 h 83"/>
                  <a:gd name="T72" fmla="*/ 79 w 116"/>
                  <a:gd name="T73" fmla="*/ 10 h 83"/>
                  <a:gd name="T74" fmla="*/ 73 w 116"/>
                  <a:gd name="T75" fmla="*/ 7 h 83"/>
                  <a:gd name="T76" fmla="*/ 69 w 116"/>
                  <a:gd name="T77" fmla="*/ 4 h 83"/>
                  <a:gd name="T78" fmla="*/ 58 w 116"/>
                  <a:gd name="T79" fmla="*/ 4 h 83"/>
                  <a:gd name="T80" fmla="*/ 49 w 116"/>
                  <a:gd name="T81" fmla="*/ 3 h 83"/>
                  <a:gd name="T82" fmla="*/ 37 w 116"/>
                  <a:gd name="T83" fmla="*/ 2 h 83"/>
                  <a:gd name="T84" fmla="*/ 28 w 116"/>
                  <a:gd name="T85" fmla="*/ 2 h 83"/>
                  <a:gd name="T86" fmla="*/ 16 w 116"/>
                  <a:gd name="T87" fmla="*/ 0 h 83"/>
                  <a:gd name="T88" fmla="*/ 9 w 116"/>
                  <a:gd name="T89" fmla="*/ 2 h 83"/>
                  <a:gd name="T90" fmla="*/ 3 w 116"/>
                  <a:gd name="T91" fmla="*/ 5 h 83"/>
                  <a:gd name="T92" fmla="*/ 3 w 116"/>
                  <a:gd name="T93" fmla="*/ 10 h 83"/>
                  <a:gd name="T94" fmla="*/ 3 w 116"/>
                  <a:gd name="T95" fmla="*/ 14 h 83"/>
                  <a:gd name="T96" fmla="*/ 4 w 116"/>
                  <a:gd name="T97" fmla="*/ 17 h 8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16"/>
                  <a:gd name="T148" fmla="*/ 0 h 83"/>
                  <a:gd name="T149" fmla="*/ 116 w 116"/>
                  <a:gd name="T150" fmla="*/ 83 h 8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16" h="83">
                    <a:moveTo>
                      <a:pt x="6" y="20"/>
                    </a:moveTo>
                    <a:lnTo>
                      <a:pt x="8" y="19"/>
                    </a:lnTo>
                    <a:lnTo>
                      <a:pt x="11" y="18"/>
                    </a:lnTo>
                    <a:lnTo>
                      <a:pt x="11" y="19"/>
                    </a:lnTo>
                    <a:lnTo>
                      <a:pt x="11" y="20"/>
                    </a:lnTo>
                    <a:lnTo>
                      <a:pt x="12" y="21"/>
                    </a:lnTo>
                    <a:lnTo>
                      <a:pt x="14" y="21"/>
                    </a:lnTo>
                    <a:lnTo>
                      <a:pt x="16" y="21"/>
                    </a:lnTo>
                    <a:lnTo>
                      <a:pt x="18" y="21"/>
                    </a:lnTo>
                    <a:lnTo>
                      <a:pt x="20" y="20"/>
                    </a:lnTo>
                    <a:lnTo>
                      <a:pt x="23" y="20"/>
                    </a:lnTo>
                    <a:lnTo>
                      <a:pt x="26" y="21"/>
                    </a:lnTo>
                    <a:lnTo>
                      <a:pt x="27" y="22"/>
                    </a:lnTo>
                    <a:lnTo>
                      <a:pt x="28" y="24"/>
                    </a:lnTo>
                    <a:lnTo>
                      <a:pt x="28" y="25"/>
                    </a:lnTo>
                    <a:lnTo>
                      <a:pt x="27" y="27"/>
                    </a:lnTo>
                    <a:lnTo>
                      <a:pt x="25" y="29"/>
                    </a:lnTo>
                    <a:lnTo>
                      <a:pt x="23" y="30"/>
                    </a:lnTo>
                    <a:lnTo>
                      <a:pt x="23" y="32"/>
                    </a:lnTo>
                    <a:lnTo>
                      <a:pt x="23" y="34"/>
                    </a:lnTo>
                    <a:lnTo>
                      <a:pt x="23" y="36"/>
                    </a:lnTo>
                    <a:lnTo>
                      <a:pt x="22" y="38"/>
                    </a:lnTo>
                    <a:lnTo>
                      <a:pt x="22" y="39"/>
                    </a:lnTo>
                    <a:lnTo>
                      <a:pt x="23" y="41"/>
                    </a:lnTo>
                    <a:lnTo>
                      <a:pt x="23" y="42"/>
                    </a:lnTo>
                    <a:lnTo>
                      <a:pt x="21" y="44"/>
                    </a:lnTo>
                    <a:lnTo>
                      <a:pt x="19" y="45"/>
                    </a:lnTo>
                    <a:lnTo>
                      <a:pt x="18" y="46"/>
                    </a:lnTo>
                    <a:lnTo>
                      <a:pt x="18" y="48"/>
                    </a:lnTo>
                    <a:lnTo>
                      <a:pt x="19" y="50"/>
                    </a:lnTo>
                    <a:lnTo>
                      <a:pt x="20" y="51"/>
                    </a:lnTo>
                    <a:lnTo>
                      <a:pt x="21" y="52"/>
                    </a:lnTo>
                    <a:lnTo>
                      <a:pt x="20" y="53"/>
                    </a:lnTo>
                    <a:lnTo>
                      <a:pt x="19" y="55"/>
                    </a:lnTo>
                    <a:lnTo>
                      <a:pt x="19" y="57"/>
                    </a:lnTo>
                    <a:lnTo>
                      <a:pt x="19" y="59"/>
                    </a:lnTo>
                    <a:lnTo>
                      <a:pt x="21" y="61"/>
                    </a:lnTo>
                    <a:lnTo>
                      <a:pt x="21" y="62"/>
                    </a:lnTo>
                    <a:lnTo>
                      <a:pt x="20" y="64"/>
                    </a:lnTo>
                    <a:lnTo>
                      <a:pt x="18" y="65"/>
                    </a:lnTo>
                    <a:lnTo>
                      <a:pt x="17" y="67"/>
                    </a:lnTo>
                    <a:lnTo>
                      <a:pt x="17" y="69"/>
                    </a:lnTo>
                    <a:lnTo>
                      <a:pt x="17" y="70"/>
                    </a:lnTo>
                    <a:lnTo>
                      <a:pt x="17" y="71"/>
                    </a:lnTo>
                    <a:lnTo>
                      <a:pt x="20" y="71"/>
                    </a:lnTo>
                    <a:lnTo>
                      <a:pt x="21" y="71"/>
                    </a:lnTo>
                    <a:lnTo>
                      <a:pt x="22" y="71"/>
                    </a:lnTo>
                    <a:lnTo>
                      <a:pt x="23" y="72"/>
                    </a:lnTo>
                    <a:lnTo>
                      <a:pt x="25" y="73"/>
                    </a:lnTo>
                    <a:lnTo>
                      <a:pt x="26" y="74"/>
                    </a:lnTo>
                    <a:lnTo>
                      <a:pt x="27" y="75"/>
                    </a:lnTo>
                    <a:lnTo>
                      <a:pt x="27" y="77"/>
                    </a:lnTo>
                    <a:lnTo>
                      <a:pt x="28" y="78"/>
                    </a:lnTo>
                    <a:lnTo>
                      <a:pt x="28" y="79"/>
                    </a:lnTo>
                    <a:lnTo>
                      <a:pt x="29" y="80"/>
                    </a:lnTo>
                    <a:lnTo>
                      <a:pt x="30" y="82"/>
                    </a:lnTo>
                    <a:lnTo>
                      <a:pt x="32" y="83"/>
                    </a:lnTo>
                    <a:lnTo>
                      <a:pt x="34" y="83"/>
                    </a:lnTo>
                    <a:lnTo>
                      <a:pt x="35" y="83"/>
                    </a:lnTo>
                    <a:lnTo>
                      <a:pt x="36" y="83"/>
                    </a:lnTo>
                    <a:lnTo>
                      <a:pt x="37" y="83"/>
                    </a:lnTo>
                    <a:lnTo>
                      <a:pt x="37" y="82"/>
                    </a:lnTo>
                    <a:lnTo>
                      <a:pt x="38" y="81"/>
                    </a:lnTo>
                    <a:lnTo>
                      <a:pt x="39" y="80"/>
                    </a:lnTo>
                    <a:lnTo>
                      <a:pt x="41" y="79"/>
                    </a:lnTo>
                    <a:lnTo>
                      <a:pt x="43" y="79"/>
                    </a:lnTo>
                    <a:lnTo>
                      <a:pt x="45" y="77"/>
                    </a:lnTo>
                    <a:lnTo>
                      <a:pt x="47" y="77"/>
                    </a:lnTo>
                    <a:lnTo>
                      <a:pt x="48" y="76"/>
                    </a:lnTo>
                    <a:lnTo>
                      <a:pt x="51" y="76"/>
                    </a:lnTo>
                    <a:lnTo>
                      <a:pt x="54" y="76"/>
                    </a:lnTo>
                    <a:lnTo>
                      <a:pt x="56" y="76"/>
                    </a:lnTo>
                    <a:lnTo>
                      <a:pt x="59" y="77"/>
                    </a:lnTo>
                    <a:lnTo>
                      <a:pt x="61" y="77"/>
                    </a:lnTo>
                    <a:lnTo>
                      <a:pt x="64" y="76"/>
                    </a:lnTo>
                    <a:lnTo>
                      <a:pt x="66" y="76"/>
                    </a:lnTo>
                    <a:lnTo>
                      <a:pt x="67" y="76"/>
                    </a:lnTo>
                    <a:lnTo>
                      <a:pt x="68" y="75"/>
                    </a:lnTo>
                    <a:lnTo>
                      <a:pt x="69" y="74"/>
                    </a:lnTo>
                    <a:lnTo>
                      <a:pt x="69" y="72"/>
                    </a:lnTo>
                    <a:lnTo>
                      <a:pt x="70" y="71"/>
                    </a:lnTo>
                    <a:lnTo>
                      <a:pt x="72" y="69"/>
                    </a:lnTo>
                    <a:lnTo>
                      <a:pt x="73" y="68"/>
                    </a:lnTo>
                    <a:lnTo>
                      <a:pt x="75" y="68"/>
                    </a:lnTo>
                    <a:lnTo>
                      <a:pt x="77" y="67"/>
                    </a:lnTo>
                    <a:lnTo>
                      <a:pt x="79" y="67"/>
                    </a:lnTo>
                    <a:lnTo>
                      <a:pt x="78" y="66"/>
                    </a:lnTo>
                    <a:lnTo>
                      <a:pt x="79" y="65"/>
                    </a:lnTo>
                    <a:lnTo>
                      <a:pt x="79" y="64"/>
                    </a:lnTo>
                    <a:lnTo>
                      <a:pt x="80" y="62"/>
                    </a:lnTo>
                    <a:lnTo>
                      <a:pt x="81" y="61"/>
                    </a:lnTo>
                    <a:lnTo>
                      <a:pt x="82" y="60"/>
                    </a:lnTo>
                    <a:lnTo>
                      <a:pt x="83" y="59"/>
                    </a:lnTo>
                    <a:lnTo>
                      <a:pt x="84" y="58"/>
                    </a:lnTo>
                    <a:lnTo>
                      <a:pt x="86" y="56"/>
                    </a:lnTo>
                    <a:lnTo>
                      <a:pt x="87" y="55"/>
                    </a:lnTo>
                    <a:lnTo>
                      <a:pt x="87" y="54"/>
                    </a:lnTo>
                    <a:lnTo>
                      <a:pt x="85" y="53"/>
                    </a:lnTo>
                    <a:lnTo>
                      <a:pt x="84" y="53"/>
                    </a:lnTo>
                    <a:lnTo>
                      <a:pt x="84" y="52"/>
                    </a:lnTo>
                    <a:lnTo>
                      <a:pt x="83" y="51"/>
                    </a:lnTo>
                    <a:lnTo>
                      <a:pt x="83" y="50"/>
                    </a:lnTo>
                    <a:lnTo>
                      <a:pt x="82" y="49"/>
                    </a:lnTo>
                    <a:lnTo>
                      <a:pt x="82" y="48"/>
                    </a:lnTo>
                    <a:lnTo>
                      <a:pt x="83" y="47"/>
                    </a:lnTo>
                    <a:lnTo>
                      <a:pt x="83" y="45"/>
                    </a:lnTo>
                    <a:lnTo>
                      <a:pt x="85" y="43"/>
                    </a:lnTo>
                    <a:lnTo>
                      <a:pt x="87" y="42"/>
                    </a:lnTo>
                    <a:lnTo>
                      <a:pt x="88" y="39"/>
                    </a:lnTo>
                    <a:lnTo>
                      <a:pt x="89" y="37"/>
                    </a:lnTo>
                    <a:lnTo>
                      <a:pt x="91" y="35"/>
                    </a:lnTo>
                    <a:lnTo>
                      <a:pt x="93" y="34"/>
                    </a:lnTo>
                    <a:lnTo>
                      <a:pt x="93" y="33"/>
                    </a:lnTo>
                    <a:lnTo>
                      <a:pt x="95" y="30"/>
                    </a:lnTo>
                    <a:lnTo>
                      <a:pt x="98" y="29"/>
                    </a:lnTo>
                    <a:lnTo>
                      <a:pt x="102" y="28"/>
                    </a:lnTo>
                    <a:lnTo>
                      <a:pt x="105" y="27"/>
                    </a:lnTo>
                    <a:lnTo>
                      <a:pt x="107" y="25"/>
                    </a:lnTo>
                    <a:lnTo>
                      <a:pt x="111" y="24"/>
                    </a:lnTo>
                    <a:lnTo>
                      <a:pt x="114" y="22"/>
                    </a:lnTo>
                    <a:lnTo>
                      <a:pt x="115" y="20"/>
                    </a:lnTo>
                    <a:lnTo>
                      <a:pt x="115" y="19"/>
                    </a:lnTo>
                    <a:lnTo>
                      <a:pt x="114" y="17"/>
                    </a:lnTo>
                    <a:lnTo>
                      <a:pt x="116" y="16"/>
                    </a:lnTo>
                    <a:lnTo>
                      <a:pt x="115" y="16"/>
                    </a:lnTo>
                    <a:lnTo>
                      <a:pt x="115" y="15"/>
                    </a:lnTo>
                    <a:lnTo>
                      <a:pt x="114" y="15"/>
                    </a:lnTo>
                    <a:lnTo>
                      <a:pt x="113" y="15"/>
                    </a:lnTo>
                    <a:lnTo>
                      <a:pt x="111" y="15"/>
                    </a:lnTo>
                    <a:lnTo>
                      <a:pt x="109" y="15"/>
                    </a:lnTo>
                    <a:lnTo>
                      <a:pt x="106" y="15"/>
                    </a:lnTo>
                    <a:lnTo>
                      <a:pt x="104" y="15"/>
                    </a:lnTo>
                    <a:lnTo>
                      <a:pt x="102" y="15"/>
                    </a:lnTo>
                    <a:lnTo>
                      <a:pt x="101" y="14"/>
                    </a:lnTo>
                    <a:lnTo>
                      <a:pt x="100" y="15"/>
                    </a:lnTo>
                    <a:lnTo>
                      <a:pt x="99" y="15"/>
                    </a:lnTo>
                    <a:lnTo>
                      <a:pt x="99" y="14"/>
                    </a:lnTo>
                    <a:lnTo>
                      <a:pt x="97" y="13"/>
                    </a:lnTo>
                    <a:lnTo>
                      <a:pt x="96" y="12"/>
                    </a:lnTo>
                    <a:lnTo>
                      <a:pt x="95" y="11"/>
                    </a:lnTo>
                    <a:lnTo>
                      <a:pt x="94" y="11"/>
                    </a:lnTo>
                    <a:lnTo>
                      <a:pt x="92" y="11"/>
                    </a:lnTo>
                    <a:lnTo>
                      <a:pt x="90" y="12"/>
                    </a:lnTo>
                    <a:lnTo>
                      <a:pt x="89" y="12"/>
                    </a:lnTo>
                    <a:lnTo>
                      <a:pt x="87" y="12"/>
                    </a:lnTo>
                    <a:lnTo>
                      <a:pt x="84" y="11"/>
                    </a:lnTo>
                    <a:lnTo>
                      <a:pt x="81" y="11"/>
                    </a:lnTo>
                    <a:lnTo>
                      <a:pt x="79" y="10"/>
                    </a:lnTo>
                    <a:lnTo>
                      <a:pt x="78" y="9"/>
                    </a:lnTo>
                    <a:lnTo>
                      <a:pt x="76" y="8"/>
                    </a:lnTo>
                    <a:lnTo>
                      <a:pt x="74" y="8"/>
                    </a:lnTo>
                    <a:lnTo>
                      <a:pt x="73" y="7"/>
                    </a:lnTo>
                    <a:lnTo>
                      <a:pt x="71" y="6"/>
                    </a:lnTo>
                    <a:lnTo>
                      <a:pt x="70" y="5"/>
                    </a:lnTo>
                    <a:lnTo>
                      <a:pt x="69" y="5"/>
                    </a:lnTo>
                    <a:lnTo>
                      <a:pt x="69" y="4"/>
                    </a:lnTo>
                    <a:lnTo>
                      <a:pt x="67" y="4"/>
                    </a:lnTo>
                    <a:lnTo>
                      <a:pt x="64" y="4"/>
                    </a:lnTo>
                    <a:lnTo>
                      <a:pt x="62" y="4"/>
                    </a:lnTo>
                    <a:lnTo>
                      <a:pt x="58" y="4"/>
                    </a:lnTo>
                    <a:lnTo>
                      <a:pt x="57" y="4"/>
                    </a:lnTo>
                    <a:lnTo>
                      <a:pt x="53" y="3"/>
                    </a:lnTo>
                    <a:lnTo>
                      <a:pt x="51" y="3"/>
                    </a:lnTo>
                    <a:lnTo>
                      <a:pt x="49" y="3"/>
                    </a:lnTo>
                    <a:lnTo>
                      <a:pt x="46" y="4"/>
                    </a:lnTo>
                    <a:lnTo>
                      <a:pt x="43" y="3"/>
                    </a:lnTo>
                    <a:lnTo>
                      <a:pt x="39" y="3"/>
                    </a:lnTo>
                    <a:lnTo>
                      <a:pt x="37" y="2"/>
                    </a:lnTo>
                    <a:lnTo>
                      <a:pt x="35" y="2"/>
                    </a:lnTo>
                    <a:lnTo>
                      <a:pt x="32" y="1"/>
                    </a:lnTo>
                    <a:lnTo>
                      <a:pt x="30" y="1"/>
                    </a:lnTo>
                    <a:lnTo>
                      <a:pt x="28" y="2"/>
                    </a:lnTo>
                    <a:lnTo>
                      <a:pt x="25" y="2"/>
                    </a:lnTo>
                    <a:lnTo>
                      <a:pt x="21" y="2"/>
                    </a:lnTo>
                    <a:lnTo>
                      <a:pt x="18" y="1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9" y="2"/>
                    </a:lnTo>
                    <a:lnTo>
                      <a:pt x="9" y="3"/>
                    </a:lnTo>
                    <a:lnTo>
                      <a:pt x="8" y="5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6"/>
                    </a:lnTo>
                    <a:lnTo>
                      <a:pt x="0" y="8"/>
                    </a:lnTo>
                    <a:lnTo>
                      <a:pt x="1" y="10"/>
                    </a:lnTo>
                    <a:lnTo>
                      <a:pt x="3" y="10"/>
                    </a:lnTo>
                    <a:lnTo>
                      <a:pt x="2" y="12"/>
                    </a:lnTo>
                    <a:lnTo>
                      <a:pt x="3" y="12"/>
                    </a:lnTo>
                    <a:lnTo>
                      <a:pt x="4" y="12"/>
                    </a:lnTo>
                    <a:lnTo>
                      <a:pt x="3" y="14"/>
                    </a:lnTo>
                    <a:lnTo>
                      <a:pt x="5" y="15"/>
                    </a:lnTo>
                    <a:lnTo>
                      <a:pt x="4" y="16"/>
                    </a:lnTo>
                    <a:lnTo>
                      <a:pt x="6" y="16"/>
                    </a:lnTo>
                    <a:lnTo>
                      <a:pt x="4" y="17"/>
                    </a:lnTo>
                    <a:lnTo>
                      <a:pt x="4" y="19"/>
                    </a:lnTo>
                    <a:lnTo>
                      <a:pt x="4" y="21"/>
                    </a:lnTo>
                    <a:lnTo>
                      <a:pt x="6" y="2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71" name="D803">
                <a:extLst>
                  <a:ext uri="{FF2B5EF4-FFF2-40B4-BE49-F238E27FC236}">
                    <a16:creationId xmlns:a16="http://schemas.microsoft.com/office/drawing/2014/main" id="{EC4CF3F6-C36F-45DD-9B05-4D54911D77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5772" y="5915076"/>
                <a:ext cx="3" cy="3"/>
              </a:xfrm>
              <a:custGeom>
                <a:avLst/>
                <a:gdLst>
                  <a:gd name="T0" fmla="*/ 1 w 3"/>
                  <a:gd name="T1" fmla="*/ 1 h 3"/>
                  <a:gd name="T2" fmla="*/ 0 w 3"/>
                  <a:gd name="T3" fmla="*/ 2 h 3"/>
                  <a:gd name="T4" fmla="*/ 1 w 3"/>
                  <a:gd name="T5" fmla="*/ 3 h 3"/>
                  <a:gd name="T6" fmla="*/ 2 w 3"/>
                  <a:gd name="T7" fmla="*/ 2 h 3"/>
                  <a:gd name="T8" fmla="*/ 3 w 3"/>
                  <a:gd name="T9" fmla="*/ 1 h 3"/>
                  <a:gd name="T10" fmla="*/ 2 w 3"/>
                  <a:gd name="T11" fmla="*/ 0 h 3"/>
                  <a:gd name="T12" fmla="*/ 1 w 3"/>
                  <a:gd name="T13" fmla="*/ 1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"/>
                  <a:gd name="T22" fmla="*/ 0 h 3"/>
                  <a:gd name="T23" fmla="*/ 3 w 3"/>
                  <a:gd name="T24" fmla="*/ 3 h 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" h="3">
                    <a:moveTo>
                      <a:pt x="1" y="1"/>
                    </a:moveTo>
                    <a:lnTo>
                      <a:pt x="0" y="2"/>
                    </a:lnTo>
                    <a:lnTo>
                      <a:pt x="1" y="3"/>
                    </a:lnTo>
                    <a:lnTo>
                      <a:pt x="2" y="2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72" name="D804">
                <a:extLst>
                  <a:ext uri="{FF2B5EF4-FFF2-40B4-BE49-F238E27FC236}">
                    <a16:creationId xmlns:a16="http://schemas.microsoft.com/office/drawing/2014/main" id="{DE6E01C8-850C-4B93-89EC-5E8FC196B5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5783" y="5915067"/>
                <a:ext cx="9" cy="7"/>
              </a:xfrm>
              <a:custGeom>
                <a:avLst/>
                <a:gdLst>
                  <a:gd name="T0" fmla="*/ 7 w 9"/>
                  <a:gd name="T1" fmla="*/ 0 h 7"/>
                  <a:gd name="T2" fmla="*/ 6 w 9"/>
                  <a:gd name="T3" fmla="*/ 0 h 7"/>
                  <a:gd name="T4" fmla="*/ 4 w 9"/>
                  <a:gd name="T5" fmla="*/ 1 h 7"/>
                  <a:gd name="T6" fmla="*/ 1 w 9"/>
                  <a:gd name="T7" fmla="*/ 2 h 7"/>
                  <a:gd name="T8" fmla="*/ 0 w 9"/>
                  <a:gd name="T9" fmla="*/ 4 h 7"/>
                  <a:gd name="T10" fmla="*/ 1 w 9"/>
                  <a:gd name="T11" fmla="*/ 5 h 7"/>
                  <a:gd name="T12" fmla="*/ 1 w 9"/>
                  <a:gd name="T13" fmla="*/ 4 h 7"/>
                  <a:gd name="T14" fmla="*/ 3 w 9"/>
                  <a:gd name="T15" fmla="*/ 4 h 7"/>
                  <a:gd name="T16" fmla="*/ 3 w 9"/>
                  <a:gd name="T17" fmla="*/ 6 h 7"/>
                  <a:gd name="T18" fmla="*/ 5 w 9"/>
                  <a:gd name="T19" fmla="*/ 6 h 7"/>
                  <a:gd name="T20" fmla="*/ 6 w 9"/>
                  <a:gd name="T21" fmla="*/ 7 h 7"/>
                  <a:gd name="T22" fmla="*/ 8 w 9"/>
                  <a:gd name="T23" fmla="*/ 5 h 7"/>
                  <a:gd name="T24" fmla="*/ 9 w 9"/>
                  <a:gd name="T25" fmla="*/ 3 h 7"/>
                  <a:gd name="T26" fmla="*/ 8 w 9"/>
                  <a:gd name="T27" fmla="*/ 2 h 7"/>
                  <a:gd name="T28" fmla="*/ 7 w 9"/>
                  <a:gd name="T29" fmla="*/ 2 h 7"/>
                  <a:gd name="T30" fmla="*/ 6 w 9"/>
                  <a:gd name="T31" fmla="*/ 1 h 7"/>
                  <a:gd name="T32" fmla="*/ 7 w 9"/>
                  <a:gd name="T33" fmla="*/ 0 h 7"/>
                  <a:gd name="T34" fmla="*/ 7 w 9"/>
                  <a:gd name="T35" fmla="*/ 0 h 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"/>
                  <a:gd name="T55" fmla="*/ 0 h 7"/>
                  <a:gd name="T56" fmla="*/ 9 w 9"/>
                  <a:gd name="T57" fmla="*/ 7 h 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" h="7">
                    <a:moveTo>
                      <a:pt x="7" y="0"/>
                    </a:moveTo>
                    <a:lnTo>
                      <a:pt x="6" y="0"/>
                    </a:lnTo>
                    <a:lnTo>
                      <a:pt x="4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3" y="4"/>
                    </a:lnTo>
                    <a:lnTo>
                      <a:pt x="3" y="6"/>
                    </a:lnTo>
                    <a:lnTo>
                      <a:pt x="5" y="6"/>
                    </a:lnTo>
                    <a:lnTo>
                      <a:pt x="6" y="7"/>
                    </a:lnTo>
                    <a:lnTo>
                      <a:pt x="8" y="5"/>
                    </a:lnTo>
                    <a:lnTo>
                      <a:pt x="9" y="3"/>
                    </a:lnTo>
                    <a:lnTo>
                      <a:pt x="8" y="2"/>
                    </a:lnTo>
                    <a:lnTo>
                      <a:pt x="7" y="2"/>
                    </a:lnTo>
                    <a:lnTo>
                      <a:pt x="6" y="1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73" name="D805">
                <a:extLst>
                  <a:ext uri="{FF2B5EF4-FFF2-40B4-BE49-F238E27FC236}">
                    <a16:creationId xmlns:a16="http://schemas.microsoft.com/office/drawing/2014/main" id="{BB22B43C-2405-485C-95C5-AE11BC4465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5796" y="5915066"/>
                <a:ext cx="4" cy="2"/>
              </a:xfrm>
              <a:custGeom>
                <a:avLst/>
                <a:gdLst>
                  <a:gd name="T0" fmla="*/ 3 w 4"/>
                  <a:gd name="T1" fmla="*/ 0 h 2"/>
                  <a:gd name="T2" fmla="*/ 2 w 4"/>
                  <a:gd name="T3" fmla="*/ 0 h 2"/>
                  <a:gd name="T4" fmla="*/ 1 w 4"/>
                  <a:gd name="T5" fmla="*/ 0 h 2"/>
                  <a:gd name="T6" fmla="*/ 0 w 4"/>
                  <a:gd name="T7" fmla="*/ 0 h 2"/>
                  <a:gd name="T8" fmla="*/ 1 w 4"/>
                  <a:gd name="T9" fmla="*/ 1 h 2"/>
                  <a:gd name="T10" fmla="*/ 3 w 4"/>
                  <a:gd name="T11" fmla="*/ 2 h 2"/>
                  <a:gd name="T12" fmla="*/ 4 w 4"/>
                  <a:gd name="T13" fmla="*/ 2 h 2"/>
                  <a:gd name="T14" fmla="*/ 4 w 4"/>
                  <a:gd name="T15" fmla="*/ 1 h 2"/>
                  <a:gd name="T16" fmla="*/ 3 w 4"/>
                  <a:gd name="T17" fmla="*/ 0 h 2"/>
                  <a:gd name="T18" fmla="*/ 3 w 4"/>
                  <a:gd name="T19" fmla="*/ 0 h 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"/>
                  <a:gd name="T31" fmla="*/ 0 h 2"/>
                  <a:gd name="T32" fmla="*/ 4 w 4"/>
                  <a:gd name="T33" fmla="*/ 2 h 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" h="2">
                    <a:moveTo>
                      <a:pt x="3" y="0"/>
                    </a:moveTo>
                    <a:lnTo>
                      <a:pt x="2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1"/>
                    </a:lnTo>
                    <a:lnTo>
                      <a:pt x="3" y="2"/>
                    </a:lnTo>
                    <a:lnTo>
                      <a:pt x="4" y="2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grpSp>
          <p:nvGrpSpPr>
            <p:cNvPr id="36" name="Sweden">
              <a:extLst>
                <a:ext uri="{FF2B5EF4-FFF2-40B4-BE49-F238E27FC236}">
                  <a16:creationId xmlns:a16="http://schemas.microsoft.com/office/drawing/2014/main" id="{426BDD3E-0B94-4510-B0D2-E14D45F3CC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4057" y="2685593"/>
              <a:ext cx="270089" cy="481583"/>
              <a:chOff x="16697325" y="2686050"/>
              <a:chExt cx="121" cy="197"/>
            </a:xfrm>
            <a:solidFill>
              <a:srgbClr val="002B69">
                <a:alpha val="91000"/>
              </a:srgbClr>
            </a:solidFill>
          </p:grpSpPr>
          <p:sp>
            <p:nvSpPr>
              <p:cNvPr id="67" name="D830">
                <a:extLst>
                  <a:ext uri="{FF2B5EF4-FFF2-40B4-BE49-F238E27FC236}">
                    <a16:creationId xmlns:a16="http://schemas.microsoft.com/office/drawing/2014/main" id="{DC874ED0-5B5B-4F76-B2E8-BC06944C7A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97325" y="2686050"/>
                <a:ext cx="121" cy="197"/>
              </a:xfrm>
              <a:custGeom>
                <a:avLst/>
                <a:gdLst>
                  <a:gd name="T0" fmla="*/ 113 w 121"/>
                  <a:gd name="T1" fmla="*/ 51 h 197"/>
                  <a:gd name="T2" fmla="*/ 107 w 121"/>
                  <a:gd name="T3" fmla="*/ 51 h 197"/>
                  <a:gd name="T4" fmla="*/ 103 w 121"/>
                  <a:gd name="T5" fmla="*/ 53 h 197"/>
                  <a:gd name="T6" fmla="*/ 101 w 121"/>
                  <a:gd name="T7" fmla="*/ 57 h 197"/>
                  <a:gd name="T8" fmla="*/ 97 w 121"/>
                  <a:gd name="T9" fmla="*/ 60 h 197"/>
                  <a:gd name="T10" fmla="*/ 95 w 121"/>
                  <a:gd name="T11" fmla="*/ 68 h 197"/>
                  <a:gd name="T12" fmla="*/ 96 w 121"/>
                  <a:gd name="T13" fmla="*/ 73 h 197"/>
                  <a:gd name="T14" fmla="*/ 91 w 121"/>
                  <a:gd name="T15" fmla="*/ 77 h 197"/>
                  <a:gd name="T16" fmla="*/ 85 w 121"/>
                  <a:gd name="T17" fmla="*/ 83 h 197"/>
                  <a:gd name="T18" fmla="*/ 76 w 121"/>
                  <a:gd name="T19" fmla="*/ 86 h 197"/>
                  <a:gd name="T20" fmla="*/ 70 w 121"/>
                  <a:gd name="T21" fmla="*/ 91 h 197"/>
                  <a:gd name="T22" fmla="*/ 67 w 121"/>
                  <a:gd name="T23" fmla="*/ 94 h 197"/>
                  <a:gd name="T24" fmla="*/ 62 w 121"/>
                  <a:gd name="T25" fmla="*/ 95 h 197"/>
                  <a:gd name="T26" fmla="*/ 58 w 121"/>
                  <a:gd name="T27" fmla="*/ 100 h 197"/>
                  <a:gd name="T28" fmla="*/ 58 w 121"/>
                  <a:gd name="T29" fmla="*/ 110 h 197"/>
                  <a:gd name="T30" fmla="*/ 56 w 121"/>
                  <a:gd name="T31" fmla="*/ 115 h 197"/>
                  <a:gd name="T32" fmla="*/ 57 w 121"/>
                  <a:gd name="T33" fmla="*/ 125 h 197"/>
                  <a:gd name="T34" fmla="*/ 51 w 121"/>
                  <a:gd name="T35" fmla="*/ 132 h 197"/>
                  <a:gd name="T36" fmla="*/ 57 w 121"/>
                  <a:gd name="T37" fmla="*/ 131 h 197"/>
                  <a:gd name="T38" fmla="*/ 64 w 121"/>
                  <a:gd name="T39" fmla="*/ 129 h 197"/>
                  <a:gd name="T40" fmla="*/ 71 w 121"/>
                  <a:gd name="T41" fmla="*/ 135 h 197"/>
                  <a:gd name="T42" fmla="*/ 67 w 121"/>
                  <a:gd name="T43" fmla="*/ 143 h 197"/>
                  <a:gd name="T44" fmla="*/ 56 w 121"/>
                  <a:gd name="T45" fmla="*/ 143 h 197"/>
                  <a:gd name="T46" fmla="*/ 49 w 121"/>
                  <a:gd name="T47" fmla="*/ 143 h 197"/>
                  <a:gd name="T48" fmla="*/ 63 w 121"/>
                  <a:gd name="T49" fmla="*/ 145 h 197"/>
                  <a:gd name="T50" fmla="*/ 66 w 121"/>
                  <a:gd name="T51" fmla="*/ 145 h 197"/>
                  <a:gd name="T52" fmla="*/ 60 w 121"/>
                  <a:gd name="T53" fmla="*/ 148 h 197"/>
                  <a:gd name="T54" fmla="*/ 53 w 121"/>
                  <a:gd name="T55" fmla="*/ 154 h 197"/>
                  <a:gd name="T56" fmla="*/ 53 w 121"/>
                  <a:gd name="T57" fmla="*/ 157 h 197"/>
                  <a:gd name="T58" fmla="*/ 52 w 121"/>
                  <a:gd name="T59" fmla="*/ 161 h 197"/>
                  <a:gd name="T60" fmla="*/ 51 w 121"/>
                  <a:gd name="T61" fmla="*/ 165 h 197"/>
                  <a:gd name="T62" fmla="*/ 49 w 121"/>
                  <a:gd name="T63" fmla="*/ 177 h 197"/>
                  <a:gd name="T64" fmla="*/ 37 w 121"/>
                  <a:gd name="T65" fmla="*/ 187 h 197"/>
                  <a:gd name="T66" fmla="*/ 29 w 121"/>
                  <a:gd name="T67" fmla="*/ 197 h 197"/>
                  <a:gd name="T68" fmla="*/ 17 w 121"/>
                  <a:gd name="T69" fmla="*/ 196 h 197"/>
                  <a:gd name="T70" fmla="*/ 13 w 121"/>
                  <a:gd name="T71" fmla="*/ 186 h 197"/>
                  <a:gd name="T72" fmla="*/ 17 w 121"/>
                  <a:gd name="T73" fmla="*/ 183 h 197"/>
                  <a:gd name="T74" fmla="*/ 9 w 121"/>
                  <a:gd name="T75" fmla="*/ 171 h 197"/>
                  <a:gd name="T76" fmla="*/ 6 w 121"/>
                  <a:gd name="T77" fmla="*/ 165 h 197"/>
                  <a:gd name="T78" fmla="*/ 4 w 121"/>
                  <a:gd name="T79" fmla="*/ 159 h 197"/>
                  <a:gd name="T80" fmla="*/ 1 w 121"/>
                  <a:gd name="T81" fmla="*/ 156 h 197"/>
                  <a:gd name="T82" fmla="*/ 2 w 121"/>
                  <a:gd name="T83" fmla="*/ 149 h 197"/>
                  <a:gd name="T84" fmla="*/ 6 w 121"/>
                  <a:gd name="T85" fmla="*/ 141 h 197"/>
                  <a:gd name="T86" fmla="*/ 13 w 121"/>
                  <a:gd name="T87" fmla="*/ 129 h 197"/>
                  <a:gd name="T88" fmla="*/ 16 w 121"/>
                  <a:gd name="T89" fmla="*/ 117 h 197"/>
                  <a:gd name="T90" fmla="*/ 9 w 121"/>
                  <a:gd name="T91" fmla="*/ 101 h 197"/>
                  <a:gd name="T92" fmla="*/ 11 w 121"/>
                  <a:gd name="T93" fmla="*/ 91 h 197"/>
                  <a:gd name="T94" fmla="*/ 22 w 121"/>
                  <a:gd name="T95" fmla="*/ 78 h 197"/>
                  <a:gd name="T96" fmla="*/ 25 w 121"/>
                  <a:gd name="T97" fmla="*/ 69 h 197"/>
                  <a:gd name="T98" fmla="*/ 33 w 121"/>
                  <a:gd name="T99" fmla="*/ 47 h 197"/>
                  <a:gd name="T100" fmla="*/ 43 w 121"/>
                  <a:gd name="T101" fmla="*/ 38 h 197"/>
                  <a:gd name="T102" fmla="*/ 48 w 121"/>
                  <a:gd name="T103" fmla="*/ 27 h 197"/>
                  <a:gd name="T104" fmla="*/ 57 w 121"/>
                  <a:gd name="T105" fmla="*/ 16 h 197"/>
                  <a:gd name="T106" fmla="*/ 66 w 121"/>
                  <a:gd name="T107" fmla="*/ 12 h 197"/>
                  <a:gd name="T108" fmla="*/ 76 w 121"/>
                  <a:gd name="T109" fmla="*/ 9 h 197"/>
                  <a:gd name="T110" fmla="*/ 83 w 121"/>
                  <a:gd name="T111" fmla="*/ 9 h 197"/>
                  <a:gd name="T112" fmla="*/ 84 w 121"/>
                  <a:gd name="T113" fmla="*/ 0 h 197"/>
                  <a:gd name="T114" fmla="*/ 92 w 121"/>
                  <a:gd name="T115" fmla="*/ 2 h 197"/>
                  <a:gd name="T116" fmla="*/ 113 w 121"/>
                  <a:gd name="T117" fmla="*/ 14 h 197"/>
                  <a:gd name="T118" fmla="*/ 117 w 121"/>
                  <a:gd name="T119" fmla="*/ 26 h 197"/>
                  <a:gd name="T120" fmla="*/ 120 w 121"/>
                  <a:gd name="T121" fmla="*/ 39 h 19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21"/>
                  <a:gd name="T184" fmla="*/ 0 h 197"/>
                  <a:gd name="T185" fmla="*/ 121 w 121"/>
                  <a:gd name="T186" fmla="*/ 197 h 19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21" h="197">
                    <a:moveTo>
                      <a:pt x="121" y="51"/>
                    </a:moveTo>
                    <a:lnTo>
                      <a:pt x="120" y="51"/>
                    </a:lnTo>
                    <a:lnTo>
                      <a:pt x="120" y="52"/>
                    </a:lnTo>
                    <a:lnTo>
                      <a:pt x="119" y="51"/>
                    </a:lnTo>
                    <a:lnTo>
                      <a:pt x="117" y="51"/>
                    </a:lnTo>
                    <a:lnTo>
                      <a:pt x="116" y="51"/>
                    </a:lnTo>
                    <a:lnTo>
                      <a:pt x="114" y="51"/>
                    </a:lnTo>
                    <a:lnTo>
                      <a:pt x="113" y="51"/>
                    </a:lnTo>
                    <a:lnTo>
                      <a:pt x="112" y="52"/>
                    </a:lnTo>
                    <a:lnTo>
                      <a:pt x="111" y="52"/>
                    </a:lnTo>
                    <a:lnTo>
                      <a:pt x="110" y="52"/>
                    </a:lnTo>
                    <a:lnTo>
                      <a:pt x="110" y="51"/>
                    </a:lnTo>
                    <a:lnTo>
                      <a:pt x="109" y="50"/>
                    </a:lnTo>
                    <a:lnTo>
                      <a:pt x="108" y="50"/>
                    </a:lnTo>
                    <a:lnTo>
                      <a:pt x="108" y="51"/>
                    </a:lnTo>
                    <a:lnTo>
                      <a:pt x="107" y="51"/>
                    </a:lnTo>
                    <a:lnTo>
                      <a:pt x="106" y="51"/>
                    </a:lnTo>
                    <a:lnTo>
                      <a:pt x="106" y="50"/>
                    </a:lnTo>
                    <a:lnTo>
                      <a:pt x="105" y="50"/>
                    </a:lnTo>
                    <a:lnTo>
                      <a:pt x="105" y="51"/>
                    </a:lnTo>
                    <a:lnTo>
                      <a:pt x="105" y="53"/>
                    </a:lnTo>
                    <a:lnTo>
                      <a:pt x="104" y="53"/>
                    </a:lnTo>
                    <a:lnTo>
                      <a:pt x="104" y="54"/>
                    </a:lnTo>
                    <a:lnTo>
                      <a:pt x="103" y="53"/>
                    </a:lnTo>
                    <a:lnTo>
                      <a:pt x="102" y="53"/>
                    </a:lnTo>
                    <a:lnTo>
                      <a:pt x="101" y="53"/>
                    </a:lnTo>
                    <a:lnTo>
                      <a:pt x="102" y="54"/>
                    </a:lnTo>
                    <a:lnTo>
                      <a:pt x="103" y="55"/>
                    </a:lnTo>
                    <a:lnTo>
                      <a:pt x="102" y="55"/>
                    </a:lnTo>
                    <a:lnTo>
                      <a:pt x="101" y="55"/>
                    </a:lnTo>
                    <a:lnTo>
                      <a:pt x="101" y="56"/>
                    </a:lnTo>
                    <a:lnTo>
                      <a:pt x="101" y="57"/>
                    </a:lnTo>
                    <a:lnTo>
                      <a:pt x="100" y="57"/>
                    </a:lnTo>
                    <a:lnTo>
                      <a:pt x="99" y="57"/>
                    </a:lnTo>
                    <a:lnTo>
                      <a:pt x="98" y="57"/>
                    </a:lnTo>
                    <a:lnTo>
                      <a:pt x="98" y="58"/>
                    </a:lnTo>
                    <a:lnTo>
                      <a:pt x="96" y="58"/>
                    </a:lnTo>
                    <a:lnTo>
                      <a:pt x="96" y="59"/>
                    </a:lnTo>
                    <a:lnTo>
                      <a:pt x="97" y="59"/>
                    </a:lnTo>
                    <a:lnTo>
                      <a:pt x="97" y="60"/>
                    </a:lnTo>
                    <a:lnTo>
                      <a:pt x="98" y="61"/>
                    </a:lnTo>
                    <a:lnTo>
                      <a:pt x="97" y="62"/>
                    </a:lnTo>
                    <a:lnTo>
                      <a:pt x="97" y="63"/>
                    </a:lnTo>
                    <a:lnTo>
                      <a:pt x="96" y="64"/>
                    </a:lnTo>
                    <a:lnTo>
                      <a:pt x="95" y="65"/>
                    </a:lnTo>
                    <a:lnTo>
                      <a:pt x="94" y="66"/>
                    </a:lnTo>
                    <a:lnTo>
                      <a:pt x="94" y="67"/>
                    </a:lnTo>
                    <a:lnTo>
                      <a:pt x="95" y="68"/>
                    </a:lnTo>
                    <a:lnTo>
                      <a:pt x="94" y="68"/>
                    </a:lnTo>
                    <a:lnTo>
                      <a:pt x="95" y="69"/>
                    </a:lnTo>
                    <a:lnTo>
                      <a:pt x="96" y="70"/>
                    </a:lnTo>
                    <a:lnTo>
                      <a:pt x="97" y="71"/>
                    </a:lnTo>
                    <a:lnTo>
                      <a:pt x="98" y="72"/>
                    </a:lnTo>
                    <a:lnTo>
                      <a:pt x="97" y="73"/>
                    </a:lnTo>
                    <a:lnTo>
                      <a:pt x="96" y="74"/>
                    </a:lnTo>
                    <a:lnTo>
                      <a:pt x="96" y="73"/>
                    </a:lnTo>
                    <a:lnTo>
                      <a:pt x="96" y="72"/>
                    </a:lnTo>
                    <a:lnTo>
                      <a:pt x="95" y="73"/>
                    </a:lnTo>
                    <a:lnTo>
                      <a:pt x="95" y="74"/>
                    </a:lnTo>
                    <a:lnTo>
                      <a:pt x="94" y="74"/>
                    </a:lnTo>
                    <a:lnTo>
                      <a:pt x="94" y="75"/>
                    </a:lnTo>
                    <a:lnTo>
                      <a:pt x="93" y="76"/>
                    </a:lnTo>
                    <a:lnTo>
                      <a:pt x="92" y="77"/>
                    </a:lnTo>
                    <a:lnTo>
                      <a:pt x="91" y="77"/>
                    </a:lnTo>
                    <a:lnTo>
                      <a:pt x="91" y="78"/>
                    </a:lnTo>
                    <a:lnTo>
                      <a:pt x="90" y="80"/>
                    </a:lnTo>
                    <a:lnTo>
                      <a:pt x="89" y="81"/>
                    </a:lnTo>
                    <a:lnTo>
                      <a:pt x="88" y="81"/>
                    </a:lnTo>
                    <a:lnTo>
                      <a:pt x="88" y="82"/>
                    </a:lnTo>
                    <a:lnTo>
                      <a:pt x="87" y="82"/>
                    </a:lnTo>
                    <a:lnTo>
                      <a:pt x="86" y="83"/>
                    </a:lnTo>
                    <a:lnTo>
                      <a:pt x="85" y="83"/>
                    </a:lnTo>
                    <a:lnTo>
                      <a:pt x="84" y="83"/>
                    </a:lnTo>
                    <a:lnTo>
                      <a:pt x="82" y="84"/>
                    </a:lnTo>
                    <a:lnTo>
                      <a:pt x="82" y="85"/>
                    </a:lnTo>
                    <a:lnTo>
                      <a:pt x="81" y="85"/>
                    </a:lnTo>
                    <a:lnTo>
                      <a:pt x="80" y="86"/>
                    </a:lnTo>
                    <a:lnTo>
                      <a:pt x="79" y="85"/>
                    </a:lnTo>
                    <a:lnTo>
                      <a:pt x="78" y="86"/>
                    </a:lnTo>
                    <a:lnTo>
                      <a:pt x="76" y="86"/>
                    </a:lnTo>
                    <a:lnTo>
                      <a:pt x="76" y="88"/>
                    </a:lnTo>
                    <a:lnTo>
                      <a:pt x="75" y="88"/>
                    </a:lnTo>
                    <a:lnTo>
                      <a:pt x="74" y="89"/>
                    </a:lnTo>
                    <a:lnTo>
                      <a:pt x="72" y="88"/>
                    </a:lnTo>
                    <a:lnTo>
                      <a:pt x="71" y="89"/>
                    </a:lnTo>
                    <a:lnTo>
                      <a:pt x="71" y="90"/>
                    </a:lnTo>
                    <a:lnTo>
                      <a:pt x="70" y="90"/>
                    </a:lnTo>
                    <a:lnTo>
                      <a:pt x="70" y="91"/>
                    </a:lnTo>
                    <a:lnTo>
                      <a:pt x="68" y="92"/>
                    </a:lnTo>
                    <a:lnTo>
                      <a:pt x="69" y="92"/>
                    </a:lnTo>
                    <a:lnTo>
                      <a:pt x="68" y="93"/>
                    </a:lnTo>
                    <a:lnTo>
                      <a:pt x="67" y="93"/>
                    </a:lnTo>
                    <a:lnTo>
                      <a:pt x="66" y="93"/>
                    </a:lnTo>
                    <a:lnTo>
                      <a:pt x="67" y="93"/>
                    </a:lnTo>
                    <a:lnTo>
                      <a:pt x="68" y="94"/>
                    </a:lnTo>
                    <a:lnTo>
                      <a:pt x="67" y="94"/>
                    </a:lnTo>
                    <a:lnTo>
                      <a:pt x="67" y="95"/>
                    </a:lnTo>
                    <a:lnTo>
                      <a:pt x="66" y="95"/>
                    </a:lnTo>
                    <a:lnTo>
                      <a:pt x="65" y="96"/>
                    </a:lnTo>
                    <a:lnTo>
                      <a:pt x="64" y="96"/>
                    </a:lnTo>
                    <a:lnTo>
                      <a:pt x="63" y="95"/>
                    </a:lnTo>
                    <a:lnTo>
                      <a:pt x="62" y="95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3" y="97"/>
                    </a:lnTo>
                    <a:lnTo>
                      <a:pt x="63" y="98"/>
                    </a:lnTo>
                    <a:lnTo>
                      <a:pt x="62" y="98"/>
                    </a:lnTo>
                    <a:lnTo>
                      <a:pt x="63" y="99"/>
                    </a:lnTo>
                    <a:lnTo>
                      <a:pt x="62" y="100"/>
                    </a:lnTo>
                    <a:lnTo>
                      <a:pt x="61" y="101"/>
                    </a:lnTo>
                    <a:lnTo>
                      <a:pt x="59" y="100"/>
                    </a:lnTo>
                    <a:lnTo>
                      <a:pt x="58" y="100"/>
                    </a:lnTo>
                    <a:lnTo>
                      <a:pt x="58" y="102"/>
                    </a:lnTo>
                    <a:lnTo>
                      <a:pt x="58" y="103"/>
                    </a:lnTo>
                    <a:lnTo>
                      <a:pt x="60" y="104"/>
                    </a:lnTo>
                    <a:lnTo>
                      <a:pt x="59" y="105"/>
                    </a:lnTo>
                    <a:lnTo>
                      <a:pt x="59" y="106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8" y="110"/>
                    </a:lnTo>
                    <a:lnTo>
                      <a:pt x="59" y="111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6" y="111"/>
                    </a:lnTo>
                    <a:lnTo>
                      <a:pt x="56" y="112"/>
                    </a:lnTo>
                    <a:lnTo>
                      <a:pt x="56" y="113"/>
                    </a:lnTo>
                    <a:lnTo>
                      <a:pt x="55" y="114"/>
                    </a:lnTo>
                    <a:lnTo>
                      <a:pt x="56" y="115"/>
                    </a:lnTo>
                    <a:lnTo>
                      <a:pt x="56" y="116"/>
                    </a:lnTo>
                    <a:lnTo>
                      <a:pt x="56" y="117"/>
                    </a:lnTo>
                    <a:lnTo>
                      <a:pt x="56" y="118"/>
                    </a:lnTo>
                    <a:lnTo>
                      <a:pt x="56" y="119"/>
                    </a:lnTo>
                    <a:lnTo>
                      <a:pt x="56" y="121"/>
                    </a:lnTo>
                    <a:lnTo>
                      <a:pt x="56" y="122"/>
                    </a:lnTo>
                    <a:lnTo>
                      <a:pt x="57" y="123"/>
                    </a:lnTo>
                    <a:lnTo>
                      <a:pt x="57" y="125"/>
                    </a:lnTo>
                    <a:lnTo>
                      <a:pt x="56" y="126"/>
                    </a:lnTo>
                    <a:lnTo>
                      <a:pt x="58" y="126"/>
                    </a:lnTo>
                    <a:lnTo>
                      <a:pt x="58" y="128"/>
                    </a:lnTo>
                    <a:lnTo>
                      <a:pt x="57" y="129"/>
                    </a:lnTo>
                    <a:lnTo>
                      <a:pt x="56" y="130"/>
                    </a:lnTo>
                    <a:lnTo>
                      <a:pt x="54" y="131"/>
                    </a:lnTo>
                    <a:lnTo>
                      <a:pt x="53" y="131"/>
                    </a:lnTo>
                    <a:lnTo>
                      <a:pt x="51" y="132"/>
                    </a:lnTo>
                    <a:lnTo>
                      <a:pt x="49" y="133"/>
                    </a:lnTo>
                    <a:lnTo>
                      <a:pt x="48" y="133"/>
                    </a:lnTo>
                    <a:lnTo>
                      <a:pt x="49" y="134"/>
                    </a:lnTo>
                    <a:lnTo>
                      <a:pt x="51" y="133"/>
                    </a:lnTo>
                    <a:lnTo>
                      <a:pt x="53" y="133"/>
                    </a:lnTo>
                    <a:lnTo>
                      <a:pt x="54" y="133"/>
                    </a:lnTo>
                    <a:lnTo>
                      <a:pt x="55" y="132"/>
                    </a:lnTo>
                    <a:lnTo>
                      <a:pt x="57" y="131"/>
                    </a:lnTo>
                    <a:lnTo>
                      <a:pt x="58" y="129"/>
                    </a:lnTo>
                    <a:lnTo>
                      <a:pt x="59" y="128"/>
                    </a:lnTo>
                    <a:lnTo>
                      <a:pt x="59" y="127"/>
                    </a:lnTo>
                    <a:lnTo>
                      <a:pt x="60" y="127"/>
                    </a:lnTo>
                    <a:lnTo>
                      <a:pt x="61" y="128"/>
                    </a:lnTo>
                    <a:lnTo>
                      <a:pt x="62" y="128"/>
                    </a:lnTo>
                    <a:lnTo>
                      <a:pt x="64" y="128"/>
                    </a:lnTo>
                    <a:lnTo>
                      <a:pt x="64" y="129"/>
                    </a:lnTo>
                    <a:lnTo>
                      <a:pt x="65" y="130"/>
                    </a:lnTo>
                    <a:lnTo>
                      <a:pt x="66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8" y="133"/>
                    </a:lnTo>
                    <a:lnTo>
                      <a:pt x="69" y="134"/>
                    </a:lnTo>
                    <a:lnTo>
                      <a:pt x="71" y="135"/>
                    </a:lnTo>
                    <a:lnTo>
                      <a:pt x="72" y="136"/>
                    </a:lnTo>
                    <a:lnTo>
                      <a:pt x="72" y="137"/>
                    </a:lnTo>
                    <a:lnTo>
                      <a:pt x="71" y="138"/>
                    </a:lnTo>
                    <a:lnTo>
                      <a:pt x="71" y="139"/>
                    </a:lnTo>
                    <a:lnTo>
                      <a:pt x="70" y="140"/>
                    </a:lnTo>
                    <a:lnTo>
                      <a:pt x="69" y="141"/>
                    </a:lnTo>
                    <a:lnTo>
                      <a:pt x="69" y="142"/>
                    </a:lnTo>
                    <a:lnTo>
                      <a:pt x="67" y="143"/>
                    </a:lnTo>
                    <a:lnTo>
                      <a:pt x="64" y="144"/>
                    </a:lnTo>
                    <a:lnTo>
                      <a:pt x="63" y="144"/>
                    </a:lnTo>
                    <a:lnTo>
                      <a:pt x="62" y="144"/>
                    </a:lnTo>
                    <a:lnTo>
                      <a:pt x="61" y="142"/>
                    </a:lnTo>
                    <a:lnTo>
                      <a:pt x="60" y="143"/>
                    </a:lnTo>
                    <a:lnTo>
                      <a:pt x="59" y="142"/>
                    </a:lnTo>
                    <a:lnTo>
                      <a:pt x="58" y="142"/>
                    </a:lnTo>
                    <a:lnTo>
                      <a:pt x="56" y="143"/>
                    </a:lnTo>
                    <a:lnTo>
                      <a:pt x="55" y="141"/>
                    </a:lnTo>
                    <a:lnTo>
                      <a:pt x="55" y="142"/>
                    </a:lnTo>
                    <a:lnTo>
                      <a:pt x="53" y="141"/>
                    </a:lnTo>
                    <a:lnTo>
                      <a:pt x="51" y="142"/>
                    </a:lnTo>
                    <a:lnTo>
                      <a:pt x="50" y="141"/>
                    </a:lnTo>
                    <a:lnTo>
                      <a:pt x="49" y="142"/>
                    </a:lnTo>
                    <a:lnTo>
                      <a:pt x="48" y="143"/>
                    </a:lnTo>
                    <a:lnTo>
                      <a:pt x="49" y="143"/>
                    </a:lnTo>
                    <a:lnTo>
                      <a:pt x="52" y="143"/>
                    </a:lnTo>
                    <a:lnTo>
                      <a:pt x="54" y="143"/>
                    </a:lnTo>
                    <a:lnTo>
                      <a:pt x="56" y="144"/>
                    </a:lnTo>
                    <a:lnTo>
                      <a:pt x="57" y="145"/>
                    </a:lnTo>
                    <a:lnTo>
                      <a:pt x="57" y="146"/>
                    </a:lnTo>
                    <a:lnTo>
                      <a:pt x="58" y="145"/>
                    </a:lnTo>
                    <a:lnTo>
                      <a:pt x="60" y="145"/>
                    </a:lnTo>
                    <a:lnTo>
                      <a:pt x="63" y="145"/>
                    </a:lnTo>
                    <a:lnTo>
                      <a:pt x="66" y="145"/>
                    </a:lnTo>
                    <a:lnTo>
                      <a:pt x="68" y="144"/>
                    </a:lnTo>
                    <a:lnTo>
                      <a:pt x="69" y="144"/>
                    </a:lnTo>
                    <a:lnTo>
                      <a:pt x="69" y="145"/>
                    </a:lnTo>
                    <a:lnTo>
                      <a:pt x="68" y="145"/>
                    </a:lnTo>
                    <a:lnTo>
                      <a:pt x="68" y="146"/>
                    </a:lnTo>
                    <a:lnTo>
                      <a:pt x="67" y="146"/>
                    </a:lnTo>
                    <a:lnTo>
                      <a:pt x="66" y="145"/>
                    </a:lnTo>
                    <a:lnTo>
                      <a:pt x="66" y="146"/>
                    </a:lnTo>
                    <a:lnTo>
                      <a:pt x="67" y="147"/>
                    </a:lnTo>
                    <a:lnTo>
                      <a:pt x="64" y="149"/>
                    </a:lnTo>
                    <a:lnTo>
                      <a:pt x="63" y="150"/>
                    </a:lnTo>
                    <a:lnTo>
                      <a:pt x="62" y="150"/>
                    </a:lnTo>
                    <a:lnTo>
                      <a:pt x="61" y="150"/>
                    </a:lnTo>
                    <a:lnTo>
                      <a:pt x="61" y="149"/>
                    </a:lnTo>
                    <a:lnTo>
                      <a:pt x="60" y="148"/>
                    </a:lnTo>
                    <a:lnTo>
                      <a:pt x="60" y="150"/>
                    </a:lnTo>
                    <a:lnTo>
                      <a:pt x="59" y="151"/>
                    </a:lnTo>
                    <a:lnTo>
                      <a:pt x="58" y="152"/>
                    </a:lnTo>
                    <a:lnTo>
                      <a:pt x="57" y="152"/>
                    </a:lnTo>
                    <a:lnTo>
                      <a:pt x="56" y="152"/>
                    </a:lnTo>
                    <a:lnTo>
                      <a:pt x="55" y="152"/>
                    </a:lnTo>
                    <a:lnTo>
                      <a:pt x="54" y="154"/>
                    </a:lnTo>
                    <a:lnTo>
                      <a:pt x="53" y="154"/>
                    </a:lnTo>
                    <a:lnTo>
                      <a:pt x="51" y="154"/>
                    </a:lnTo>
                    <a:lnTo>
                      <a:pt x="47" y="154"/>
                    </a:lnTo>
                    <a:lnTo>
                      <a:pt x="48" y="154"/>
                    </a:lnTo>
                    <a:lnTo>
                      <a:pt x="49" y="154"/>
                    </a:lnTo>
                    <a:lnTo>
                      <a:pt x="50" y="155"/>
                    </a:lnTo>
                    <a:lnTo>
                      <a:pt x="52" y="155"/>
                    </a:lnTo>
                    <a:lnTo>
                      <a:pt x="53" y="156"/>
                    </a:lnTo>
                    <a:lnTo>
                      <a:pt x="53" y="157"/>
                    </a:lnTo>
                    <a:lnTo>
                      <a:pt x="51" y="157"/>
                    </a:lnTo>
                    <a:lnTo>
                      <a:pt x="50" y="156"/>
                    </a:lnTo>
                    <a:lnTo>
                      <a:pt x="49" y="156"/>
                    </a:lnTo>
                    <a:lnTo>
                      <a:pt x="51" y="157"/>
                    </a:lnTo>
                    <a:lnTo>
                      <a:pt x="52" y="158"/>
                    </a:lnTo>
                    <a:lnTo>
                      <a:pt x="52" y="159"/>
                    </a:lnTo>
                    <a:lnTo>
                      <a:pt x="52" y="160"/>
                    </a:lnTo>
                    <a:lnTo>
                      <a:pt x="52" y="161"/>
                    </a:lnTo>
                    <a:lnTo>
                      <a:pt x="52" y="162"/>
                    </a:lnTo>
                    <a:lnTo>
                      <a:pt x="51" y="163"/>
                    </a:lnTo>
                    <a:lnTo>
                      <a:pt x="52" y="164"/>
                    </a:lnTo>
                    <a:lnTo>
                      <a:pt x="51" y="164"/>
                    </a:lnTo>
                    <a:lnTo>
                      <a:pt x="50" y="163"/>
                    </a:lnTo>
                    <a:lnTo>
                      <a:pt x="50" y="164"/>
                    </a:lnTo>
                    <a:lnTo>
                      <a:pt x="50" y="165"/>
                    </a:lnTo>
                    <a:lnTo>
                      <a:pt x="51" y="165"/>
                    </a:lnTo>
                    <a:lnTo>
                      <a:pt x="51" y="167"/>
                    </a:lnTo>
                    <a:lnTo>
                      <a:pt x="50" y="168"/>
                    </a:lnTo>
                    <a:lnTo>
                      <a:pt x="51" y="169"/>
                    </a:lnTo>
                    <a:lnTo>
                      <a:pt x="51" y="170"/>
                    </a:lnTo>
                    <a:lnTo>
                      <a:pt x="50" y="172"/>
                    </a:lnTo>
                    <a:lnTo>
                      <a:pt x="49" y="173"/>
                    </a:lnTo>
                    <a:lnTo>
                      <a:pt x="50" y="175"/>
                    </a:lnTo>
                    <a:lnTo>
                      <a:pt x="49" y="177"/>
                    </a:lnTo>
                    <a:lnTo>
                      <a:pt x="49" y="179"/>
                    </a:lnTo>
                    <a:lnTo>
                      <a:pt x="47" y="182"/>
                    </a:lnTo>
                    <a:lnTo>
                      <a:pt x="46" y="185"/>
                    </a:lnTo>
                    <a:lnTo>
                      <a:pt x="45" y="187"/>
                    </a:lnTo>
                    <a:lnTo>
                      <a:pt x="43" y="187"/>
                    </a:lnTo>
                    <a:lnTo>
                      <a:pt x="41" y="187"/>
                    </a:lnTo>
                    <a:lnTo>
                      <a:pt x="39" y="187"/>
                    </a:lnTo>
                    <a:lnTo>
                      <a:pt x="37" y="187"/>
                    </a:lnTo>
                    <a:lnTo>
                      <a:pt x="35" y="187"/>
                    </a:lnTo>
                    <a:lnTo>
                      <a:pt x="33" y="187"/>
                    </a:lnTo>
                    <a:lnTo>
                      <a:pt x="33" y="189"/>
                    </a:lnTo>
                    <a:lnTo>
                      <a:pt x="31" y="188"/>
                    </a:lnTo>
                    <a:lnTo>
                      <a:pt x="30" y="190"/>
                    </a:lnTo>
                    <a:lnTo>
                      <a:pt x="29" y="192"/>
                    </a:lnTo>
                    <a:lnTo>
                      <a:pt x="30" y="195"/>
                    </a:lnTo>
                    <a:lnTo>
                      <a:pt x="29" y="197"/>
                    </a:lnTo>
                    <a:lnTo>
                      <a:pt x="28" y="197"/>
                    </a:lnTo>
                    <a:lnTo>
                      <a:pt x="26" y="196"/>
                    </a:lnTo>
                    <a:lnTo>
                      <a:pt x="23" y="197"/>
                    </a:lnTo>
                    <a:lnTo>
                      <a:pt x="20" y="197"/>
                    </a:lnTo>
                    <a:lnTo>
                      <a:pt x="18" y="197"/>
                    </a:lnTo>
                    <a:lnTo>
                      <a:pt x="16" y="197"/>
                    </a:lnTo>
                    <a:lnTo>
                      <a:pt x="16" y="196"/>
                    </a:lnTo>
                    <a:lnTo>
                      <a:pt x="17" y="196"/>
                    </a:lnTo>
                    <a:lnTo>
                      <a:pt x="17" y="195"/>
                    </a:lnTo>
                    <a:lnTo>
                      <a:pt x="18" y="194"/>
                    </a:lnTo>
                    <a:lnTo>
                      <a:pt x="17" y="193"/>
                    </a:lnTo>
                    <a:lnTo>
                      <a:pt x="16" y="191"/>
                    </a:lnTo>
                    <a:lnTo>
                      <a:pt x="15" y="189"/>
                    </a:lnTo>
                    <a:lnTo>
                      <a:pt x="14" y="188"/>
                    </a:lnTo>
                    <a:lnTo>
                      <a:pt x="13" y="187"/>
                    </a:lnTo>
                    <a:lnTo>
                      <a:pt x="13" y="186"/>
                    </a:lnTo>
                    <a:lnTo>
                      <a:pt x="14" y="186"/>
                    </a:lnTo>
                    <a:lnTo>
                      <a:pt x="16" y="186"/>
                    </a:lnTo>
                    <a:lnTo>
                      <a:pt x="15" y="186"/>
                    </a:lnTo>
                    <a:lnTo>
                      <a:pt x="15" y="185"/>
                    </a:lnTo>
                    <a:lnTo>
                      <a:pt x="14" y="184"/>
                    </a:lnTo>
                    <a:lnTo>
                      <a:pt x="15" y="184"/>
                    </a:lnTo>
                    <a:lnTo>
                      <a:pt x="16" y="184"/>
                    </a:lnTo>
                    <a:lnTo>
                      <a:pt x="17" y="183"/>
                    </a:lnTo>
                    <a:lnTo>
                      <a:pt x="17" y="182"/>
                    </a:lnTo>
                    <a:lnTo>
                      <a:pt x="16" y="181"/>
                    </a:lnTo>
                    <a:lnTo>
                      <a:pt x="14" y="180"/>
                    </a:lnTo>
                    <a:lnTo>
                      <a:pt x="13" y="178"/>
                    </a:lnTo>
                    <a:lnTo>
                      <a:pt x="11" y="177"/>
                    </a:lnTo>
                    <a:lnTo>
                      <a:pt x="10" y="175"/>
                    </a:lnTo>
                    <a:lnTo>
                      <a:pt x="10" y="173"/>
                    </a:lnTo>
                    <a:lnTo>
                      <a:pt x="9" y="171"/>
                    </a:lnTo>
                    <a:lnTo>
                      <a:pt x="8" y="171"/>
                    </a:lnTo>
                    <a:lnTo>
                      <a:pt x="7" y="171"/>
                    </a:lnTo>
                    <a:lnTo>
                      <a:pt x="8" y="170"/>
                    </a:lnTo>
                    <a:lnTo>
                      <a:pt x="7" y="169"/>
                    </a:lnTo>
                    <a:lnTo>
                      <a:pt x="7" y="168"/>
                    </a:lnTo>
                    <a:lnTo>
                      <a:pt x="8" y="167"/>
                    </a:lnTo>
                    <a:lnTo>
                      <a:pt x="8" y="165"/>
                    </a:lnTo>
                    <a:lnTo>
                      <a:pt x="6" y="165"/>
                    </a:lnTo>
                    <a:lnTo>
                      <a:pt x="6" y="164"/>
                    </a:lnTo>
                    <a:lnTo>
                      <a:pt x="6" y="163"/>
                    </a:lnTo>
                    <a:lnTo>
                      <a:pt x="6" y="162"/>
                    </a:lnTo>
                    <a:lnTo>
                      <a:pt x="5" y="162"/>
                    </a:lnTo>
                    <a:lnTo>
                      <a:pt x="3" y="161"/>
                    </a:lnTo>
                    <a:lnTo>
                      <a:pt x="5" y="160"/>
                    </a:lnTo>
                    <a:lnTo>
                      <a:pt x="5" y="159"/>
                    </a:lnTo>
                    <a:lnTo>
                      <a:pt x="4" y="159"/>
                    </a:lnTo>
                    <a:lnTo>
                      <a:pt x="5" y="158"/>
                    </a:lnTo>
                    <a:lnTo>
                      <a:pt x="4" y="157"/>
                    </a:lnTo>
                    <a:lnTo>
                      <a:pt x="4" y="158"/>
                    </a:lnTo>
                    <a:lnTo>
                      <a:pt x="3" y="159"/>
                    </a:lnTo>
                    <a:lnTo>
                      <a:pt x="3" y="158"/>
                    </a:lnTo>
                    <a:lnTo>
                      <a:pt x="3" y="157"/>
                    </a:lnTo>
                    <a:lnTo>
                      <a:pt x="2" y="157"/>
                    </a:lnTo>
                    <a:lnTo>
                      <a:pt x="1" y="156"/>
                    </a:lnTo>
                    <a:lnTo>
                      <a:pt x="1" y="155"/>
                    </a:lnTo>
                    <a:lnTo>
                      <a:pt x="1" y="153"/>
                    </a:lnTo>
                    <a:lnTo>
                      <a:pt x="1" y="152"/>
                    </a:lnTo>
                    <a:lnTo>
                      <a:pt x="0" y="151"/>
                    </a:lnTo>
                    <a:lnTo>
                      <a:pt x="0" y="150"/>
                    </a:lnTo>
                    <a:lnTo>
                      <a:pt x="1" y="148"/>
                    </a:lnTo>
                    <a:lnTo>
                      <a:pt x="2" y="148"/>
                    </a:lnTo>
                    <a:lnTo>
                      <a:pt x="2" y="149"/>
                    </a:lnTo>
                    <a:lnTo>
                      <a:pt x="2" y="151"/>
                    </a:lnTo>
                    <a:lnTo>
                      <a:pt x="3" y="150"/>
                    </a:lnTo>
                    <a:lnTo>
                      <a:pt x="3" y="151"/>
                    </a:lnTo>
                    <a:lnTo>
                      <a:pt x="5" y="150"/>
                    </a:lnTo>
                    <a:lnTo>
                      <a:pt x="6" y="145"/>
                    </a:lnTo>
                    <a:lnTo>
                      <a:pt x="5" y="144"/>
                    </a:lnTo>
                    <a:lnTo>
                      <a:pt x="5" y="142"/>
                    </a:lnTo>
                    <a:lnTo>
                      <a:pt x="6" y="141"/>
                    </a:lnTo>
                    <a:lnTo>
                      <a:pt x="7" y="139"/>
                    </a:lnTo>
                    <a:lnTo>
                      <a:pt x="7" y="137"/>
                    </a:lnTo>
                    <a:lnTo>
                      <a:pt x="9" y="137"/>
                    </a:lnTo>
                    <a:lnTo>
                      <a:pt x="12" y="136"/>
                    </a:lnTo>
                    <a:lnTo>
                      <a:pt x="13" y="134"/>
                    </a:lnTo>
                    <a:lnTo>
                      <a:pt x="13" y="133"/>
                    </a:lnTo>
                    <a:lnTo>
                      <a:pt x="12" y="132"/>
                    </a:lnTo>
                    <a:lnTo>
                      <a:pt x="13" y="129"/>
                    </a:lnTo>
                    <a:lnTo>
                      <a:pt x="14" y="128"/>
                    </a:lnTo>
                    <a:lnTo>
                      <a:pt x="13" y="127"/>
                    </a:lnTo>
                    <a:lnTo>
                      <a:pt x="12" y="124"/>
                    </a:lnTo>
                    <a:lnTo>
                      <a:pt x="10" y="122"/>
                    </a:lnTo>
                    <a:lnTo>
                      <a:pt x="11" y="121"/>
                    </a:lnTo>
                    <a:lnTo>
                      <a:pt x="13" y="120"/>
                    </a:lnTo>
                    <a:lnTo>
                      <a:pt x="15" y="119"/>
                    </a:lnTo>
                    <a:lnTo>
                      <a:pt x="16" y="117"/>
                    </a:lnTo>
                    <a:lnTo>
                      <a:pt x="16" y="114"/>
                    </a:lnTo>
                    <a:lnTo>
                      <a:pt x="12" y="112"/>
                    </a:lnTo>
                    <a:lnTo>
                      <a:pt x="11" y="110"/>
                    </a:lnTo>
                    <a:lnTo>
                      <a:pt x="10" y="108"/>
                    </a:lnTo>
                    <a:lnTo>
                      <a:pt x="10" y="105"/>
                    </a:lnTo>
                    <a:lnTo>
                      <a:pt x="11" y="103"/>
                    </a:lnTo>
                    <a:lnTo>
                      <a:pt x="10" y="101"/>
                    </a:lnTo>
                    <a:lnTo>
                      <a:pt x="9" y="101"/>
                    </a:lnTo>
                    <a:lnTo>
                      <a:pt x="9" y="99"/>
                    </a:lnTo>
                    <a:lnTo>
                      <a:pt x="10" y="98"/>
                    </a:lnTo>
                    <a:lnTo>
                      <a:pt x="10" y="97"/>
                    </a:lnTo>
                    <a:lnTo>
                      <a:pt x="10" y="96"/>
                    </a:lnTo>
                    <a:lnTo>
                      <a:pt x="10" y="94"/>
                    </a:lnTo>
                    <a:lnTo>
                      <a:pt x="11" y="93"/>
                    </a:lnTo>
                    <a:lnTo>
                      <a:pt x="12" y="92"/>
                    </a:lnTo>
                    <a:lnTo>
                      <a:pt x="11" y="91"/>
                    </a:lnTo>
                    <a:lnTo>
                      <a:pt x="10" y="90"/>
                    </a:lnTo>
                    <a:lnTo>
                      <a:pt x="9" y="87"/>
                    </a:lnTo>
                    <a:lnTo>
                      <a:pt x="10" y="85"/>
                    </a:lnTo>
                    <a:lnTo>
                      <a:pt x="11" y="83"/>
                    </a:lnTo>
                    <a:lnTo>
                      <a:pt x="13" y="81"/>
                    </a:lnTo>
                    <a:lnTo>
                      <a:pt x="15" y="80"/>
                    </a:lnTo>
                    <a:lnTo>
                      <a:pt x="18" y="78"/>
                    </a:lnTo>
                    <a:lnTo>
                      <a:pt x="22" y="78"/>
                    </a:lnTo>
                    <a:lnTo>
                      <a:pt x="25" y="78"/>
                    </a:lnTo>
                    <a:lnTo>
                      <a:pt x="27" y="78"/>
                    </a:lnTo>
                    <a:lnTo>
                      <a:pt x="29" y="77"/>
                    </a:lnTo>
                    <a:lnTo>
                      <a:pt x="29" y="75"/>
                    </a:lnTo>
                    <a:lnTo>
                      <a:pt x="29" y="73"/>
                    </a:lnTo>
                    <a:lnTo>
                      <a:pt x="28" y="72"/>
                    </a:lnTo>
                    <a:lnTo>
                      <a:pt x="26" y="70"/>
                    </a:lnTo>
                    <a:lnTo>
                      <a:pt x="25" y="69"/>
                    </a:lnTo>
                    <a:lnTo>
                      <a:pt x="27" y="67"/>
                    </a:lnTo>
                    <a:lnTo>
                      <a:pt x="29" y="65"/>
                    </a:lnTo>
                    <a:lnTo>
                      <a:pt x="31" y="62"/>
                    </a:lnTo>
                    <a:lnTo>
                      <a:pt x="32" y="61"/>
                    </a:lnTo>
                    <a:lnTo>
                      <a:pt x="33" y="55"/>
                    </a:lnTo>
                    <a:lnTo>
                      <a:pt x="33" y="51"/>
                    </a:lnTo>
                    <a:lnTo>
                      <a:pt x="33" y="49"/>
                    </a:lnTo>
                    <a:lnTo>
                      <a:pt x="33" y="47"/>
                    </a:lnTo>
                    <a:lnTo>
                      <a:pt x="34" y="47"/>
                    </a:lnTo>
                    <a:lnTo>
                      <a:pt x="36" y="47"/>
                    </a:lnTo>
                    <a:lnTo>
                      <a:pt x="38" y="46"/>
                    </a:lnTo>
                    <a:lnTo>
                      <a:pt x="39" y="45"/>
                    </a:lnTo>
                    <a:lnTo>
                      <a:pt x="40" y="44"/>
                    </a:lnTo>
                    <a:lnTo>
                      <a:pt x="40" y="42"/>
                    </a:lnTo>
                    <a:lnTo>
                      <a:pt x="41" y="40"/>
                    </a:lnTo>
                    <a:lnTo>
                      <a:pt x="43" y="38"/>
                    </a:lnTo>
                    <a:lnTo>
                      <a:pt x="45" y="36"/>
                    </a:lnTo>
                    <a:lnTo>
                      <a:pt x="46" y="35"/>
                    </a:lnTo>
                    <a:lnTo>
                      <a:pt x="49" y="33"/>
                    </a:lnTo>
                    <a:lnTo>
                      <a:pt x="50" y="32"/>
                    </a:lnTo>
                    <a:lnTo>
                      <a:pt x="50" y="31"/>
                    </a:lnTo>
                    <a:lnTo>
                      <a:pt x="50" y="30"/>
                    </a:lnTo>
                    <a:lnTo>
                      <a:pt x="49" y="28"/>
                    </a:lnTo>
                    <a:lnTo>
                      <a:pt x="48" y="27"/>
                    </a:lnTo>
                    <a:lnTo>
                      <a:pt x="48" y="26"/>
                    </a:lnTo>
                    <a:lnTo>
                      <a:pt x="51" y="24"/>
                    </a:lnTo>
                    <a:lnTo>
                      <a:pt x="52" y="23"/>
                    </a:lnTo>
                    <a:lnTo>
                      <a:pt x="52" y="21"/>
                    </a:lnTo>
                    <a:lnTo>
                      <a:pt x="53" y="19"/>
                    </a:lnTo>
                    <a:lnTo>
                      <a:pt x="54" y="18"/>
                    </a:lnTo>
                    <a:lnTo>
                      <a:pt x="56" y="17"/>
                    </a:lnTo>
                    <a:lnTo>
                      <a:pt x="57" y="16"/>
                    </a:lnTo>
                    <a:lnTo>
                      <a:pt x="59" y="16"/>
                    </a:lnTo>
                    <a:lnTo>
                      <a:pt x="61" y="16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5" y="16"/>
                    </a:lnTo>
                    <a:lnTo>
                      <a:pt x="66" y="14"/>
                    </a:lnTo>
                    <a:lnTo>
                      <a:pt x="66" y="13"/>
                    </a:lnTo>
                    <a:lnTo>
                      <a:pt x="66" y="12"/>
                    </a:lnTo>
                    <a:lnTo>
                      <a:pt x="66" y="10"/>
                    </a:lnTo>
                    <a:lnTo>
                      <a:pt x="67" y="9"/>
                    </a:lnTo>
                    <a:lnTo>
                      <a:pt x="68" y="9"/>
                    </a:lnTo>
                    <a:lnTo>
                      <a:pt x="69" y="9"/>
                    </a:lnTo>
                    <a:lnTo>
                      <a:pt x="71" y="9"/>
                    </a:lnTo>
                    <a:lnTo>
                      <a:pt x="73" y="9"/>
                    </a:lnTo>
                    <a:lnTo>
                      <a:pt x="75" y="9"/>
                    </a:lnTo>
                    <a:lnTo>
                      <a:pt x="76" y="9"/>
                    </a:lnTo>
                    <a:lnTo>
                      <a:pt x="78" y="10"/>
                    </a:lnTo>
                    <a:lnTo>
                      <a:pt x="79" y="10"/>
                    </a:lnTo>
                    <a:lnTo>
                      <a:pt x="81" y="10"/>
                    </a:lnTo>
                    <a:lnTo>
                      <a:pt x="82" y="11"/>
                    </a:lnTo>
                    <a:lnTo>
                      <a:pt x="83" y="10"/>
                    </a:lnTo>
                    <a:lnTo>
                      <a:pt x="84" y="10"/>
                    </a:lnTo>
                    <a:lnTo>
                      <a:pt x="84" y="9"/>
                    </a:lnTo>
                    <a:lnTo>
                      <a:pt x="83" y="9"/>
                    </a:lnTo>
                    <a:lnTo>
                      <a:pt x="83" y="7"/>
                    </a:lnTo>
                    <a:lnTo>
                      <a:pt x="84" y="6"/>
                    </a:lnTo>
                    <a:lnTo>
                      <a:pt x="84" y="5"/>
                    </a:lnTo>
                    <a:lnTo>
                      <a:pt x="85" y="4"/>
                    </a:lnTo>
                    <a:lnTo>
                      <a:pt x="85" y="3"/>
                    </a:lnTo>
                    <a:lnTo>
                      <a:pt x="85" y="2"/>
                    </a:lnTo>
                    <a:lnTo>
                      <a:pt x="84" y="1"/>
                    </a:lnTo>
                    <a:lnTo>
                      <a:pt x="84" y="0"/>
                    </a:lnTo>
                    <a:lnTo>
                      <a:pt x="85" y="0"/>
                    </a:lnTo>
                    <a:lnTo>
                      <a:pt x="86" y="0"/>
                    </a:lnTo>
                    <a:lnTo>
                      <a:pt x="87" y="0"/>
                    </a:lnTo>
                    <a:lnTo>
                      <a:pt x="88" y="0"/>
                    </a:lnTo>
                    <a:lnTo>
                      <a:pt x="89" y="0"/>
                    </a:lnTo>
                    <a:lnTo>
                      <a:pt x="90" y="1"/>
                    </a:lnTo>
                    <a:lnTo>
                      <a:pt x="91" y="2"/>
                    </a:lnTo>
                    <a:lnTo>
                      <a:pt x="92" y="2"/>
                    </a:lnTo>
                    <a:lnTo>
                      <a:pt x="94" y="4"/>
                    </a:lnTo>
                    <a:lnTo>
                      <a:pt x="97" y="6"/>
                    </a:lnTo>
                    <a:lnTo>
                      <a:pt x="99" y="7"/>
                    </a:lnTo>
                    <a:lnTo>
                      <a:pt x="102" y="9"/>
                    </a:lnTo>
                    <a:lnTo>
                      <a:pt x="105" y="9"/>
                    </a:lnTo>
                    <a:lnTo>
                      <a:pt x="108" y="10"/>
                    </a:lnTo>
                    <a:lnTo>
                      <a:pt x="111" y="12"/>
                    </a:lnTo>
                    <a:lnTo>
                      <a:pt x="113" y="14"/>
                    </a:lnTo>
                    <a:lnTo>
                      <a:pt x="115" y="16"/>
                    </a:lnTo>
                    <a:lnTo>
                      <a:pt x="116" y="18"/>
                    </a:lnTo>
                    <a:lnTo>
                      <a:pt x="117" y="19"/>
                    </a:lnTo>
                    <a:lnTo>
                      <a:pt x="116" y="20"/>
                    </a:lnTo>
                    <a:lnTo>
                      <a:pt x="116" y="22"/>
                    </a:lnTo>
                    <a:lnTo>
                      <a:pt x="116" y="24"/>
                    </a:lnTo>
                    <a:lnTo>
                      <a:pt x="116" y="26"/>
                    </a:lnTo>
                    <a:lnTo>
                      <a:pt x="117" y="26"/>
                    </a:lnTo>
                    <a:lnTo>
                      <a:pt x="117" y="28"/>
                    </a:lnTo>
                    <a:lnTo>
                      <a:pt x="117" y="29"/>
                    </a:lnTo>
                    <a:lnTo>
                      <a:pt x="116" y="30"/>
                    </a:lnTo>
                    <a:lnTo>
                      <a:pt x="116" y="32"/>
                    </a:lnTo>
                    <a:lnTo>
                      <a:pt x="118" y="34"/>
                    </a:lnTo>
                    <a:lnTo>
                      <a:pt x="119" y="36"/>
                    </a:lnTo>
                    <a:lnTo>
                      <a:pt x="120" y="37"/>
                    </a:lnTo>
                    <a:lnTo>
                      <a:pt x="120" y="39"/>
                    </a:lnTo>
                    <a:lnTo>
                      <a:pt x="120" y="40"/>
                    </a:lnTo>
                    <a:lnTo>
                      <a:pt x="118" y="41"/>
                    </a:lnTo>
                    <a:lnTo>
                      <a:pt x="118" y="43"/>
                    </a:lnTo>
                    <a:lnTo>
                      <a:pt x="118" y="46"/>
                    </a:lnTo>
                    <a:lnTo>
                      <a:pt x="120" y="48"/>
                    </a:lnTo>
                    <a:lnTo>
                      <a:pt x="121" y="49"/>
                    </a:lnTo>
                    <a:lnTo>
                      <a:pt x="121" y="5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68" name="D831">
                <a:extLst>
                  <a:ext uri="{FF2B5EF4-FFF2-40B4-BE49-F238E27FC236}">
                    <a16:creationId xmlns:a16="http://schemas.microsoft.com/office/drawing/2014/main" id="{9FA54832-6E75-4EB2-89F1-288011B138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97374" y="2686221"/>
                <a:ext cx="6" cy="15"/>
              </a:xfrm>
              <a:custGeom>
                <a:avLst/>
                <a:gdLst>
                  <a:gd name="T0" fmla="*/ 0 w 6"/>
                  <a:gd name="T1" fmla="*/ 14 h 15"/>
                  <a:gd name="T2" fmla="*/ 0 w 6"/>
                  <a:gd name="T3" fmla="*/ 13 h 15"/>
                  <a:gd name="T4" fmla="*/ 0 w 6"/>
                  <a:gd name="T5" fmla="*/ 12 h 15"/>
                  <a:gd name="T6" fmla="*/ 1 w 6"/>
                  <a:gd name="T7" fmla="*/ 10 h 15"/>
                  <a:gd name="T8" fmla="*/ 2 w 6"/>
                  <a:gd name="T9" fmla="*/ 7 h 15"/>
                  <a:gd name="T10" fmla="*/ 3 w 6"/>
                  <a:gd name="T11" fmla="*/ 6 h 15"/>
                  <a:gd name="T12" fmla="*/ 4 w 6"/>
                  <a:gd name="T13" fmla="*/ 3 h 15"/>
                  <a:gd name="T14" fmla="*/ 5 w 6"/>
                  <a:gd name="T15" fmla="*/ 2 h 15"/>
                  <a:gd name="T16" fmla="*/ 5 w 6"/>
                  <a:gd name="T17" fmla="*/ 1 h 15"/>
                  <a:gd name="T18" fmla="*/ 6 w 6"/>
                  <a:gd name="T19" fmla="*/ 0 h 15"/>
                  <a:gd name="T20" fmla="*/ 6 w 6"/>
                  <a:gd name="T21" fmla="*/ 1 h 15"/>
                  <a:gd name="T22" fmla="*/ 5 w 6"/>
                  <a:gd name="T23" fmla="*/ 1 h 15"/>
                  <a:gd name="T24" fmla="*/ 5 w 6"/>
                  <a:gd name="T25" fmla="*/ 3 h 15"/>
                  <a:gd name="T26" fmla="*/ 4 w 6"/>
                  <a:gd name="T27" fmla="*/ 6 h 15"/>
                  <a:gd name="T28" fmla="*/ 3 w 6"/>
                  <a:gd name="T29" fmla="*/ 7 h 15"/>
                  <a:gd name="T30" fmla="*/ 2 w 6"/>
                  <a:gd name="T31" fmla="*/ 10 h 15"/>
                  <a:gd name="T32" fmla="*/ 2 w 6"/>
                  <a:gd name="T33" fmla="*/ 12 h 15"/>
                  <a:gd name="T34" fmla="*/ 1 w 6"/>
                  <a:gd name="T35" fmla="*/ 14 h 15"/>
                  <a:gd name="T36" fmla="*/ 0 w 6"/>
                  <a:gd name="T37" fmla="*/ 14 h 15"/>
                  <a:gd name="T38" fmla="*/ 0 w 6"/>
                  <a:gd name="T39" fmla="*/ 15 h 15"/>
                  <a:gd name="T40" fmla="*/ 0 w 6"/>
                  <a:gd name="T41" fmla="*/ 14 h 1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"/>
                  <a:gd name="T64" fmla="*/ 0 h 15"/>
                  <a:gd name="T65" fmla="*/ 6 w 6"/>
                  <a:gd name="T66" fmla="*/ 15 h 1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" h="15">
                    <a:moveTo>
                      <a:pt x="0" y="14"/>
                    </a:moveTo>
                    <a:lnTo>
                      <a:pt x="0" y="13"/>
                    </a:lnTo>
                    <a:lnTo>
                      <a:pt x="0" y="12"/>
                    </a:lnTo>
                    <a:lnTo>
                      <a:pt x="1" y="10"/>
                    </a:lnTo>
                    <a:lnTo>
                      <a:pt x="2" y="7"/>
                    </a:lnTo>
                    <a:lnTo>
                      <a:pt x="3" y="6"/>
                    </a:lnTo>
                    <a:lnTo>
                      <a:pt x="4" y="3"/>
                    </a:lnTo>
                    <a:lnTo>
                      <a:pt x="5" y="2"/>
                    </a:lnTo>
                    <a:lnTo>
                      <a:pt x="5" y="1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5" y="1"/>
                    </a:lnTo>
                    <a:lnTo>
                      <a:pt x="5" y="3"/>
                    </a:lnTo>
                    <a:lnTo>
                      <a:pt x="4" y="6"/>
                    </a:lnTo>
                    <a:lnTo>
                      <a:pt x="3" y="7"/>
                    </a:lnTo>
                    <a:lnTo>
                      <a:pt x="2" y="10"/>
                    </a:lnTo>
                    <a:lnTo>
                      <a:pt x="2" y="12"/>
                    </a:lnTo>
                    <a:lnTo>
                      <a:pt x="1" y="14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0" y="14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925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69" name="D832">
                <a:extLst>
                  <a:ext uri="{FF2B5EF4-FFF2-40B4-BE49-F238E27FC236}">
                    <a16:creationId xmlns:a16="http://schemas.microsoft.com/office/drawing/2014/main" id="{7DBD547B-3D83-4B2C-8B21-E7AADA2DA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97390" y="2686214"/>
                <a:ext cx="8" cy="13"/>
              </a:xfrm>
              <a:custGeom>
                <a:avLst/>
                <a:gdLst>
                  <a:gd name="T0" fmla="*/ 1 w 8"/>
                  <a:gd name="T1" fmla="*/ 12 h 13"/>
                  <a:gd name="T2" fmla="*/ 1 w 8"/>
                  <a:gd name="T3" fmla="*/ 11 h 13"/>
                  <a:gd name="T4" fmla="*/ 0 w 8"/>
                  <a:gd name="T5" fmla="*/ 11 h 13"/>
                  <a:gd name="T6" fmla="*/ 1 w 8"/>
                  <a:gd name="T7" fmla="*/ 10 h 13"/>
                  <a:gd name="T8" fmla="*/ 0 w 8"/>
                  <a:gd name="T9" fmla="*/ 9 h 13"/>
                  <a:gd name="T10" fmla="*/ 0 w 8"/>
                  <a:gd name="T11" fmla="*/ 8 h 13"/>
                  <a:gd name="T12" fmla="*/ 0 w 8"/>
                  <a:gd name="T13" fmla="*/ 7 h 13"/>
                  <a:gd name="T14" fmla="*/ 0 w 8"/>
                  <a:gd name="T15" fmla="*/ 6 h 13"/>
                  <a:gd name="T16" fmla="*/ 1 w 8"/>
                  <a:gd name="T17" fmla="*/ 5 h 13"/>
                  <a:gd name="T18" fmla="*/ 2 w 8"/>
                  <a:gd name="T19" fmla="*/ 3 h 13"/>
                  <a:gd name="T20" fmla="*/ 4 w 8"/>
                  <a:gd name="T21" fmla="*/ 1 h 13"/>
                  <a:gd name="T22" fmla="*/ 5 w 8"/>
                  <a:gd name="T23" fmla="*/ 0 h 13"/>
                  <a:gd name="T24" fmla="*/ 6 w 8"/>
                  <a:gd name="T25" fmla="*/ 1 h 13"/>
                  <a:gd name="T26" fmla="*/ 7 w 8"/>
                  <a:gd name="T27" fmla="*/ 0 h 13"/>
                  <a:gd name="T28" fmla="*/ 8 w 8"/>
                  <a:gd name="T29" fmla="*/ 0 h 13"/>
                  <a:gd name="T30" fmla="*/ 8 w 8"/>
                  <a:gd name="T31" fmla="*/ 1 h 13"/>
                  <a:gd name="T32" fmla="*/ 8 w 8"/>
                  <a:gd name="T33" fmla="*/ 2 h 13"/>
                  <a:gd name="T34" fmla="*/ 7 w 8"/>
                  <a:gd name="T35" fmla="*/ 2 h 13"/>
                  <a:gd name="T36" fmla="*/ 7 w 8"/>
                  <a:gd name="T37" fmla="*/ 3 h 13"/>
                  <a:gd name="T38" fmla="*/ 7 w 8"/>
                  <a:gd name="T39" fmla="*/ 5 h 13"/>
                  <a:gd name="T40" fmla="*/ 7 w 8"/>
                  <a:gd name="T41" fmla="*/ 7 h 13"/>
                  <a:gd name="T42" fmla="*/ 6 w 8"/>
                  <a:gd name="T43" fmla="*/ 7 h 13"/>
                  <a:gd name="T44" fmla="*/ 5 w 8"/>
                  <a:gd name="T45" fmla="*/ 8 h 13"/>
                  <a:gd name="T46" fmla="*/ 4 w 8"/>
                  <a:gd name="T47" fmla="*/ 9 h 13"/>
                  <a:gd name="T48" fmla="*/ 3 w 8"/>
                  <a:gd name="T49" fmla="*/ 10 h 13"/>
                  <a:gd name="T50" fmla="*/ 2 w 8"/>
                  <a:gd name="T51" fmla="*/ 11 h 13"/>
                  <a:gd name="T52" fmla="*/ 1 w 8"/>
                  <a:gd name="T53" fmla="*/ 12 h 13"/>
                  <a:gd name="T54" fmla="*/ 0 w 8"/>
                  <a:gd name="T55" fmla="*/ 13 h 13"/>
                  <a:gd name="T56" fmla="*/ 1 w 8"/>
                  <a:gd name="T57" fmla="*/ 12 h 13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8"/>
                  <a:gd name="T88" fmla="*/ 0 h 13"/>
                  <a:gd name="T89" fmla="*/ 8 w 8"/>
                  <a:gd name="T90" fmla="*/ 13 h 13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8" h="13">
                    <a:moveTo>
                      <a:pt x="1" y="12"/>
                    </a:moveTo>
                    <a:lnTo>
                      <a:pt x="1" y="11"/>
                    </a:lnTo>
                    <a:lnTo>
                      <a:pt x="0" y="11"/>
                    </a:lnTo>
                    <a:lnTo>
                      <a:pt x="1" y="10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1" y="5"/>
                    </a:lnTo>
                    <a:lnTo>
                      <a:pt x="2" y="3"/>
                    </a:lnTo>
                    <a:lnTo>
                      <a:pt x="4" y="1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7" y="0"/>
                    </a:lnTo>
                    <a:lnTo>
                      <a:pt x="8" y="0"/>
                    </a:lnTo>
                    <a:lnTo>
                      <a:pt x="8" y="1"/>
                    </a:lnTo>
                    <a:lnTo>
                      <a:pt x="8" y="2"/>
                    </a:lnTo>
                    <a:lnTo>
                      <a:pt x="7" y="2"/>
                    </a:lnTo>
                    <a:lnTo>
                      <a:pt x="7" y="3"/>
                    </a:lnTo>
                    <a:lnTo>
                      <a:pt x="7" y="5"/>
                    </a:lnTo>
                    <a:lnTo>
                      <a:pt x="7" y="7"/>
                    </a:lnTo>
                    <a:lnTo>
                      <a:pt x="6" y="7"/>
                    </a:lnTo>
                    <a:lnTo>
                      <a:pt x="5" y="8"/>
                    </a:lnTo>
                    <a:lnTo>
                      <a:pt x="4" y="9"/>
                    </a:lnTo>
                    <a:lnTo>
                      <a:pt x="3" y="10"/>
                    </a:lnTo>
                    <a:lnTo>
                      <a:pt x="2" y="11"/>
                    </a:lnTo>
                    <a:lnTo>
                      <a:pt x="1" y="12"/>
                    </a:lnTo>
                    <a:lnTo>
                      <a:pt x="0" y="13"/>
                    </a:lnTo>
                    <a:lnTo>
                      <a:pt x="1" y="1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475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sp>
          <p:nvSpPr>
            <p:cNvPr id="37" name="Switzerland">
              <a:extLst>
                <a:ext uri="{FF2B5EF4-FFF2-40B4-BE49-F238E27FC236}">
                  <a16:creationId xmlns:a16="http://schemas.microsoft.com/office/drawing/2014/main" id="{044A8672-3049-4BF2-A486-BA805F57C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378" y="3401857"/>
              <a:ext cx="91518" cy="48891"/>
            </a:xfrm>
            <a:custGeom>
              <a:avLst/>
              <a:gdLst>
                <a:gd name="T0" fmla="*/ 2147483647 w 41"/>
                <a:gd name="T1" fmla="*/ 2147483647 h 20"/>
                <a:gd name="T2" fmla="*/ 2147483647 w 41"/>
                <a:gd name="T3" fmla="*/ 2147483647 h 20"/>
                <a:gd name="T4" fmla="*/ 2147483647 w 41"/>
                <a:gd name="T5" fmla="*/ 2147483647 h 20"/>
                <a:gd name="T6" fmla="*/ 2147483647 w 41"/>
                <a:gd name="T7" fmla="*/ 2147483647 h 20"/>
                <a:gd name="T8" fmla="*/ 2147483647 w 41"/>
                <a:gd name="T9" fmla="*/ 2147483647 h 20"/>
                <a:gd name="T10" fmla="*/ 2147483647 w 41"/>
                <a:gd name="T11" fmla="*/ 2147483647 h 20"/>
                <a:gd name="T12" fmla="*/ 2147483647 w 41"/>
                <a:gd name="T13" fmla="*/ 0 h 20"/>
                <a:gd name="T14" fmla="*/ 2147483647 w 41"/>
                <a:gd name="T15" fmla="*/ 0 h 20"/>
                <a:gd name="T16" fmla="*/ 2147483647 w 41"/>
                <a:gd name="T17" fmla="*/ 0 h 20"/>
                <a:gd name="T18" fmla="*/ 2147483647 w 41"/>
                <a:gd name="T19" fmla="*/ 2147483647 h 20"/>
                <a:gd name="T20" fmla="*/ 2147483647 w 41"/>
                <a:gd name="T21" fmla="*/ 2147483647 h 20"/>
                <a:gd name="T22" fmla="*/ 2147483647 w 41"/>
                <a:gd name="T23" fmla="*/ 2147483647 h 20"/>
                <a:gd name="T24" fmla="*/ 2147483647 w 41"/>
                <a:gd name="T25" fmla="*/ 2147483647 h 20"/>
                <a:gd name="T26" fmla="*/ 2147483647 w 41"/>
                <a:gd name="T27" fmla="*/ 2147483647 h 20"/>
                <a:gd name="T28" fmla="*/ 2147483647 w 41"/>
                <a:gd name="T29" fmla="*/ 2147483647 h 20"/>
                <a:gd name="T30" fmla="*/ 2147483647 w 41"/>
                <a:gd name="T31" fmla="*/ 2147483647 h 20"/>
                <a:gd name="T32" fmla="*/ 2147483647 w 41"/>
                <a:gd name="T33" fmla="*/ 2147483647 h 20"/>
                <a:gd name="T34" fmla="*/ 2147483647 w 41"/>
                <a:gd name="T35" fmla="*/ 2147483647 h 20"/>
                <a:gd name="T36" fmla="*/ 0 w 41"/>
                <a:gd name="T37" fmla="*/ 2147483647 h 20"/>
                <a:gd name="T38" fmla="*/ 0 w 41"/>
                <a:gd name="T39" fmla="*/ 2147483647 h 20"/>
                <a:gd name="T40" fmla="*/ 2147483647 w 41"/>
                <a:gd name="T41" fmla="*/ 2147483647 h 20"/>
                <a:gd name="T42" fmla="*/ 2147483647 w 41"/>
                <a:gd name="T43" fmla="*/ 2147483647 h 20"/>
                <a:gd name="T44" fmla="*/ 2147483647 w 41"/>
                <a:gd name="T45" fmla="*/ 2147483647 h 20"/>
                <a:gd name="T46" fmla="*/ 2147483647 w 41"/>
                <a:gd name="T47" fmla="*/ 2147483647 h 20"/>
                <a:gd name="T48" fmla="*/ 2147483647 w 41"/>
                <a:gd name="T49" fmla="*/ 2147483647 h 20"/>
                <a:gd name="T50" fmla="*/ 2147483647 w 41"/>
                <a:gd name="T51" fmla="*/ 2147483647 h 20"/>
                <a:gd name="T52" fmla="*/ 2147483647 w 41"/>
                <a:gd name="T53" fmla="*/ 2147483647 h 20"/>
                <a:gd name="T54" fmla="*/ 2147483647 w 41"/>
                <a:gd name="T55" fmla="*/ 2147483647 h 20"/>
                <a:gd name="T56" fmla="*/ 2147483647 w 41"/>
                <a:gd name="T57" fmla="*/ 2147483647 h 20"/>
                <a:gd name="T58" fmla="*/ 2147483647 w 41"/>
                <a:gd name="T59" fmla="*/ 2147483647 h 20"/>
                <a:gd name="T60" fmla="*/ 2147483647 w 41"/>
                <a:gd name="T61" fmla="*/ 2147483647 h 20"/>
                <a:gd name="T62" fmla="*/ 2147483647 w 41"/>
                <a:gd name="T63" fmla="*/ 2147483647 h 20"/>
                <a:gd name="T64" fmla="*/ 2147483647 w 41"/>
                <a:gd name="T65" fmla="*/ 2147483647 h 20"/>
                <a:gd name="T66" fmla="*/ 2147483647 w 41"/>
                <a:gd name="T67" fmla="*/ 2147483647 h 20"/>
                <a:gd name="T68" fmla="*/ 2147483647 w 41"/>
                <a:gd name="T69" fmla="*/ 2147483647 h 20"/>
                <a:gd name="T70" fmla="*/ 2147483647 w 41"/>
                <a:gd name="T71" fmla="*/ 2147483647 h 20"/>
                <a:gd name="T72" fmla="*/ 2147483647 w 41"/>
                <a:gd name="T73" fmla="*/ 2147483647 h 20"/>
                <a:gd name="T74" fmla="*/ 2147483647 w 41"/>
                <a:gd name="T75" fmla="*/ 2147483647 h 20"/>
                <a:gd name="T76" fmla="*/ 2147483647 w 41"/>
                <a:gd name="T77" fmla="*/ 2147483647 h 20"/>
                <a:gd name="T78" fmla="*/ 2147483647 w 41"/>
                <a:gd name="T79" fmla="*/ 2147483647 h 20"/>
                <a:gd name="T80" fmla="*/ 2147483647 w 41"/>
                <a:gd name="T81" fmla="*/ 2147483647 h 20"/>
                <a:gd name="T82" fmla="*/ 2147483647 w 41"/>
                <a:gd name="T83" fmla="*/ 2147483647 h 20"/>
                <a:gd name="T84" fmla="*/ 2147483647 w 41"/>
                <a:gd name="T85" fmla="*/ 2147483647 h 2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1"/>
                <a:gd name="T130" fmla="*/ 0 h 20"/>
                <a:gd name="T131" fmla="*/ 41 w 41"/>
                <a:gd name="T132" fmla="*/ 20 h 2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1" h="20">
                  <a:moveTo>
                    <a:pt x="40" y="8"/>
                  </a:moveTo>
                  <a:lnTo>
                    <a:pt x="39" y="8"/>
                  </a:lnTo>
                  <a:lnTo>
                    <a:pt x="38" y="9"/>
                  </a:lnTo>
                  <a:lnTo>
                    <a:pt x="36" y="8"/>
                  </a:lnTo>
                  <a:lnTo>
                    <a:pt x="35" y="8"/>
                  </a:lnTo>
                  <a:lnTo>
                    <a:pt x="34" y="7"/>
                  </a:lnTo>
                  <a:lnTo>
                    <a:pt x="33" y="6"/>
                  </a:lnTo>
                  <a:lnTo>
                    <a:pt x="32" y="5"/>
                  </a:lnTo>
                  <a:lnTo>
                    <a:pt x="33" y="4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1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0" y="1"/>
                  </a:lnTo>
                  <a:lnTo>
                    <a:pt x="9" y="1"/>
                  </a:lnTo>
                  <a:lnTo>
                    <a:pt x="8" y="2"/>
                  </a:lnTo>
                  <a:lnTo>
                    <a:pt x="9" y="3"/>
                  </a:lnTo>
                  <a:lnTo>
                    <a:pt x="8" y="3"/>
                  </a:lnTo>
                  <a:lnTo>
                    <a:pt x="7" y="4"/>
                  </a:lnTo>
                  <a:lnTo>
                    <a:pt x="6" y="6"/>
                  </a:lnTo>
                  <a:lnTo>
                    <a:pt x="5" y="7"/>
                  </a:lnTo>
                  <a:lnTo>
                    <a:pt x="4" y="8"/>
                  </a:lnTo>
                  <a:lnTo>
                    <a:pt x="3" y="9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1" y="11"/>
                  </a:lnTo>
                  <a:lnTo>
                    <a:pt x="1" y="12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1" y="17"/>
                  </a:lnTo>
                  <a:lnTo>
                    <a:pt x="2" y="15"/>
                  </a:lnTo>
                  <a:lnTo>
                    <a:pt x="3" y="14"/>
                  </a:lnTo>
                  <a:lnTo>
                    <a:pt x="5" y="14"/>
                  </a:lnTo>
                  <a:lnTo>
                    <a:pt x="6" y="14"/>
                  </a:lnTo>
                  <a:lnTo>
                    <a:pt x="7" y="14"/>
                  </a:lnTo>
                  <a:lnTo>
                    <a:pt x="7" y="15"/>
                  </a:lnTo>
                  <a:lnTo>
                    <a:pt x="7" y="17"/>
                  </a:lnTo>
                  <a:lnTo>
                    <a:pt x="7" y="18"/>
                  </a:lnTo>
                  <a:lnTo>
                    <a:pt x="8" y="19"/>
                  </a:lnTo>
                  <a:lnTo>
                    <a:pt x="9" y="19"/>
                  </a:lnTo>
                  <a:lnTo>
                    <a:pt x="9" y="20"/>
                  </a:lnTo>
                  <a:lnTo>
                    <a:pt x="10" y="20"/>
                  </a:lnTo>
                  <a:lnTo>
                    <a:pt x="12" y="20"/>
                  </a:lnTo>
                  <a:lnTo>
                    <a:pt x="13" y="20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7" y="19"/>
                  </a:lnTo>
                  <a:lnTo>
                    <a:pt x="18" y="18"/>
                  </a:lnTo>
                  <a:lnTo>
                    <a:pt x="19" y="17"/>
                  </a:lnTo>
                  <a:lnTo>
                    <a:pt x="19" y="16"/>
                  </a:lnTo>
                  <a:lnTo>
                    <a:pt x="20" y="15"/>
                  </a:lnTo>
                  <a:lnTo>
                    <a:pt x="22" y="14"/>
                  </a:lnTo>
                  <a:lnTo>
                    <a:pt x="22" y="15"/>
                  </a:lnTo>
                  <a:lnTo>
                    <a:pt x="23" y="17"/>
                  </a:lnTo>
                  <a:lnTo>
                    <a:pt x="25" y="18"/>
                  </a:lnTo>
                  <a:lnTo>
                    <a:pt x="26" y="19"/>
                  </a:lnTo>
                  <a:lnTo>
                    <a:pt x="27" y="20"/>
                  </a:lnTo>
                  <a:lnTo>
                    <a:pt x="27" y="19"/>
                  </a:lnTo>
                  <a:lnTo>
                    <a:pt x="28" y="18"/>
                  </a:lnTo>
                  <a:lnTo>
                    <a:pt x="29" y="16"/>
                  </a:lnTo>
                  <a:lnTo>
                    <a:pt x="30" y="15"/>
                  </a:lnTo>
                  <a:lnTo>
                    <a:pt x="30" y="13"/>
                  </a:lnTo>
                  <a:lnTo>
                    <a:pt x="31" y="14"/>
                  </a:lnTo>
                  <a:lnTo>
                    <a:pt x="32" y="15"/>
                  </a:lnTo>
                  <a:lnTo>
                    <a:pt x="34" y="15"/>
                  </a:lnTo>
                  <a:lnTo>
                    <a:pt x="36" y="15"/>
                  </a:lnTo>
                  <a:lnTo>
                    <a:pt x="38" y="15"/>
                  </a:lnTo>
                  <a:lnTo>
                    <a:pt x="37" y="14"/>
                  </a:lnTo>
                  <a:lnTo>
                    <a:pt x="37" y="13"/>
                  </a:lnTo>
                  <a:lnTo>
                    <a:pt x="38" y="12"/>
                  </a:lnTo>
                  <a:lnTo>
                    <a:pt x="39" y="12"/>
                  </a:lnTo>
                  <a:lnTo>
                    <a:pt x="40" y="11"/>
                  </a:lnTo>
                  <a:lnTo>
                    <a:pt x="40" y="10"/>
                  </a:lnTo>
                  <a:lnTo>
                    <a:pt x="41" y="9"/>
                  </a:lnTo>
                  <a:lnTo>
                    <a:pt x="40" y="8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38" name="Ukraine">
              <a:extLst>
                <a:ext uri="{FF2B5EF4-FFF2-40B4-BE49-F238E27FC236}">
                  <a16:creationId xmlns:a16="http://schemas.microsoft.com/office/drawing/2014/main" id="{55C6F4A6-8DEE-4E0E-992E-069D00147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9505" y="3257626"/>
              <a:ext cx="375001" cy="232235"/>
            </a:xfrm>
            <a:custGeom>
              <a:avLst/>
              <a:gdLst>
                <a:gd name="T0" fmla="*/ 2147483647 w 168"/>
                <a:gd name="T1" fmla="*/ 2147483647 h 95"/>
                <a:gd name="T2" fmla="*/ 2147483647 w 168"/>
                <a:gd name="T3" fmla="*/ 2147483647 h 95"/>
                <a:gd name="T4" fmla="*/ 2147483647 w 168"/>
                <a:gd name="T5" fmla="*/ 2147483647 h 95"/>
                <a:gd name="T6" fmla="*/ 2147483647 w 168"/>
                <a:gd name="T7" fmla="*/ 2147483647 h 95"/>
                <a:gd name="T8" fmla="*/ 2147483647 w 168"/>
                <a:gd name="T9" fmla="*/ 2147483647 h 95"/>
                <a:gd name="T10" fmla="*/ 2147483647 w 168"/>
                <a:gd name="T11" fmla="*/ 2147483647 h 95"/>
                <a:gd name="T12" fmla="*/ 2147483647 w 168"/>
                <a:gd name="T13" fmla="*/ 2147483647 h 95"/>
                <a:gd name="T14" fmla="*/ 2147483647 w 168"/>
                <a:gd name="T15" fmla="*/ 2147483647 h 95"/>
                <a:gd name="T16" fmla="*/ 2147483647 w 168"/>
                <a:gd name="T17" fmla="*/ 2147483647 h 95"/>
                <a:gd name="T18" fmla="*/ 2147483647 w 168"/>
                <a:gd name="T19" fmla="*/ 2147483647 h 95"/>
                <a:gd name="T20" fmla="*/ 2147483647 w 168"/>
                <a:gd name="T21" fmla="*/ 2147483647 h 95"/>
                <a:gd name="T22" fmla="*/ 2147483647 w 168"/>
                <a:gd name="T23" fmla="*/ 2147483647 h 95"/>
                <a:gd name="T24" fmla="*/ 2147483647 w 168"/>
                <a:gd name="T25" fmla="*/ 2147483647 h 95"/>
                <a:gd name="T26" fmla="*/ 2147483647 w 168"/>
                <a:gd name="T27" fmla="*/ 2147483647 h 95"/>
                <a:gd name="T28" fmla="*/ 2147483647 w 168"/>
                <a:gd name="T29" fmla="*/ 2147483647 h 95"/>
                <a:gd name="T30" fmla="*/ 2147483647 w 168"/>
                <a:gd name="T31" fmla="*/ 2147483647 h 95"/>
                <a:gd name="T32" fmla="*/ 2147483647 w 168"/>
                <a:gd name="T33" fmla="*/ 2147483647 h 95"/>
                <a:gd name="T34" fmla="*/ 2147483647 w 168"/>
                <a:gd name="T35" fmla="*/ 2147483647 h 95"/>
                <a:gd name="T36" fmla="*/ 2147483647 w 168"/>
                <a:gd name="T37" fmla="*/ 2147483647 h 95"/>
                <a:gd name="T38" fmla="*/ 2147483647 w 168"/>
                <a:gd name="T39" fmla="*/ 2147483647 h 95"/>
                <a:gd name="T40" fmla="*/ 2147483647 w 168"/>
                <a:gd name="T41" fmla="*/ 2147483647 h 95"/>
                <a:gd name="T42" fmla="*/ 2147483647 w 168"/>
                <a:gd name="T43" fmla="*/ 2147483647 h 95"/>
                <a:gd name="T44" fmla="*/ 2147483647 w 168"/>
                <a:gd name="T45" fmla="*/ 2147483647 h 95"/>
                <a:gd name="T46" fmla="*/ 2147483647 w 168"/>
                <a:gd name="T47" fmla="*/ 2147483647 h 95"/>
                <a:gd name="T48" fmla="*/ 2147483647 w 168"/>
                <a:gd name="T49" fmla="*/ 2147483647 h 95"/>
                <a:gd name="T50" fmla="*/ 2147483647 w 168"/>
                <a:gd name="T51" fmla="*/ 2147483647 h 95"/>
                <a:gd name="T52" fmla="*/ 2147483647 w 168"/>
                <a:gd name="T53" fmla="*/ 2147483647 h 95"/>
                <a:gd name="T54" fmla="*/ 2147483647 w 168"/>
                <a:gd name="T55" fmla="*/ 2147483647 h 95"/>
                <a:gd name="T56" fmla="*/ 2147483647 w 168"/>
                <a:gd name="T57" fmla="*/ 2147483647 h 95"/>
                <a:gd name="T58" fmla="*/ 2147483647 w 168"/>
                <a:gd name="T59" fmla="*/ 2147483647 h 95"/>
                <a:gd name="T60" fmla="*/ 2147483647 w 168"/>
                <a:gd name="T61" fmla="*/ 2147483647 h 95"/>
                <a:gd name="T62" fmla="*/ 2147483647 w 168"/>
                <a:gd name="T63" fmla="*/ 2147483647 h 95"/>
                <a:gd name="T64" fmla="*/ 2147483647 w 168"/>
                <a:gd name="T65" fmla="*/ 2147483647 h 95"/>
                <a:gd name="T66" fmla="*/ 2147483647 w 168"/>
                <a:gd name="T67" fmla="*/ 2147483647 h 95"/>
                <a:gd name="T68" fmla="*/ 2147483647 w 168"/>
                <a:gd name="T69" fmla="*/ 2147483647 h 95"/>
                <a:gd name="T70" fmla="*/ 2147483647 w 168"/>
                <a:gd name="T71" fmla="*/ 2147483647 h 95"/>
                <a:gd name="T72" fmla="*/ 2147483647 w 168"/>
                <a:gd name="T73" fmla="*/ 2147483647 h 95"/>
                <a:gd name="T74" fmla="*/ 2147483647 w 168"/>
                <a:gd name="T75" fmla="*/ 2147483647 h 95"/>
                <a:gd name="T76" fmla="*/ 2147483647 w 168"/>
                <a:gd name="T77" fmla="*/ 2147483647 h 95"/>
                <a:gd name="T78" fmla="*/ 2147483647 w 168"/>
                <a:gd name="T79" fmla="*/ 2147483647 h 95"/>
                <a:gd name="T80" fmla="*/ 2147483647 w 168"/>
                <a:gd name="T81" fmla="*/ 2147483647 h 95"/>
                <a:gd name="T82" fmla="*/ 2147483647 w 168"/>
                <a:gd name="T83" fmla="*/ 2147483647 h 95"/>
                <a:gd name="T84" fmla="*/ 2147483647 w 168"/>
                <a:gd name="T85" fmla="*/ 2147483647 h 95"/>
                <a:gd name="T86" fmla="*/ 2147483647 w 168"/>
                <a:gd name="T87" fmla="*/ 2147483647 h 95"/>
                <a:gd name="T88" fmla="*/ 2147483647 w 168"/>
                <a:gd name="T89" fmla="*/ 2147483647 h 95"/>
                <a:gd name="T90" fmla="*/ 2147483647 w 168"/>
                <a:gd name="T91" fmla="*/ 2147483647 h 95"/>
                <a:gd name="T92" fmla="*/ 2147483647 w 168"/>
                <a:gd name="T93" fmla="*/ 2147483647 h 95"/>
                <a:gd name="T94" fmla="*/ 2147483647 w 168"/>
                <a:gd name="T95" fmla="*/ 2147483647 h 95"/>
                <a:gd name="T96" fmla="*/ 2147483647 w 168"/>
                <a:gd name="T97" fmla="*/ 2147483647 h 95"/>
                <a:gd name="T98" fmla="*/ 2147483647 w 168"/>
                <a:gd name="T99" fmla="*/ 2147483647 h 95"/>
                <a:gd name="T100" fmla="*/ 2147483647 w 168"/>
                <a:gd name="T101" fmla="*/ 2147483647 h 95"/>
                <a:gd name="T102" fmla="*/ 2147483647 w 168"/>
                <a:gd name="T103" fmla="*/ 2147483647 h 95"/>
                <a:gd name="T104" fmla="*/ 2147483647 w 168"/>
                <a:gd name="T105" fmla="*/ 2147483647 h 95"/>
                <a:gd name="T106" fmla="*/ 2147483647 w 168"/>
                <a:gd name="T107" fmla="*/ 2147483647 h 95"/>
                <a:gd name="T108" fmla="*/ 2147483647 w 168"/>
                <a:gd name="T109" fmla="*/ 2147483647 h 95"/>
                <a:gd name="T110" fmla="*/ 2147483647 w 168"/>
                <a:gd name="T111" fmla="*/ 2147483647 h 95"/>
                <a:gd name="T112" fmla="*/ 2147483647 w 168"/>
                <a:gd name="T113" fmla="*/ 2147483647 h 95"/>
                <a:gd name="T114" fmla="*/ 2147483647 w 168"/>
                <a:gd name="T115" fmla="*/ 2147483647 h 95"/>
                <a:gd name="T116" fmla="*/ 2147483647 w 168"/>
                <a:gd name="T117" fmla="*/ 2147483647 h 9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68"/>
                <a:gd name="T178" fmla="*/ 0 h 95"/>
                <a:gd name="T179" fmla="*/ 168 w 168"/>
                <a:gd name="T180" fmla="*/ 95 h 95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68" h="95">
                  <a:moveTo>
                    <a:pt x="89" y="3"/>
                  </a:moveTo>
                  <a:lnTo>
                    <a:pt x="88" y="3"/>
                  </a:lnTo>
                  <a:lnTo>
                    <a:pt x="86" y="3"/>
                  </a:lnTo>
                  <a:lnTo>
                    <a:pt x="85" y="3"/>
                  </a:lnTo>
                  <a:lnTo>
                    <a:pt x="84" y="3"/>
                  </a:lnTo>
                  <a:lnTo>
                    <a:pt x="82" y="5"/>
                  </a:lnTo>
                  <a:lnTo>
                    <a:pt x="81" y="5"/>
                  </a:lnTo>
                  <a:lnTo>
                    <a:pt x="79" y="6"/>
                  </a:lnTo>
                  <a:lnTo>
                    <a:pt x="78" y="6"/>
                  </a:lnTo>
                  <a:lnTo>
                    <a:pt x="77" y="6"/>
                  </a:lnTo>
                  <a:lnTo>
                    <a:pt x="76" y="6"/>
                  </a:lnTo>
                  <a:lnTo>
                    <a:pt x="76" y="7"/>
                  </a:lnTo>
                  <a:lnTo>
                    <a:pt x="76" y="8"/>
                  </a:lnTo>
                  <a:lnTo>
                    <a:pt x="77" y="8"/>
                  </a:lnTo>
                  <a:lnTo>
                    <a:pt x="77" y="9"/>
                  </a:lnTo>
                  <a:lnTo>
                    <a:pt x="78" y="9"/>
                  </a:lnTo>
                  <a:lnTo>
                    <a:pt x="78" y="10"/>
                  </a:lnTo>
                  <a:lnTo>
                    <a:pt x="77" y="10"/>
                  </a:lnTo>
                  <a:lnTo>
                    <a:pt x="76" y="10"/>
                  </a:lnTo>
                  <a:lnTo>
                    <a:pt x="75" y="10"/>
                  </a:lnTo>
                  <a:lnTo>
                    <a:pt x="75" y="11"/>
                  </a:lnTo>
                  <a:lnTo>
                    <a:pt x="74" y="11"/>
                  </a:lnTo>
                  <a:lnTo>
                    <a:pt x="73" y="11"/>
                  </a:lnTo>
                  <a:lnTo>
                    <a:pt x="72" y="11"/>
                  </a:lnTo>
                  <a:lnTo>
                    <a:pt x="71" y="11"/>
                  </a:lnTo>
                  <a:lnTo>
                    <a:pt x="69" y="12"/>
                  </a:lnTo>
                  <a:lnTo>
                    <a:pt x="68" y="11"/>
                  </a:lnTo>
                  <a:lnTo>
                    <a:pt x="68" y="10"/>
                  </a:lnTo>
                  <a:lnTo>
                    <a:pt x="67" y="10"/>
                  </a:lnTo>
                  <a:lnTo>
                    <a:pt x="67" y="9"/>
                  </a:lnTo>
                  <a:lnTo>
                    <a:pt x="66" y="9"/>
                  </a:lnTo>
                  <a:lnTo>
                    <a:pt x="65" y="9"/>
                  </a:lnTo>
                  <a:lnTo>
                    <a:pt x="65" y="10"/>
                  </a:lnTo>
                  <a:lnTo>
                    <a:pt x="64" y="10"/>
                  </a:lnTo>
                  <a:lnTo>
                    <a:pt x="62" y="10"/>
                  </a:lnTo>
                  <a:lnTo>
                    <a:pt x="60" y="9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7" y="9"/>
                  </a:lnTo>
                  <a:lnTo>
                    <a:pt x="56" y="9"/>
                  </a:lnTo>
                  <a:lnTo>
                    <a:pt x="55" y="10"/>
                  </a:lnTo>
                  <a:lnTo>
                    <a:pt x="54" y="10"/>
                  </a:lnTo>
                  <a:lnTo>
                    <a:pt x="53" y="9"/>
                  </a:lnTo>
                  <a:lnTo>
                    <a:pt x="52" y="9"/>
                  </a:lnTo>
                  <a:lnTo>
                    <a:pt x="51" y="9"/>
                  </a:lnTo>
                  <a:lnTo>
                    <a:pt x="50" y="8"/>
                  </a:lnTo>
                  <a:lnTo>
                    <a:pt x="48" y="8"/>
                  </a:lnTo>
                  <a:lnTo>
                    <a:pt x="45" y="8"/>
                  </a:lnTo>
                  <a:lnTo>
                    <a:pt x="42" y="8"/>
                  </a:lnTo>
                  <a:lnTo>
                    <a:pt x="40" y="8"/>
                  </a:lnTo>
                  <a:lnTo>
                    <a:pt x="38" y="7"/>
                  </a:lnTo>
                  <a:lnTo>
                    <a:pt x="36" y="6"/>
                  </a:lnTo>
                  <a:lnTo>
                    <a:pt x="35" y="5"/>
                  </a:lnTo>
                  <a:lnTo>
                    <a:pt x="34" y="5"/>
                  </a:lnTo>
                  <a:lnTo>
                    <a:pt x="33" y="5"/>
                  </a:lnTo>
                  <a:lnTo>
                    <a:pt x="32" y="6"/>
                  </a:lnTo>
                  <a:lnTo>
                    <a:pt x="31" y="5"/>
                  </a:lnTo>
                  <a:lnTo>
                    <a:pt x="29" y="5"/>
                  </a:lnTo>
                  <a:lnTo>
                    <a:pt x="28" y="5"/>
                  </a:lnTo>
                  <a:lnTo>
                    <a:pt x="26" y="5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2" y="7"/>
                  </a:lnTo>
                  <a:lnTo>
                    <a:pt x="21" y="7"/>
                  </a:lnTo>
                  <a:lnTo>
                    <a:pt x="21" y="8"/>
                  </a:lnTo>
                  <a:lnTo>
                    <a:pt x="20" y="8"/>
                  </a:lnTo>
                  <a:lnTo>
                    <a:pt x="20" y="9"/>
                  </a:lnTo>
                  <a:lnTo>
                    <a:pt x="18" y="9"/>
                  </a:lnTo>
                  <a:lnTo>
                    <a:pt x="17" y="10"/>
                  </a:lnTo>
                  <a:lnTo>
                    <a:pt x="16" y="10"/>
                  </a:lnTo>
                  <a:lnTo>
                    <a:pt x="15" y="10"/>
                  </a:lnTo>
                  <a:lnTo>
                    <a:pt x="13" y="10"/>
                  </a:lnTo>
                  <a:lnTo>
                    <a:pt x="15" y="13"/>
                  </a:lnTo>
                  <a:lnTo>
                    <a:pt x="15" y="14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6" y="16"/>
                  </a:lnTo>
                  <a:lnTo>
                    <a:pt x="17" y="18"/>
                  </a:lnTo>
                  <a:lnTo>
                    <a:pt x="19" y="20"/>
                  </a:lnTo>
                  <a:lnTo>
                    <a:pt x="19" y="22"/>
                  </a:lnTo>
                  <a:lnTo>
                    <a:pt x="19" y="23"/>
                  </a:lnTo>
                  <a:lnTo>
                    <a:pt x="19" y="24"/>
                  </a:lnTo>
                  <a:lnTo>
                    <a:pt x="19" y="25"/>
                  </a:lnTo>
                  <a:lnTo>
                    <a:pt x="17" y="26"/>
                  </a:lnTo>
                  <a:lnTo>
                    <a:pt x="15" y="27"/>
                  </a:lnTo>
                  <a:lnTo>
                    <a:pt x="14" y="28"/>
                  </a:lnTo>
                  <a:lnTo>
                    <a:pt x="13" y="28"/>
                  </a:lnTo>
                  <a:lnTo>
                    <a:pt x="13" y="30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10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7" y="33"/>
                  </a:lnTo>
                  <a:lnTo>
                    <a:pt x="7" y="34"/>
                  </a:lnTo>
                  <a:lnTo>
                    <a:pt x="7" y="35"/>
                  </a:lnTo>
                  <a:lnTo>
                    <a:pt x="6" y="35"/>
                  </a:lnTo>
                  <a:lnTo>
                    <a:pt x="6" y="36"/>
                  </a:lnTo>
                  <a:lnTo>
                    <a:pt x="6" y="37"/>
                  </a:lnTo>
                  <a:lnTo>
                    <a:pt x="7" y="38"/>
                  </a:lnTo>
                  <a:lnTo>
                    <a:pt x="8" y="38"/>
                  </a:lnTo>
                  <a:lnTo>
                    <a:pt x="8" y="39"/>
                  </a:lnTo>
                  <a:lnTo>
                    <a:pt x="8" y="40"/>
                  </a:lnTo>
                  <a:lnTo>
                    <a:pt x="7" y="40"/>
                  </a:lnTo>
                  <a:lnTo>
                    <a:pt x="6" y="40"/>
                  </a:lnTo>
                  <a:lnTo>
                    <a:pt x="6" y="39"/>
                  </a:lnTo>
                  <a:lnTo>
                    <a:pt x="5" y="38"/>
                  </a:lnTo>
                  <a:lnTo>
                    <a:pt x="4" y="38"/>
                  </a:lnTo>
                  <a:lnTo>
                    <a:pt x="2" y="38"/>
                  </a:lnTo>
                  <a:lnTo>
                    <a:pt x="1" y="38"/>
                  </a:lnTo>
                  <a:lnTo>
                    <a:pt x="0" y="38"/>
                  </a:lnTo>
                  <a:lnTo>
                    <a:pt x="0" y="39"/>
                  </a:lnTo>
                  <a:lnTo>
                    <a:pt x="0" y="40"/>
                  </a:lnTo>
                  <a:lnTo>
                    <a:pt x="0" y="41"/>
                  </a:lnTo>
                  <a:lnTo>
                    <a:pt x="0" y="42"/>
                  </a:lnTo>
                  <a:lnTo>
                    <a:pt x="1" y="45"/>
                  </a:lnTo>
                  <a:lnTo>
                    <a:pt x="1" y="47"/>
                  </a:lnTo>
                  <a:lnTo>
                    <a:pt x="3" y="50"/>
                  </a:lnTo>
                  <a:lnTo>
                    <a:pt x="4" y="52"/>
                  </a:lnTo>
                  <a:lnTo>
                    <a:pt x="5" y="53"/>
                  </a:lnTo>
                  <a:lnTo>
                    <a:pt x="6" y="54"/>
                  </a:lnTo>
                  <a:lnTo>
                    <a:pt x="7" y="54"/>
                  </a:lnTo>
                  <a:lnTo>
                    <a:pt x="7" y="55"/>
                  </a:lnTo>
                  <a:lnTo>
                    <a:pt x="8" y="54"/>
                  </a:lnTo>
                  <a:lnTo>
                    <a:pt x="9" y="54"/>
                  </a:lnTo>
                  <a:lnTo>
                    <a:pt x="9" y="53"/>
                  </a:lnTo>
                  <a:lnTo>
                    <a:pt x="9" y="52"/>
                  </a:lnTo>
                  <a:lnTo>
                    <a:pt x="10" y="52"/>
                  </a:lnTo>
                  <a:lnTo>
                    <a:pt x="11" y="51"/>
                  </a:lnTo>
                  <a:lnTo>
                    <a:pt x="12" y="51"/>
                  </a:lnTo>
                  <a:lnTo>
                    <a:pt x="14" y="51"/>
                  </a:lnTo>
                  <a:lnTo>
                    <a:pt x="15" y="52"/>
                  </a:lnTo>
                  <a:lnTo>
                    <a:pt x="16" y="53"/>
                  </a:lnTo>
                  <a:lnTo>
                    <a:pt x="17" y="53"/>
                  </a:lnTo>
                  <a:lnTo>
                    <a:pt x="18" y="53"/>
                  </a:lnTo>
                  <a:lnTo>
                    <a:pt x="21" y="53"/>
                  </a:lnTo>
                  <a:lnTo>
                    <a:pt x="22" y="53"/>
                  </a:lnTo>
                  <a:lnTo>
                    <a:pt x="23" y="53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4"/>
                  </a:lnTo>
                  <a:lnTo>
                    <a:pt x="27" y="53"/>
                  </a:lnTo>
                  <a:lnTo>
                    <a:pt x="28" y="53"/>
                  </a:lnTo>
                  <a:lnTo>
                    <a:pt x="31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6" y="52"/>
                  </a:lnTo>
                  <a:lnTo>
                    <a:pt x="37" y="52"/>
                  </a:lnTo>
                  <a:lnTo>
                    <a:pt x="38" y="51"/>
                  </a:lnTo>
                  <a:lnTo>
                    <a:pt x="38" y="50"/>
                  </a:lnTo>
                  <a:lnTo>
                    <a:pt x="39" y="50"/>
                  </a:lnTo>
                  <a:lnTo>
                    <a:pt x="41" y="49"/>
                  </a:lnTo>
                  <a:lnTo>
                    <a:pt x="42" y="49"/>
                  </a:lnTo>
                  <a:lnTo>
                    <a:pt x="44" y="48"/>
                  </a:lnTo>
                  <a:lnTo>
                    <a:pt x="45" y="47"/>
                  </a:lnTo>
                  <a:lnTo>
                    <a:pt x="46" y="47"/>
                  </a:lnTo>
                  <a:lnTo>
                    <a:pt x="48" y="47"/>
                  </a:lnTo>
                  <a:lnTo>
                    <a:pt x="49" y="47"/>
                  </a:lnTo>
                  <a:lnTo>
                    <a:pt x="51" y="47"/>
                  </a:lnTo>
                  <a:lnTo>
                    <a:pt x="54" y="47"/>
                  </a:lnTo>
                  <a:lnTo>
                    <a:pt x="56" y="48"/>
                  </a:lnTo>
                  <a:lnTo>
                    <a:pt x="61" y="49"/>
                  </a:lnTo>
                  <a:lnTo>
                    <a:pt x="64" y="50"/>
                  </a:lnTo>
                  <a:lnTo>
                    <a:pt x="66" y="52"/>
                  </a:lnTo>
                  <a:lnTo>
                    <a:pt x="67" y="54"/>
                  </a:lnTo>
                  <a:lnTo>
                    <a:pt x="68" y="57"/>
                  </a:lnTo>
                  <a:lnTo>
                    <a:pt x="70" y="60"/>
                  </a:lnTo>
                  <a:lnTo>
                    <a:pt x="70" y="62"/>
                  </a:lnTo>
                  <a:lnTo>
                    <a:pt x="71" y="64"/>
                  </a:lnTo>
                  <a:lnTo>
                    <a:pt x="71" y="67"/>
                  </a:lnTo>
                  <a:lnTo>
                    <a:pt x="71" y="70"/>
                  </a:lnTo>
                  <a:lnTo>
                    <a:pt x="70" y="70"/>
                  </a:lnTo>
                  <a:lnTo>
                    <a:pt x="69" y="70"/>
                  </a:lnTo>
                  <a:lnTo>
                    <a:pt x="69" y="71"/>
                  </a:lnTo>
                  <a:lnTo>
                    <a:pt x="68" y="71"/>
                  </a:lnTo>
                  <a:lnTo>
                    <a:pt x="67" y="71"/>
                  </a:lnTo>
                  <a:lnTo>
                    <a:pt x="66" y="71"/>
                  </a:lnTo>
                  <a:lnTo>
                    <a:pt x="66" y="72"/>
                  </a:lnTo>
                  <a:lnTo>
                    <a:pt x="65" y="72"/>
                  </a:lnTo>
                  <a:lnTo>
                    <a:pt x="65" y="73"/>
                  </a:lnTo>
                  <a:lnTo>
                    <a:pt x="65" y="74"/>
                  </a:lnTo>
                  <a:lnTo>
                    <a:pt x="65" y="75"/>
                  </a:lnTo>
                  <a:lnTo>
                    <a:pt x="64" y="75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6"/>
                  </a:lnTo>
                  <a:lnTo>
                    <a:pt x="61" y="76"/>
                  </a:lnTo>
                  <a:lnTo>
                    <a:pt x="60" y="77"/>
                  </a:lnTo>
                  <a:lnTo>
                    <a:pt x="59" y="77"/>
                  </a:lnTo>
                  <a:lnTo>
                    <a:pt x="58" y="78"/>
                  </a:lnTo>
                  <a:lnTo>
                    <a:pt x="56" y="78"/>
                  </a:lnTo>
                  <a:lnTo>
                    <a:pt x="55" y="78"/>
                  </a:lnTo>
                  <a:lnTo>
                    <a:pt x="54" y="79"/>
                  </a:lnTo>
                  <a:lnTo>
                    <a:pt x="54" y="80"/>
                  </a:lnTo>
                  <a:lnTo>
                    <a:pt x="54" y="82"/>
                  </a:lnTo>
                  <a:lnTo>
                    <a:pt x="55" y="83"/>
                  </a:lnTo>
                  <a:lnTo>
                    <a:pt x="56" y="83"/>
                  </a:lnTo>
                  <a:lnTo>
                    <a:pt x="57" y="84"/>
                  </a:lnTo>
                  <a:lnTo>
                    <a:pt x="58" y="84"/>
                  </a:lnTo>
                  <a:lnTo>
                    <a:pt x="59" y="85"/>
                  </a:lnTo>
                  <a:lnTo>
                    <a:pt x="60" y="86"/>
                  </a:lnTo>
                  <a:lnTo>
                    <a:pt x="62" y="86"/>
                  </a:lnTo>
                  <a:lnTo>
                    <a:pt x="63" y="86"/>
                  </a:lnTo>
                  <a:lnTo>
                    <a:pt x="64" y="86"/>
                  </a:lnTo>
                  <a:lnTo>
                    <a:pt x="65" y="86"/>
                  </a:lnTo>
                  <a:lnTo>
                    <a:pt x="66" y="86"/>
                  </a:lnTo>
                  <a:lnTo>
                    <a:pt x="67" y="86"/>
                  </a:lnTo>
                  <a:lnTo>
                    <a:pt x="68" y="86"/>
                  </a:lnTo>
                  <a:lnTo>
                    <a:pt x="69" y="86"/>
                  </a:lnTo>
                  <a:lnTo>
                    <a:pt x="70" y="86"/>
                  </a:lnTo>
                  <a:lnTo>
                    <a:pt x="70" y="85"/>
                  </a:lnTo>
                  <a:lnTo>
                    <a:pt x="70" y="84"/>
                  </a:lnTo>
                  <a:lnTo>
                    <a:pt x="70" y="83"/>
                  </a:lnTo>
                  <a:lnTo>
                    <a:pt x="71" y="82"/>
                  </a:lnTo>
                  <a:lnTo>
                    <a:pt x="71" y="81"/>
                  </a:lnTo>
                  <a:lnTo>
                    <a:pt x="71" y="80"/>
                  </a:lnTo>
                  <a:lnTo>
                    <a:pt x="72" y="79"/>
                  </a:lnTo>
                  <a:lnTo>
                    <a:pt x="73" y="78"/>
                  </a:lnTo>
                  <a:lnTo>
                    <a:pt x="74" y="78"/>
                  </a:lnTo>
                  <a:lnTo>
                    <a:pt x="75" y="78"/>
                  </a:lnTo>
                  <a:lnTo>
                    <a:pt x="75" y="76"/>
                  </a:lnTo>
                  <a:lnTo>
                    <a:pt x="76" y="76"/>
                  </a:lnTo>
                  <a:lnTo>
                    <a:pt x="76" y="75"/>
                  </a:lnTo>
                  <a:lnTo>
                    <a:pt x="75" y="75"/>
                  </a:lnTo>
                  <a:lnTo>
                    <a:pt x="76" y="74"/>
                  </a:lnTo>
                  <a:lnTo>
                    <a:pt x="75" y="74"/>
                  </a:lnTo>
                  <a:lnTo>
                    <a:pt x="76" y="73"/>
                  </a:lnTo>
                  <a:lnTo>
                    <a:pt x="75" y="73"/>
                  </a:lnTo>
                  <a:lnTo>
                    <a:pt x="76" y="73"/>
                  </a:lnTo>
                  <a:lnTo>
                    <a:pt x="77" y="73"/>
                  </a:lnTo>
                  <a:lnTo>
                    <a:pt x="78" y="73"/>
                  </a:lnTo>
                  <a:lnTo>
                    <a:pt x="79" y="73"/>
                  </a:lnTo>
                  <a:lnTo>
                    <a:pt x="79" y="71"/>
                  </a:lnTo>
                  <a:lnTo>
                    <a:pt x="80" y="70"/>
                  </a:lnTo>
                  <a:lnTo>
                    <a:pt x="81" y="70"/>
                  </a:lnTo>
                  <a:lnTo>
                    <a:pt x="82" y="70"/>
                  </a:lnTo>
                  <a:lnTo>
                    <a:pt x="83" y="70"/>
                  </a:lnTo>
                  <a:lnTo>
                    <a:pt x="84" y="70"/>
                  </a:lnTo>
                  <a:lnTo>
                    <a:pt x="85" y="70"/>
                  </a:lnTo>
                  <a:lnTo>
                    <a:pt x="86" y="70"/>
                  </a:lnTo>
                  <a:lnTo>
                    <a:pt x="86" y="69"/>
                  </a:lnTo>
                  <a:lnTo>
                    <a:pt x="87" y="68"/>
                  </a:lnTo>
                  <a:lnTo>
                    <a:pt x="87" y="67"/>
                  </a:lnTo>
                  <a:lnTo>
                    <a:pt x="88" y="67"/>
                  </a:lnTo>
                  <a:lnTo>
                    <a:pt x="88" y="68"/>
                  </a:lnTo>
                  <a:lnTo>
                    <a:pt x="88" y="69"/>
                  </a:lnTo>
                  <a:lnTo>
                    <a:pt x="89" y="69"/>
                  </a:lnTo>
                  <a:lnTo>
                    <a:pt x="90" y="68"/>
                  </a:lnTo>
                  <a:lnTo>
                    <a:pt x="90" y="67"/>
                  </a:lnTo>
                  <a:lnTo>
                    <a:pt x="91" y="66"/>
                  </a:lnTo>
                  <a:lnTo>
                    <a:pt x="91" y="65"/>
                  </a:lnTo>
                  <a:lnTo>
                    <a:pt x="92" y="65"/>
                  </a:lnTo>
                  <a:lnTo>
                    <a:pt x="93" y="65"/>
                  </a:lnTo>
                  <a:lnTo>
                    <a:pt x="93" y="66"/>
                  </a:lnTo>
                  <a:lnTo>
                    <a:pt x="92" y="66"/>
                  </a:lnTo>
                  <a:lnTo>
                    <a:pt x="92" y="67"/>
                  </a:lnTo>
                  <a:lnTo>
                    <a:pt x="92" y="68"/>
                  </a:lnTo>
                  <a:lnTo>
                    <a:pt x="93" y="68"/>
                  </a:lnTo>
                  <a:lnTo>
                    <a:pt x="93" y="69"/>
                  </a:lnTo>
                  <a:lnTo>
                    <a:pt x="93" y="70"/>
                  </a:lnTo>
                  <a:lnTo>
                    <a:pt x="94" y="70"/>
                  </a:lnTo>
                  <a:lnTo>
                    <a:pt x="95" y="70"/>
                  </a:lnTo>
                  <a:lnTo>
                    <a:pt x="95" y="69"/>
                  </a:lnTo>
                  <a:lnTo>
                    <a:pt x="96" y="69"/>
                  </a:lnTo>
                  <a:lnTo>
                    <a:pt x="97" y="70"/>
                  </a:lnTo>
                  <a:lnTo>
                    <a:pt x="96" y="70"/>
                  </a:lnTo>
                  <a:lnTo>
                    <a:pt x="95" y="71"/>
                  </a:lnTo>
                  <a:lnTo>
                    <a:pt x="93" y="71"/>
                  </a:lnTo>
                  <a:lnTo>
                    <a:pt x="92" y="71"/>
                  </a:lnTo>
                  <a:lnTo>
                    <a:pt x="91" y="71"/>
                  </a:lnTo>
                  <a:lnTo>
                    <a:pt x="89" y="71"/>
                  </a:lnTo>
                  <a:lnTo>
                    <a:pt x="90" y="72"/>
                  </a:lnTo>
                  <a:lnTo>
                    <a:pt x="91" y="72"/>
                  </a:lnTo>
                  <a:lnTo>
                    <a:pt x="92" y="73"/>
                  </a:lnTo>
                  <a:lnTo>
                    <a:pt x="92" y="74"/>
                  </a:lnTo>
                  <a:lnTo>
                    <a:pt x="93" y="74"/>
                  </a:lnTo>
                  <a:lnTo>
                    <a:pt x="94" y="75"/>
                  </a:lnTo>
                  <a:lnTo>
                    <a:pt x="96" y="75"/>
                  </a:lnTo>
                  <a:lnTo>
                    <a:pt x="97" y="75"/>
                  </a:lnTo>
                  <a:lnTo>
                    <a:pt x="98" y="76"/>
                  </a:lnTo>
                  <a:lnTo>
                    <a:pt x="101" y="76"/>
                  </a:lnTo>
                  <a:lnTo>
                    <a:pt x="104" y="76"/>
                  </a:lnTo>
                  <a:lnTo>
                    <a:pt x="104" y="77"/>
                  </a:lnTo>
                  <a:lnTo>
                    <a:pt x="105" y="77"/>
                  </a:lnTo>
                  <a:lnTo>
                    <a:pt x="105" y="78"/>
                  </a:lnTo>
                  <a:lnTo>
                    <a:pt x="104" y="79"/>
                  </a:lnTo>
                  <a:lnTo>
                    <a:pt x="102" y="80"/>
                  </a:lnTo>
                  <a:lnTo>
                    <a:pt x="101" y="80"/>
                  </a:lnTo>
                  <a:lnTo>
                    <a:pt x="99" y="82"/>
                  </a:lnTo>
                  <a:lnTo>
                    <a:pt x="97" y="83"/>
                  </a:lnTo>
                  <a:lnTo>
                    <a:pt x="97" y="85"/>
                  </a:lnTo>
                  <a:lnTo>
                    <a:pt x="98" y="85"/>
                  </a:lnTo>
                  <a:lnTo>
                    <a:pt x="99" y="86"/>
                  </a:lnTo>
                  <a:lnTo>
                    <a:pt x="100" y="87"/>
                  </a:lnTo>
                  <a:lnTo>
                    <a:pt x="102" y="87"/>
                  </a:lnTo>
                  <a:lnTo>
                    <a:pt x="104" y="87"/>
                  </a:lnTo>
                  <a:lnTo>
                    <a:pt x="105" y="88"/>
                  </a:lnTo>
                  <a:lnTo>
                    <a:pt x="106" y="88"/>
                  </a:lnTo>
                  <a:lnTo>
                    <a:pt x="106" y="89"/>
                  </a:lnTo>
                  <a:lnTo>
                    <a:pt x="105" y="90"/>
                  </a:lnTo>
                  <a:lnTo>
                    <a:pt x="105" y="91"/>
                  </a:lnTo>
                  <a:lnTo>
                    <a:pt x="105" y="92"/>
                  </a:lnTo>
                  <a:lnTo>
                    <a:pt x="105" y="93"/>
                  </a:lnTo>
                  <a:lnTo>
                    <a:pt x="105" y="95"/>
                  </a:lnTo>
                  <a:lnTo>
                    <a:pt x="106" y="95"/>
                  </a:lnTo>
                  <a:lnTo>
                    <a:pt x="107" y="95"/>
                  </a:lnTo>
                  <a:lnTo>
                    <a:pt x="108" y="95"/>
                  </a:lnTo>
                  <a:lnTo>
                    <a:pt x="109" y="95"/>
                  </a:lnTo>
                  <a:lnTo>
                    <a:pt x="110" y="95"/>
                  </a:lnTo>
                  <a:lnTo>
                    <a:pt x="111" y="95"/>
                  </a:lnTo>
                  <a:lnTo>
                    <a:pt x="111" y="94"/>
                  </a:lnTo>
                  <a:lnTo>
                    <a:pt x="112" y="94"/>
                  </a:lnTo>
                  <a:lnTo>
                    <a:pt x="113" y="93"/>
                  </a:lnTo>
                  <a:lnTo>
                    <a:pt x="114" y="92"/>
                  </a:lnTo>
                  <a:lnTo>
                    <a:pt x="114" y="91"/>
                  </a:lnTo>
                  <a:lnTo>
                    <a:pt x="113" y="91"/>
                  </a:lnTo>
                  <a:lnTo>
                    <a:pt x="114" y="91"/>
                  </a:lnTo>
                  <a:lnTo>
                    <a:pt x="114" y="90"/>
                  </a:lnTo>
                  <a:lnTo>
                    <a:pt x="115" y="91"/>
                  </a:lnTo>
                  <a:lnTo>
                    <a:pt x="116" y="91"/>
                  </a:lnTo>
                  <a:lnTo>
                    <a:pt x="116" y="90"/>
                  </a:lnTo>
                  <a:lnTo>
                    <a:pt x="117" y="90"/>
                  </a:lnTo>
                  <a:lnTo>
                    <a:pt x="118" y="90"/>
                  </a:lnTo>
                  <a:lnTo>
                    <a:pt x="119" y="90"/>
                  </a:lnTo>
                  <a:lnTo>
                    <a:pt x="120" y="90"/>
                  </a:lnTo>
                  <a:lnTo>
                    <a:pt x="121" y="90"/>
                  </a:lnTo>
                  <a:lnTo>
                    <a:pt x="121" y="89"/>
                  </a:lnTo>
                  <a:lnTo>
                    <a:pt x="122" y="89"/>
                  </a:lnTo>
                  <a:lnTo>
                    <a:pt x="123" y="88"/>
                  </a:lnTo>
                  <a:lnTo>
                    <a:pt x="124" y="88"/>
                  </a:lnTo>
                  <a:lnTo>
                    <a:pt x="125" y="87"/>
                  </a:lnTo>
                  <a:lnTo>
                    <a:pt x="126" y="88"/>
                  </a:lnTo>
                  <a:lnTo>
                    <a:pt x="127" y="88"/>
                  </a:lnTo>
                  <a:lnTo>
                    <a:pt x="129" y="88"/>
                  </a:lnTo>
                  <a:lnTo>
                    <a:pt x="130" y="88"/>
                  </a:lnTo>
                  <a:lnTo>
                    <a:pt x="131" y="87"/>
                  </a:lnTo>
                  <a:lnTo>
                    <a:pt x="132" y="85"/>
                  </a:lnTo>
                  <a:lnTo>
                    <a:pt x="133" y="84"/>
                  </a:lnTo>
                  <a:lnTo>
                    <a:pt x="132" y="84"/>
                  </a:lnTo>
                  <a:lnTo>
                    <a:pt x="133" y="83"/>
                  </a:lnTo>
                  <a:lnTo>
                    <a:pt x="132" y="83"/>
                  </a:lnTo>
                  <a:lnTo>
                    <a:pt x="131" y="83"/>
                  </a:lnTo>
                  <a:lnTo>
                    <a:pt x="130" y="83"/>
                  </a:lnTo>
                  <a:lnTo>
                    <a:pt x="129" y="83"/>
                  </a:lnTo>
                  <a:lnTo>
                    <a:pt x="127" y="84"/>
                  </a:lnTo>
                  <a:lnTo>
                    <a:pt x="125" y="85"/>
                  </a:lnTo>
                  <a:lnTo>
                    <a:pt x="122" y="85"/>
                  </a:lnTo>
                  <a:lnTo>
                    <a:pt x="120" y="85"/>
                  </a:lnTo>
                  <a:lnTo>
                    <a:pt x="118" y="83"/>
                  </a:lnTo>
                  <a:lnTo>
                    <a:pt x="117" y="81"/>
                  </a:lnTo>
                  <a:lnTo>
                    <a:pt x="116" y="81"/>
                  </a:lnTo>
                  <a:lnTo>
                    <a:pt x="116" y="80"/>
                  </a:lnTo>
                  <a:lnTo>
                    <a:pt x="115" y="79"/>
                  </a:lnTo>
                  <a:lnTo>
                    <a:pt x="114" y="78"/>
                  </a:lnTo>
                  <a:lnTo>
                    <a:pt x="113" y="78"/>
                  </a:lnTo>
                  <a:lnTo>
                    <a:pt x="111" y="77"/>
                  </a:lnTo>
                  <a:lnTo>
                    <a:pt x="110" y="77"/>
                  </a:lnTo>
                  <a:lnTo>
                    <a:pt x="109" y="77"/>
                  </a:lnTo>
                  <a:lnTo>
                    <a:pt x="109" y="76"/>
                  </a:lnTo>
                  <a:lnTo>
                    <a:pt x="108" y="75"/>
                  </a:lnTo>
                  <a:lnTo>
                    <a:pt x="108" y="74"/>
                  </a:lnTo>
                  <a:lnTo>
                    <a:pt x="109" y="74"/>
                  </a:lnTo>
                  <a:lnTo>
                    <a:pt x="110" y="74"/>
                  </a:lnTo>
                  <a:lnTo>
                    <a:pt x="111" y="75"/>
                  </a:lnTo>
                  <a:lnTo>
                    <a:pt x="112" y="75"/>
                  </a:lnTo>
                  <a:lnTo>
                    <a:pt x="112" y="74"/>
                  </a:lnTo>
                  <a:lnTo>
                    <a:pt x="113" y="74"/>
                  </a:lnTo>
                  <a:lnTo>
                    <a:pt x="114" y="75"/>
                  </a:lnTo>
                  <a:lnTo>
                    <a:pt x="114" y="76"/>
                  </a:lnTo>
                  <a:lnTo>
                    <a:pt x="115" y="76"/>
                  </a:lnTo>
                  <a:lnTo>
                    <a:pt x="116" y="76"/>
                  </a:lnTo>
                  <a:lnTo>
                    <a:pt x="117" y="76"/>
                  </a:lnTo>
                  <a:lnTo>
                    <a:pt x="118" y="75"/>
                  </a:lnTo>
                  <a:lnTo>
                    <a:pt x="119" y="74"/>
                  </a:lnTo>
                  <a:lnTo>
                    <a:pt x="119" y="72"/>
                  </a:lnTo>
                  <a:lnTo>
                    <a:pt x="120" y="72"/>
                  </a:lnTo>
                  <a:lnTo>
                    <a:pt x="122" y="72"/>
                  </a:lnTo>
                  <a:lnTo>
                    <a:pt x="124" y="71"/>
                  </a:lnTo>
                  <a:lnTo>
                    <a:pt x="125" y="70"/>
                  </a:lnTo>
                  <a:lnTo>
                    <a:pt x="130" y="70"/>
                  </a:lnTo>
                  <a:lnTo>
                    <a:pt x="133" y="69"/>
                  </a:lnTo>
                  <a:lnTo>
                    <a:pt x="136" y="68"/>
                  </a:lnTo>
                  <a:lnTo>
                    <a:pt x="137" y="67"/>
                  </a:lnTo>
                  <a:lnTo>
                    <a:pt x="140" y="66"/>
                  </a:lnTo>
                  <a:lnTo>
                    <a:pt x="142" y="65"/>
                  </a:lnTo>
                  <a:lnTo>
                    <a:pt x="144" y="64"/>
                  </a:lnTo>
                  <a:lnTo>
                    <a:pt x="147" y="64"/>
                  </a:lnTo>
                  <a:lnTo>
                    <a:pt x="152" y="64"/>
                  </a:lnTo>
                  <a:lnTo>
                    <a:pt x="152" y="63"/>
                  </a:lnTo>
                  <a:lnTo>
                    <a:pt x="153" y="63"/>
                  </a:lnTo>
                  <a:lnTo>
                    <a:pt x="153" y="62"/>
                  </a:lnTo>
                  <a:lnTo>
                    <a:pt x="152" y="62"/>
                  </a:lnTo>
                  <a:lnTo>
                    <a:pt x="151" y="62"/>
                  </a:lnTo>
                  <a:lnTo>
                    <a:pt x="151" y="61"/>
                  </a:lnTo>
                  <a:lnTo>
                    <a:pt x="150" y="61"/>
                  </a:lnTo>
                  <a:lnTo>
                    <a:pt x="150" y="60"/>
                  </a:lnTo>
                  <a:lnTo>
                    <a:pt x="150" y="59"/>
                  </a:lnTo>
                  <a:lnTo>
                    <a:pt x="150" y="58"/>
                  </a:lnTo>
                  <a:lnTo>
                    <a:pt x="151" y="58"/>
                  </a:lnTo>
                  <a:lnTo>
                    <a:pt x="152" y="58"/>
                  </a:lnTo>
                  <a:lnTo>
                    <a:pt x="153" y="58"/>
                  </a:lnTo>
                  <a:lnTo>
                    <a:pt x="154" y="57"/>
                  </a:lnTo>
                  <a:lnTo>
                    <a:pt x="154" y="56"/>
                  </a:lnTo>
                  <a:lnTo>
                    <a:pt x="155" y="55"/>
                  </a:lnTo>
                  <a:lnTo>
                    <a:pt x="156" y="55"/>
                  </a:lnTo>
                  <a:lnTo>
                    <a:pt x="157" y="55"/>
                  </a:lnTo>
                  <a:lnTo>
                    <a:pt x="158" y="55"/>
                  </a:lnTo>
                  <a:lnTo>
                    <a:pt x="159" y="55"/>
                  </a:lnTo>
                  <a:lnTo>
                    <a:pt x="160" y="54"/>
                  </a:lnTo>
                  <a:lnTo>
                    <a:pt x="162" y="54"/>
                  </a:lnTo>
                  <a:lnTo>
                    <a:pt x="162" y="55"/>
                  </a:lnTo>
                  <a:lnTo>
                    <a:pt x="164" y="55"/>
                  </a:lnTo>
                  <a:lnTo>
                    <a:pt x="164" y="54"/>
                  </a:lnTo>
                  <a:lnTo>
                    <a:pt x="165" y="53"/>
                  </a:lnTo>
                  <a:lnTo>
                    <a:pt x="165" y="52"/>
                  </a:lnTo>
                  <a:lnTo>
                    <a:pt x="165" y="51"/>
                  </a:lnTo>
                  <a:lnTo>
                    <a:pt x="166" y="51"/>
                  </a:lnTo>
                  <a:lnTo>
                    <a:pt x="166" y="50"/>
                  </a:lnTo>
                  <a:lnTo>
                    <a:pt x="166" y="49"/>
                  </a:lnTo>
                  <a:lnTo>
                    <a:pt x="165" y="48"/>
                  </a:lnTo>
                  <a:lnTo>
                    <a:pt x="164" y="47"/>
                  </a:lnTo>
                  <a:lnTo>
                    <a:pt x="163" y="47"/>
                  </a:lnTo>
                  <a:lnTo>
                    <a:pt x="163" y="46"/>
                  </a:lnTo>
                  <a:lnTo>
                    <a:pt x="163" y="45"/>
                  </a:lnTo>
                  <a:lnTo>
                    <a:pt x="163" y="44"/>
                  </a:lnTo>
                  <a:lnTo>
                    <a:pt x="164" y="44"/>
                  </a:lnTo>
                  <a:lnTo>
                    <a:pt x="165" y="44"/>
                  </a:lnTo>
                  <a:lnTo>
                    <a:pt x="166" y="44"/>
                  </a:lnTo>
                  <a:lnTo>
                    <a:pt x="167" y="44"/>
                  </a:lnTo>
                  <a:lnTo>
                    <a:pt x="167" y="43"/>
                  </a:lnTo>
                  <a:lnTo>
                    <a:pt x="166" y="43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1"/>
                  </a:lnTo>
                  <a:lnTo>
                    <a:pt x="164" y="40"/>
                  </a:lnTo>
                  <a:lnTo>
                    <a:pt x="166" y="40"/>
                  </a:lnTo>
                  <a:lnTo>
                    <a:pt x="167" y="40"/>
                  </a:lnTo>
                  <a:lnTo>
                    <a:pt x="168" y="39"/>
                  </a:lnTo>
                  <a:lnTo>
                    <a:pt x="168" y="38"/>
                  </a:lnTo>
                  <a:lnTo>
                    <a:pt x="168" y="37"/>
                  </a:lnTo>
                  <a:lnTo>
                    <a:pt x="168" y="36"/>
                  </a:lnTo>
                  <a:lnTo>
                    <a:pt x="167" y="36"/>
                  </a:lnTo>
                  <a:lnTo>
                    <a:pt x="167" y="35"/>
                  </a:lnTo>
                  <a:lnTo>
                    <a:pt x="168" y="35"/>
                  </a:lnTo>
                  <a:lnTo>
                    <a:pt x="168" y="34"/>
                  </a:lnTo>
                  <a:lnTo>
                    <a:pt x="167" y="34"/>
                  </a:lnTo>
                  <a:lnTo>
                    <a:pt x="166" y="34"/>
                  </a:lnTo>
                  <a:lnTo>
                    <a:pt x="165" y="34"/>
                  </a:lnTo>
                  <a:lnTo>
                    <a:pt x="164" y="34"/>
                  </a:lnTo>
                  <a:lnTo>
                    <a:pt x="163" y="33"/>
                  </a:lnTo>
                  <a:lnTo>
                    <a:pt x="162" y="32"/>
                  </a:lnTo>
                  <a:lnTo>
                    <a:pt x="161" y="32"/>
                  </a:lnTo>
                  <a:lnTo>
                    <a:pt x="160" y="31"/>
                  </a:lnTo>
                  <a:lnTo>
                    <a:pt x="159" y="31"/>
                  </a:lnTo>
                  <a:lnTo>
                    <a:pt x="158" y="31"/>
                  </a:lnTo>
                  <a:lnTo>
                    <a:pt x="156" y="31"/>
                  </a:lnTo>
                  <a:lnTo>
                    <a:pt x="156" y="30"/>
                  </a:lnTo>
                  <a:lnTo>
                    <a:pt x="155" y="30"/>
                  </a:lnTo>
                  <a:lnTo>
                    <a:pt x="155" y="29"/>
                  </a:lnTo>
                  <a:lnTo>
                    <a:pt x="154" y="29"/>
                  </a:lnTo>
                  <a:lnTo>
                    <a:pt x="154" y="30"/>
                  </a:lnTo>
                  <a:lnTo>
                    <a:pt x="153" y="30"/>
                  </a:lnTo>
                  <a:lnTo>
                    <a:pt x="152" y="30"/>
                  </a:lnTo>
                  <a:lnTo>
                    <a:pt x="151" y="29"/>
                  </a:lnTo>
                  <a:lnTo>
                    <a:pt x="151" y="28"/>
                  </a:lnTo>
                  <a:lnTo>
                    <a:pt x="150" y="28"/>
                  </a:lnTo>
                  <a:lnTo>
                    <a:pt x="149" y="29"/>
                  </a:lnTo>
                  <a:lnTo>
                    <a:pt x="149" y="30"/>
                  </a:lnTo>
                  <a:lnTo>
                    <a:pt x="148" y="30"/>
                  </a:lnTo>
                  <a:lnTo>
                    <a:pt x="146" y="30"/>
                  </a:lnTo>
                  <a:lnTo>
                    <a:pt x="145" y="30"/>
                  </a:lnTo>
                  <a:lnTo>
                    <a:pt x="144" y="29"/>
                  </a:lnTo>
                  <a:lnTo>
                    <a:pt x="144" y="28"/>
                  </a:lnTo>
                  <a:lnTo>
                    <a:pt x="144" y="27"/>
                  </a:lnTo>
                  <a:lnTo>
                    <a:pt x="144" y="26"/>
                  </a:lnTo>
                  <a:lnTo>
                    <a:pt x="144" y="25"/>
                  </a:lnTo>
                  <a:lnTo>
                    <a:pt x="143" y="25"/>
                  </a:lnTo>
                  <a:lnTo>
                    <a:pt x="142" y="24"/>
                  </a:lnTo>
                  <a:lnTo>
                    <a:pt x="141" y="24"/>
                  </a:lnTo>
                  <a:lnTo>
                    <a:pt x="140" y="24"/>
                  </a:lnTo>
                  <a:lnTo>
                    <a:pt x="139" y="24"/>
                  </a:lnTo>
                  <a:lnTo>
                    <a:pt x="138" y="25"/>
                  </a:lnTo>
                  <a:lnTo>
                    <a:pt x="137" y="26"/>
                  </a:lnTo>
                  <a:lnTo>
                    <a:pt x="135" y="26"/>
                  </a:lnTo>
                  <a:lnTo>
                    <a:pt x="134" y="26"/>
                  </a:lnTo>
                  <a:lnTo>
                    <a:pt x="133" y="25"/>
                  </a:lnTo>
                  <a:lnTo>
                    <a:pt x="131" y="26"/>
                  </a:lnTo>
                  <a:lnTo>
                    <a:pt x="131" y="25"/>
                  </a:lnTo>
                  <a:lnTo>
                    <a:pt x="130" y="24"/>
                  </a:lnTo>
                  <a:lnTo>
                    <a:pt x="129" y="24"/>
                  </a:lnTo>
                  <a:lnTo>
                    <a:pt x="128" y="24"/>
                  </a:lnTo>
                  <a:lnTo>
                    <a:pt x="128" y="25"/>
                  </a:lnTo>
                  <a:lnTo>
                    <a:pt x="127" y="25"/>
                  </a:lnTo>
                  <a:lnTo>
                    <a:pt x="125" y="25"/>
                  </a:lnTo>
                  <a:lnTo>
                    <a:pt x="125" y="24"/>
                  </a:lnTo>
                  <a:lnTo>
                    <a:pt x="123" y="22"/>
                  </a:lnTo>
                  <a:lnTo>
                    <a:pt x="124" y="20"/>
                  </a:lnTo>
                  <a:lnTo>
                    <a:pt x="123" y="19"/>
                  </a:lnTo>
                  <a:lnTo>
                    <a:pt x="122" y="18"/>
                  </a:lnTo>
                  <a:lnTo>
                    <a:pt x="121" y="17"/>
                  </a:lnTo>
                  <a:lnTo>
                    <a:pt x="121" y="16"/>
                  </a:lnTo>
                  <a:lnTo>
                    <a:pt x="121" y="15"/>
                  </a:lnTo>
                  <a:lnTo>
                    <a:pt x="120" y="15"/>
                  </a:lnTo>
                  <a:lnTo>
                    <a:pt x="118" y="15"/>
                  </a:lnTo>
                  <a:lnTo>
                    <a:pt x="116" y="15"/>
                  </a:lnTo>
                  <a:lnTo>
                    <a:pt x="115" y="15"/>
                  </a:lnTo>
                  <a:lnTo>
                    <a:pt x="113" y="14"/>
                  </a:lnTo>
                  <a:lnTo>
                    <a:pt x="113" y="12"/>
                  </a:lnTo>
                  <a:lnTo>
                    <a:pt x="112" y="11"/>
                  </a:lnTo>
                  <a:lnTo>
                    <a:pt x="112" y="10"/>
                  </a:lnTo>
                  <a:lnTo>
                    <a:pt x="113" y="9"/>
                  </a:lnTo>
                  <a:lnTo>
                    <a:pt x="114" y="8"/>
                  </a:lnTo>
                  <a:lnTo>
                    <a:pt x="115" y="8"/>
                  </a:lnTo>
                  <a:lnTo>
                    <a:pt x="115" y="7"/>
                  </a:lnTo>
                  <a:lnTo>
                    <a:pt x="114" y="7"/>
                  </a:lnTo>
                  <a:lnTo>
                    <a:pt x="113" y="7"/>
                  </a:lnTo>
                  <a:lnTo>
                    <a:pt x="112" y="6"/>
                  </a:lnTo>
                  <a:lnTo>
                    <a:pt x="111" y="5"/>
                  </a:lnTo>
                  <a:lnTo>
                    <a:pt x="111" y="3"/>
                  </a:lnTo>
                  <a:lnTo>
                    <a:pt x="110" y="2"/>
                  </a:lnTo>
                  <a:lnTo>
                    <a:pt x="109" y="1"/>
                  </a:lnTo>
                  <a:lnTo>
                    <a:pt x="107" y="1"/>
                  </a:lnTo>
                  <a:lnTo>
                    <a:pt x="104" y="0"/>
                  </a:lnTo>
                  <a:lnTo>
                    <a:pt x="103" y="0"/>
                  </a:lnTo>
                  <a:lnTo>
                    <a:pt x="101" y="1"/>
                  </a:lnTo>
                  <a:lnTo>
                    <a:pt x="100" y="2"/>
                  </a:lnTo>
                  <a:lnTo>
                    <a:pt x="98" y="1"/>
                  </a:lnTo>
                  <a:lnTo>
                    <a:pt x="96" y="1"/>
                  </a:lnTo>
                  <a:lnTo>
                    <a:pt x="95" y="1"/>
                  </a:lnTo>
                  <a:lnTo>
                    <a:pt x="94" y="2"/>
                  </a:lnTo>
                  <a:lnTo>
                    <a:pt x="94" y="4"/>
                  </a:lnTo>
                  <a:lnTo>
                    <a:pt x="92" y="4"/>
                  </a:lnTo>
                  <a:lnTo>
                    <a:pt x="90" y="4"/>
                  </a:lnTo>
                  <a:lnTo>
                    <a:pt x="89" y="3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grpSp>
          <p:nvGrpSpPr>
            <p:cNvPr id="39" name="United_Kingdom">
              <a:extLst>
                <a:ext uri="{FF2B5EF4-FFF2-40B4-BE49-F238E27FC236}">
                  <a16:creationId xmlns:a16="http://schemas.microsoft.com/office/drawing/2014/main" id="{B4683D29-4578-48F5-8BCE-881F70D8B0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1198" y="2996055"/>
              <a:ext cx="203126" cy="337351"/>
              <a:chOff x="15020925" y="3895725"/>
              <a:chExt cx="91" cy="138"/>
            </a:xfrm>
            <a:solidFill>
              <a:srgbClr val="002B69">
                <a:alpha val="91000"/>
              </a:srgbClr>
            </a:solidFill>
          </p:grpSpPr>
          <p:sp>
            <p:nvSpPr>
              <p:cNvPr id="53" name="D882">
                <a:extLst>
                  <a:ext uri="{FF2B5EF4-FFF2-40B4-BE49-F238E27FC236}">
                    <a16:creationId xmlns:a16="http://schemas.microsoft.com/office/drawing/2014/main" id="{1E097EFE-4FAB-4878-9C26-FB4D4771E6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85" y="3895725"/>
                <a:ext cx="5" cy="10"/>
              </a:xfrm>
              <a:custGeom>
                <a:avLst/>
                <a:gdLst>
                  <a:gd name="T0" fmla="*/ 3 w 5"/>
                  <a:gd name="T1" fmla="*/ 0 h 10"/>
                  <a:gd name="T2" fmla="*/ 3 w 5"/>
                  <a:gd name="T3" fmla="*/ 1 h 10"/>
                  <a:gd name="T4" fmla="*/ 3 w 5"/>
                  <a:gd name="T5" fmla="*/ 2 h 10"/>
                  <a:gd name="T6" fmla="*/ 4 w 5"/>
                  <a:gd name="T7" fmla="*/ 2 h 10"/>
                  <a:gd name="T8" fmla="*/ 4 w 5"/>
                  <a:gd name="T9" fmla="*/ 3 h 10"/>
                  <a:gd name="T10" fmla="*/ 5 w 5"/>
                  <a:gd name="T11" fmla="*/ 3 h 10"/>
                  <a:gd name="T12" fmla="*/ 5 w 5"/>
                  <a:gd name="T13" fmla="*/ 4 h 10"/>
                  <a:gd name="T14" fmla="*/ 5 w 5"/>
                  <a:gd name="T15" fmla="*/ 5 h 10"/>
                  <a:gd name="T16" fmla="*/ 4 w 5"/>
                  <a:gd name="T17" fmla="*/ 5 h 10"/>
                  <a:gd name="T18" fmla="*/ 4 w 5"/>
                  <a:gd name="T19" fmla="*/ 6 h 10"/>
                  <a:gd name="T20" fmla="*/ 5 w 5"/>
                  <a:gd name="T21" fmla="*/ 6 h 10"/>
                  <a:gd name="T22" fmla="*/ 4 w 5"/>
                  <a:gd name="T23" fmla="*/ 7 h 10"/>
                  <a:gd name="T24" fmla="*/ 4 w 5"/>
                  <a:gd name="T25" fmla="*/ 8 h 10"/>
                  <a:gd name="T26" fmla="*/ 4 w 5"/>
                  <a:gd name="T27" fmla="*/ 9 h 10"/>
                  <a:gd name="T28" fmla="*/ 3 w 5"/>
                  <a:gd name="T29" fmla="*/ 10 h 10"/>
                  <a:gd name="T30" fmla="*/ 2 w 5"/>
                  <a:gd name="T31" fmla="*/ 10 h 10"/>
                  <a:gd name="T32" fmla="*/ 3 w 5"/>
                  <a:gd name="T33" fmla="*/ 9 h 10"/>
                  <a:gd name="T34" fmla="*/ 3 w 5"/>
                  <a:gd name="T35" fmla="*/ 7 h 10"/>
                  <a:gd name="T36" fmla="*/ 3 w 5"/>
                  <a:gd name="T37" fmla="*/ 6 h 10"/>
                  <a:gd name="T38" fmla="*/ 2 w 5"/>
                  <a:gd name="T39" fmla="*/ 6 h 10"/>
                  <a:gd name="T40" fmla="*/ 1 w 5"/>
                  <a:gd name="T41" fmla="*/ 6 h 10"/>
                  <a:gd name="T42" fmla="*/ 0 w 5"/>
                  <a:gd name="T43" fmla="*/ 6 h 10"/>
                  <a:gd name="T44" fmla="*/ 0 w 5"/>
                  <a:gd name="T45" fmla="*/ 5 h 10"/>
                  <a:gd name="T46" fmla="*/ 1 w 5"/>
                  <a:gd name="T47" fmla="*/ 4 h 10"/>
                  <a:gd name="T48" fmla="*/ 2 w 5"/>
                  <a:gd name="T49" fmla="*/ 4 h 10"/>
                  <a:gd name="T50" fmla="*/ 1 w 5"/>
                  <a:gd name="T51" fmla="*/ 3 h 10"/>
                  <a:gd name="T52" fmla="*/ 1 w 5"/>
                  <a:gd name="T53" fmla="*/ 2 h 10"/>
                  <a:gd name="T54" fmla="*/ 1 w 5"/>
                  <a:gd name="T55" fmla="*/ 1 h 10"/>
                  <a:gd name="T56" fmla="*/ 2 w 5"/>
                  <a:gd name="T57" fmla="*/ 0 h 10"/>
                  <a:gd name="T58" fmla="*/ 3 w 5"/>
                  <a:gd name="T59" fmla="*/ 0 h 10"/>
                  <a:gd name="T60" fmla="*/ 3 w 5"/>
                  <a:gd name="T61" fmla="*/ 0 h 1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5"/>
                  <a:gd name="T94" fmla="*/ 0 h 10"/>
                  <a:gd name="T95" fmla="*/ 5 w 5"/>
                  <a:gd name="T96" fmla="*/ 10 h 10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5" h="10">
                    <a:moveTo>
                      <a:pt x="3" y="0"/>
                    </a:moveTo>
                    <a:lnTo>
                      <a:pt x="3" y="1"/>
                    </a:lnTo>
                    <a:lnTo>
                      <a:pt x="3" y="2"/>
                    </a:lnTo>
                    <a:lnTo>
                      <a:pt x="4" y="2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4"/>
                    </a:lnTo>
                    <a:lnTo>
                      <a:pt x="5" y="5"/>
                    </a:lnTo>
                    <a:lnTo>
                      <a:pt x="4" y="5"/>
                    </a:lnTo>
                    <a:lnTo>
                      <a:pt x="4" y="6"/>
                    </a:lnTo>
                    <a:lnTo>
                      <a:pt x="5" y="6"/>
                    </a:lnTo>
                    <a:lnTo>
                      <a:pt x="4" y="7"/>
                    </a:lnTo>
                    <a:lnTo>
                      <a:pt x="4" y="8"/>
                    </a:lnTo>
                    <a:lnTo>
                      <a:pt x="4" y="9"/>
                    </a:lnTo>
                    <a:lnTo>
                      <a:pt x="3" y="10"/>
                    </a:lnTo>
                    <a:lnTo>
                      <a:pt x="2" y="10"/>
                    </a:lnTo>
                    <a:lnTo>
                      <a:pt x="3" y="9"/>
                    </a:lnTo>
                    <a:lnTo>
                      <a:pt x="3" y="7"/>
                    </a:lnTo>
                    <a:lnTo>
                      <a:pt x="3" y="6"/>
                    </a:lnTo>
                    <a:lnTo>
                      <a:pt x="2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1" y="4"/>
                    </a:lnTo>
                    <a:lnTo>
                      <a:pt x="2" y="4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54" name="D883">
                <a:extLst>
                  <a:ext uri="{FF2B5EF4-FFF2-40B4-BE49-F238E27FC236}">
                    <a16:creationId xmlns:a16="http://schemas.microsoft.com/office/drawing/2014/main" id="{E9939AC5-CDA5-463A-9BF9-967933CA4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35" y="3895755"/>
                <a:ext cx="8" cy="9"/>
              </a:xfrm>
              <a:custGeom>
                <a:avLst/>
                <a:gdLst>
                  <a:gd name="T0" fmla="*/ 7 w 8"/>
                  <a:gd name="T1" fmla="*/ 0 h 9"/>
                  <a:gd name="T2" fmla="*/ 7 w 8"/>
                  <a:gd name="T3" fmla="*/ 1 h 9"/>
                  <a:gd name="T4" fmla="*/ 7 w 8"/>
                  <a:gd name="T5" fmla="*/ 2 h 9"/>
                  <a:gd name="T6" fmla="*/ 7 w 8"/>
                  <a:gd name="T7" fmla="*/ 3 h 9"/>
                  <a:gd name="T8" fmla="*/ 8 w 8"/>
                  <a:gd name="T9" fmla="*/ 3 h 9"/>
                  <a:gd name="T10" fmla="*/ 7 w 8"/>
                  <a:gd name="T11" fmla="*/ 4 h 9"/>
                  <a:gd name="T12" fmla="*/ 6 w 8"/>
                  <a:gd name="T13" fmla="*/ 4 h 9"/>
                  <a:gd name="T14" fmla="*/ 5 w 8"/>
                  <a:gd name="T15" fmla="*/ 4 h 9"/>
                  <a:gd name="T16" fmla="*/ 5 w 8"/>
                  <a:gd name="T17" fmla="*/ 5 h 9"/>
                  <a:gd name="T18" fmla="*/ 6 w 8"/>
                  <a:gd name="T19" fmla="*/ 5 h 9"/>
                  <a:gd name="T20" fmla="*/ 6 w 8"/>
                  <a:gd name="T21" fmla="*/ 6 h 9"/>
                  <a:gd name="T22" fmla="*/ 5 w 8"/>
                  <a:gd name="T23" fmla="*/ 7 h 9"/>
                  <a:gd name="T24" fmla="*/ 3 w 8"/>
                  <a:gd name="T25" fmla="*/ 7 h 9"/>
                  <a:gd name="T26" fmla="*/ 3 w 8"/>
                  <a:gd name="T27" fmla="*/ 8 h 9"/>
                  <a:gd name="T28" fmla="*/ 2 w 8"/>
                  <a:gd name="T29" fmla="*/ 8 h 9"/>
                  <a:gd name="T30" fmla="*/ 2 w 8"/>
                  <a:gd name="T31" fmla="*/ 9 h 9"/>
                  <a:gd name="T32" fmla="*/ 1 w 8"/>
                  <a:gd name="T33" fmla="*/ 9 h 9"/>
                  <a:gd name="T34" fmla="*/ 0 w 8"/>
                  <a:gd name="T35" fmla="*/ 9 h 9"/>
                  <a:gd name="T36" fmla="*/ 0 w 8"/>
                  <a:gd name="T37" fmla="*/ 8 h 9"/>
                  <a:gd name="T38" fmla="*/ 1 w 8"/>
                  <a:gd name="T39" fmla="*/ 7 h 9"/>
                  <a:gd name="T40" fmla="*/ 0 w 8"/>
                  <a:gd name="T41" fmla="*/ 7 h 9"/>
                  <a:gd name="T42" fmla="*/ 0 w 8"/>
                  <a:gd name="T43" fmla="*/ 6 h 9"/>
                  <a:gd name="T44" fmla="*/ 0 w 8"/>
                  <a:gd name="T45" fmla="*/ 5 h 9"/>
                  <a:gd name="T46" fmla="*/ 0 w 8"/>
                  <a:gd name="T47" fmla="*/ 3 h 9"/>
                  <a:gd name="T48" fmla="*/ 1 w 8"/>
                  <a:gd name="T49" fmla="*/ 4 h 9"/>
                  <a:gd name="T50" fmla="*/ 3 w 8"/>
                  <a:gd name="T51" fmla="*/ 4 h 9"/>
                  <a:gd name="T52" fmla="*/ 2 w 8"/>
                  <a:gd name="T53" fmla="*/ 3 h 9"/>
                  <a:gd name="T54" fmla="*/ 2 w 8"/>
                  <a:gd name="T55" fmla="*/ 2 h 9"/>
                  <a:gd name="T56" fmla="*/ 3 w 8"/>
                  <a:gd name="T57" fmla="*/ 2 h 9"/>
                  <a:gd name="T58" fmla="*/ 5 w 8"/>
                  <a:gd name="T59" fmla="*/ 1 h 9"/>
                  <a:gd name="T60" fmla="*/ 6 w 8"/>
                  <a:gd name="T61" fmla="*/ 0 h 9"/>
                  <a:gd name="T62" fmla="*/ 7 w 8"/>
                  <a:gd name="T63" fmla="*/ 0 h 9"/>
                  <a:gd name="T64" fmla="*/ 7 w 8"/>
                  <a:gd name="T65" fmla="*/ 0 h 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8"/>
                  <a:gd name="T100" fmla="*/ 0 h 9"/>
                  <a:gd name="T101" fmla="*/ 8 w 8"/>
                  <a:gd name="T102" fmla="*/ 9 h 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8" h="9">
                    <a:moveTo>
                      <a:pt x="7" y="0"/>
                    </a:moveTo>
                    <a:lnTo>
                      <a:pt x="7" y="1"/>
                    </a:lnTo>
                    <a:lnTo>
                      <a:pt x="7" y="2"/>
                    </a:lnTo>
                    <a:lnTo>
                      <a:pt x="7" y="3"/>
                    </a:lnTo>
                    <a:lnTo>
                      <a:pt x="8" y="3"/>
                    </a:lnTo>
                    <a:lnTo>
                      <a:pt x="7" y="4"/>
                    </a:lnTo>
                    <a:lnTo>
                      <a:pt x="6" y="4"/>
                    </a:lnTo>
                    <a:lnTo>
                      <a:pt x="5" y="4"/>
                    </a:lnTo>
                    <a:lnTo>
                      <a:pt x="5" y="5"/>
                    </a:lnTo>
                    <a:lnTo>
                      <a:pt x="6" y="5"/>
                    </a:lnTo>
                    <a:lnTo>
                      <a:pt x="6" y="6"/>
                    </a:lnTo>
                    <a:lnTo>
                      <a:pt x="5" y="7"/>
                    </a:lnTo>
                    <a:lnTo>
                      <a:pt x="3" y="7"/>
                    </a:lnTo>
                    <a:lnTo>
                      <a:pt x="3" y="8"/>
                    </a:lnTo>
                    <a:lnTo>
                      <a:pt x="2" y="8"/>
                    </a:lnTo>
                    <a:lnTo>
                      <a:pt x="2" y="9"/>
                    </a:lnTo>
                    <a:lnTo>
                      <a:pt x="1" y="9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1" y="7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1" y="4"/>
                    </a:lnTo>
                    <a:lnTo>
                      <a:pt x="3" y="4"/>
                    </a:lnTo>
                    <a:lnTo>
                      <a:pt x="2" y="3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6" y="0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55" name="D884">
                <a:extLst>
                  <a:ext uri="{FF2B5EF4-FFF2-40B4-BE49-F238E27FC236}">
                    <a16:creationId xmlns:a16="http://schemas.microsoft.com/office/drawing/2014/main" id="{4F9328B6-B27D-4606-BCC5-93F724561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31" y="3895766"/>
                <a:ext cx="4" cy="1"/>
              </a:xfrm>
              <a:custGeom>
                <a:avLst/>
                <a:gdLst>
                  <a:gd name="T0" fmla="*/ 3 w 4"/>
                  <a:gd name="T1" fmla="*/ 1 h 1"/>
                  <a:gd name="T2" fmla="*/ 2 w 4"/>
                  <a:gd name="T3" fmla="*/ 1 h 1"/>
                  <a:gd name="T4" fmla="*/ 1 w 4"/>
                  <a:gd name="T5" fmla="*/ 1 h 1"/>
                  <a:gd name="T6" fmla="*/ 0 w 4"/>
                  <a:gd name="T7" fmla="*/ 1 h 1"/>
                  <a:gd name="T8" fmla="*/ 0 w 4"/>
                  <a:gd name="T9" fmla="*/ 0 h 1"/>
                  <a:gd name="T10" fmla="*/ 1 w 4"/>
                  <a:gd name="T11" fmla="*/ 0 h 1"/>
                  <a:gd name="T12" fmla="*/ 3 w 4"/>
                  <a:gd name="T13" fmla="*/ 0 h 1"/>
                  <a:gd name="T14" fmla="*/ 4 w 4"/>
                  <a:gd name="T15" fmla="*/ 0 h 1"/>
                  <a:gd name="T16" fmla="*/ 3 w 4"/>
                  <a:gd name="T17" fmla="*/ 0 h 1"/>
                  <a:gd name="T18" fmla="*/ 3 w 4"/>
                  <a:gd name="T19" fmla="*/ 1 h 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"/>
                  <a:gd name="T31" fmla="*/ 0 h 1"/>
                  <a:gd name="T32" fmla="*/ 4 w 4"/>
                  <a:gd name="T33" fmla="*/ 1 h 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" h="1">
                    <a:moveTo>
                      <a:pt x="3" y="1"/>
                    </a:moveTo>
                    <a:lnTo>
                      <a:pt x="2" y="1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3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56" name="D885">
                <a:extLst>
                  <a:ext uri="{FF2B5EF4-FFF2-40B4-BE49-F238E27FC236}">
                    <a16:creationId xmlns:a16="http://schemas.microsoft.com/office/drawing/2014/main" id="{414CB51C-D955-4EA6-9503-C31B8E4DA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69" y="3895745"/>
                <a:ext cx="6" cy="3"/>
              </a:xfrm>
              <a:custGeom>
                <a:avLst/>
                <a:gdLst>
                  <a:gd name="T0" fmla="*/ 5 w 6"/>
                  <a:gd name="T1" fmla="*/ 3 h 3"/>
                  <a:gd name="T2" fmla="*/ 4 w 6"/>
                  <a:gd name="T3" fmla="*/ 3 h 3"/>
                  <a:gd name="T4" fmla="*/ 3 w 6"/>
                  <a:gd name="T5" fmla="*/ 3 h 3"/>
                  <a:gd name="T6" fmla="*/ 1 w 6"/>
                  <a:gd name="T7" fmla="*/ 3 h 3"/>
                  <a:gd name="T8" fmla="*/ 0 w 6"/>
                  <a:gd name="T9" fmla="*/ 3 h 3"/>
                  <a:gd name="T10" fmla="*/ 0 w 6"/>
                  <a:gd name="T11" fmla="*/ 2 h 3"/>
                  <a:gd name="T12" fmla="*/ 1 w 6"/>
                  <a:gd name="T13" fmla="*/ 0 h 3"/>
                  <a:gd name="T14" fmla="*/ 2 w 6"/>
                  <a:gd name="T15" fmla="*/ 1 h 3"/>
                  <a:gd name="T16" fmla="*/ 3 w 6"/>
                  <a:gd name="T17" fmla="*/ 2 h 3"/>
                  <a:gd name="T18" fmla="*/ 4 w 6"/>
                  <a:gd name="T19" fmla="*/ 2 h 3"/>
                  <a:gd name="T20" fmla="*/ 5 w 6"/>
                  <a:gd name="T21" fmla="*/ 3 h 3"/>
                  <a:gd name="T22" fmla="*/ 6 w 6"/>
                  <a:gd name="T23" fmla="*/ 3 h 3"/>
                  <a:gd name="T24" fmla="*/ 5 w 6"/>
                  <a:gd name="T25" fmla="*/ 3 h 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"/>
                  <a:gd name="T40" fmla="*/ 0 h 3"/>
                  <a:gd name="T41" fmla="*/ 6 w 6"/>
                  <a:gd name="T42" fmla="*/ 3 h 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" h="3">
                    <a:moveTo>
                      <a:pt x="5" y="3"/>
                    </a:moveTo>
                    <a:lnTo>
                      <a:pt x="4" y="3"/>
                    </a:lnTo>
                    <a:lnTo>
                      <a:pt x="3" y="3"/>
                    </a:lnTo>
                    <a:lnTo>
                      <a:pt x="1" y="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2" y="1"/>
                    </a:lnTo>
                    <a:lnTo>
                      <a:pt x="3" y="2"/>
                    </a:lnTo>
                    <a:lnTo>
                      <a:pt x="4" y="2"/>
                    </a:lnTo>
                    <a:lnTo>
                      <a:pt x="5" y="3"/>
                    </a:lnTo>
                    <a:lnTo>
                      <a:pt x="6" y="3"/>
                    </a:lnTo>
                    <a:lnTo>
                      <a:pt x="5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57" name="D886">
                <a:extLst>
                  <a:ext uri="{FF2B5EF4-FFF2-40B4-BE49-F238E27FC236}">
                    <a16:creationId xmlns:a16="http://schemas.microsoft.com/office/drawing/2014/main" id="{F31EBC21-BEBA-4429-9213-182E182803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69" y="3895749"/>
                <a:ext cx="2" cy="1"/>
              </a:xfrm>
              <a:custGeom>
                <a:avLst/>
                <a:gdLst>
                  <a:gd name="T0" fmla="*/ 1 w 2"/>
                  <a:gd name="T1" fmla="*/ 1 h 1"/>
                  <a:gd name="T2" fmla="*/ 0 w 2"/>
                  <a:gd name="T3" fmla="*/ 1 h 1"/>
                  <a:gd name="T4" fmla="*/ 0 w 2"/>
                  <a:gd name="T5" fmla="*/ 0 h 1"/>
                  <a:gd name="T6" fmla="*/ 1 w 2"/>
                  <a:gd name="T7" fmla="*/ 0 h 1"/>
                  <a:gd name="T8" fmla="*/ 2 w 2"/>
                  <a:gd name="T9" fmla="*/ 0 h 1"/>
                  <a:gd name="T10" fmla="*/ 2 w 2"/>
                  <a:gd name="T11" fmla="*/ 1 h 1"/>
                  <a:gd name="T12" fmla="*/ 1 w 2"/>
                  <a:gd name="T13" fmla="*/ 1 h 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"/>
                  <a:gd name="T22" fmla="*/ 0 h 1"/>
                  <a:gd name="T23" fmla="*/ 2 w 2"/>
                  <a:gd name="T24" fmla="*/ 1 h 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" h="1">
                    <a:moveTo>
                      <a:pt x="1" y="1"/>
                    </a:move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58" name="D887">
                <a:extLst>
                  <a:ext uri="{FF2B5EF4-FFF2-40B4-BE49-F238E27FC236}">
                    <a16:creationId xmlns:a16="http://schemas.microsoft.com/office/drawing/2014/main" id="{D2EE0C9E-9788-472F-8659-E12AF4B85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44" y="3895753"/>
                <a:ext cx="72" cy="110"/>
              </a:xfrm>
              <a:custGeom>
                <a:avLst/>
                <a:gdLst>
                  <a:gd name="T0" fmla="*/ 10 w 72"/>
                  <a:gd name="T1" fmla="*/ 1 h 110"/>
                  <a:gd name="T2" fmla="*/ 19 w 72"/>
                  <a:gd name="T3" fmla="*/ 1 h 110"/>
                  <a:gd name="T4" fmla="*/ 27 w 72"/>
                  <a:gd name="T5" fmla="*/ 3 h 110"/>
                  <a:gd name="T6" fmla="*/ 20 w 72"/>
                  <a:gd name="T7" fmla="*/ 11 h 110"/>
                  <a:gd name="T8" fmla="*/ 19 w 72"/>
                  <a:gd name="T9" fmla="*/ 14 h 110"/>
                  <a:gd name="T10" fmla="*/ 33 w 72"/>
                  <a:gd name="T11" fmla="*/ 13 h 110"/>
                  <a:gd name="T12" fmla="*/ 38 w 72"/>
                  <a:gd name="T13" fmla="*/ 17 h 110"/>
                  <a:gd name="T14" fmla="*/ 35 w 72"/>
                  <a:gd name="T15" fmla="*/ 24 h 110"/>
                  <a:gd name="T16" fmla="*/ 29 w 72"/>
                  <a:gd name="T17" fmla="*/ 29 h 110"/>
                  <a:gd name="T18" fmla="*/ 26 w 72"/>
                  <a:gd name="T19" fmla="*/ 33 h 110"/>
                  <a:gd name="T20" fmla="*/ 32 w 72"/>
                  <a:gd name="T21" fmla="*/ 34 h 110"/>
                  <a:gd name="T22" fmla="*/ 42 w 72"/>
                  <a:gd name="T23" fmla="*/ 42 h 110"/>
                  <a:gd name="T24" fmla="*/ 46 w 72"/>
                  <a:gd name="T25" fmla="*/ 52 h 110"/>
                  <a:gd name="T26" fmla="*/ 55 w 72"/>
                  <a:gd name="T27" fmla="*/ 61 h 110"/>
                  <a:gd name="T28" fmla="*/ 54 w 72"/>
                  <a:gd name="T29" fmla="*/ 64 h 110"/>
                  <a:gd name="T30" fmla="*/ 59 w 72"/>
                  <a:gd name="T31" fmla="*/ 69 h 110"/>
                  <a:gd name="T32" fmla="*/ 57 w 72"/>
                  <a:gd name="T33" fmla="*/ 75 h 110"/>
                  <a:gd name="T34" fmla="*/ 65 w 72"/>
                  <a:gd name="T35" fmla="*/ 73 h 110"/>
                  <a:gd name="T36" fmla="*/ 71 w 72"/>
                  <a:gd name="T37" fmla="*/ 84 h 110"/>
                  <a:gd name="T38" fmla="*/ 64 w 72"/>
                  <a:gd name="T39" fmla="*/ 88 h 110"/>
                  <a:gd name="T40" fmla="*/ 63 w 72"/>
                  <a:gd name="T41" fmla="*/ 92 h 110"/>
                  <a:gd name="T42" fmla="*/ 65 w 72"/>
                  <a:gd name="T43" fmla="*/ 98 h 110"/>
                  <a:gd name="T44" fmla="*/ 50 w 72"/>
                  <a:gd name="T45" fmla="*/ 101 h 110"/>
                  <a:gd name="T46" fmla="*/ 44 w 72"/>
                  <a:gd name="T47" fmla="*/ 100 h 110"/>
                  <a:gd name="T48" fmla="*/ 35 w 72"/>
                  <a:gd name="T49" fmla="*/ 102 h 110"/>
                  <a:gd name="T50" fmla="*/ 26 w 72"/>
                  <a:gd name="T51" fmla="*/ 102 h 110"/>
                  <a:gd name="T52" fmla="*/ 20 w 72"/>
                  <a:gd name="T53" fmla="*/ 106 h 110"/>
                  <a:gd name="T54" fmla="*/ 12 w 72"/>
                  <a:gd name="T55" fmla="*/ 107 h 110"/>
                  <a:gd name="T56" fmla="*/ 4 w 72"/>
                  <a:gd name="T57" fmla="*/ 110 h 110"/>
                  <a:gd name="T58" fmla="*/ 12 w 72"/>
                  <a:gd name="T59" fmla="*/ 102 h 110"/>
                  <a:gd name="T60" fmla="*/ 26 w 72"/>
                  <a:gd name="T61" fmla="*/ 95 h 110"/>
                  <a:gd name="T62" fmla="*/ 32 w 72"/>
                  <a:gd name="T63" fmla="*/ 89 h 110"/>
                  <a:gd name="T64" fmla="*/ 24 w 72"/>
                  <a:gd name="T65" fmla="*/ 93 h 110"/>
                  <a:gd name="T66" fmla="*/ 17 w 72"/>
                  <a:gd name="T67" fmla="*/ 91 h 110"/>
                  <a:gd name="T68" fmla="*/ 11 w 72"/>
                  <a:gd name="T69" fmla="*/ 90 h 110"/>
                  <a:gd name="T70" fmla="*/ 11 w 72"/>
                  <a:gd name="T71" fmla="*/ 86 h 110"/>
                  <a:gd name="T72" fmla="*/ 19 w 72"/>
                  <a:gd name="T73" fmla="*/ 78 h 110"/>
                  <a:gd name="T74" fmla="*/ 13 w 72"/>
                  <a:gd name="T75" fmla="*/ 75 h 110"/>
                  <a:gd name="T76" fmla="*/ 28 w 72"/>
                  <a:gd name="T77" fmla="*/ 69 h 110"/>
                  <a:gd name="T78" fmla="*/ 29 w 72"/>
                  <a:gd name="T79" fmla="*/ 63 h 110"/>
                  <a:gd name="T80" fmla="*/ 30 w 72"/>
                  <a:gd name="T81" fmla="*/ 57 h 110"/>
                  <a:gd name="T82" fmla="*/ 25 w 72"/>
                  <a:gd name="T83" fmla="*/ 58 h 110"/>
                  <a:gd name="T84" fmla="*/ 24 w 72"/>
                  <a:gd name="T85" fmla="*/ 51 h 110"/>
                  <a:gd name="T86" fmla="*/ 24 w 72"/>
                  <a:gd name="T87" fmla="*/ 48 h 110"/>
                  <a:gd name="T88" fmla="*/ 17 w 72"/>
                  <a:gd name="T89" fmla="*/ 50 h 110"/>
                  <a:gd name="T90" fmla="*/ 11 w 72"/>
                  <a:gd name="T91" fmla="*/ 52 h 110"/>
                  <a:gd name="T92" fmla="*/ 10 w 72"/>
                  <a:gd name="T93" fmla="*/ 46 h 110"/>
                  <a:gd name="T94" fmla="*/ 11 w 72"/>
                  <a:gd name="T95" fmla="*/ 38 h 110"/>
                  <a:gd name="T96" fmla="*/ 10 w 72"/>
                  <a:gd name="T97" fmla="*/ 34 h 110"/>
                  <a:gd name="T98" fmla="*/ 7 w 72"/>
                  <a:gd name="T99" fmla="*/ 35 h 110"/>
                  <a:gd name="T100" fmla="*/ 6 w 72"/>
                  <a:gd name="T101" fmla="*/ 34 h 110"/>
                  <a:gd name="T102" fmla="*/ 5 w 72"/>
                  <a:gd name="T103" fmla="*/ 41 h 110"/>
                  <a:gd name="T104" fmla="*/ 4 w 72"/>
                  <a:gd name="T105" fmla="*/ 40 h 110"/>
                  <a:gd name="T106" fmla="*/ 4 w 72"/>
                  <a:gd name="T107" fmla="*/ 34 h 110"/>
                  <a:gd name="T108" fmla="*/ 7 w 72"/>
                  <a:gd name="T109" fmla="*/ 27 h 110"/>
                  <a:gd name="T110" fmla="*/ 2 w 72"/>
                  <a:gd name="T111" fmla="*/ 28 h 110"/>
                  <a:gd name="T112" fmla="*/ 2 w 72"/>
                  <a:gd name="T113" fmla="*/ 24 h 110"/>
                  <a:gd name="T114" fmla="*/ 5 w 72"/>
                  <a:gd name="T115" fmla="*/ 17 h 110"/>
                  <a:gd name="T116" fmla="*/ 2 w 72"/>
                  <a:gd name="T117" fmla="*/ 15 h 110"/>
                  <a:gd name="T118" fmla="*/ 4 w 72"/>
                  <a:gd name="T119" fmla="*/ 11 h 110"/>
                  <a:gd name="T120" fmla="*/ 6 w 72"/>
                  <a:gd name="T121" fmla="*/ 8 h 110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2"/>
                  <a:gd name="T184" fmla="*/ 0 h 110"/>
                  <a:gd name="T185" fmla="*/ 72 w 72"/>
                  <a:gd name="T186" fmla="*/ 110 h 110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2" h="110">
                    <a:moveTo>
                      <a:pt x="7" y="5"/>
                    </a:moveTo>
                    <a:lnTo>
                      <a:pt x="8" y="5"/>
                    </a:lnTo>
                    <a:lnTo>
                      <a:pt x="9" y="5"/>
                    </a:lnTo>
                    <a:lnTo>
                      <a:pt x="9" y="4"/>
                    </a:lnTo>
                    <a:lnTo>
                      <a:pt x="9" y="3"/>
                    </a:lnTo>
                    <a:lnTo>
                      <a:pt x="9" y="2"/>
                    </a:lnTo>
                    <a:lnTo>
                      <a:pt x="10" y="1"/>
                    </a:lnTo>
                    <a:lnTo>
                      <a:pt x="12" y="1"/>
                    </a:lnTo>
                    <a:lnTo>
                      <a:pt x="12" y="0"/>
                    </a:lnTo>
                    <a:lnTo>
                      <a:pt x="13" y="1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9" y="1"/>
                    </a:lnTo>
                    <a:lnTo>
                      <a:pt x="20" y="1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7" y="0"/>
                    </a:lnTo>
                    <a:lnTo>
                      <a:pt x="27" y="2"/>
                    </a:lnTo>
                    <a:lnTo>
                      <a:pt x="27" y="3"/>
                    </a:lnTo>
                    <a:lnTo>
                      <a:pt x="24" y="5"/>
                    </a:lnTo>
                    <a:lnTo>
                      <a:pt x="23" y="6"/>
                    </a:lnTo>
                    <a:lnTo>
                      <a:pt x="20" y="8"/>
                    </a:lnTo>
                    <a:lnTo>
                      <a:pt x="18" y="10"/>
                    </a:lnTo>
                    <a:lnTo>
                      <a:pt x="18" y="9"/>
                    </a:lnTo>
                    <a:lnTo>
                      <a:pt x="18" y="11"/>
                    </a:lnTo>
                    <a:lnTo>
                      <a:pt x="20" y="11"/>
                    </a:lnTo>
                    <a:lnTo>
                      <a:pt x="19" y="12"/>
                    </a:lnTo>
                    <a:lnTo>
                      <a:pt x="16" y="12"/>
                    </a:lnTo>
                    <a:lnTo>
                      <a:pt x="16" y="13"/>
                    </a:lnTo>
                    <a:lnTo>
                      <a:pt x="18" y="13"/>
                    </a:lnTo>
                    <a:lnTo>
                      <a:pt x="18" y="14"/>
                    </a:lnTo>
                    <a:lnTo>
                      <a:pt x="18" y="15"/>
                    </a:lnTo>
                    <a:lnTo>
                      <a:pt x="19" y="14"/>
                    </a:lnTo>
                    <a:lnTo>
                      <a:pt x="21" y="13"/>
                    </a:lnTo>
                    <a:lnTo>
                      <a:pt x="24" y="12"/>
                    </a:lnTo>
                    <a:lnTo>
                      <a:pt x="26" y="12"/>
                    </a:lnTo>
                    <a:lnTo>
                      <a:pt x="28" y="13"/>
                    </a:lnTo>
                    <a:lnTo>
                      <a:pt x="30" y="12"/>
                    </a:lnTo>
                    <a:lnTo>
                      <a:pt x="31" y="12"/>
                    </a:lnTo>
                    <a:lnTo>
                      <a:pt x="33" y="13"/>
                    </a:lnTo>
                    <a:lnTo>
                      <a:pt x="36" y="12"/>
                    </a:lnTo>
                    <a:lnTo>
                      <a:pt x="38" y="12"/>
                    </a:lnTo>
                    <a:lnTo>
                      <a:pt x="38" y="13"/>
                    </a:lnTo>
                    <a:lnTo>
                      <a:pt x="39" y="14"/>
                    </a:lnTo>
                    <a:lnTo>
                      <a:pt x="39" y="15"/>
                    </a:lnTo>
                    <a:lnTo>
                      <a:pt x="39" y="16"/>
                    </a:lnTo>
                    <a:lnTo>
                      <a:pt x="38" y="17"/>
                    </a:lnTo>
                    <a:lnTo>
                      <a:pt x="38" y="18"/>
                    </a:lnTo>
                    <a:lnTo>
                      <a:pt x="37" y="18"/>
                    </a:lnTo>
                    <a:lnTo>
                      <a:pt x="36" y="20"/>
                    </a:lnTo>
                    <a:lnTo>
                      <a:pt x="36" y="21"/>
                    </a:lnTo>
                    <a:lnTo>
                      <a:pt x="35" y="22"/>
                    </a:lnTo>
                    <a:lnTo>
                      <a:pt x="35" y="23"/>
                    </a:lnTo>
                    <a:lnTo>
                      <a:pt x="35" y="24"/>
                    </a:lnTo>
                    <a:lnTo>
                      <a:pt x="34" y="24"/>
                    </a:lnTo>
                    <a:lnTo>
                      <a:pt x="34" y="25"/>
                    </a:lnTo>
                    <a:lnTo>
                      <a:pt x="33" y="26"/>
                    </a:lnTo>
                    <a:lnTo>
                      <a:pt x="33" y="27"/>
                    </a:lnTo>
                    <a:lnTo>
                      <a:pt x="32" y="28"/>
                    </a:lnTo>
                    <a:lnTo>
                      <a:pt x="31" y="29"/>
                    </a:lnTo>
                    <a:lnTo>
                      <a:pt x="29" y="29"/>
                    </a:lnTo>
                    <a:lnTo>
                      <a:pt x="30" y="30"/>
                    </a:lnTo>
                    <a:lnTo>
                      <a:pt x="31" y="31"/>
                    </a:lnTo>
                    <a:lnTo>
                      <a:pt x="32" y="32"/>
                    </a:lnTo>
                    <a:lnTo>
                      <a:pt x="30" y="32"/>
                    </a:lnTo>
                    <a:lnTo>
                      <a:pt x="29" y="32"/>
                    </a:lnTo>
                    <a:lnTo>
                      <a:pt x="27" y="33"/>
                    </a:lnTo>
                    <a:lnTo>
                      <a:pt x="26" y="33"/>
                    </a:lnTo>
                    <a:lnTo>
                      <a:pt x="26" y="34"/>
                    </a:lnTo>
                    <a:lnTo>
                      <a:pt x="26" y="35"/>
                    </a:lnTo>
                    <a:lnTo>
                      <a:pt x="27" y="35"/>
                    </a:lnTo>
                    <a:lnTo>
                      <a:pt x="28" y="35"/>
                    </a:lnTo>
                    <a:lnTo>
                      <a:pt x="30" y="35"/>
                    </a:lnTo>
                    <a:lnTo>
                      <a:pt x="31" y="34"/>
                    </a:lnTo>
                    <a:lnTo>
                      <a:pt x="32" y="34"/>
                    </a:lnTo>
                    <a:lnTo>
                      <a:pt x="34" y="35"/>
                    </a:lnTo>
                    <a:lnTo>
                      <a:pt x="35" y="36"/>
                    </a:lnTo>
                    <a:lnTo>
                      <a:pt x="37" y="37"/>
                    </a:lnTo>
                    <a:lnTo>
                      <a:pt x="38" y="38"/>
                    </a:lnTo>
                    <a:lnTo>
                      <a:pt x="40" y="40"/>
                    </a:lnTo>
                    <a:lnTo>
                      <a:pt x="42" y="41"/>
                    </a:lnTo>
                    <a:lnTo>
                      <a:pt x="42" y="42"/>
                    </a:lnTo>
                    <a:lnTo>
                      <a:pt x="42" y="43"/>
                    </a:lnTo>
                    <a:lnTo>
                      <a:pt x="42" y="44"/>
                    </a:lnTo>
                    <a:lnTo>
                      <a:pt x="42" y="46"/>
                    </a:lnTo>
                    <a:lnTo>
                      <a:pt x="43" y="47"/>
                    </a:lnTo>
                    <a:lnTo>
                      <a:pt x="44" y="49"/>
                    </a:lnTo>
                    <a:lnTo>
                      <a:pt x="45" y="51"/>
                    </a:lnTo>
                    <a:lnTo>
                      <a:pt x="46" y="52"/>
                    </a:lnTo>
                    <a:lnTo>
                      <a:pt x="46" y="53"/>
                    </a:lnTo>
                    <a:lnTo>
                      <a:pt x="49" y="53"/>
                    </a:lnTo>
                    <a:lnTo>
                      <a:pt x="50" y="54"/>
                    </a:lnTo>
                    <a:lnTo>
                      <a:pt x="52" y="56"/>
                    </a:lnTo>
                    <a:lnTo>
                      <a:pt x="53" y="57"/>
                    </a:lnTo>
                    <a:lnTo>
                      <a:pt x="54" y="59"/>
                    </a:lnTo>
                    <a:lnTo>
                      <a:pt x="55" y="61"/>
                    </a:lnTo>
                    <a:lnTo>
                      <a:pt x="56" y="62"/>
                    </a:lnTo>
                    <a:lnTo>
                      <a:pt x="57" y="63"/>
                    </a:lnTo>
                    <a:lnTo>
                      <a:pt x="58" y="65"/>
                    </a:lnTo>
                    <a:lnTo>
                      <a:pt x="57" y="65"/>
                    </a:lnTo>
                    <a:lnTo>
                      <a:pt x="56" y="65"/>
                    </a:lnTo>
                    <a:lnTo>
                      <a:pt x="55" y="65"/>
                    </a:lnTo>
                    <a:lnTo>
                      <a:pt x="54" y="64"/>
                    </a:lnTo>
                    <a:lnTo>
                      <a:pt x="53" y="64"/>
                    </a:lnTo>
                    <a:lnTo>
                      <a:pt x="54" y="65"/>
                    </a:lnTo>
                    <a:lnTo>
                      <a:pt x="55" y="66"/>
                    </a:lnTo>
                    <a:lnTo>
                      <a:pt x="56" y="66"/>
                    </a:lnTo>
                    <a:lnTo>
                      <a:pt x="57" y="67"/>
                    </a:lnTo>
                    <a:lnTo>
                      <a:pt x="58" y="68"/>
                    </a:lnTo>
                    <a:lnTo>
                      <a:pt x="59" y="69"/>
                    </a:lnTo>
                    <a:lnTo>
                      <a:pt x="59" y="70"/>
                    </a:lnTo>
                    <a:lnTo>
                      <a:pt x="59" y="71"/>
                    </a:lnTo>
                    <a:lnTo>
                      <a:pt x="59" y="72"/>
                    </a:lnTo>
                    <a:lnTo>
                      <a:pt x="58" y="73"/>
                    </a:lnTo>
                    <a:lnTo>
                      <a:pt x="57" y="74"/>
                    </a:lnTo>
                    <a:lnTo>
                      <a:pt x="56" y="75"/>
                    </a:lnTo>
                    <a:lnTo>
                      <a:pt x="57" y="75"/>
                    </a:lnTo>
                    <a:lnTo>
                      <a:pt x="58" y="75"/>
                    </a:lnTo>
                    <a:lnTo>
                      <a:pt x="59" y="75"/>
                    </a:lnTo>
                    <a:lnTo>
                      <a:pt x="59" y="76"/>
                    </a:lnTo>
                    <a:lnTo>
                      <a:pt x="60" y="75"/>
                    </a:lnTo>
                    <a:lnTo>
                      <a:pt x="61" y="74"/>
                    </a:lnTo>
                    <a:lnTo>
                      <a:pt x="63" y="74"/>
                    </a:lnTo>
                    <a:lnTo>
                      <a:pt x="65" y="73"/>
                    </a:lnTo>
                    <a:lnTo>
                      <a:pt x="67" y="74"/>
                    </a:lnTo>
                    <a:lnTo>
                      <a:pt x="68" y="74"/>
                    </a:lnTo>
                    <a:lnTo>
                      <a:pt x="70" y="75"/>
                    </a:lnTo>
                    <a:lnTo>
                      <a:pt x="72" y="77"/>
                    </a:lnTo>
                    <a:lnTo>
                      <a:pt x="72" y="79"/>
                    </a:lnTo>
                    <a:lnTo>
                      <a:pt x="72" y="81"/>
                    </a:lnTo>
                    <a:lnTo>
                      <a:pt x="71" y="84"/>
                    </a:lnTo>
                    <a:lnTo>
                      <a:pt x="70" y="85"/>
                    </a:lnTo>
                    <a:lnTo>
                      <a:pt x="68" y="86"/>
                    </a:lnTo>
                    <a:lnTo>
                      <a:pt x="68" y="87"/>
                    </a:lnTo>
                    <a:lnTo>
                      <a:pt x="68" y="88"/>
                    </a:lnTo>
                    <a:lnTo>
                      <a:pt x="66" y="88"/>
                    </a:lnTo>
                    <a:lnTo>
                      <a:pt x="65" y="88"/>
                    </a:lnTo>
                    <a:lnTo>
                      <a:pt x="64" y="88"/>
                    </a:lnTo>
                    <a:lnTo>
                      <a:pt x="63" y="89"/>
                    </a:lnTo>
                    <a:lnTo>
                      <a:pt x="64" y="89"/>
                    </a:lnTo>
                    <a:lnTo>
                      <a:pt x="65" y="89"/>
                    </a:lnTo>
                    <a:lnTo>
                      <a:pt x="64" y="90"/>
                    </a:lnTo>
                    <a:lnTo>
                      <a:pt x="64" y="91"/>
                    </a:lnTo>
                    <a:lnTo>
                      <a:pt x="62" y="91"/>
                    </a:lnTo>
                    <a:lnTo>
                      <a:pt x="63" y="92"/>
                    </a:lnTo>
                    <a:lnTo>
                      <a:pt x="63" y="94"/>
                    </a:lnTo>
                    <a:lnTo>
                      <a:pt x="65" y="94"/>
                    </a:lnTo>
                    <a:lnTo>
                      <a:pt x="67" y="94"/>
                    </a:lnTo>
                    <a:lnTo>
                      <a:pt x="69" y="94"/>
                    </a:lnTo>
                    <a:lnTo>
                      <a:pt x="69" y="96"/>
                    </a:lnTo>
                    <a:lnTo>
                      <a:pt x="67" y="97"/>
                    </a:lnTo>
                    <a:lnTo>
                      <a:pt x="65" y="98"/>
                    </a:lnTo>
                    <a:lnTo>
                      <a:pt x="64" y="99"/>
                    </a:lnTo>
                    <a:lnTo>
                      <a:pt x="62" y="99"/>
                    </a:lnTo>
                    <a:lnTo>
                      <a:pt x="59" y="100"/>
                    </a:lnTo>
                    <a:lnTo>
                      <a:pt x="57" y="100"/>
                    </a:lnTo>
                    <a:lnTo>
                      <a:pt x="55" y="100"/>
                    </a:lnTo>
                    <a:lnTo>
                      <a:pt x="54" y="100"/>
                    </a:lnTo>
                    <a:lnTo>
                      <a:pt x="50" y="101"/>
                    </a:lnTo>
                    <a:lnTo>
                      <a:pt x="49" y="101"/>
                    </a:lnTo>
                    <a:lnTo>
                      <a:pt x="48" y="100"/>
                    </a:lnTo>
                    <a:lnTo>
                      <a:pt x="47" y="100"/>
                    </a:lnTo>
                    <a:lnTo>
                      <a:pt x="46" y="100"/>
                    </a:lnTo>
                    <a:lnTo>
                      <a:pt x="45" y="100"/>
                    </a:lnTo>
                    <a:lnTo>
                      <a:pt x="44" y="99"/>
                    </a:lnTo>
                    <a:lnTo>
                      <a:pt x="44" y="100"/>
                    </a:lnTo>
                    <a:lnTo>
                      <a:pt x="43" y="101"/>
                    </a:lnTo>
                    <a:lnTo>
                      <a:pt x="42" y="101"/>
                    </a:lnTo>
                    <a:lnTo>
                      <a:pt x="40" y="101"/>
                    </a:lnTo>
                    <a:lnTo>
                      <a:pt x="38" y="101"/>
                    </a:lnTo>
                    <a:lnTo>
                      <a:pt x="38" y="102"/>
                    </a:lnTo>
                    <a:lnTo>
                      <a:pt x="37" y="103"/>
                    </a:lnTo>
                    <a:lnTo>
                      <a:pt x="35" y="102"/>
                    </a:lnTo>
                    <a:lnTo>
                      <a:pt x="34" y="103"/>
                    </a:lnTo>
                    <a:lnTo>
                      <a:pt x="33" y="103"/>
                    </a:lnTo>
                    <a:lnTo>
                      <a:pt x="32" y="102"/>
                    </a:lnTo>
                    <a:lnTo>
                      <a:pt x="31" y="102"/>
                    </a:lnTo>
                    <a:lnTo>
                      <a:pt x="30" y="101"/>
                    </a:lnTo>
                    <a:lnTo>
                      <a:pt x="28" y="102"/>
                    </a:lnTo>
                    <a:lnTo>
                      <a:pt x="26" y="102"/>
                    </a:lnTo>
                    <a:lnTo>
                      <a:pt x="25" y="102"/>
                    </a:lnTo>
                    <a:lnTo>
                      <a:pt x="24" y="102"/>
                    </a:lnTo>
                    <a:lnTo>
                      <a:pt x="24" y="104"/>
                    </a:lnTo>
                    <a:lnTo>
                      <a:pt x="23" y="106"/>
                    </a:lnTo>
                    <a:lnTo>
                      <a:pt x="22" y="107"/>
                    </a:lnTo>
                    <a:lnTo>
                      <a:pt x="21" y="107"/>
                    </a:lnTo>
                    <a:lnTo>
                      <a:pt x="20" y="106"/>
                    </a:lnTo>
                    <a:lnTo>
                      <a:pt x="19" y="106"/>
                    </a:lnTo>
                    <a:lnTo>
                      <a:pt x="18" y="106"/>
                    </a:lnTo>
                    <a:lnTo>
                      <a:pt x="17" y="106"/>
                    </a:lnTo>
                    <a:lnTo>
                      <a:pt x="16" y="106"/>
                    </a:lnTo>
                    <a:lnTo>
                      <a:pt x="14" y="106"/>
                    </a:lnTo>
                    <a:lnTo>
                      <a:pt x="13" y="106"/>
                    </a:lnTo>
                    <a:lnTo>
                      <a:pt x="12" y="107"/>
                    </a:lnTo>
                    <a:lnTo>
                      <a:pt x="10" y="108"/>
                    </a:lnTo>
                    <a:lnTo>
                      <a:pt x="9" y="109"/>
                    </a:lnTo>
                    <a:lnTo>
                      <a:pt x="9" y="110"/>
                    </a:lnTo>
                    <a:lnTo>
                      <a:pt x="8" y="109"/>
                    </a:lnTo>
                    <a:lnTo>
                      <a:pt x="7" y="109"/>
                    </a:lnTo>
                    <a:lnTo>
                      <a:pt x="5" y="109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5" y="108"/>
                    </a:lnTo>
                    <a:lnTo>
                      <a:pt x="6" y="107"/>
                    </a:lnTo>
                    <a:lnTo>
                      <a:pt x="8" y="107"/>
                    </a:lnTo>
                    <a:lnTo>
                      <a:pt x="9" y="105"/>
                    </a:lnTo>
                    <a:lnTo>
                      <a:pt x="10" y="104"/>
                    </a:lnTo>
                    <a:lnTo>
                      <a:pt x="12" y="102"/>
                    </a:lnTo>
                    <a:lnTo>
                      <a:pt x="14" y="100"/>
                    </a:lnTo>
                    <a:lnTo>
                      <a:pt x="16" y="98"/>
                    </a:lnTo>
                    <a:lnTo>
                      <a:pt x="17" y="97"/>
                    </a:lnTo>
                    <a:lnTo>
                      <a:pt x="18" y="96"/>
                    </a:lnTo>
                    <a:lnTo>
                      <a:pt x="21" y="95"/>
                    </a:lnTo>
                    <a:lnTo>
                      <a:pt x="23" y="95"/>
                    </a:lnTo>
                    <a:lnTo>
                      <a:pt x="26" y="95"/>
                    </a:lnTo>
                    <a:lnTo>
                      <a:pt x="28" y="95"/>
                    </a:lnTo>
                    <a:lnTo>
                      <a:pt x="29" y="94"/>
                    </a:lnTo>
                    <a:lnTo>
                      <a:pt x="29" y="93"/>
                    </a:lnTo>
                    <a:lnTo>
                      <a:pt x="30" y="92"/>
                    </a:lnTo>
                    <a:lnTo>
                      <a:pt x="32" y="91"/>
                    </a:lnTo>
                    <a:lnTo>
                      <a:pt x="33" y="90"/>
                    </a:lnTo>
                    <a:lnTo>
                      <a:pt x="32" y="89"/>
                    </a:lnTo>
                    <a:lnTo>
                      <a:pt x="31" y="89"/>
                    </a:lnTo>
                    <a:lnTo>
                      <a:pt x="30" y="90"/>
                    </a:lnTo>
                    <a:lnTo>
                      <a:pt x="29" y="91"/>
                    </a:lnTo>
                    <a:lnTo>
                      <a:pt x="28" y="91"/>
                    </a:lnTo>
                    <a:lnTo>
                      <a:pt x="27" y="92"/>
                    </a:lnTo>
                    <a:lnTo>
                      <a:pt x="26" y="93"/>
                    </a:lnTo>
                    <a:lnTo>
                      <a:pt x="24" y="93"/>
                    </a:lnTo>
                    <a:lnTo>
                      <a:pt x="23" y="93"/>
                    </a:lnTo>
                    <a:lnTo>
                      <a:pt x="23" y="92"/>
                    </a:lnTo>
                    <a:lnTo>
                      <a:pt x="21" y="91"/>
                    </a:lnTo>
                    <a:lnTo>
                      <a:pt x="21" y="90"/>
                    </a:lnTo>
                    <a:lnTo>
                      <a:pt x="20" y="90"/>
                    </a:lnTo>
                    <a:lnTo>
                      <a:pt x="19" y="91"/>
                    </a:lnTo>
                    <a:lnTo>
                      <a:pt x="17" y="91"/>
                    </a:lnTo>
                    <a:lnTo>
                      <a:pt x="16" y="90"/>
                    </a:lnTo>
                    <a:lnTo>
                      <a:pt x="16" y="89"/>
                    </a:lnTo>
                    <a:lnTo>
                      <a:pt x="16" y="88"/>
                    </a:lnTo>
                    <a:lnTo>
                      <a:pt x="15" y="88"/>
                    </a:lnTo>
                    <a:lnTo>
                      <a:pt x="13" y="89"/>
                    </a:lnTo>
                    <a:lnTo>
                      <a:pt x="12" y="90"/>
                    </a:lnTo>
                    <a:lnTo>
                      <a:pt x="11" y="90"/>
                    </a:lnTo>
                    <a:lnTo>
                      <a:pt x="10" y="90"/>
                    </a:lnTo>
                    <a:lnTo>
                      <a:pt x="9" y="90"/>
                    </a:lnTo>
                    <a:lnTo>
                      <a:pt x="9" y="89"/>
                    </a:lnTo>
                    <a:lnTo>
                      <a:pt x="8" y="88"/>
                    </a:lnTo>
                    <a:lnTo>
                      <a:pt x="8" y="87"/>
                    </a:lnTo>
                    <a:lnTo>
                      <a:pt x="9" y="87"/>
                    </a:lnTo>
                    <a:lnTo>
                      <a:pt x="11" y="86"/>
                    </a:lnTo>
                    <a:lnTo>
                      <a:pt x="13" y="85"/>
                    </a:lnTo>
                    <a:lnTo>
                      <a:pt x="14" y="84"/>
                    </a:lnTo>
                    <a:lnTo>
                      <a:pt x="16" y="83"/>
                    </a:lnTo>
                    <a:lnTo>
                      <a:pt x="18" y="82"/>
                    </a:lnTo>
                    <a:lnTo>
                      <a:pt x="19" y="80"/>
                    </a:lnTo>
                    <a:lnTo>
                      <a:pt x="20" y="79"/>
                    </a:lnTo>
                    <a:lnTo>
                      <a:pt x="19" y="78"/>
                    </a:lnTo>
                    <a:lnTo>
                      <a:pt x="18" y="78"/>
                    </a:lnTo>
                    <a:lnTo>
                      <a:pt x="18" y="77"/>
                    </a:lnTo>
                    <a:lnTo>
                      <a:pt x="18" y="75"/>
                    </a:lnTo>
                    <a:lnTo>
                      <a:pt x="18" y="74"/>
                    </a:lnTo>
                    <a:lnTo>
                      <a:pt x="16" y="74"/>
                    </a:lnTo>
                    <a:lnTo>
                      <a:pt x="14" y="75"/>
                    </a:lnTo>
                    <a:lnTo>
                      <a:pt x="13" y="75"/>
                    </a:lnTo>
                    <a:lnTo>
                      <a:pt x="15" y="73"/>
                    </a:lnTo>
                    <a:lnTo>
                      <a:pt x="17" y="72"/>
                    </a:lnTo>
                    <a:lnTo>
                      <a:pt x="19" y="70"/>
                    </a:lnTo>
                    <a:lnTo>
                      <a:pt x="21" y="69"/>
                    </a:lnTo>
                    <a:lnTo>
                      <a:pt x="24" y="69"/>
                    </a:lnTo>
                    <a:lnTo>
                      <a:pt x="26" y="69"/>
                    </a:lnTo>
                    <a:lnTo>
                      <a:pt x="28" y="69"/>
                    </a:lnTo>
                    <a:lnTo>
                      <a:pt x="29" y="68"/>
                    </a:lnTo>
                    <a:lnTo>
                      <a:pt x="29" y="67"/>
                    </a:lnTo>
                    <a:lnTo>
                      <a:pt x="28" y="67"/>
                    </a:lnTo>
                    <a:lnTo>
                      <a:pt x="28" y="66"/>
                    </a:lnTo>
                    <a:lnTo>
                      <a:pt x="29" y="65"/>
                    </a:lnTo>
                    <a:lnTo>
                      <a:pt x="30" y="64"/>
                    </a:lnTo>
                    <a:lnTo>
                      <a:pt x="29" y="63"/>
                    </a:lnTo>
                    <a:lnTo>
                      <a:pt x="28" y="63"/>
                    </a:lnTo>
                    <a:lnTo>
                      <a:pt x="29" y="62"/>
                    </a:lnTo>
                    <a:lnTo>
                      <a:pt x="30" y="61"/>
                    </a:lnTo>
                    <a:lnTo>
                      <a:pt x="30" y="60"/>
                    </a:lnTo>
                    <a:lnTo>
                      <a:pt x="30" y="58"/>
                    </a:lnTo>
                    <a:lnTo>
                      <a:pt x="31" y="58"/>
                    </a:lnTo>
                    <a:lnTo>
                      <a:pt x="30" y="57"/>
                    </a:lnTo>
                    <a:lnTo>
                      <a:pt x="29" y="59"/>
                    </a:lnTo>
                    <a:lnTo>
                      <a:pt x="27" y="59"/>
                    </a:lnTo>
                    <a:lnTo>
                      <a:pt x="26" y="59"/>
                    </a:lnTo>
                    <a:lnTo>
                      <a:pt x="26" y="58"/>
                    </a:lnTo>
                    <a:lnTo>
                      <a:pt x="25" y="58"/>
                    </a:lnTo>
                    <a:lnTo>
                      <a:pt x="25" y="57"/>
                    </a:lnTo>
                    <a:lnTo>
                      <a:pt x="25" y="58"/>
                    </a:lnTo>
                    <a:lnTo>
                      <a:pt x="24" y="57"/>
                    </a:lnTo>
                    <a:lnTo>
                      <a:pt x="24" y="56"/>
                    </a:lnTo>
                    <a:lnTo>
                      <a:pt x="23" y="55"/>
                    </a:lnTo>
                    <a:lnTo>
                      <a:pt x="23" y="54"/>
                    </a:lnTo>
                    <a:lnTo>
                      <a:pt x="23" y="53"/>
                    </a:lnTo>
                    <a:lnTo>
                      <a:pt x="24" y="52"/>
                    </a:lnTo>
                    <a:lnTo>
                      <a:pt x="24" y="51"/>
                    </a:lnTo>
                    <a:lnTo>
                      <a:pt x="25" y="50"/>
                    </a:lnTo>
                    <a:lnTo>
                      <a:pt x="26" y="49"/>
                    </a:lnTo>
                    <a:lnTo>
                      <a:pt x="27" y="49"/>
                    </a:lnTo>
                    <a:lnTo>
                      <a:pt x="28" y="48"/>
                    </a:lnTo>
                    <a:lnTo>
                      <a:pt x="26" y="48"/>
                    </a:lnTo>
                    <a:lnTo>
                      <a:pt x="25" y="48"/>
                    </a:lnTo>
                    <a:lnTo>
                      <a:pt x="24" y="48"/>
                    </a:lnTo>
                    <a:lnTo>
                      <a:pt x="23" y="49"/>
                    </a:lnTo>
                    <a:lnTo>
                      <a:pt x="22" y="49"/>
                    </a:lnTo>
                    <a:lnTo>
                      <a:pt x="21" y="49"/>
                    </a:lnTo>
                    <a:lnTo>
                      <a:pt x="21" y="50"/>
                    </a:lnTo>
                    <a:lnTo>
                      <a:pt x="20" y="50"/>
                    </a:lnTo>
                    <a:lnTo>
                      <a:pt x="18" y="50"/>
                    </a:lnTo>
                    <a:lnTo>
                      <a:pt x="17" y="50"/>
                    </a:lnTo>
                    <a:lnTo>
                      <a:pt x="16" y="50"/>
                    </a:lnTo>
                    <a:lnTo>
                      <a:pt x="16" y="51"/>
                    </a:lnTo>
                    <a:lnTo>
                      <a:pt x="15" y="52"/>
                    </a:lnTo>
                    <a:lnTo>
                      <a:pt x="14" y="51"/>
                    </a:lnTo>
                    <a:lnTo>
                      <a:pt x="13" y="50"/>
                    </a:lnTo>
                    <a:lnTo>
                      <a:pt x="11" y="50"/>
                    </a:lnTo>
                    <a:lnTo>
                      <a:pt x="11" y="52"/>
                    </a:lnTo>
                    <a:lnTo>
                      <a:pt x="10" y="52"/>
                    </a:lnTo>
                    <a:lnTo>
                      <a:pt x="9" y="50"/>
                    </a:lnTo>
                    <a:lnTo>
                      <a:pt x="8" y="49"/>
                    </a:lnTo>
                    <a:lnTo>
                      <a:pt x="9" y="48"/>
                    </a:lnTo>
                    <a:lnTo>
                      <a:pt x="10" y="49"/>
                    </a:lnTo>
                    <a:lnTo>
                      <a:pt x="10" y="47"/>
                    </a:lnTo>
                    <a:lnTo>
                      <a:pt x="10" y="46"/>
                    </a:lnTo>
                    <a:lnTo>
                      <a:pt x="11" y="44"/>
                    </a:lnTo>
                    <a:lnTo>
                      <a:pt x="12" y="43"/>
                    </a:lnTo>
                    <a:lnTo>
                      <a:pt x="13" y="41"/>
                    </a:lnTo>
                    <a:lnTo>
                      <a:pt x="13" y="40"/>
                    </a:lnTo>
                    <a:lnTo>
                      <a:pt x="12" y="39"/>
                    </a:lnTo>
                    <a:lnTo>
                      <a:pt x="11" y="39"/>
                    </a:lnTo>
                    <a:lnTo>
                      <a:pt x="11" y="38"/>
                    </a:lnTo>
                    <a:lnTo>
                      <a:pt x="11" y="37"/>
                    </a:lnTo>
                    <a:lnTo>
                      <a:pt x="12" y="36"/>
                    </a:lnTo>
                    <a:lnTo>
                      <a:pt x="12" y="35"/>
                    </a:lnTo>
                    <a:lnTo>
                      <a:pt x="13" y="35"/>
                    </a:lnTo>
                    <a:lnTo>
                      <a:pt x="12" y="34"/>
                    </a:lnTo>
                    <a:lnTo>
                      <a:pt x="11" y="34"/>
                    </a:lnTo>
                    <a:lnTo>
                      <a:pt x="10" y="34"/>
                    </a:lnTo>
                    <a:lnTo>
                      <a:pt x="10" y="35"/>
                    </a:lnTo>
                    <a:lnTo>
                      <a:pt x="10" y="36"/>
                    </a:lnTo>
                    <a:lnTo>
                      <a:pt x="9" y="35"/>
                    </a:lnTo>
                    <a:lnTo>
                      <a:pt x="8" y="36"/>
                    </a:lnTo>
                    <a:lnTo>
                      <a:pt x="7" y="37"/>
                    </a:lnTo>
                    <a:lnTo>
                      <a:pt x="7" y="36"/>
                    </a:lnTo>
                    <a:lnTo>
                      <a:pt x="7" y="35"/>
                    </a:lnTo>
                    <a:lnTo>
                      <a:pt x="8" y="34"/>
                    </a:lnTo>
                    <a:lnTo>
                      <a:pt x="9" y="33"/>
                    </a:lnTo>
                    <a:lnTo>
                      <a:pt x="9" y="32"/>
                    </a:lnTo>
                    <a:lnTo>
                      <a:pt x="8" y="32"/>
                    </a:lnTo>
                    <a:lnTo>
                      <a:pt x="7" y="33"/>
                    </a:lnTo>
                    <a:lnTo>
                      <a:pt x="7" y="34"/>
                    </a:lnTo>
                    <a:lnTo>
                      <a:pt x="6" y="34"/>
                    </a:lnTo>
                    <a:lnTo>
                      <a:pt x="6" y="35"/>
                    </a:lnTo>
                    <a:lnTo>
                      <a:pt x="7" y="36"/>
                    </a:lnTo>
                    <a:lnTo>
                      <a:pt x="7" y="37"/>
                    </a:lnTo>
                    <a:lnTo>
                      <a:pt x="7" y="38"/>
                    </a:lnTo>
                    <a:lnTo>
                      <a:pt x="6" y="39"/>
                    </a:lnTo>
                    <a:lnTo>
                      <a:pt x="6" y="40"/>
                    </a:lnTo>
                    <a:lnTo>
                      <a:pt x="5" y="41"/>
                    </a:lnTo>
                    <a:lnTo>
                      <a:pt x="4" y="43"/>
                    </a:lnTo>
                    <a:lnTo>
                      <a:pt x="4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3" y="42"/>
                    </a:lnTo>
                    <a:lnTo>
                      <a:pt x="3" y="41"/>
                    </a:lnTo>
                    <a:lnTo>
                      <a:pt x="4" y="40"/>
                    </a:lnTo>
                    <a:lnTo>
                      <a:pt x="5" y="39"/>
                    </a:lnTo>
                    <a:lnTo>
                      <a:pt x="5" y="38"/>
                    </a:lnTo>
                    <a:lnTo>
                      <a:pt x="5" y="37"/>
                    </a:lnTo>
                    <a:lnTo>
                      <a:pt x="4" y="37"/>
                    </a:lnTo>
                    <a:lnTo>
                      <a:pt x="4" y="36"/>
                    </a:lnTo>
                    <a:lnTo>
                      <a:pt x="4" y="35"/>
                    </a:lnTo>
                    <a:lnTo>
                      <a:pt x="4" y="34"/>
                    </a:lnTo>
                    <a:lnTo>
                      <a:pt x="5" y="33"/>
                    </a:lnTo>
                    <a:lnTo>
                      <a:pt x="5" y="32"/>
                    </a:lnTo>
                    <a:lnTo>
                      <a:pt x="5" y="31"/>
                    </a:lnTo>
                    <a:lnTo>
                      <a:pt x="6" y="30"/>
                    </a:lnTo>
                    <a:lnTo>
                      <a:pt x="6" y="29"/>
                    </a:lnTo>
                    <a:lnTo>
                      <a:pt x="7" y="28"/>
                    </a:lnTo>
                    <a:lnTo>
                      <a:pt x="7" y="27"/>
                    </a:lnTo>
                    <a:lnTo>
                      <a:pt x="7" y="26"/>
                    </a:lnTo>
                    <a:lnTo>
                      <a:pt x="6" y="27"/>
                    </a:lnTo>
                    <a:lnTo>
                      <a:pt x="5" y="28"/>
                    </a:lnTo>
                    <a:lnTo>
                      <a:pt x="4" y="28"/>
                    </a:lnTo>
                    <a:lnTo>
                      <a:pt x="4" y="29"/>
                    </a:lnTo>
                    <a:lnTo>
                      <a:pt x="3" y="28"/>
                    </a:lnTo>
                    <a:lnTo>
                      <a:pt x="2" y="28"/>
                    </a:lnTo>
                    <a:lnTo>
                      <a:pt x="1" y="27"/>
                    </a:lnTo>
                    <a:lnTo>
                      <a:pt x="1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1" y="25"/>
                    </a:lnTo>
                    <a:lnTo>
                      <a:pt x="2" y="25"/>
                    </a:lnTo>
                    <a:lnTo>
                      <a:pt x="2" y="24"/>
                    </a:lnTo>
                    <a:lnTo>
                      <a:pt x="2" y="23"/>
                    </a:lnTo>
                    <a:lnTo>
                      <a:pt x="3" y="22"/>
                    </a:lnTo>
                    <a:lnTo>
                      <a:pt x="3" y="21"/>
                    </a:lnTo>
                    <a:lnTo>
                      <a:pt x="4" y="20"/>
                    </a:lnTo>
                    <a:lnTo>
                      <a:pt x="4" y="19"/>
                    </a:lnTo>
                    <a:lnTo>
                      <a:pt x="5" y="18"/>
                    </a:lnTo>
                    <a:lnTo>
                      <a:pt x="5" y="17"/>
                    </a:lnTo>
                    <a:lnTo>
                      <a:pt x="4" y="17"/>
                    </a:lnTo>
                    <a:lnTo>
                      <a:pt x="5" y="17"/>
                    </a:lnTo>
                    <a:lnTo>
                      <a:pt x="5" y="16"/>
                    </a:lnTo>
                    <a:lnTo>
                      <a:pt x="3" y="17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4" y="14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3" y="12"/>
                    </a:lnTo>
                    <a:lnTo>
                      <a:pt x="3" y="11"/>
                    </a:lnTo>
                    <a:lnTo>
                      <a:pt x="4" y="11"/>
                    </a:lnTo>
                    <a:lnTo>
                      <a:pt x="4" y="10"/>
                    </a:lnTo>
                    <a:lnTo>
                      <a:pt x="5" y="10"/>
                    </a:lnTo>
                    <a:lnTo>
                      <a:pt x="6" y="10"/>
                    </a:lnTo>
                    <a:lnTo>
                      <a:pt x="7" y="9"/>
                    </a:lnTo>
                    <a:lnTo>
                      <a:pt x="8" y="9"/>
                    </a:lnTo>
                    <a:lnTo>
                      <a:pt x="7" y="8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7" y="7"/>
                    </a:lnTo>
                    <a:lnTo>
                      <a:pt x="7" y="6"/>
                    </a:lnTo>
                    <a:lnTo>
                      <a:pt x="7" y="5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59" name="D888">
                <a:extLst>
                  <a:ext uri="{FF2B5EF4-FFF2-40B4-BE49-F238E27FC236}">
                    <a16:creationId xmlns:a16="http://schemas.microsoft.com/office/drawing/2014/main" id="{90EA31DA-8727-429B-82E8-326A5913B2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87" y="3895854"/>
                <a:ext cx="3" cy="2"/>
              </a:xfrm>
              <a:custGeom>
                <a:avLst/>
                <a:gdLst>
                  <a:gd name="T0" fmla="*/ 3 w 3"/>
                  <a:gd name="T1" fmla="*/ 1 h 2"/>
                  <a:gd name="T2" fmla="*/ 2 w 3"/>
                  <a:gd name="T3" fmla="*/ 2 h 2"/>
                  <a:gd name="T4" fmla="*/ 1 w 3"/>
                  <a:gd name="T5" fmla="*/ 2 h 2"/>
                  <a:gd name="T6" fmla="*/ 0 w 3"/>
                  <a:gd name="T7" fmla="*/ 1 h 2"/>
                  <a:gd name="T8" fmla="*/ 1 w 3"/>
                  <a:gd name="T9" fmla="*/ 0 h 2"/>
                  <a:gd name="T10" fmla="*/ 2 w 3"/>
                  <a:gd name="T11" fmla="*/ 0 h 2"/>
                  <a:gd name="T12" fmla="*/ 3 w 3"/>
                  <a:gd name="T13" fmla="*/ 1 h 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"/>
                  <a:gd name="T22" fmla="*/ 0 h 2"/>
                  <a:gd name="T23" fmla="*/ 3 w 3"/>
                  <a:gd name="T24" fmla="*/ 2 h 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" h="2">
                    <a:moveTo>
                      <a:pt x="3" y="1"/>
                    </a:moveTo>
                    <a:lnTo>
                      <a:pt x="2" y="2"/>
                    </a:ln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3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60" name="D889">
                <a:extLst>
                  <a:ext uri="{FF2B5EF4-FFF2-40B4-BE49-F238E27FC236}">
                    <a16:creationId xmlns:a16="http://schemas.microsoft.com/office/drawing/2014/main" id="{93124263-F14A-4FD8-B351-102D736BB0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59" y="3895821"/>
                <a:ext cx="3" cy="2"/>
              </a:xfrm>
              <a:custGeom>
                <a:avLst/>
                <a:gdLst>
                  <a:gd name="T0" fmla="*/ 0 w 3"/>
                  <a:gd name="T1" fmla="*/ 0 h 2"/>
                  <a:gd name="T2" fmla="*/ 1 w 3"/>
                  <a:gd name="T3" fmla="*/ 0 h 2"/>
                  <a:gd name="T4" fmla="*/ 2 w 3"/>
                  <a:gd name="T5" fmla="*/ 1 h 2"/>
                  <a:gd name="T6" fmla="*/ 3 w 3"/>
                  <a:gd name="T7" fmla="*/ 1 h 2"/>
                  <a:gd name="T8" fmla="*/ 2 w 3"/>
                  <a:gd name="T9" fmla="*/ 2 h 2"/>
                  <a:gd name="T10" fmla="*/ 0 w 3"/>
                  <a:gd name="T11" fmla="*/ 0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2"/>
                  <a:gd name="T20" fmla="*/ 3 w 3"/>
                  <a:gd name="T21" fmla="*/ 2 h 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2">
                    <a:moveTo>
                      <a:pt x="0" y="0"/>
                    </a:moveTo>
                    <a:lnTo>
                      <a:pt x="1" y="0"/>
                    </a:lnTo>
                    <a:lnTo>
                      <a:pt x="2" y="1"/>
                    </a:lnTo>
                    <a:lnTo>
                      <a:pt x="3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61" name="D891">
                <a:extLst>
                  <a:ext uri="{FF2B5EF4-FFF2-40B4-BE49-F238E27FC236}">
                    <a16:creationId xmlns:a16="http://schemas.microsoft.com/office/drawing/2014/main" id="{F14C3495-8E6D-439D-A2FE-10562784B4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51" y="3895792"/>
                <a:ext cx="2" cy="3"/>
              </a:xfrm>
              <a:custGeom>
                <a:avLst/>
                <a:gdLst>
                  <a:gd name="T0" fmla="*/ 0 w 2"/>
                  <a:gd name="T1" fmla="*/ 0 h 3"/>
                  <a:gd name="T2" fmla="*/ 1 w 2"/>
                  <a:gd name="T3" fmla="*/ 0 h 3"/>
                  <a:gd name="T4" fmla="*/ 2 w 2"/>
                  <a:gd name="T5" fmla="*/ 0 h 3"/>
                  <a:gd name="T6" fmla="*/ 2 w 2"/>
                  <a:gd name="T7" fmla="*/ 1 h 3"/>
                  <a:gd name="T8" fmla="*/ 2 w 2"/>
                  <a:gd name="T9" fmla="*/ 2 h 3"/>
                  <a:gd name="T10" fmla="*/ 1 w 2"/>
                  <a:gd name="T11" fmla="*/ 3 h 3"/>
                  <a:gd name="T12" fmla="*/ 0 w 2"/>
                  <a:gd name="T13" fmla="*/ 2 h 3"/>
                  <a:gd name="T14" fmla="*/ 0 w 2"/>
                  <a:gd name="T15" fmla="*/ 1 h 3"/>
                  <a:gd name="T16" fmla="*/ 0 w 2"/>
                  <a:gd name="T17" fmla="*/ 0 h 3"/>
                  <a:gd name="T18" fmla="*/ 0 w 2"/>
                  <a:gd name="T19" fmla="*/ 0 h 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3"/>
                  <a:gd name="T32" fmla="*/ 2 w 2"/>
                  <a:gd name="T33" fmla="*/ 3 h 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3">
                    <a:moveTo>
                      <a:pt x="0" y="0"/>
                    </a:moveTo>
                    <a:lnTo>
                      <a:pt x="1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2" y="2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62" name="D892">
                <a:extLst>
                  <a:ext uri="{FF2B5EF4-FFF2-40B4-BE49-F238E27FC236}">
                    <a16:creationId xmlns:a16="http://schemas.microsoft.com/office/drawing/2014/main" id="{B5C41426-860A-4826-88B3-A48494B14F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40" y="3895789"/>
                <a:ext cx="4" cy="4"/>
              </a:xfrm>
              <a:custGeom>
                <a:avLst/>
                <a:gdLst>
                  <a:gd name="T0" fmla="*/ 3 w 4"/>
                  <a:gd name="T1" fmla="*/ 0 h 4"/>
                  <a:gd name="T2" fmla="*/ 3 w 4"/>
                  <a:gd name="T3" fmla="*/ 1 h 4"/>
                  <a:gd name="T4" fmla="*/ 4 w 4"/>
                  <a:gd name="T5" fmla="*/ 2 h 4"/>
                  <a:gd name="T6" fmla="*/ 4 w 4"/>
                  <a:gd name="T7" fmla="*/ 3 h 4"/>
                  <a:gd name="T8" fmla="*/ 2 w 4"/>
                  <a:gd name="T9" fmla="*/ 4 h 4"/>
                  <a:gd name="T10" fmla="*/ 2 w 4"/>
                  <a:gd name="T11" fmla="*/ 3 h 4"/>
                  <a:gd name="T12" fmla="*/ 2 w 4"/>
                  <a:gd name="T13" fmla="*/ 2 h 4"/>
                  <a:gd name="T14" fmla="*/ 1 w 4"/>
                  <a:gd name="T15" fmla="*/ 2 h 4"/>
                  <a:gd name="T16" fmla="*/ 0 w 4"/>
                  <a:gd name="T17" fmla="*/ 3 h 4"/>
                  <a:gd name="T18" fmla="*/ 0 w 4"/>
                  <a:gd name="T19" fmla="*/ 2 h 4"/>
                  <a:gd name="T20" fmla="*/ 1 w 4"/>
                  <a:gd name="T21" fmla="*/ 1 h 4"/>
                  <a:gd name="T22" fmla="*/ 2 w 4"/>
                  <a:gd name="T23" fmla="*/ 1 h 4"/>
                  <a:gd name="T24" fmla="*/ 3 w 4"/>
                  <a:gd name="T25" fmla="*/ 0 h 4"/>
                  <a:gd name="T26" fmla="*/ 3 w 4"/>
                  <a:gd name="T27" fmla="*/ 0 h 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4"/>
                  <a:gd name="T43" fmla="*/ 0 h 4"/>
                  <a:gd name="T44" fmla="*/ 4 w 4"/>
                  <a:gd name="T45" fmla="*/ 4 h 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4" h="4">
                    <a:moveTo>
                      <a:pt x="3" y="0"/>
                    </a:moveTo>
                    <a:lnTo>
                      <a:pt x="3" y="1"/>
                    </a:lnTo>
                    <a:lnTo>
                      <a:pt x="4" y="2"/>
                    </a:lnTo>
                    <a:lnTo>
                      <a:pt x="4" y="3"/>
                    </a:lnTo>
                    <a:lnTo>
                      <a:pt x="2" y="4"/>
                    </a:lnTo>
                    <a:lnTo>
                      <a:pt x="2" y="3"/>
                    </a:lnTo>
                    <a:lnTo>
                      <a:pt x="2" y="2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63" name="D893">
                <a:extLst>
                  <a:ext uri="{FF2B5EF4-FFF2-40B4-BE49-F238E27FC236}">
                    <a16:creationId xmlns:a16="http://schemas.microsoft.com/office/drawing/2014/main" id="{E7C97ADC-A82F-4956-BD7B-B7741D3C44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44" y="3895786"/>
                <a:ext cx="3" cy="4"/>
              </a:xfrm>
              <a:custGeom>
                <a:avLst/>
                <a:gdLst>
                  <a:gd name="T0" fmla="*/ 3 w 3"/>
                  <a:gd name="T1" fmla="*/ 1 h 4"/>
                  <a:gd name="T2" fmla="*/ 3 w 3"/>
                  <a:gd name="T3" fmla="*/ 2 h 4"/>
                  <a:gd name="T4" fmla="*/ 2 w 3"/>
                  <a:gd name="T5" fmla="*/ 3 h 4"/>
                  <a:gd name="T6" fmla="*/ 1 w 3"/>
                  <a:gd name="T7" fmla="*/ 4 h 4"/>
                  <a:gd name="T8" fmla="*/ 0 w 3"/>
                  <a:gd name="T9" fmla="*/ 4 h 4"/>
                  <a:gd name="T10" fmla="*/ 0 w 3"/>
                  <a:gd name="T11" fmla="*/ 3 h 4"/>
                  <a:gd name="T12" fmla="*/ 1 w 3"/>
                  <a:gd name="T13" fmla="*/ 3 h 4"/>
                  <a:gd name="T14" fmla="*/ 1 w 3"/>
                  <a:gd name="T15" fmla="*/ 2 h 4"/>
                  <a:gd name="T16" fmla="*/ 2 w 3"/>
                  <a:gd name="T17" fmla="*/ 1 h 4"/>
                  <a:gd name="T18" fmla="*/ 3 w 3"/>
                  <a:gd name="T19" fmla="*/ 0 h 4"/>
                  <a:gd name="T20" fmla="*/ 3 w 3"/>
                  <a:gd name="T21" fmla="*/ 1 h 4"/>
                  <a:gd name="T22" fmla="*/ 3 w 3"/>
                  <a:gd name="T23" fmla="*/ 1 h 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"/>
                  <a:gd name="T37" fmla="*/ 0 h 4"/>
                  <a:gd name="T38" fmla="*/ 3 w 3"/>
                  <a:gd name="T39" fmla="*/ 4 h 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" h="4">
                    <a:moveTo>
                      <a:pt x="3" y="1"/>
                    </a:moveTo>
                    <a:lnTo>
                      <a:pt x="3" y="2"/>
                    </a:lnTo>
                    <a:lnTo>
                      <a:pt x="2" y="3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2" y="1"/>
                    </a:lnTo>
                    <a:lnTo>
                      <a:pt x="3" y="0"/>
                    </a:lnTo>
                    <a:lnTo>
                      <a:pt x="3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64" name="D894">
                <a:extLst>
                  <a:ext uri="{FF2B5EF4-FFF2-40B4-BE49-F238E27FC236}">
                    <a16:creationId xmlns:a16="http://schemas.microsoft.com/office/drawing/2014/main" id="{7868748A-5E77-4E15-8249-EA85EC01F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41" y="3895780"/>
                <a:ext cx="6" cy="4"/>
              </a:xfrm>
              <a:custGeom>
                <a:avLst/>
                <a:gdLst>
                  <a:gd name="T0" fmla="*/ 1 w 6"/>
                  <a:gd name="T1" fmla="*/ 4 h 4"/>
                  <a:gd name="T2" fmla="*/ 2 w 6"/>
                  <a:gd name="T3" fmla="*/ 4 h 4"/>
                  <a:gd name="T4" fmla="*/ 2 w 6"/>
                  <a:gd name="T5" fmla="*/ 3 h 4"/>
                  <a:gd name="T6" fmla="*/ 3 w 6"/>
                  <a:gd name="T7" fmla="*/ 3 h 4"/>
                  <a:gd name="T8" fmla="*/ 2 w 6"/>
                  <a:gd name="T9" fmla="*/ 3 h 4"/>
                  <a:gd name="T10" fmla="*/ 2 w 6"/>
                  <a:gd name="T11" fmla="*/ 2 h 4"/>
                  <a:gd name="T12" fmla="*/ 3 w 6"/>
                  <a:gd name="T13" fmla="*/ 2 h 4"/>
                  <a:gd name="T14" fmla="*/ 2 w 6"/>
                  <a:gd name="T15" fmla="*/ 1 h 4"/>
                  <a:gd name="T16" fmla="*/ 1 w 6"/>
                  <a:gd name="T17" fmla="*/ 1 h 4"/>
                  <a:gd name="T18" fmla="*/ 1 w 6"/>
                  <a:gd name="T19" fmla="*/ 0 h 4"/>
                  <a:gd name="T20" fmla="*/ 2 w 6"/>
                  <a:gd name="T21" fmla="*/ 0 h 4"/>
                  <a:gd name="T22" fmla="*/ 3 w 6"/>
                  <a:gd name="T23" fmla="*/ 0 h 4"/>
                  <a:gd name="T24" fmla="*/ 4 w 6"/>
                  <a:gd name="T25" fmla="*/ 1 h 4"/>
                  <a:gd name="T26" fmla="*/ 5 w 6"/>
                  <a:gd name="T27" fmla="*/ 2 h 4"/>
                  <a:gd name="T28" fmla="*/ 6 w 6"/>
                  <a:gd name="T29" fmla="*/ 2 h 4"/>
                  <a:gd name="T30" fmla="*/ 6 w 6"/>
                  <a:gd name="T31" fmla="*/ 3 h 4"/>
                  <a:gd name="T32" fmla="*/ 5 w 6"/>
                  <a:gd name="T33" fmla="*/ 3 h 4"/>
                  <a:gd name="T34" fmla="*/ 4 w 6"/>
                  <a:gd name="T35" fmla="*/ 3 h 4"/>
                  <a:gd name="T36" fmla="*/ 4 w 6"/>
                  <a:gd name="T37" fmla="*/ 4 h 4"/>
                  <a:gd name="T38" fmla="*/ 3 w 6"/>
                  <a:gd name="T39" fmla="*/ 4 h 4"/>
                  <a:gd name="T40" fmla="*/ 1 w 6"/>
                  <a:gd name="T41" fmla="*/ 4 h 4"/>
                  <a:gd name="T42" fmla="*/ 0 w 6"/>
                  <a:gd name="T43" fmla="*/ 4 h 4"/>
                  <a:gd name="T44" fmla="*/ 0 w 6"/>
                  <a:gd name="T45" fmla="*/ 3 h 4"/>
                  <a:gd name="T46" fmla="*/ 1 w 6"/>
                  <a:gd name="T47" fmla="*/ 4 h 4"/>
                  <a:gd name="T48" fmla="*/ 1 w 6"/>
                  <a:gd name="T49" fmla="*/ 4 h 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"/>
                  <a:gd name="T76" fmla="*/ 0 h 4"/>
                  <a:gd name="T77" fmla="*/ 6 w 6"/>
                  <a:gd name="T78" fmla="*/ 4 h 4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" h="4">
                    <a:moveTo>
                      <a:pt x="1" y="4"/>
                    </a:moveTo>
                    <a:lnTo>
                      <a:pt x="2" y="4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2" y="3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1"/>
                    </a:lnTo>
                    <a:lnTo>
                      <a:pt x="5" y="2"/>
                    </a:lnTo>
                    <a:lnTo>
                      <a:pt x="6" y="2"/>
                    </a:lnTo>
                    <a:lnTo>
                      <a:pt x="6" y="3"/>
                    </a:lnTo>
                    <a:lnTo>
                      <a:pt x="5" y="3"/>
                    </a:lnTo>
                    <a:lnTo>
                      <a:pt x="4" y="3"/>
                    </a:lnTo>
                    <a:lnTo>
                      <a:pt x="4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4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65" name="D895">
                <a:extLst>
                  <a:ext uri="{FF2B5EF4-FFF2-40B4-BE49-F238E27FC236}">
                    <a16:creationId xmlns:a16="http://schemas.microsoft.com/office/drawing/2014/main" id="{DBB6E472-4287-4779-A049-215A41EE2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38" y="3895765"/>
                <a:ext cx="9" cy="9"/>
              </a:xfrm>
              <a:custGeom>
                <a:avLst/>
                <a:gdLst>
                  <a:gd name="T0" fmla="*/ 4 w 9"/>
                  <a:gd name="T1" fmla="*/ 1 h 9"/>
                  <a:gd name="T2" fmla="*/ 5 w 9"/>
                  <a:gd name="T3" fmla="*/ 1 h 9"/>
                  <a:gd name="T4" fmla="*/ 5 w 9"/>
                  <a:gd name="T5" fmla="*/ 2 h 9"/>
                  <a:gd name="T6" fmla="*/ 5 w 9"/>
                  <a:gd name="T7" fmla="*/ 3 h 9"/>
                  <a:gd name="T8" fmla="*/ 6 w 9"/>
                  <a:gd name="T9" fmla="*/ 4 h 9"/>
                  <a:gd name="T10" fmla="*/ 6 w 9"/>
                  <a:gd name="T11" fmla="*/ 6 h 9"/>
                  <a:gd name="T12" fmla="*/ 7 w 9"/>
                  <a:gd name="T13" fmla="*/ 6 h 9"/>
                  <a:gd name="T14" fmla="*/ 8 w 9"/>
                  <a:gd name="T15" fmla="*/ 6 h 9"/>
                  <a:gd name="T16" fmla="*/ 9 w 9"/>
                  <a:gd name="T17" fmla="*/ 6 h 9"/>
                  <a:gd name="T18" fmla="*/ 9 w 9"/>
                  <a:gd name="T19" fmla="*/ 7 h 9"/>
                  <a:gd name="T20" fmla="*/ 8 w 9"/>
                  <a:gd name="T21" fmla="*/ 8 h 9"/>
                  <a:gd name="T22" fmla="*/ 7 w 9"/>
                  <a:gd name="T23" fmla="*/ 9 h 9"/>
                  <a:gd name="T24" fmla="*/ 7 w 9"/>
                  <a:gd name="T25" fmla="*/ 8 h 9"/>
                  <a:gd name="T26" fmla="*/ 7 w 9"/>
                  <a:gd name="T27" fmla="*/ 7 h 9"/>
                  <a:gd name="T28" fmla="*/ 5 w 9"/>
                  <a:gd name="T29" fmla="*/ 8 h 9"/>
                  <a:gd name="T30" fmla="*/ 4 w 9"/>
                  <a:gd name="T31" fmla="*/ 8 h 9"/>
                  <a:gd name="T32" fmla="*/ 4 w 9"/>
                  <a:gd name="T33" fmla="*/ 7 h 9"/>
                  <a:gd name="T34" fmla="*/ 3 w 9"/>
                  <a:gd name="T35" fmla="*/ 6 h 9"/>
                  <a:gd name="T36" fmla="*/ 2 w 9"/>
                  <a:gd name="T37" fmla="*/ 5 h 9"/>
                  <a:gd name="T38" fmla="*/ 1 w 9"/>
                  <a:gd name="T39" fmla="*/ 5 h 9"/>
                  <a:gd name="T40" fmla="*/ 0 w 9"/>
                  <a:gd name="T41" fmla="*/ 4 h 9"/>
                  <a:gd name="T42" fmla="*/ 0 w 9"/>
                  <a:gd name="T43" fmla="*/ 3 h 9"/>
                  <a:gd name="T44" fmla="*/ 1 w 9"/>
                  <a:gd name="T45" fmla="*/ 3 h 9"/>
                  <a:gd name="T46" fmla="*/ 1 w 9"/>
                  <a:gd name="T47" fmla="*/ 2 h 9"/>
                  <a:gd name="T48" fmla="*/ 3 w 9"/>
                  <a:gd name="T49" fmla="*/ 3 h 9"/>
                  <a:gd name="T50" fmla="*/ 3 w 9"/>
                  <a:gd name="T51" fmla="*/ 1 h 9"/>
                  <a:gd name="T52" fmla="*/ 3 w 9"/>
                  <a:gd name="T53" fmla="*/ 0 h 9"/>
                  <a:gd name="T54" fmla="*/ 4 w 9"/>
                  <a:gd name="T55" fmla="*/ 0 h 9"/>
                  <a:gd name="T56" fmla="*/ 4 w 9"/>
                  <a:gd name="T57" fmla="*/ 1 h 9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9"/>
                  <a:gd name="T88" fmla="*/ 0 h 9"/>
                  <a:gd name="T89" fmla="*/ 9 w 9"/>
                  <a:gd name="T90" fmla="*/ 9 h 9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9" h="9">
                    <a:moveTo>
                      <a:pt x="4" y="1"/>
                    </a:moveTo>
                    <a:lnTo>
                      <a:pt x="5" y="1"/>
                    </a:lnTo>
                    <a:lnTo>
                      <a:pt x="5" y="2"/>
                    </a:lnTo>
                    <a:lnTo>
                      <a:pt x="5" y="3"/>
                    </a:lnTo>
                    <a:lnTo>
                      <a:pt x="6" y="4"/>
                    </a:lnTo>
                    <a:lnTo>
                      <a:pt x="6" y="6"/>
                    </a:lnTo>
                    <a:lnTo>
                      <a:pt x="7" y="6"/>
                    </a:lnTo>
                    <a:lnTo>
                      <a:pt x="8" y="6"/>
                    </a:lnTo>
                    <a:lnTo>
                      <a:pt x="9" y="6"/>
                    </a:lnTo>
                    <a:lnTo>
                      <a:pt x="9" y="7"/>
                    </a:lnTo>
                    <a:lnTo>
                      <a:pt x="8" y="8"/>
                    </a:lnTo>
                    <a:lnTo>
                      <a:pt x="7" y="9"/>
                    </a:lnTo>
                    <a:lnTo>
                      <a:pt x="7" y="8"/>
                    </a:lnTo>
                    <a:lnTo>
                      <a:pt x="7" y="7"/>
                    </a:lnTo>
                    <a:lnTo>
                      <a:pt x="5" y="8"/>
                    </a:lnTo>
                    <a:lnTo>
                      <a:pt x="4" y="8"/>
                    </a:lnTo>
                    <a:lnTo>
                      <a:pt x="4" y="7"/>
                    </a:lnTo>
                    <a:lnTo>
                      <a:pt x="3" y="6"/>
                    </a:lnTo>
                    <a:lnTo>
                      <a:pt x="2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3" y="3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4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66" name="D896">
                <a:extLst>
                  <a:ext uri="{FF2B5EF4-FFF2-40B4-BE49-F238E27FC236}">
                    <a16:creationId xmlns:a16="http://schemas.microsoft.com/office/drawing/2014/main" id="{B801754A-FBA6-4E3A-9178-D32F9B24D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25" y="3895796"/>
                <a:ext cx="24" cy="17"/>
              </a:xfrm>
              <a:custGeom>
                <a:avLst/>
                <a:gdLst>
                  <a:gd name="T0" fmla="*/ 18 w 24"/>
                  <a:gd name="T1" fmla="*/ 17 h 17"/>
                  <a:gd name="T2" fmla="*/ 17 w 24"/>
                  <a:gd name="T3" fmla="*/ 17 h 17"/>
                  <a:gd name="T4" fmla="*/ 17 w 24"/>
                  <a:gd name="T5" fmla="*/ 15 h 17"/>
                  <a:gd name="T6" fmla="*/ 17 w 24"/>
                  <a:gd name="T7" fmla="*/ 14 h 17"/>
                  <a:gd name="T8" fmla="*/ 16 w 24"/>
                  <a:gd name="T9" fmla="*/ 13 h 17"/>
                  <a:gd name="T10" fmla="*/ 15 w 24"/>
                  <a:gd name="T11" fmla="*/ 12 h 17"/>
                  <a:gd name="T12" fmla="*/ 13 w 24"/>
                  <a:gd name="T13" fmla="*/ 12 h 17"/>
                  <a:gd name="T14" fmla="*/ 11 w 24"/>
                  <a:gd name="T15" fmla="*/ 13 h 17"/>
                  <a:gd name="T16" fmla="*/ 9 w 24"/>
                  <a:gd name="T17" fmla="*/ 13 h 17"/>
                  <a:gd name="T18" fmla="*/ 8 w 24"/>
                  <a:gd name="T19" fmla="*/ 14 h 17"/>
                  <a:gd name="T20" fmla="*/ 6 w 24"/>
                  <a:gd name="T21" fmla="*/ 16 h 17"/>
                  <a:gd name="T22" fmla="*/ 4 w 24"/>
                  <a:gd name="T23" fmla="*/ 15 h 17"/>
                  <a:gd name="T24" fmla="*/ 3 w 24"/>
                  <a:gd name="T25" fmla="*/ 13 h 17"/>
                  <a:gd name="T26" fmla="*/ 0 w 24"/>
                  <a:gd name="T27" fmla="*/ 11 h 17"/>
                  <a:gd name="T28" fmla="*/ 2 w 24"/>
                  <a:gd name="T29" fmla="*/ 10 h 17"/>
                  <a:gd name="T30" fmla="*/ 2 w 24"/>
                  <a:gd name="T31" fmla="*/ 8 h 17"/>
                  <a:gd name="T32" fmla="*/ 4 w 24"/>
                  <a:gd name="T33" fmla="*/ 8 h 17"/>
                  <a:gd name="T34" fmla="*/ 5 w 24"/>
                  <a:gd name="T35" fmla="*/ 7 h 17"/>
                  <a:gd name="T36" fmla="*/ 5 w 24"/>
                  <a:gd name="T37" fmla="*/ 5 h 17"/>
                  <a:gd name="T38" fmla="*/ 6 w 24"/>
                  <a:gd name="T39" fmla="*/ 5 h 17"/>
                  <a:gd name="T40" fmla="*/ 6 w 24"/>
                  <a:gd name="T41" fmla="*/ 4 h 17"/>
                  <a:gd name="T42" fmla="*/ 6 w 24"/>
                  <a:gd name="T43" fmla="*/ 3 h 17"/>
                  <a:gd name="T44" fmla="*/ 6 w 24"/>
                  <a:gd name="T45" fmla="*/ 2 h 17"/>
                  <a:gd name="T46" fmla="*/ 6 w 24"/>
                  <a:gd name="T47" fmla="*/ 1 h 17"/>
                  <a:gd name="T48" fmla="*/ 7 w 24"/>
                  <a:gd name="T49" fmla="*/ 1 h 17"/>
                  <a:gd name="T50" fmla="*/ 7 w 24"/>
                  <a:gd name="T51" fmla="*/ 0 h 17"/>
                  <a:gd name="T52" fmla="*/ 8 w 24"/>
                  <a:gd name="T53" fmla="*/ 0 h 17"/>
                  <a:gd name="T54" fmla="*/ 9 w 24"/>
                  <a:gd name="T55" fmla="*/ 1 h 17"/>
                  <a:gd name="T56" fmla="*/ 10 w 24"/>
                  <a:gd name="T57" fmla="*/ 1 h 17"/>
                  <a:gd name="T58" fmla="*/ 10 w 24"/>
                  <a:gd name="T59" fmla="*/ 2 h 17"/>
                  <a:gd name="T60" fmla="*/ 9 w 24"/>
                  <a:gd name="T61" fmla="*/ 3 h 17"/>
                  <a:gd name="T62" fmla="*/ 9 w 24"/>
                  <a:gd name="T63" fmla="*/ 4 h 17"/>
                  <a:gd name="T64" fmla="*/ 10 w 24"/>
                  <a:gd name="T65" fmla="*/ 4 h 17"/>
                  <a:gd name="T66" fmla="*/ 11 w 24"/>
                  <a:gd name="T67" fmla="*/ 3 h 17"/>
                  <a:gd name="T68" fmla="*/ 13 w 24"/>
                  <a:gd name="T69" fmla="*/ 2 h 17"/>
                  <a:gd name="T70" fmla="*/ 15 w 24"/>
                  <a:gd name="T71" fmla="*/ 2 h 17"/>
                  <a:gd name="T72" fmla="*/ 16 w 24"/>
                  <a:gd name="T73" fmla="*/ 2 h 17"/>
                  <a:gd name="T74" fmla="*/ 18 w 24"/>
                  <a:gd name="T75" fmla="*/ 2 h 17"/>
                  <a:gd name="T76" fmla="*/ 19 w 24"/>
                  <a:gd name="T77" fmla="*/ 4 h 17"/>
                  <a:gd name="T78" fmla="*/ 21 w 24"/>
                  <a:gd name="T79" fmla="*/ 6 h 17"/>
                  <a:gd name="T80" fmla="*/ 21 w 24"/>
                  <a:gd name="T81" fmla="*/ 8 h 17"/>
                  <a:gd name="T82" fmla="*/ 20 w 24"/>
                  <a:gd name="T83" fmla="*/ 9 h 17"/>
                  <a:gd name="T84" fmla="*/ 23 w 24"/>
                  <a:gd name="T85" fmla="*/ 9 h 17"/>
                  <a:gd name="T86" fmla="*/ 24 w 24"/>
                  <a:gd name="T87" fmla="*/ 11 h 17"/>
                  <a:gd name="T88" fmla="*/ 24 w 24"/>
                  <a:gd name="T89" fmla="*/ 13 h 17"/>
                  <a:gd name="T90" fmla="*/ 23 w 24"/>
                  <a:gd name="T91" fmla="*/ 11 h 17"/>
                  <a:gd name="T92" fmla="*/ 23 w 24"/>
                  <a:gd name="T93" fmla="*/ 12 h 17"/>
                  <a:gd name="T94" fmla="*/ 24 w 24"/>
                  <a:gd name="T95" fmla="*/ 13 h 17"/>
                  <a:gd name="T96" fmla="*/ 24 w 24"/>
                  <a:gd name="T97" fmla="*/ 14 h 17"/>
                  <a:gd name="T98" fmla="*/ 23 w 24"/>
                  <a:gd name="T99" fmla="*/ 14 h 17"/>
                  <a:gd name="T100" fmla="*/ 21 w 24"/>
                  <a:gd name="T101" fmla="*/ 15 h 17"/>
                  <a:gd name="T102" fmla="*/ 20 w 24"/>
                  <a:gd name="T103" fmla="*/ 16 h 17"/>
                  <a:gd name="T104" fmla="*/ 19 w 24"/>
                  <a:gd name="T105" fmla="*/ 17 h 17"/>
                  <a:gd name="T106" fmla="*/ 18 w 24"/>
                  <a:gd name="T107" fmla="*/ 17 h 17"/>
                  <a:gd name="T108" fmla="*/ 18 w 24"/>
                  <a:gd name="T109" fmla="*/ 17 h 17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24"/>
                  <a:gd name="T166" fmla="*/ 0 h 17"/>
                  <a:gd name="T167" fmla="*/ 24 w 24"/>
                  <a:gd name="T168" fmla="*/ 17 h 17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24" h="17">
                    <a:moveTo>
                      <a:pt x="18" y="17"/>
                    </a:moveTo>
                    <a:lnTo>
                      <a:pt x="17" y="17"/>
                    </a:lnTo>
                    <a:lnTo>
                      <a:pt x="17" y="15"/>
                    </a:lnTo>
                    <a:lnTo>
                      <a:pt x="17" y="14"/>
                    </a:lnTo>
                    <a:lnTo>
                      <a:pt x="16" y="13"/>
                    </a:lnTo>
                    <a:lnTo>
                      <a:pt x="15" y="12"/>
                    </a:lnTo>
                    <a:lnTo>
                      <a:pt x="13" y="12"/>
                    </a:lnTo>
                    <a:lnTo>
                      <a:pt x="11" y="13"/>
                    </a:lnTo>
                    <a:lnTo>
                      <a:pt x="9" y="13"/>
                    </a:lnTo>
                    <a:lnTo>
                      <a:pt x="8" y="14"/>
                    </a:lnTo>
                    <a:lnTo>
                      <a:pt x="6" y="16"/>
                    </a:lnTo>
                    <a:lnTo>
                      <a:pt x="4" y="15"/>
                    </a:lnTo>
                    <a:lnTo>
                      <a:pt x="3" y="13"/>
                    </a:lnTo>
                    <a:lnTo>
                      <a:pt x="0" y="11"/>
                    </a:lnTo>
                    <a:lnTo>
                      <a:pt x="2" y="10"/>
                    </a:lnTo>
                    <a:lnTo>
                      <a:pt x="2" y="8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5"/>
                    </a:lnTo>
                    <a:lnTo>
                      <a:pt x="6" y="5"/>
                    </a:lnTo>
                    <a:lnTo>
                      <a:pt x="6" y="4"/>
                    </a:lnTo>
                    <a:lnTo>
                      <a:pt x="6" y="3"/>
                    </a:lnTo>
                    <a:lnTo>
                      <a:pt x="6" y="2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7" y="0"/>
                    </a:lnTo>
                    <a:lnTo>
                      <a:pt x="8" y="0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5" y="2"/>
                    </a:lnTo>
                    <a:lnTo>
                      <a:pt x="16" y="2"/>
                    </a:lnTo>
                    <a:lnTo>
                      <a:pt x="18" y="2"/>
                    </a:lnTo>
                    <a:lnTo>
                      <a:pt x="19" y="4"/>
                    </a:lnTo>
                    <a:lnTo>
                      <a:pt x="21" y="6"/>
                    </a:lnTo>
                    <a:lnTo>
                      <a:pt x="21" y="8"/>
                    </a:lnTo>
                    <a:lnTo>
                      <a:pt x="20" y="9"/>
                    </a:lnTo>
                    <a:lnTo>
                      <a:pt x="23" y="9"/>
                    </a:lnTo>
                    <a:lnTo>
                      <a:pt x="24" y="11"/>
                    </a:lnTo>
                    <a:lnTo>
                      <a:pt x="24" y="13"/>
                    </a:lnTo>
                    <a:lnTo>
                      <a:pt x="23" y="11"/>
                    </a:lnTo>
                    <a:lnTo>
                      <a:pt x="23" y="12"/>
                    </a:lnTo>
                    <a:lnTo>
                      <a:pt x="24" y="13"/>
                    </a:lnTo>
                    <a:lnTo>
                      <a:pt x="24" y="14"/>
                    </a:lnTo>
                    <a:lnTo>
                      <a:pt x="23" y="14"/>
                    </a:lnTo>
                    <a:lnTo>
                      <a:pt x="21" y="15"/>
                    </a:lnTo>
                    <a:lnTo>
                      <a:pt x="20" y="16"/>
                    </a:lnTo>
                    <a:lnTo>
                      <a:pt x="19" y="17"/>
                    </a:lnTo>
                    <a:lnTo>
                      <a:pt x="18" y="17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sp>
          <p:nvSpPr>
            <p:cNvPr id="40" name="San_Marino">
              <a:extLst>
                <a:ext uri="{FF2B5EF4-FFF2-40B4-BE49-F238E27FC236}">
                  <a16:creationId xmlns:a16="http://schemas.microsoft.com/office/drawing/2014/main" id="{EC587B14-CC83-4736-B0AC-BA09EE21E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6379" y="3506974"/>
              <a:ext cx="8928" cy="14667"/>
            </a:xfrm>
            <a:custGeom>
              <a:avLst/>
              <a:gdLst>
                <a:gd name="T0" fmla="*/ 2147483647 w 5"/>
                <a:gd name="T1" fmla="*/ 0 h 5"/>
                <a:gd name="T2" fmla="*/ 2147483647 w 5"/>
                <a:gd name="T3" fmla="*/ 0 h 5"/>
                <a:gd name="T4" fmla="*/ 0 60000 65536"/>
                <a:gd name="T5" fmla="*/ 0 60000 65536"/>
                <a:gd name="T6" fmla="*/ 0 w 5"/>
                <a:gd name="T7" fmla="*/ 0 h 5"/>
                <a:gd name="T8" fmla="*/ 5 w 5"/>
                <a:gd name="T9" fmla="*/ 5 h 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" h="5">
                  <a:moveTo>
                    <a:pt x="5" y="0"/>
                  </a:moveTo>
                  <a:cubicBezTo>
                    <a:pt x="0" y="2"/>
                    <a:pt x="5" y="5"/>
                    <a:pt x="5" y="0"/>
                  </a:cubicBezTo>
                  <a:close/>
                </a:path>
              </a:pathLst>
            </a:custGeom>
            <a:solidFill>
              <a:srgbClr val="06A8F5">
                <a:alpha val="91000"/>
              </a:srgbClr>
            </a:solidFill>
            <a:ln w="6350" cap="flat" cmpd="sng">
              <a:noFill/>
              <a:prstDash val="solid"/>
              <a:round/>
              <a:headEnd/>
              <a:tailEnd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grpSp>
          <p:nvGrpSpPr>
            <p:cNvPr id="41" name="Turkey">
              <a:extLst>
                <a:ext uri="{FF2B5EF4-FFF2-40B4-BE49-F238E27FC236}">
                  <a16:creationId xmlns:a16="http://schemas.microsoft.com/office/drawing/2014/main" id="{177A7763-E3E0-43EF-952B-E984022C34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6560" y="3555864"/>
              <a:ext cx="386163" cy="166231"/>
              <a:chOff x="18030825" y="6076950"/>
              <a:chExt cx="173" cy="68"/>
            </a:xfrm>
            <a:solidFill>
              <a:srgbClr val="002B69">
                <a:alpha val="91000"/>
              </a:srgbClr>
            </a:solidFill>
          </p:grpSpPr>
          <p:sp>
            <p:nvSpPr>
              <p:cNvPr id="51" name="D870">
                <a:extLst>
                  <a:ext uri="{FF2B5EF4-FFF2-40B4-BE49-F238E27FC236}">
                    <a16:creationId xmlns:a16="http://schemas.microsoft.com/office/drawing/2014/main" id="{D0C3976A-20AE-43D1-BA4E-F6662A9FF8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30825" y="6076951"/>
                <a:ext cx="28" cy="21"/>
              </a:xfrm>
              <a:custGeom>
                <a:avLst/>
                <a:gdLst>
                  <a:gd name="T0" fmla="*/ 1 w 28"/>
                  <a:gd name="T1" fmla="*/ 12 h 21"/>
                  <a:gd name="T2" fmla="*/ 2 w 28"/>
                  <a:gd name="T3" fmla="*/ 10 h 21"/>
                  <a:gd name="T4" fmla="*/ 2 w 28"/>
                  <a:gd name="T5" fmla="*/ 8 h 21"/>
                  <a:gd name="T6" fmla="*/ 4 w 28"/>
                  <a:gd name="T7" fmla="*/ 6 h 21"/>
                  <a:gd name="T8" fmla="*/ 4 w 28"/>
                  <a:gd name="T9" fmla="*/ 5 h 21"/>
                  <a:gd name="T10" fmla="*/ 3 w 28"/>
                  <a:gd name="T11" fmla="*/ 3 h 21"/>
                  <a:gd name="T12" fmla="*/ 2 w 28"/>
                  <a:gd name="T13" fmla="*/ 2 h 21"/>
                  <a:gd name="T14" fmla="*/ 3 w 28"/>
                  <a:gd name="T15" fmla="*/ 2 h 21"/>
                  <a:gd name="T16" fmla="*/ 4 w 28"/>
                  <a:gd name="T17" fmla="*/ 1 h 21"/>
                  <a:gd name="T18" fmla="*/ 6 w 28"/>
                  <a:gd name="T19" fmla="*/ 1 h 21"/>
                  <a:gd name="T20" fmla="*/ 10 w 28"/>
                  <a:gd name="T21" fmla="*/ 0 h 21"/>
                  <a:gd name="T22" fmla="*/ 13 w 28"/>
                  <a:gd name="T23" fmla="*/ 1 h 21"/>
                  <a:gd name="T24" fmla="*/ 17 w 28"/>
                  <a:gd name="T25" fmla="*/ 1 h 21"/>
                  <a:gd name="T26" fmla="*/ 18 w 28"/>
                  <a:gd name="T27" fmla="*/ 1 h 21"/>
                  <a:gd name="T28" fmla="*/ 18 w 28"/>
                  <a:gd name="T29" fmla="*/ 2 h 21"/>
                  <a:gd name="T30" fmla="*/ 18 w 28"/>
                  <a:gd name="T31" fmla="*/ 4 h 21"/>
                  <a:gd name="T32" fmla="*/ 19 w 28"/>
                  <a:gd name="T33" fmla="*/ 5 h 21"/>
                  <a:gd name="T34" fmla="*/ 21 w 28"/>
                  <a:gd name="T35" fmla="*/ 6 h 21"/>
                  <a:gd name="T36" fmla="*/ 23 w 28"/>
                  <a:gd name="T37" fmla="*/ 7 h 21"/>
                  <a:gd name="T38" fmla="*/ 26 w 28"/>
                  <a:gd name="T39" fmla="*/ 8 h 21"/>
                  <a:gd name="T40" fmla="*/ 28 w 28"/>
                  <a:gd name="T41" fmla="*/ 8 h 21"/>
                  <a:gd name="T42" fmla="*/ 28 w 28"/>
                  <a:gd name="T43" fmla="*/ 10 h 21"/>
                  <a:gd name="T44" fmla="*/ 27 w 28"/>
                  <a:gd name="T45" fmla="*/ 11 h 21"/>
                  <a:gd name="T46" fmla="*/ 24 w 28"/>
                  <a:gd name="T47" fmla="*/ 12 h 21"/>
                  <a:gd name="T48" fmla="*/ 23 w 28"/>
                  <a:gd name="T49" fmla="*/ 11 h 21"/>
                  <a:gd name="T50" fmla="*/ 21 w 28"/>
                  <a:gd name="T51" fmla="*/ 11 h 21"/>
                  <a:gd name="T52" fmla="*/ 18 w 28"/>
                  <a:gd name="T53" fmla="*/ 11 h 21"/>
                  <a:gd name="T54" fmla="*/ 16 w 28"/>
                  <a:gd name="T55" fmla="*/ 11 h 21"/>
                  <a:gd name="T56" fmla="*/ 14 w 28"/>
                  <a:gd name="T57" fmla="*/ 11 h 21"/>
                  <a:gd name="T58" fmla="*/ 13 w 28"/>
                  <a:gd name="T59" fmla="*/ 13 h 21"/>
                  <a:gd name="T60" fmla="*/ 10 w 28"/>
                  <a:gd name="T61" fmla="*/ 15 h 21"/>
                  <a:gd name="T62" fmla="*/ 7 w 28"/>
                  <a:gd name="T63" fmla="*/ 16 h 21"/>
                  <a:gd name="T64" fmla="*/ 5 w 28"/>
                  <a:gd name="T65" fmla="*/ 18 h 21"/>
                  <a:gd name="T66" fmla="*/ 4 w 28"/>
                  <a:gd name="T67" fmla="*/ 19 h 21"/>
                  <a:gd name="T68" fmla="*/ 2 w 28"/>
                  <a:gd name="T69" fmla="*/ 21 h 21"/>
                  <a:gd name="T70" fmla="*/ 1 w 28"/>
                  <a:gd name="T71" fmla="*/ 21 h 21"/>
                  <a:gd name="T72" fmla="*/ 1 w 28"/>
                  <a:gd name="T73" fmla="*/ 19 h 21"/>
                  <a:gd name="T74" fmla="*/ 1 w 28"/>
                  <a:gd name="T75" fmla="*/ 18 h 21"/>
                  <a:gd name="T76" fmla="*/ 3 w 28"/>
                  <a:gd name="T77" fmla="*/ 17 h 21"/>
                  <a:gd name="T78" fmla="*/ 6 w 28"/>
                  <a:gd name="T79" fmla="*/ 16 h 21"/>
                  <a:gd name="T80" fmla="*/ 7 w 28"/>
                  <a:gd name="T81" fmla="*/ 15 h 21"/>
                  <a:gd name="T82" fmla="*/ 5 w 28"/>
                  <a:gd name="T83" fmla="*/ 15 h 21"/>
                  <a:gd name="T84" fmla="*/ 2 w 28"/>
                  <a:gd name="T85" fmla="*/ 15 h 21"/>
                  <a:gd name="T86" fmla="*/ 1 w 28"/>
                  <a:gd name="T87" fmla="*/ 16 h 21"/>
                  <a:gd name="T88" fmla="*/ 0 w 28"/>
                  <a:gd name="T89" fmla="*/ 15 h 21"/>
                  <a:gd name="T90" fmla="*/ 0 w 28"/>
                  <a:gd name="T91" fmla="*/ 14 h 21"/>
                  <a:gd name="T92" fmla="*/ 1 w 28"/>
                  <a:gd name="T93" fmla="*/ 12 h 21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28"/>
                  <a:gd name="T142" fmla="*/ 0 h 21"/>
                  <a:gd name="T143" fmla="*/ 28 w 28"/>
                  <a:gd name="T144" fmla="*/ 21 h 21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28" h="21">
                    <a:moveTo>
                      <a:pt x="1" y="12"/>
                    </a:moveTo>
                    <a:lnTo>
                      <a:pt x="2" y="10"/>
                    </a:lnTo>
                    <a:lnTo>
                      <a:pt x="2" y="8"/>
                    </a:lnTo>
                    <a:lnTo>
                      <a:pt x="4" y="6"/>
                    </a:lnTo>
                    <a:lnTo>
                      <a:pt x="4" y="5"/>
                    </a:lnTo>
                    <a:lnTo>
                      <a:pt x="3" y="3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10" y="0"/>
                    </a:lnTo>
                    <a:lnTo>
                      <a:pt x="13" y="1"/>
                    </a:lnTo>
                    <a:lnTo>
                      <a:pt x="17" y="1"/>
                    </a:lnTo>
                    <a:lnTo>
                      <a:pt x="18" y="1"/>
                    </a:lnTo>
                    <a:lnTo>
                      <a:pt x="18" y="2"/>
                    </a:lnTo>
                    <a:lnTo>
                      <a:pt x="18" y="4"/>
                    </a:lnTo>
                    <a:lnTo>
                      <a:pt x="19" y="5"/>
                    </a:lnTo>
                    <a:lnTo>
                      <a:pt x="21" y="6"/>
                    </a:lnTo>
                    <a:lnTo>
                      <a:pt x="23" y="7"/>
                    </a:lnTo>
                    <a:lnTo>
                      <a:pt x="26" y="8"/>
                    </a:lnTo>
                    <a:lnTo>
                      <a:pt x="28" y="8"/>
                    </a:lnTo>
                    <a:lnTo>
                      <a:pt x="28" y="10"/>
                    </a:lnTo>
                    <a:lnTo>
                      <a:pt x="27" y="11"/>
                    </a:lnTo>
                    <a:lnTo>
                      <a:pt x="24" y="12"/>
                    </a:lnTo>
                    <a:lnTo>
                      <a:pt x="23" y="11"/>
                    </a:lnTo>
                    <a:lnTo>
                      <a:pt x="21" y="11"/>
                    </a:lnTo>
                    <a:lnTo>
                      <a:pt x="18" y="11"/>
                    </a:lnTo>
                    <a:lnTo>
                      <a:pt x="16" y="11"/>
                    </a:lnTo>
                    <a:lnTo>
                      <a:pt x="14" y="11"/>
                    </a:lnTo>
                    <a:lnTo>
                      <a:pt x="13" y="13"/>
                    </a:lnTo>
                    <a:lnTo>
                      <a:pt x="10" y="15"/>
                    </a:lnTo>
                    <a:lnTo>
                      <a:pt x="7" y="16"/>
                    </a:lnTo>
                    <a:lnTo>
                      <a:pt x="5" y="18"/>
                    </a:lnTo>
                    <a:lnTo>
                      <a:pt x="4" y="19"/>
                    </a:lnTo>
                    <a:lnTo>
                      <a:pt x="2" y="21"/>
                    </a:lnTo>
                    <a:lnTo>
                      <a:pt x="1" y="21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3" y="17"/>
                    </a:lnTo>
                    <a:lnTo>
                      <a:pt x="6" y="16"/>
                    </a:lnTo>
                    <a:lnTo>
                      <a:pt x="7" y="15"/>
                    </a:lnTo>
                    <a:lnTo>
                      <a:pt x="5" y="15"/>
                    </a:lnTo>
                    <a:lnTo>
                      <a:pt x="2" y="15"/>
                    </a:lnTo>
                    <a:lnTo>
                      <a:pt x="1" y="16"/>
                    </a:lnTo>
                    <a:lnTo>
                      <a:pt x="0" y="15"/>
                    </a:lnTo>
                    <a:lnTo>
                      <a:pt x="0" y="14"/>
                    </a:lnTo>
                    <a:lnTo>
                      <a:pt x="1" y="1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52" name="D871">
                <a:extLst>
                  <a:ext uri="{FF2B5EF4-FFF2-40B4-BE49-F238E27FC236}">
                    <a16:creationId xmlns:a16="http://schemas.microsoft.com/office/drawing/2014/main" id="{35E75F1C-E2A2-4A1D-AFD2-2F0789A4C1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30826" y="6076950"/>
                <a:ext cx="172" cy="68"/>
              </a:xfrm>
              <a:custGeom>
                <a:avLst/>
                <a:gdLst>
                  <a:gd name="T0" fmla="*/ 92 w 172"/>
                  <a:gd name="T1" fmla="*/ 67 h 68"/>
                  <a:gd name="T2" fmla="*/ 95 w 172"/>
                  <a:gd name="T3" fmla="*/ 64 h 68"/>
                  <a:gd name="T4" fmla="*/ 96 w 172"/>
                  <a:gd name="T5" fmla="*/ 61 h 68"/>
                  <a:gd name="T6" fmla="*/ 98 w 172"/>
                  <a:gd name="T7" fmla="*/ 57 h 68"/>
                  <a:gd name="T8" fmla="*/ 101 w 172"/>
                  <a:gd name="T9" fmla="*/ 59 h 68"/>
                  <a:gd name="T10" fmla="*/ 106 w 172"/>
                  <a:gd name="T11" fmla="*/ 58 h 68"/>
                  <a:gd name="T12" fmla="*/ 110 w 172"/>
                  <a:gd name="T13" fmla="*/ 56 h 68"/>
                  <a:gd name="T14" fmla="*/ 115 w 172"/>
                  <a:gd name="T15" fmla="*/ 57 h 68"/>
                  <a:gd name="T16" fmla="*/ 121 w 172"/>
                  <a:gd name="T17" fmla="*/ 59 h 68"/>
                  <a:gd name="T18" fmla="*/ 126 w 172"/>
                  <a:gd name="T19" fmla="*/ 58 h 68"/>
                  <a:gd name="T20" fmla="*/ 131 w 172"/>
                  <a:gd name="T21" fmla="*/ 56 h 68"/>
                  <a:gd name="T22" fmla="*/ 136 w 172"/>
                  <a:gd name="T23" fmla="*/ 54 h 68"/>
                  <a:gd name="T24" fmla="*/ 142 w 172"/>
                  <a:gd name="T25" fmla="*/ 54 h 68"/>
                  <a:gd name="T26" fmla="*/ 147 w 172"/>
                  <a:gd name="T27" fmla="*/ 53 h 68"/>
                  <a:gd name="T28" fmla="*/ 150 w 172"/>
                  <a:gd name="T29" fmla="*/ 54 h 68"/>
                  <a:gd name="T30" fmla="*/ 167 w 172"/>
                  <a:gd name="T31" fmla="*/ 51 h 68"/>
                  <a:gd name="T32" fmla="*/ 168 w 172"/>
                  <a:gd name="T33" fmla="*/ 46 h 68"/>
                  <a:gd name="T34" fmla="*/ 166 w 172"/>
                  <a:gd name="T35" fmla="*/ 30 h 68"/>
                  <a:gd name="T36" fmla="*/ 167 w 172"/>
                  <a:gd name="T37" fmla="*/ 22 h 68"/>
                  <a:gd name="T38" fmla="*/ 160 w 172"/>
                  <a:gd name="T39" fmla="*/ 11 h 68"/>
                  <a:gd name="T40" fmla="*/ 153 w 172"/>
                  <a:gd name="T41" fmla="*/ 5 h 68"/>
                  <a:gd name="T42" fmla="*/ 146 w 172"/>
                  <a:gd name="T43" fmla="*/ 6 h 68"/>
                  <a:gd name="T44" fmla="*/ 141 w 172"/>
                  <a:gd name="T45" fmla="*/ 6 h 68"/>
                  <a:gd name="T46" fmla="*/ 122 w 172"/>
                  <a:gd name="T47" fmla="*/ 11 h 68"/>
                  <a:gd name="T48" fmla="*/ 106 w 172"/>
                  <a:gd name="T49" fmla="*/ 12 h 68"/>
                  <a:gd name="T50" fmla="*/ 94 w 172"/>
                  <a:gd name="T51" fmla="*/ 9 h 68"/>
                  <a:gd name="T52" fmla="*/ 84 w 172"/>
                  <a:gd name="T53" fmla="*/ 2 h 68"/>
                  <a:gd name="T54" fmla="*/ 73 w 172"/>
                  <a:gd name="T55" fmla="*/ 1 h 68"/>
                  <a:gd name="T56" fmla="*/ 58 w 172"/>
                  <a:gd name="T57" fmla="*/ 4 h 68"/>
                  <a:gd name="T58" fmla="*/ 46 w 172"/>
                  <a:gd name="T59" fmla="*/ 12 h 68"/>
                  <a:gd name="T60" fmla="*/ 34 w 172"/>
                  <a:gd name="T61" fmla="*/ 11 h 68"/>
                  <a:gd name="T62" fmla="*/ 27 w 172"/>
                  <a:gd name="T63" fmla="*/ 11 h 68"/>
                  <a:gd name="T64" fmla="*/ 32 w 172"/>
                  <a:gd name="T65" fmla="*/ 15 h 68"/>
                  <a:gd name="T66" fmla="*/ 27 w 172"/>
                  <a:gd name="T67" fmla="*/ 16 h 68"/>
                  <a:gd name="T68" fmla="*/ 22 w 172"/>
                  <a:gd name="T69" fmla="*/ 18 h 68"/>
                  <a:gd name="T70" fmla="*/ 14 w 172"/>
                  <a:gd name="T71" fmla="*/ 17 h 68"/>
                  <a:gd name="T72" fmla="*/ 9 w 172"/>
                  <a:gd name="T73" fmla="*/ 18 h 68"/>
                  <a:gd name="T74" fmla="*/ 2 w 172"/>
                  <a:gd name="T75" fmla="*/ 23 h 68"/>
                  <a:gd name="T76" fmla="*/ 2 w 172"/>
                  <a:gd name="T77" fmla="*/ 28 h 68"/>
                  <a:gd name="T78" fmla="*/ 5 w 172"/>
                  <a:gd name="T79" fmla="*/ 31 h 68"/>
                  <a:gd name="T80" fmla="*/ 7 w 172"/>
                  <a:gd name="T81" fmla="*/ 39 h 68"/>
                  <a:gd name="T82" fmla="*/ 3 w 172"/>
                  <a:gd name="T83" fmla="*/ 38 h 68"/>
                  <a:gd name="T84" fmla="*/ 1 w 172"/>
                  <a:gd name="T85" fmla="*/ 42 h 68"/>
                  <a:gd name="T86" fmla="*/ 7 w 172"/>
                  <a:gd name="T87" fmla="*/ 44 h 68"/>
                  <a:gd name="T88" fmla="*/ 9 w 172"/>
                  <a:gd name="T89" fmla="*/ 49 h 68"/>
                  <a:gd name="T90" fmla="*/ 10 w 172"/>
                  <a:gd name="T91" fmla="*/ 51 h 68"/>
                  <a:gd name="T92" fmla="*/ 14 w 172"/>
                  <a:gd name="T93" fmla="*/ 55 h 68"/>
                  <a:gd name="T94" fmla="*/ 18 w 172"/>
                  <a:gd name="T95" fmla="*/ 56 h 68"/>
                  <a:gd name="T96" fmla="*/ 14 w 172"/>
                  <a:gd name="T97" fmla="*/ 59 h 68"/>
                  <a:gd name="T98" fmla="*/ 20 w 172"/>
                  <a:gd name="T99" fmla="*/ 58 h 68"/>
                  <a:gd name="T100" fmla="*/ 26 w 172"/>
                  <a:gd name="T101" fmla="*/ 59 h 68"/>
                  <a:gd name="T102" fmla="*/ 31 w 172"/>
                  <a:gd name="T103" fmla="*/ 64 h 68"/>
                  <a:gd name="T104" fmla="*/ 40 w 172"/>
                  <a:gd name="T105" fmla="*/ 61 h 68"/>
                  <a:gd name="T106" fmla="*/ 46 w 172"/>
                  <a:gd name="T107" fmla="*/ 57 h 68"/>
                  <a:gd name="T108" fmla="*/ 54 w 172"/>
                  <a:gd name="T109" fmla="*/ 60 h 68"/>
                  <a:gd name="T110" fmla="*/ 62 w 172"/>
                  <a:gd name="T111" fmla="*/ 66 h 68"/>
                  <a:gd name="T112" fmla="*/ 72 w 172"/>
                  <a:gd name="T113" fmla="*/ 63 h 68"/>
                  <a:gd name="T114" fmla="*/ 81 w 172"/>
                  <a:gd name="T115" fmla="*/ 58 h 68"/>
                  <a:gd name="T116" fmla="*/ 87 w 172"/>
                  <a:gd name="T117" fmla="*/ 60 h 68"/>
                  <a:gd name="T118" fmla="*/ 92 w 172"/>
                  <a:gd name="T119" fmla="*/ 60 h 68"/>
                  <a:gd name="T120" fmla="*/ 90 w 172"/>
                  <a:gd name="T121" fmla="*/ 66 h 6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72"/>
                  <a:gd name="T184" fmla="*/ 0 h 68"/>
                  <a:gd name="T185" fmla="*/ 172 w 172"/>
                  <a:gd name="T186" fmla="*/ 68 h 68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72" h="68">
                    <a:moveTo>
                      <a:pt x="90" y="66"/>
                    </a:moveTo>
                    <a:lnTo>
                      <a:pt x="91" y="66"/>
                    </a:lnTo>
                    <a:lnTo>
                      <a:pt x="91" y="67"/>
                    </a:lnTo>
                    <a:lnTo>
                      <a:pt x="92" y="67"/>
                    </a:lnTo>
                    <a:lnTo>
                      <a:pt x="92" y="68"/>
                    </a:lnTo>
                    <a:lnTo>
                      <a:pt x="92" y="67"/>
                    </a:lnTo>
                    <a:lnTo>
                      <a:pt x="93" y="67"/>
                    </a:lnTo>
                    <a:lnTo>
                      <a:pt x="93" y="66"/>
                    </a:lnTo>
                    <a:lnTo>
                      <a:pt x="94" y="66"/>
                    </a:lnTo>
                    <a:lnTo>
                      <a:pt x="94" y="65"/>
                    </a:lnTo>
                    <a:lnTo>
                      <a:pt x="94" y="64"/>
                    </a:lnTo>
                    <a:lnTo>
                      <a:pt x="95" y="64"/>
                    </a:lnTo>
                    <a:lnTo>
                      <a:pt x="95" y="63"/>
                    </a:lnTo>
                    <a:lnTo>
                      <a:pt x="96" y="63"/>
                    </a:lnTo>
                    <a:lnTo>
                      <a:pt x="97" y="63"/>
                    </a:lnTo>
                    <a:lnTo>
                      <a:pt x="97" y="62"/>
                    </a:lnTo>
                    <a:lnTo>
                      <a:pt x="96" y="62"/>
                    </a:lnTo>
                    <a:lnTo>
                      <a:pt x="96" y="61"/>
                    </a:lnTo>
                    <a:lnTo>
                      <a:pt x="96" y="60"/>
                    </a:lnTo>
                    <a:lnTo>
                      <a:pt x="96" y="59"/>
                    </a:lnTo>
                    <a:lnTo>
                      <a:pt x="96" y="58"/>
                    </a:lnTo>
                    <a:lnTo>
                      <a:pt x="97" y="58"/>
                    </a:lnTo>
                    <a:lnTo>
                      <a:pt x="97" y="57"/>
                    </a:lnTo>
                    <a:lnTo>
                      <a:pt x="98" y="57"/>
                    </a:lnTo>
                    <a:lnTo>
                      <a:pt x="99" y="57"/>
                    </a:lnTo>
                    <a:lnTo>
                      <a:pt x="100" y="57"/>
                    </a:lnTo>
                    <a:lnTo>
                      <a:pt x="100" y="58"/>
                    </a:lnTo>
                    <a:lnTo>
                      <a:pt x="101" y="58"/>
                    </a:lnTo>
                    <a:lnTo>
                      <a:pt x="100" y="58"/>
                    </a:lnTo>
                    <a:lnTo>
                      <a:pt x="101" y="59"/>
                    </a:lnTo>
                    <a:lnTo>
                      <a:pt x="102" y="59"/>
                    </a:lnTo>
                    <a:lnTo>
                      <a:pt x="103" y="59"/>
                    </a:lnTo>
                    <a:lnTo>
                      <a:pt x="104" y="59"/>
                    </a:lnTo>
                    <a:lnTo>
                      <a:pt x="105" y="59"/>
                    </a:lnTo>
                    <a:lnTo>
                      <a:pt x="105" y="58"/>
                    </a:lnTo>
                    <a:lnTo>
                      <a:pt x="106" y="58"/>
                    </a:lnTo>
                    <a:lnTo>
                      <a:pt x="107" y="58"/>
                    </a:lnTo>
                    <a:lnTo>
                      <a:pt x="108" y="58"/>
                    </a:lnTo>
                    <a:lnTo>
                      <a:pt x="108" y="57"/>
                    </a:lnTo>
                    <a:lnTo>
                      <a:pt x="109" y="57"/>
                    </a:lnTo>
                    <a:lnTo>
                      <a:pt x="110" y="57"/>
                    </a:lnTo>
                    <a:lnTo>
                      <a:pt x="110" y="56"/>
                    </a:lnTo>
                    <a:lnTo>
                      <a:pt x="111" y="56"/>
                    </a:lnTo>
                    <a:lnTo>
                      <a:pt x="112" y="56"/>
                    </a:lnTo>
                    <a:lnTo>
                      <a:pt x="113" y="56"/>
                    </a:lnTo>
                    <a:lnTo>
                      <a:pt x="114" y="56"/>
                    </a:lnTo>
                    <a:lnTo>
                      <a:pt x="114" y="57"/>
                    </a:lnTo>
                    <a:lnTo>
                      <a:pt x="115" y="57"/>
                    </a:lnTo>
                    <a:lnTo>
                      <a:pt x="116" y="58"/>
                    </a:lnTo>
                    <a:lnTo>
                      <a:pt x="117" y="58"/>
                    </a:lnTo>
                    <a:lnTo>
                      <a:pt x="118" y="58"/>
                    </a:lnTo>
                    <a:lnTo>
                      <a:pt x="119" y="58"/>
                    </a:lnTo>
                    <a:lnTo>
                      <a:pt x="120" y="59"/>
                    </a:lnTo>
                    <a:lnTo>
                      <a:pt x="121" y="59"/>
                    </a:lnTo>
                    <a:lnTo>
                      <a:pt x="122" y="59"/>
                    </a:lnTo>
                    <a:lnTo>
                      <a:pt x="122" y="58"/>
                    </a:lnTo>
                    <a:lnTo>
                      <a:pt x="123" y="58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8"/>
                    </a:lnTo>
                    <a:lnTo>
                      <a:pt x="126" y="57"/>
                    </a:lnTo>
                    <a:lnTo>
                      <a:pt x="127" y="57"/>
                    </a:lnTo>
                    <a:lnTo>
                      <a:pt x="128" y="57"/>
                    </a:lnTo>
                    <a:lnTo>
                      <a:pt x="129" y="57"/>
                    </a:lnTo>
                    <a:lnTo>
                      <a:pt x="130" y="56"/>
                    </a:lnTo>
                    <a:lnTo>
                      <a:pt x="131" y="56"/>
                    </a:lnTo>
                    <a:lnTo>
                      <a:pt x="131" y="55"/>
                    </a:lnTo>
                    <a:lnTo>
                      <a:pt x="132" y="55"/>
                    </a:lnTo>
                    <a:lnTo>
                      <a:pt x="133" y="54"/>
                    </a:lnTo>
                    <a:lnTo>
                      <a:pt x="134" y="54"/>
                    </a:lnTo>
                    <a:lnTo>
                      <a:pt x="135" y="54"/>
                    </a:lnTo>
                    <a:lnTo>
                      <a:pt x="136" y="54"/>
                    </a:lnTo>
                    <a:lnTo>
                      <a:pt x="137" y="54"/>
                    </a:lnTo>
                    <a:lnTo>
                      <a:pt x="138" y="54"/>
                    </a:lnTo>
                    <a:lnTo>
                      <a:pt x="139" y="54"/>
                    </a:lnTo>
                    <a:lnTo>
                      <a:pt x="140" y="54"/>
                    </a:lnTo>
                    <a:lnTo>
                      <a:pt x="141" y="54"/>
                    </a:lnTo>
                    <a:lnTo>
                      <a:pt x="142" y="54"/>
                    </a:lnTo>
                    <a:lnTo>
                      <a:pt x="143" y="54"/>
                    </a:lnTo>
                    <a:lnTo>
                      <a:pt x="144" y="54"/>
                    </a:lnTo>
                    <a:lnTo>
                      <a:pt x="145" y="54"/>
                    </a:lnTo>
                    <a:lnTo>
                      <a:pt x="146" y="54"/>
                    </a:lnTo>
                    <a:lnTo>
                      <a:pt x="146" y="53"/>
                    </a:lnTo>
                    <a:lnTo>
                      <a:pt x="147" y="53"/>
                    </a:lnTo>
                    <a:lnTo>
                      <a:pt x="148" y="53"/>
                    </a:lnTo>
                    <a:lnTo>
                      <a:pt x="148" y="52"/>
                    </a:lnTo>
                    <a:lnTo>
                      <a:pt x="149" y="52"/>
                    </a:lnTo>
                    <a:lnTo>
                      <a:pt x="150" y="52"/>
                    </a:lnTo>
                    <a:lnTo>
                      <a:pt x="150" y="53"/>
                    </a:lnTo>
                    <a:lnTo>
                      <a:pt x="150" y="54"/>
                    </a:lnTo>
                    <a:lnTo>
                      <a:pt x="151" y="54"/>
                    </a:lnTo>
                    <a:lnTo>
                      <a:pt x="152" y="53"/>
                    </a:lnTo>
                    <a:lnTo>
                      <a:pt x="155" y="50"/>
                    </a:lnTo>
                    <a:lnTo>
                      <a:pt x="159" y="51"/>
                    </a:lnTo>
                    <a:lnTo>
                      <a:pt x="164" y="52"/>
                    </a:lnTo>
                    <a:lnTo>
                      <a:pt x="167" y="51"/>
                    </a:lnTo>
                    <a:lnTo>
                      <a:pt x="168" y="53"/>
                    </a:lnTo>
                    <a:lnTo>
                      <a:pt x="171" y="54"/>
                    </a:lnTo>
                    <a:lnTo>
                      <a:pt x="172" y="52"/>
                    </a:lnTo>
                    <a:lnTo>
                      <a:pt x="172" y="50"/>
                    </a:lnTo>
                    <a:lnTo>
                      <a:pt x="170" y="47"/>
                    </a:lnTo>
                    <a:lnTo>
                      <a:pt x="168" y="46"/>
                    </a:lnTo>
                    <a:lnTo>
                      <a:pt x="168" y="43"/>
                    </a:lnTo>
                    <a:lnTo>
                      <a:pt x="168" y="40"/>
                    </a:lnTo>
                    <a:lnTo>
                      <a:pt x="168" y="38"/>
                    </a:lnTo>
                    <a:lnTo>
                      <a:pt x="168" y="34"/>
                    </a:lnTo>
                    <a:lnTo>
                      <a:pt x="166" y="31"/>
                    </a:lnTo>
                    <a:lnTo>
                      <a:pt x="166" y="30"/>
                    </a:lnTo>
                    <a:lnTo>
                      <a:pt x="169" y="28"/>
                    </a:lnTo>
                    <a:lnTo>
                      <a:pt x="169" y="27"/>
                    </a:lnTo>
                    <a:lnTo>
                      <a:pt x="171" y="25"/>
                    </a:lnTo>
                    <a:lnTo>
                      <a:pt x="170" y="24"/>
                    </a:lnTo>
                    <a:lnTo>
                      <a:pt x="169" y="23"/>
                    </a:lnTo>
                    <a:lnTo>
                      <a:pt x="167" y="22"/>
                    </a:lnTo>
                    <a:lnTo>
                      <a:pt x="165" y="21"/>
                    </a:lnTo>
                    <a:lnTo>
                      <a:pt x="164" y="20"/>
                    </a:lnTo>
                    <a:lnTo>
                      <a:pt x="162" y="19"/>
                    </a:lnTo>
                    <a:lnTo>
                      <a:pt x="162" y="17"/>
                    </a:lnTo>
                    <a:lnTo>
                      <a:pt x="162" y="13"/>
                    </a:lnTo>
                    <a:lnTo>
                      <a:pt x="160" y="11"/>
                    </a:lnTo>
                    <a:lnTo>
                      <a:pt x="158" y="10"/>
                    </a:lnTo>
                    <a:lnTo>
                      <a:pt x="158" y="9"/>
                    </a:lnTo>
                    <a:lnTo>
                      <a:pt x="157" y="9"/>
                    </a:lnTo>
                    <a:lnTo>
                      <a:pt x="156" y="8"/>
                    </a:lnTo>
                    <a:lnTo>
                      <a:pt x="155" y="6"/>
                    </a:lnTo>
                    <a:lnTo>
                      <a:pt x="153" y="5"/>
                    </a:lnTo>
                    <a:lnTo>
                      <a:pt x="152" y="5"/>
                    </a:lnTo>
                    <a:lnTo>
                      <a:pt x="151" y="5"/>
                    </a:lnTo>
                    <a:lnTo>
                      <a:pt x="151" y="7"/>
                    </a:lnTo>
                    <a:lnTo>
                      <a:pt x="149" y="7"/>
                    </a:lnTo>
                    <a:lnTo>
                      <a:pt x="148" y="6"/>
                    </a:lnTo>
                    <a:lnTo>
                      <a:pt x="146" y="6"/>
                    </a:lnTo>
                    <a:lnTo>
                      <a:pt x="145" y="6"/>
                    </a:lnTo>
                    <a:lnTo>
                      <a:pt x="144" y="6"/>
                    </a:lnTo>
                    <a:lnTo>
                      <a:pt x="143" y="6"/>
                    </a:lnTo>
                    <a:lnTo>
                      <a:pt x="142" y="6"/>
                    </a:lnTo>
                    <a:lnTo>
                      <a:pt x="142" y="5"/>
                    </a:lnTo>
                    <a:lnTo>
                      <a:pt x="141" y="6"/>
                    </a:lnTo>
                    <a:lnTo>
                      <a:pt x="138" y="8"/>
                    </a:lnTo>
                    <a:lnTo>
                      <a:pt x="135" y="10"/>
                    </a:lnTo>
                    <a:lnTo>
                      <a:pt x="131" y="12"/>
                    </a:lnTo>
                    <a:lnTo>
                      <a:pt x="128" y="12"/>
                    </a:lnTo>
                    <a:lnTo>
                      <a:pt x="125" y="12"/>
                    </a:lnTo>
                    <a:lnTo>
                      <a:pt x="122" y="11"/>
                    </a:lnTo>
                    <a:lnTo>
                      <a:pt x="119" y="11"/>
                    </a:lnTo>
                    <a:lnTo>
                      <a:pt x="117" y="12"/>
                    </a:lnTo>
                    <a:lnTo>
                      <a:pt x="114" y="13"/>
                    </a:lnTo>
                    <a:lnTo>
                      <a:pt x="110" y="13"/>
                    </a:lnTo>
                    <a:lnTo>
                      <a:pt x="107" y="11"/>
                    </a:lnTo>
                    <a:lnTo>
                      <a:pt x="106" y="12"/>
                    </a:lnTo>
                    <a:lnTo>
                      <a:pt x="105" y="12"/>
                    </a:lnTo>
                    <a:lnTo>
                      <a:pt x="103" y="11"/>
                    </a:lnTo>
                    <a:lnTo>
                      <a:pt x="100" y="10"/>
                    </a:lnTo>
                    <a:lnTo>
                      <a:pt x="99" y="9"/>
                    </a:lnTo>
                    <a:lnTo>
                      <a:pt x="97" y="9"/>
                    </a:lnTo>
                    <a:lnTo>
                      <a:pt x="94" y="9"/>
                    </a:lnTo>
                    <a:lnTo>
                      <a:pt x="93" y="6"/>
                    </a:lnTo>
                    <a:lnTo>
                      <a:pt x="92" y="4"/>
                    </a:lnTo>
                    <a:lnTo>
                      <a:pt x="90" y="4"/>
                    </a:lnTo>
                    <a:lnTo>
                      <a:pt x="88" y="4"/>
                    </a:lnTo>
                    <a:lnTo>
                      <a:pt x="85" y="3"/>
                    </a:lnTo>
                    <a:lnTo>
                      <a:pt x="84" y="2"/>
                    </a:lnTo>
                    <a:lnTo>
                      <a:pt x="84" y="0"/>
                    </a:lnTo>
                    <a:lnTo>
                      <a:pt x="83" y="0"/>
                    </a:lnTo>
                    <a:lnTo>
                      <a:pt x="82" y="0"/>
                    </a:lnTo>
                    <a:lnTo>
                      <a:pt x="80" y="1"/>
                    </a:lnTo>
                    <a:lnTo>
                      <a:pt x="77" y="1"/>
                    </a:lnTo>
                    <a:lnTo>
                      <a:pt x="73" y="1"/>
                    </a:lnTo>
                    <a:lnTo>
                      <a:pt x="70" y="1"/>
                    </a:lnTo>
                    <a:lnTo>
                      <a:pt x="67" y="1"/>
                    </a:lnTo>
                    <a:lnTo>
                      <a:pt x="64" y="1"/>
                    </a:lnTo>
                    <a:lnTo>
                      <a:pt x="62" y="2"/>
                    </a:lnTo>
                    <a:lnTo>
                      <a:pt x="60" y="3"/>
                    </a:lnTo>
                    <a:lnTo>
                      <a:pt x="58" y="4"/>
                    </a:lnTo>
                    <a:lnTo>
                      <a:pt x="56" y="5"/>
                    </a:lnTo>
                    <a:lnTo>
                      <a:pt x="53" y="6"/>
                    </a:lnTo>
                    <a:lnTo>
                      <a:pt x="51" y="8"/>
                    </a:lnTo>
                    <a:lnTo>
                      <a:pt x="49" y="9"/>
                    </a:lnTo>
                    <a:lnTo>
                      <a:pt x="48" y="11"/>
                    </a:lnTo>
                    <a:lnTo>
                      <a:pt x="46" y="12"/>
                    </a:lnTo>
                    <a:lnTo>
                      <a:pt x="44" y="11"/>
                    </a:lnTo>
                    <a:lnTo>
                      <a:pt x="42" y="11"/>
                    </a:lnTo>
                    <a:lnTo>
                      <a:pt x="40" y="11"/>
                    </a:lnTo>
                    <a:lnTo>
                      <a:pt x="39" y="10"/>
                    </a:lnTo>
                    <a:lnTo>
                      <a:pt x="37" y="11"/>
                    </a:lnTo>
                    <a:lnTo>
                      <a:pt x="34" y="11"/>
                    </a:lnTo>
                    <a:lnTo>
                      <a:pt x="32" y="11"/>
                    </a:lnTo>
                    <a:lnTo>
                      <a:pt x="30" y="10"/>
                    </a:lnTo>
                    <a:lnTo>
                      <a:pt x="29" y="10"/>
                    </a:lnTo>
                    <a:lnTo>
                      <a:pt x="28" y="9"/>
                    </a:lnTo>
                    <a:lnTo>
                      <a:pt x="28" y="10"/>
                    </a:lnTo>
                    <a:lnTo>
                      <a:pt x="27" y="11"/>
                    </a:lnTo>
                    <a:lnTo>
                      <a:pt x="27" y="12"/>
                    </a:lnTo>
                    <a:lnTo>
                      <a:pt x="28" y="13"/>
                    </a:lnTo>
                    <a:lnTo>
                      <a:pt x="28" y="14"/>
                    </a:lnTo>
                    <a:lnTo>
                      <a:pt x="29" y="14"/>
                    </a:lnTo>
                    <a:lnTo>
                      <a:pt x="30" y="14"/>
                    </a:lnTo>
                    <a:lnTo>
                      <a:pt x="32" y="15"/>
                    </a:lnTo>
                    <a:lnTo>
                      <a:pt x="33" y="14"/>
                    </a:lnTo>
                    <a:lnTo>
                      <a:pt x="34" y="15"/>
                    </a:lnTo>
                    <a:lnTo>
                      <a:pt x="32" y="15"/>
                    </a:lnTo>
                    <a:lnTo>
                      <a:pt x="31" y="15"/>
                    </a:lnTo>
                    <a:lnTo>
                      <a:pt x="29" y="16"/>
                    </a:lnTo>
                    <a:lnTo>
                      <a:pt x="27" y="16"/>
                    </a:lnTo>
                    <a:lnTo>
                      <a:pt x="25" y="16"/>
                    </a:lnTo>
                    <a:lnTo>
                      <a:pt x="25" y="17"/>
                    </a:lnTo>
                    <a:lnTo>
                      <a:pt x="27" y="17"/>
                    </a:lnTo>
                    <a:lnTo>
                      <a:pt x="27" y="18"/>
                    </a:lnTo>
                    <a:lnTo>
                      <a:pt x="25" y="19"/>
                    </a:lnTo>
                    <a:lnTo>
                      <a:pt x="22" y="18"/>
                    </a:lnTo>
                    <a:lnTo>
                      <a:pt x="20" y="18"/>
                    </a:lnTo>
                    <a:lnTo>
                      <a:pt x="18" y="19"/>
                    </a:lnTo>
                    <a:lnTo>
                      <a:pt x="17" y="19"/>
                    </a:lnTo>
                    <a:lnTo>
                      <a:pt x="17" y="18"/>
                    </a:lnTo>
                    <a:lnTo>
                      <a:pt x="16" y="17"/>
                    </a:lnTo>
                    <a:lnTo>
                      <a:pt x="14" y="17"/>
                    </a:lnTo>
                    <a:lnTo>
                      <a:pt x="15" y="18"/>
                    </a:lnTo>
                    <a:lnTo>
                      <a:pt x="15" y="19"/>
                    </a:lnTo>
                    <a:lnTo>
                      <a:pt x="13" y="19"/>
                    </a:lnTo>
                    <a:lnTo>
                      <a:pt x="11" y="19"/>
                    </a:lnTo>
                    <a:lnTo>
                      <a:pt x="10" y="18"/>
                    </a:lnTo>
                    <a:lnTo>
                      <a:pt x="9" y="18"/>
                    </a:lnTo>
                    <a:lnTo>
                      <a:pt x="8" y="19"/>
                    </a:lnTo>
                    <a:lnTo>
                      <a:pt x="7" y="19"/>
                    </a:lnTo>
                    <a:lnTo>
                      <a:pt x="6" y="19"/>
                    </a:lnTo>
                    <a:lnTo>
                      <a:pt x="4" y="20"/>
                    </a:lnTo>
                    <a:lnTo>
                      <a:pt x="3" y="21"/>
                    </a:lnTo>
                    <a:lnTo>
                      <a:pt x="2" y="23"/>
                    </a:lnTo>
                    <a:lnTo>
                      <a:pt x="1" y="23"/>
                    </a:lnTo>
                    <a:lnTo>
                      <a:pt x="0" y="24"/>
                    </a:lnTo>
                    <a:lnTo>
                      <a:pt x="0" y="26"/>
                    </a:lnTo>
                    <a:lnTo>
                      <a:pt x="0" y="28"/>
                    </a:lnTo>
                    <a:lnTo>
                      <a:pt x="1" y="28"/>
                    </a:lnTo>
                    <a:lnTo>
                      <a:pt x="2" y="28"/>
                    </a:lnTo>
                    <a:lnTo>
                      <a:pt x="4" y="28"/>
                    </a:lnTo>
                    <a:lnTo>
                      <a:pt x="5" y="28"/>
                    </a:lnTo>
                    <a:lnTo>
                      <a:pt x="6" y="28"/>
                    </a:lnTo>
                    <a:lnTo>
                      <a:pt x="7" y="28"/>
                    </a:lnTo>
                    <a:lnTo>
                      <a:pt x="5" y="30"/>
                    </a:lnTo>
                    <a:lnTo>
                      <a:pt x="5" y="31"/>
                    </a:lnTo>
                    <a:lnTo>
                      <a:pt x="6" y="33"/>
                    </a:lnTo>
                    <a:lnTo>
                      <a:pt x="6" y="34"/>
                    </a:lnTo>
                    <a:lnTo>
                      <a:pt x="7" y="35"/>
                    </a:lnTo>
                    <a:lnTo>
                      <a:pt x="6" y="36"/>
                    </a:lnTo>
                    <a:lnTo>
                      <a:pt x="6" y="38"/>
                    </a:lnTo>
                    <a:lnTo>
                      <a:pt x="7" y="39"/>
                    </a:lnTo>
                    <a:lnTo>
                      <a:pt x="9" y="40"/>
                    </a:lnTo>
                    <a:lnTo>
                      <a:pt x="8" y="40"/>
                    </a:lnTo>
                    <a:lnTo>
                      <a:pt x="7" y="40"/>
                    </a:lnTo>
                    <a:lnTo>
                      <a:pt x="5" y="40"/>
                    </a:lnTo>
                    <a:lnTo>
                      <a:pt x="4" y="40"/>
                    </a:lnTo>
                    <a:lnTo>
                      <a:pt x="3" y="38"/>
                    </a:lnTo>
                    <a:lnTo>
                      <a:pt x="3" y="37"/>
                    </a:lnTo>
                    <a:lnTo>
                      <a:pt x="2" y="38"/>
                    </a:lnTo>
                    <a:lnTo>
                      <a:pt x="3" y="39"/>
                    </a:lnTo>
                    <a:lnTo>
                      <a:pt x="2" y="41"/>
                    </a:lnTo>
                    <a:lnTo>
                      <a:pt x="1" y="41"/>
                    </a:lnTo>
                    <a:lnTo>
                      <a:pt x="1" y="42"/>
                    </a:lnTo>
                    <a:lnTo>
                      <a:pt x="2" y="42"/>
                    </a:lnTo>
                    <a:lnTo>
                      <a:pt x="3" y="43"/>
                    </a:lnTo>
                    <a:lnTo>
                      <a:pt x="4" y="43"/>
                    </a:lnTo>
                    <a:lnTo>
                      <a:pt x="5" y="42"/>
                    </a:lnTo>
                    <a:lnTo>
                      <a:pt x="6" y="43"/>
                    </a:lnTo>
                    <a:lnTo>
                      <a:pt x="7" y="44"/>
                    </a:lnTo>
                    <a:lnTo>
                      <a:pt x="8" y="44"/>
                    </a:lnTo>
                    <a:lnTo>
                      <a:pt x="9" y="45"/>
                    </a:lnTo>
                    <a:lnTo>
                      <a:pt x="10" y="46"/>
                    </a:lnTo>
                    <a:lnTo>
                      <a:pt x="10" y="47"/>
                    </a:lnTo>
                    <a:lnTo>
                      <a:pt x="9" y="48"/>
                    </a:lnTo>
                    <a:lnTo>
                      <a:pt x="9" y="49"/>
                    </a:lnTo>
                    <a:lnTo>
                      <a:pt x="10" y="49"/>
                    </a:lnTo>
                    <a:lnTo>
                      <a:pt x="11" y="49"/>
                    </a:lnTo>
                    <a:lnTo>
                      <a:pt x="12" y="49"/>
                    </a:lnTo>
                    <a:lnTo>
                      <a:pt x="11" y="49"/>
                    </a:lnTo>
                    <a:lnTo>
                      <a:pt x="10" y="50"/>
                    </a:lnTo>
                    <a:lnTo>
                      <a:pt x="10" y="51"/>
                    </a:lnTo>
                    <a:lnTo>
                      <a:pt x="11" y="51"/>
                    </a:lnTo>
                    <a:lnTo>
                      <a:pt x="12" y="52"/>
                    </a:lnTo>
                    <a:lnTo>
                      <a:pt x="13" y="53"/>
                    </a:lnTo>
                    <a:lnTo>
                      <a:pt x="12" y="54"/>
                    </a:lnTo>
                    <a:lnTo>
                      <a:pt x="11" y="55"/>
                    </a:lnTo>
                    <a:lnTo>
                      <a:pt x="14" y="55"/>
                    </a:lnTo>
                    <a:lnTo>
                      <a:pt x="15" y="55"/>
                    </a:lnTo>
                    <a:lnTo>
                      <a:pt x="17" y="55"/>
                    </a:lnTo>
                    <a:lnTo>
                      <a:pt x="19" y="55"/>
                    </a:lnTo>
                    <a:lnTo>
                      <a:pt x="20" y="55"/>
                    </a:lnTo>
                    <a:lnTo>
                      <a:pt x="20" y="56"/>
                    </a:lnTo>
                    <a:lnTo>
                      <a:pt x="18" y="56"/>
                    </a:lnTo>
                    <a:lnTo>
                      <a:pt x="18" y="57"/>
                    </a:lnTo>
                    <a:lnTo>
                      <a:pt x="17" y="57"/>
                    </a:lnTo>
                    <a:lnTo>
                      <a:pt x="15" y="57"/>
                    </a:lnTo>
                    <a:lnTo>
                      <a:pt x="13" y="58"/>
                    </a:lnTo>
                    <a:lnTo>
                      <a:pt x="12" y="59"/>
                    </a:lnTo>
                    <a:lnTo>
                      <a:pt x="14" y="59"/>
                    </a:lnTo>
                    <a:lnTo>
                      <a:pt x="16" y="58"/>
                    </a:lnTo>
                    <a:lnTo>
                      <a:pt x="18" y="58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9" y="58"/>
                    </a:lnTo>
                    <a:lnTo>
                      <a:pt x="20" y="58"/>
                    </a:lnTo>
                    <a:lnTo>
                      <a:pt x="21" y="57"/>
                    </a:lnTo>
                    <a:lnTo>
                      <a:pt x="22" y="57"/>
                    </a:lnTo>
                    <a:lnTo>
                      <a:pt x="23" y="57"/>
                    </a:lnTo>
                    <a:lnTo>
                      <a:pt x="24" y="58"/>
                    </a:lnTo>
                    <a:lnTo>
                      <a:pt x="25" y="59"/>
                    </a:lnTo>
                    <a:lnTo>
                      <a:pt x="26" y="59"/>
                    </a:lnTo>
                    <a:lnTo>
                      <a:pt x="26" y="58"/>
                    </a:lnTo>
                    <a:lnTo>
                      <a:pt x="27" y="59"/>
                    </a:lnTo>
                    <a:lnTo>
                      <a:pt x="28" y="60"/>
                    </a:lnTo>
                    <a:lnTo>
                      <a:pt x="28" y="62"/>
                    </a:lnTo>
                    <a:lnTo>
                      <a:pt x="29" y="63"/>
                    </a:lnTo>
                    <a:lnTo>
                      <a:pt x="31" y="64"/>
                    </a:lnTo>
                    <a:lnTo>
                      <a:pt x="33" y="64"/>
                    </a:lnTo>
                    <a:lnTo>
                      <a:pt x="35" y="64"/>
                    </a:lnTo>
                    <a:lnTo>
                      <a:pt x="37" y="63"/>
                    </a:lnTo>
                    <a:lnTo>
                      <a:pt x="39" y="63"/>
                    </a:lnTo>
                    <a:lnTo>
                      <a:pt x="40" y="63"/>
                    </a:lnTo>
                    <a:lnTo>
                      <a:pt x="40" y="61"/>
                    </a:lnTo>
                    <a:lnTo>
                      <a:pt x="41" y="60"/>
                    </a:lnTo>
                    <a:lnTo>
                      <a:pt x="41" y="58"/>
                    </a:lnTo>
                    <a:lnTo>
                      <a:pt x="42" y="57"/>
                    </a:lnTo>
                    <a:lnTo>
                      <a:pt x="43" y="57"/>
                    </a:lnTo>
                    <a:lnTo>
                      <a:pt x="45" y="57"/>
                    </a:lnTo>
                    <a:lnTo>
                      <a:pt x="46" y="57"/>
                    </a:lnTo>
                    <a:lnTo>
                      <a:pt x="48" y="57"/>
                    </a:lnTo>
                    <a:lnTo>
                      <a:pt x="49" y="58"/>
                    </a:lnTo>
                    <a:lnTo>
                      <a:pt x="50" y="58"/>
                    </a:lnTo>
                    <a:lnTo>
                      <a:pt x="51" y="59"/>
                    </a:lnTo>
                    <a:lnTo>
                      <a:pt x="52" y="59"/>
                    </a:lnTo>
                    <a:lnTo>
                      <a:pt x="54" y="60"/>
                    </a:lnTo>
                    <a:lnTo>
                      <a:pt x="55" y="61"/>
                    </a:lnTo>
                    <a:lnTo>
                      <a:pt x="56" y="62"/>
                    </a:lnTo>
                    <a:lnTo>
                      <a:pt x="57" y="63"/>
                    </a:lnTo>
                    <a:lnTo>
                      <a:pt x="59" y="65"/>
                    </a:lnTo>
                    <a:lnTo>
                      <a:pt x="60" y="65"/>
                    </a:lnTo>
                    <a:lnTo>
                      <a:pt x="62" y="66"/>
                    </a:lnTo>
                    <a:lnTo>
                      <a:pt x="64" y="65"/>
                    </a:lnTo>
                    <a:lnTo>
                      <a:pt x="65" y="65"/>
                    </a:lnTo>
                    <a:lnTo>
                      <a:pt x="67" y="64"/>
                    </a:lnTo>
                    <a:lnTo>
                      <a:pt x="69" y="64"/>
                    </a:lnTo>
                    <a:lnTo>
                      <a:pt x="70" y="64"/>
                    </a:lnTo>
                    <a:lnTo>
                      <a:pt x="72" y="63"/>
                    </a:lnTo>
                    <a:lnTo>
                      <a:pt x="73" y="62"/>
                    </a:lnTo>
                    <a:lnTo>
                      <a:pt x="74" y="61"/>
                    </a:lnTo>
                    <a:lnTo>
                      <a:pt x="76" y="60"/>
                    </a:lnTo>
                    <a:lnTo>
                      <a:pt x="77" y="58"/>
                    </a:lnTo>
                    <a:lnTo>
                      <a:pt x="79" y="58"/>
                    </a:lnTo>
                    <a:lnTo>
                      <a:pt x="81" y="58"/>
                    </a:lnTo>
                    <a:lnTo>
                      <a:pt x="79" y="57"/>
                    </a:lnTo>
                    <a:lnTo>
                      <a:pt x="80" y="58"/>
                    </a:lnTo>
                    <a:lnTo>
                      <a:pt x="81" y="58"/>
                    </a:lnTo>
                    <a:lnTo>
                      <a:pt x="83" y="59"/>
                    </a:lnTo>
                    <a:lnTo>
                      <a:pt x="85" y="60"/>
                    </a:lnTo>
                    <a:lnTo>
                      <a:pt x="87" y="60"/>
                    </a:lnTo>
                    <a:lnTo>
                      <a:pt x="88" y="60"/>
                    </a:lnTo>
                    <a:lnTo>
                      <a:pt x="88" y="58"/>
                    </a:lnTo>
                    <a:lnTo>
                      <a:pt x="90" y="57"/>
                    </a:lnTo>
                    <a:lnTo>
                      <a:pt x="91" y="57"/>
                    </a:lnTo>
                    <a:lnTo>
                      <a:pt x="93" y="58"/>
                    </a:lnTo>
                    <a:lnTo>
                      <a:pt x="92" y="60"/>
                    </a:lnTo>
                    <a:lnTo>
                      <a:pt x="91" y="61"/>
                    </a:lnTo>
                    <a:lnTo>
                      <a:pt x="90" y="63"/>
                    </a:lnTo>
                    <a:lnTo>
                      <a:pt x="91" y="65"/>
                    </a:lnTo>
                    <a:lnTo>
                      <a:pt x="90" y="67"/>
                    </a:lnTo>
                    <a:lnTo>
                      <a:pt x="90" y="68"/>
                    </a:lnTo>
                    <a:lnTo>
                      <a:pt x="90" y="66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5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sp>
          <p:nvSpPr>
            <p:cNvPr id="42" name="Belarus">
              <a:extLst>
                <a:ext uri="{FF2B5EF4-FFF2-40B4-BE49-F238E27FC236}">
                  <a16:creationId xmlns:a16="http://schemas.microsoft.com/office/drawing/2014/main" id="{832531DD-C470-4ECC-8E62-79390E4F8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4060" y="3142731"/>
              <a:ext cx="198661" cy="144231"/>
            </a:xfrm>
            <a:custGeom>
              <a:avLst/>
              <a:gdLst>
                <a:gd name="T0" fmla="*/ 2147483647 w 89"/>
                <a:gd name="T1" fmla="*/ 2147483647 h 59"/>
                <a:gd name="T2" fmla="*/ 2147483647 w 89"/>
                <a:gd name="T3" fmla="*/ 2147483647 h 59"/>
                <a:gd name="T4" fmla="*/ 2147483647 w 89"/>
                <a:gd name="T5" fmla="*/ 2147483647 h 59"/>
                <a:gd name="T6" fmla="*/ 2147483647 w 89"/>
                <a:gd name="T7" fmla="*/ 2147483647 h 59"/>
                <a:gd name="T8" fmla="*/ 2147483647 w 89"/>
                <a:gd name="T9" fmla="*/ 2147483647 h 59"/>
                <a:gd name="T10" fmla="*/ 2147483647 w 89"/>
                <a:gd name="T11" fmla="*/ 2147483647 h 59"/>
                <a:gd name="T12" fmla="*/ 2147483647 w 89"/>
                <a:gd name="T13" fmla="*/ 2147483647 h 59"/>
                <a:gd name="T14" fmla="*/ 2147483647 w 89"/>
                <a:gd name="T15" fmla="*/ 2147483647 h 59"/>
                <a:gd name="T16" fmla="*/ 2147483647 w 89"/>
                <a:gd name="T17" fmla="*/ 2147483647 h 59"/>
                <a:gd name="T18" fmla="*/ 2147483647 w 89"/>
                <a:gd name="T19" fmla="*/ 2147483647 h 59"/>
                <a:gd name="T20" fmla="*/ 2147483647 w 89"/>
                <a:gd name="T21" fmla="*/ 2147483647 h 59"/>
                <a:gd name="T22" fmla="*/ 2147483647 w 89"/>
                <a:gd name="T23" fmla="*/ 2147483647 h 59"/>
                <a:gd name="T24" fmla="*/ 2147483647 w 89"/>
                <a:gd name="T25" fmla="*/ 2147483647 h 59"/>
                <a:gd name="T26" fmla="*/ 2147483647 w 89"/>
                <a:gd name="T27" fmla="*/ 2147483647 h 59"/>
                <a:gd name="T28" fmla="*/ 2147483647 w 89"/>
                <a:gd name="T29" fmla="*/ 2147483647 h 59"/>
                <a:gd name="T30" fmla="*/ 2147483647 w 89"/>
                <a:gd name="T31" fmla="*/ 2147483647 h 59"/>
                <a:gd name="T32" fmla="*/ 2147483647 w 89"/>
                <a:gd name="T33" fmla="*/ 2147483647 h 59"/>
                <a:gd name="T34" fmla="*/ 2147483647 w 89"/>
                <a:gd name="T35" fmla="*/ 2147483647 h 59"/>
                <a:gd name="T36" fmla="*/ 2147483647 w 89"/>
                <a:gd name="T37" fmla="*/ 2147483647 h 59"/>
                <a:gd name="T38" fmla="*/ 2147483647 w 89"/>
                <a:gd name="T39" fmla="*/ 2147483647 h 59"/>
                <a:gd name="T40" fmla="*/ 2147483647 w 89"/>
                <a:gd name="T41" fmla="*/ 2147483647 h 59"/>
                <a:gd name="T42" fmla="*/ 2147483647 w 89"/>
                <a:gd name="T43" fmla="*/ 2147483647 h 59"/>
                <a:gd name="T44" fmla="*/ 2147483647 w 89"/>
                <a:gd name="T45" fmla="*/ 2147483647 h 59"/>
                <a:gd name="T46" fmla="*/ 2147483647 w 89"/>
                <a:gd name="T47" fmla="*/ 2147483647 h 59"/>
                <a:gd name="T48" fmla="*/ 2147483647 w 89"/>
                <a:gd name="T49" fmla="*/ 2147483647 h 59"/>
                <a:gd name="T50" fmla="*/ 2147483647 w 89"/>
                <a:gd name="T51" fmla="*/ 2147483647 h 59"/>
                <a:gd name="T52" fmla="*/ 2147483647 w 89"/>
                <a:gd name="T53" fmla="*/ 2147483647 h 59"/>
                <a:gd name="T54" fmla="*/ 2147483647 w 89"/>
                <a:gd name="T55" fmla="*/ 2147483647 h 59"/>
                <a:gd name="T56" fmla="*/ 2147483647 w 89"/>
                <a:gd name="T57" fmla="*/ 2147483647 h 59"/>
                <a:gd name="T58" fmla="*/ 2147483647 w 89"/>
                <a:gd name="T59" fmla="*/ 2147483647 h 59"/>
                <a:gd name="T60" fmla="*/ 2147483647 w 89"/>
                <a:gd name="T61" fmla="*/ 2147483647 h 59"/>
                <a:gd name="T62" fmla="*/ 2147483647 w 89"/>
                <a:gd name="T63" fmla="*/ 2147483647 h 59"/>
                <a:gd name="T64" fmla="*/ 2147483647 w 89"/>
                <a:gd name="T65" fmla="*/ 2147483647 h 59"/>
                <a:gd name="T66" fmla="*/ 2147483647 w 89"/>
                <a:gd name="T67" fmla="*/ 2147483647 h 59"/>
                <a:gd name="T68" fmla="*/ 2147483647 w 89"/>
                <a:gd name="T69" fmla="*/ 2147483647 h 59"/>
                <a:gd name="T70" fmla="*/ 2147483647 w 89"/>
                <a:gd name="T71" fmla="*/ 2147483647 h 59"/>
                <a:gd name="T72" fmla="*/ 2147483647 w 89"/>
                <a:gd name="T73" fmla="*/ 2147483647 h 59"/>
                <a:gd name="T74" fmla="*/ 2147483647 w 89"/>
                <a:gd name="T75" fmla="*/ 2147483647 h 59"/>
                <a:gd name="T76" fmla="*/ 2147483647 w 89"/>
                <a:gd name="T77" fmla="*/ 2147483647 h 59"/>
                <a:gd name="T78" fmla="*/ 2147483647 w 89"/>
                <a:gd name="T79" fmla="*/ 2147483647 h 59"/>
                <a:gd name="T80" fmla="*/ 2147483647 w 89"/>
                <a:gd name="T81" fmla="*/ 2147483647 h 59"/>
                <a:gd name="T82" fmla="*/ 2147483647 w 89"/>
                <a:gd name="T83" fmla="*/ 2147483647 h 59"/>
                <a:gd name="T84" fmla="*/ 2147483647 w 89"/>
                <a:gd name="T85" fmla="*/ 2147483647 h 59"/>
                <a:gd name="T86" fmla="*/ 2147483647 w 89"/>
                <a:gd name="T87" fmla="*/ 2147483647 h 59"/>
                <a:gd name="T88" fmla="*/ 2147483647 w 89"/>
                <a:gd name="T89" fmla="*/ 2147483647 h 59"/>
                <a:gd name="T90" fmla="*/ 2147483647 w 89"/>
                <a:gd name="T91" fmla="*/ 2147483647 h 59"/>
                <a:gd name="T92" fmla="*/ 2147483647 w 89"/>
                <a:gd name="T93" fmla="*/ 2147483647 h 59"/>
                <a:gd name="T94" fmla="*/ 2147483647 w 89"/>
                <a:gd name="T95" fmla="*/ 2147483647 h 59"/>
                <a:gd name="T96" fmla="*/ 2147483647 w 89"/>
                <a:gd name="T97" fmla="*/ 2147483647 h 59"/>
                <a:gd name="T98" fmla="*/ 2147483647 w 89"/>
                <a:gd name="T99" fmla="*/ 2147483647 h 59"/>
                <a:gd name="T100" fmla="*/ 2147483647 w 89"/>
                <a:gd name="T101" fmla="*/ 2147483647 h 5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89"/>
                <a:gd name="T154" fmla="*/ 0 h 59"/>
                <a:gd name="T155" fmla="*/ 89 w 89"/>
                <a:gd name="T156" fmla="*/ 59 h 5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89" h="59">
                  <a:moveTo>
                    <a:pt x="45" y="0"/>
                  </a:moveTo>
                  <a:lnTo>
                    <a:pt x="44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41" y="1"/>
                  </a:lnTo>
                  <a:lnTo>
                    <a:pt x="41" y="2"/>
                  </a:lnTo>
                  <a:lnTo>
                    <a:pt x="41" y="3"/>
                  </a:lnTo>
                  <a:lnTo>
                    <a:pt x="41" y="4"/>
                  </a:lnTo>
                  <a:lnTo>
                    <a:pt x="40" y="4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6" y="4"/>
                  </a:lnTo>
                  <a:lnTo>
                    <a:pt x="35" y="4"/>
                  </a:lnTo>
                  <a:lnTo>
                    <a:pt x="34" y="4"/>
                  </a:lnTo>
                  <a:lnTo>
                    <a:pt x="33" y="4"/>
                  </a:lnTo>
                  <a:lnTo>
                    <a:pt x="32" y="5"/>
                  </a:lnTo>
                  <a:lnTo>
                    <a:pt x="31" y="5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9" y="6"/>
                  </a:lnTo>
                  <a:lnTo>
                    <a:pt x="28" y="6"/>
                  </a:lnTo>
                  <a:lnTo>
                    <a:pt x="28" y="7"/>
                  </a:lnTo>
                  <a:lnTo>
                    <a:pt x="28" y="8"/>
                  </a:lnTo>
                  <a:lnTo>
                    <a:pt x="27" y="8"/>
                  </a:lnTo>
                  <a:lnTo>
                    <a:pt x="27" y="9"/>
                  </a:lnTo>
                  <a:lnTo>
                    <a:pt x="28" y="9"/>
                  </a:lnTo>
                  <a:lnTo>
                    <a:pt x="29" y="9"/>
                  </a:lnTo>
                  <a:lnTo>
                    <a:pt x="29" y="10"/>
                  </a:lnTo>
                  <a:lnTo>
                    <a:pt x="30" y="10"/>
                  </a:lnTo>
                  <a:lnTo>
                    <a:pt x="31" y="10"/>
                  </a:lnTo>
                  <a:lnTo>
                    <a:pt x="32" y="11"/>
                  </a:lnTo>
                  <a:lnTo>
                    <a:pt x="32" y="12"/>
                  </a:lnTo>
                  <a:lnTo>
                    <a:pt x="31" y="12"/>
                  </a:lnTo>
                  <a:lnTo>
                    <a:pt x="29" y="13"/>
                  </a:lnTo>
                  <a:lnTo>
                    <a:pt x="26" y="14"/>
                  </a:lnTo>
                  <a:lnTo>
                    <a:pt x="25" y="14"/>
                  </a:lnTo>
                  <a:lnTo>
                    <a:pt x="24" y="14"/>
                  </a:lnTo>
                  <a:lnTo>
                    <a:pt x="23" y="15"/>
                  </a:lnTo>
                  <a:lnTo>
                    <a:pt x="22" y="16"/>
                  </a:lnTo>
                  <a:lnTo>
                    <a:pt x="22" y="17"/>
                  </a:lnTo>
                  <a:lnTo>
                    <a:pt x="22" y="18"/>
                  </a:lnTo>
                  <a:lnTo>
                    <a:pt x="21" y="19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1" y="22"/>
                  </a:lnTo>
                  <a:lnTo>
                    <a:pt x="22" y="23"/>
                  </a:lnTo>
                  <a:lnTo>
                    <a:pt x="21" y="24"/>
                  </a:lnTo>
                  <a:lnTo>
                    <a:pt x="19" y="25"/>
                  </a:lnTo>
                  <a:lnTo>
                    <a:pt x="18" y="25"/>
                  </a:lnTo>
                  <a:lnTo>
                    <a:pt x="16" y="25"/>
                  </a:lnTo>
                  <a:lnTo>
                    <a:pt x="14" y="25"/>
                  </a:lnTo>
                  <a:lnTo>
                    <a:pt x="13" y="25"/>
                  </a:lnTo>
                  <a:lnTo>
                    <a:pt x="12" y="25"/>
                  </a:lnTo>
                  <a:lnTo>
                    <a:pt x="10" y="26"/>
                  </a:lnTo>
                  <a:lnTo>
                    <a:pt x="10" y="27"/>
                  </a:lnTo>
                  <a:lnTo>
                    <a:pt x="9" y="27"/>
                  </a:lnTo>
                  <a:lnTo>
                    <a:pt x="8" y="27"/>
                  </a:lnTo>
                  <a:lnTo>
                    <a:pt x="7" y="28"/>
                  </a:lnTo>
                  <a:lnTo>
                    <a:pt x="6" y="27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6"/>
                  </a:lnTo>
                  <a:lnTo>
                    <a:pt x="2" y="27"/>
                  </a:lnTo>
                  <a:lnTo>
                    <a:pt x="2" y="28"/>
                  </a:lnTo>
                  <a:lnTo>
                    <a:pt x="3" y="30"/>
                  </a:lnTo>
                  <a:lnTo>
                    <a:pt x="4" y="32"/>
                  </a:lnTo>
                  <a:lnTo>
                    <a:pt x="4" y="33"/>
                  </a:lnTo>
                  <a:lnTo>
                    <a:pt x="5" y="34"/>
                  </a:lnTo>
                  <a:lnTo>
                    <a:pt x="6" y="35"/>
                  </a:lnTo>
                  <a:lnTo>
                    <a:pt x="7" y="36"/>
                  </a:lnTo>
                  <a:lnTo>
                    <a:pt x="8" y="38"/>
                  </a:lnTo>
                  <a:lnTo>
                    <a:pt x="8" y="40"/>
                  </a:lnTo>
                  <a:lnTo>
                    <a:pt x="8" y="41"/>
                  </a:lnTo>
                  <a:lnTo>
                    <a:pt x="7" y="42"/>
                  </a:lnTo>
                  <a:lnTo>
                    <a:pt x="7" y="43"/>
                  </a:lnTo>
                  <a:lnTo>
                    <a:pt x="7" y="44"/>
                  </a:lnTo>
                  <a:lnTo>
                    <a:pt x="6" y="44"/>
                  </a:lnTo>
                  <a:lnTo>
                    <a:pt x="5" y="45"/>
                  </a:lnTo>
                  <a:lnTo>
                    <a:pt x="3" y="46"/>
                  </a:lnTo>
                  <a:lnTo>
                    <a:pt x="1" y="47"/>
                  </a:lnTo>
                  <a:lnTo>
                    <a:pt x="1" y="48"/>
                  </a:lnTo>
                  <a:lnTo>
                    <a:pt x="0" y="49"/>
                  </a:lnTo>
                  <a:lnTo>
                    <a:pt x="1" y="50"/>
                  </a:lnTo>
                  <a:lnTo>
                    <a:pt x="2" y="51"/>
                  </a:lnTo>
                  <a:lnTo>
                    <a:pt x="3" y="51"/>
                  </a:lnTo>
                  <a:lnTo>
                    <a:pt x="3" y="52"/>
                  </a:lnTo>
                  <a:lnTo>
                    <a:pt x="3" y="53"/>
                  </a:lnTo>
                  <a:lnTo>
                    <a:pt x="2" y="54"/>
                  </a:lnTo>
                  <a:lnTo>
                    <a:pt x="2" y="55"/>
                  </a:lnTo>
                  <a:lnTo>
                    <a:pt x="2" y="56"/>
                  </a:lnTo>
                  <a:lnTo>
                    <a:pt x="2" y="57"/>
                  </a:lnTo>
                  <a:lnTo>
                    <a:pt x="4" y="57"/>
                  </a:lnTo>
                  <a:lnTo>
                    <a:pt x="5" y="57"/>
                  </a:lnTo>
                  <a:lnTo>
                    <a:pt x="6" y="57"/>
                  </a:lnTo>
                  <a:lnTo>
                    <a:pt x="7" y="56"/>
                  </a:lnTo>
                  <a:lnTo>
                    <a:pt x="9" y="56"/>
                  </a:lnTo>
                  <a:lnTo>
                    <a:pt x="9" y="55"/>
                  </a:lnTo>
                  <a:lnTo>
                    <a:pt x="10" y="55"/>
                  </a:lnTo>
                  <a:lnTo>
                    <a:pt x="10" y="54"/>
                  </a:lnTo>
                  <a:lnTo>
                    <a:pt x="11" y="54"/>
                  </a:lnTo>
                  <a:lnTo>
                    <a:pt x="12" y="53"/>
                  </a:lnTo>
                  <a:lnTo>
                    <a:pt x="13" y="52"/>
                  </a:lnTo>
                  <a:lnTo>
                    <a:pt x="15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1" y="53"/>
                  </a:lnTo>
                  <a:lnTo>
                    <a:pt x="22" y="52"/>
                  </a:lnTo>
                  <a:lnTo>
                    <a:pt x="23" y="52"/>
                  </a:lnTo>
                  <a:lnTo>
                    <a:pt x="24" y="52"/>
                  </a:lnTo>
                  <a:lnTo>
                    <a:pt x="25" y="53"/>
                  </a:lnTo>
                  <a:lnTo>
                    <a:pt x="27" y="54"/>
                  </a:lnTo>
                  <a:lnTo>
                    <a:pt x="29" y="55"/>
                  </a:lnTo>
                  <a:lnTo>
                    <a:pt x="31" y="55"/>
                  </a:lnTo>
                  <a:lnTo>
                    <a:pt x="34" y="55"/>
                  </a:lnTo>
                  <a:lnTo>
                    <a:pt x="37" y="55"/>
                  </a:lnTo>
                  <a:lnTo>
                    <a:pt x="39" y="55"/>
                  </a:lnTo>
                  <a:lnTo>
                    <a:pt x="40" y="56"/>
                  </a:lnTo>
                  <a:lnTo>
                    <a:pt x="41" y="56"/>
                  </a:lnTo>
                  <a:lnTo>
                    <a:pt x="42" y="56"/>
                  </a:lnTo>
                  <a:lnTo>
                    <a:pt x="43" y="57"/>
                  </a:lnTo>
                  <a:lnTo>
                    <a:pt x="44" y="57"/>
                  </a:lnTo>
                  <a:lnTo>
                    <a:pt x="45" y="56"/>
                  </a:lnTo>
                  <a:lnTo>
                    <a:pt x="46" y="56"/>
                  </a:lnTo>
                  <a:lnTo>
                    <a:pt x="47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51" y="57"/>
                  </a:lnTo>
                  <a:lnTo>
                    <a:pt x="53" y="57"/>
                  </a:lnTo>
                  <a:lnTo>
                    <a:pt x="54" y="57"/>
                  </a:lnTo>
                  <a:lnTo>
                    <a:pt x="54" y="56"/>
                  </a:lnTo>
                  <a:lnTo>
                    <a:pt x="55" y="56"/>
                  </a:lnTo>
                  <a:lnTo>
                    <a:pt x="56" y="56"/>
                  </a:lnTo>
                  <a:lnTo>
                    <a:pt x="56" y="57"/>
                  </a:lnTo>
                  <a:lnTo>
                    <a:pt x="57" y="57"/>
                  </a:lnTo>
                  <a:lnTo>
                    <a:pt x="57" y="58"/>
                  </a:lnTo>
                  <a:lnTo>
                    <a:pt x="58" y="59"/>
                  </a:lnTo>
                  <a:lnTo>
                    <a:pt x="60" y="58"/>
                  </a:lnTo>
                  <a:lnTo>
                    <a:pt x="61" y="58"/>
                  </a:lnTo>
                  <a:lnTo>
                    <a:pt x="62" y="58"/>
                  </a:lnTo>
                  <a:lnTo>
                    <a:pt x="63" y="58"/>
                  </a:lnTo>
                  <a:lnTo>
                    <a:pt x="64" y="58"/>
                  </a:lnTo>
                  <a:lnTo>
                    <a:pt x="64" y="57"/>
                  </a:lnTo>
                  <a:lnTo>
                    <a:pt x="65" y="57"/>
                  </a:lnTo>
                  <a:lnTo>
                    <a:pt x="66" y="57"/>
                  </a:lnTo>
                  <a:lnTo>
                    <a:pt x="67" y="57"/>
                  </a:lnTo>
                  <a:lnTo>
                    <a:pt x="67" y="56"/>
                  </a:lnTo>
                  <a:lnTo>
                    <a:pt x="66" y="56"/>
                  </a:lnTo>
                  <a:lnTo>
                    <a:pt x="66" y="55"/>
                  </a:lnTo>
                  <a:lnTo>
                    <a:pt x="65" y="55"/>
                  </a:lnTo>
                  <a:lnTo>
                    <a:pt x="65" y="54"/>
                  </a:lnTo>
                  <a:lnTo>
                    <a:pt x="65" y="53"/>
                  </a:lnTo>
                  <a:lnTo>
                    <a:pt x="66" y="53"/>
                  </a:lnTo>
                  <a:lnTo>
                    <a:pt x="67" y="53"/>
                  </a:lnTo>
                  <a:lnTo>
                    <a:pt x="68" y="53"/>
                  </a:lnTo>
                  <a:lnTo>
                    <a:pt x="70" y="52"/>
                  </a:lnTo>
                  <a:lnTo>
                    <a:pt x="71" y="52"/>
                  </a:lnTo>
                  <a:lnTo>
                    <a:pt x="73" y="50"/>
                  </a:lnTo>
                  <a:lnTo>
                    <a:pt x="74" y="50"/>
                  </a:lnTo>
                  <a:lnTo>
                    <a:pt x="75" y="50"/>
                  </a:lnTo>
                  <a:lnTo>
                    <a:pt x="77" y="50"/>
                  </a:lnTo>
                  <a:lnTo>
                    <a:pt x="78" y="50"/>
                  </a:lnTo>
                  <a:lnTo>
                    <a:pt x="79" y="51"/>
                  </a:lnTo>
                  <a:lnTo>
                    <a:pt x="79" y="50"/>
                  </a:lnTo>
                  <a:lnTo>
                    <a:pt x="79" y="49"/>
                  </a:lnTo>
                  <a:lnTo>
                    <a:pt x="78" y="49"/>
                  </a:lnTo>
                  <a:lnTo>
                    <a:pt x="77" y="48"/>
                  </a:lnTo>
                  <a:lnTo>
                    <a:pt x="77" y="47"/>
                  </a:lnTo>
                  <a:lnTo>
                    <a:pt x="77" y="46"/>
                  </a:lnTo>
                  <a:lnTo>
                    <a:pt x="78" y="45"/>
                  </a:lnTo>
                  <a:lnTo>
                    <a:pt x="78" y="43"/>
                  </a:lnTo>
                  <a:lnTo>
                    <a:pt x="77" y="42"/>
                  </a:lnTo>
                  <a:lnTo>
                    <a:pt x="74" y="39"/>
                  </a:lnTo>
                  <a:lnTo>
                    <a:pt x="74" y="38"/>
                  </a:lnTo>
                  <a:lnTo>
                    <a:pt x="75" y="37"/>
                  </a:lnTo>
                  <a:lnTo>
                    <a:pt x="76" y="37"/>
                  </a:lnTo>
                  <a:lnTo>
                    <a:pt x="77" y="37"/>
                  </a:lnTo>
                  <a:lnTo>
                    <a:pt x="78" y="37"/>
                  </a:lnTo>
                  <a:lnTo>
                    <a:pt x="78" y="38"/>
                  </a:lnTo>
                  <a:lnTo>
                    <a:pt x="79" y="38"/>
                  </a:lnTo>
                  <a:lnTo>
                    <a:pt x="80" y="39"/>
                  </a:lnTo>
                  <a:lnTo>
                    <a:pt x="82" y="39"/>
                  </a:lnTo>
                  <a:lnTo>
                    <a:pt x="83" y="39"/>
                  </a:lnTo>
                  <a:lnTo>
                    <a:pt x="84" y="38"/>
                  </a:lnTo>
                  <a:lnTo>
                    <a:pt x="86" y="38"/>
                  </a:lnTo>
                  <a:lnTo>
                    <a:pt x="87" y="37"/>
                  </a:lnTo>
                  <a:lnTo>
                    <a:pt x="88" y="36"/>
                  </a:lnTo>
                  <a:lnTo>
                    <a:pt x="89" y="35"/>
                  </a:lnTo>
                  <a:lnTo>
                    <a:pt x="88" y="34"/>
                  </a:lnTo>
                  <a:lnTo>
                    <a:pt x="87" y="33"/>
                  </a:lnTo>
                  <a:lnTo>
                    <a:pt x="86" y="33"/>
                  </a:lnTo>
                  <a:lnTo>
                    <a:pt x="85" y="33"/>
                  </a:lnTo>
                  <a:lnTo>
                    <a:pt x="85" y="32"/>
                  </a:lnTo>
                  <a:lnTo>
                    <a:pt x="85" y="31"/>
                  </a:lnTo>
                  <a:lnTo>
                    <a:pt x="84" y="30"/>
                  </a:lnTo>
                  <a:lnTo>
                    <a:pt x="83" y="30"/>
                  </a:lnTo>
                  <a:lnTo>
                    <a:pt x="81" y="30"/>
                  </a:lnTo>
                  <a:lnTo>
                    <a:pt x="79" y="30"/>
                  </a:lnTo>
                  <a:lnTo>
                    <a:pt x="78" y="30"/>
                  </a:lnTo>
                  <a:lnTo>
                    <a:pt x="78" y="29"/>
                  </a:lnTo>
                  <a:lnTo>
                    <a:pt x="79" y="29"/>
                  </a:lnTo>
                  <a:lnTo>
                    <a:pt x="79" y="28"/>
                  </a:lnTo>
                  <a:lnTo>
                    <a:pt x="80" y="28"/>
                  </a:lnTo>
                  <a:lnTo>
                    <a:pt x="80" y="27"/>
                  </a:lnTo>
                  <a:lnTo>
                    <a:pt x="79" y="27"/>
                  </a:lnTo>
                  <a:lnTo>
                    <a:pt x="79" y="26"/>
                  </a:lnTo>
                  <a:lnTo>
                    <a:pt x="75" y="24"/>
                  </a:lnTo>
                  <a:lnTo>
                    <a:pt x="73" y="23"/>
                  </a:lnTo>
                  <a:lnTo>
                    <a:pt x="73" y="22"/>
                  </a:lnTo>
                  <a:lnTo>
                    <a:pt x="73" y="21"/>
                  </a:lnTo>
                  <a:lnTo>
                    <a:pt x="73" y="20"/>
                  </a:lnTo>
                  <a:lnTo>
                    <a:pt x="73" y="19"/>
                  </a:lnTo>
                  <a:lnTo>
                    <a:pt x="72" y="19"/>
                  </a:lnTo>
                  <a:lnTo>
                    <a:pt x="71" y="18"/>
                  </a:lnTo>
                  <a:lnTo>
                    <a:pt x="71" y="17"/>
                  </a:lnTo>
                  <a:lnTo>
                    <a:pt x="70" y="16"/>
                  </a:lnTo>
                  <a:lnTo>
                    <a:pt x="70" y="15"/>
                  </a:lnTo>
                  <a:lnTo>
                    <a:pt x="71" y="14"/>
                  </a:lnTo>
                  <a:lnTo>
                    <a:pt x="72" y="13"/>
                  </a:lnTo>
                  <a:lnTo>
                    <a:pt x="73" y="13"/>
                  </a:lnTo>
                  <a:lnTo>
                    <a:pt x="72" y="13"/>
                  </a:lnTo>
                  <a:lnTo>
                    <a:pt x="71" y="12"/>
                  </a:lnTo>
                  <a:lnTo>
                    <a:pt x="70" y="11"/>
                  </a:lnTo>
                  <a:lnTo>
                    <a:pt x="70" y="10"/>
                  </a:lnTo>
                  <a:lnTo>
                    <a:pt x="71" y="9"/>
                  </a:lnTo>
                  <a:lnTo>
                    <a:pt x="71" y="8"/>
                  </a:lnTo>
                  <a:lnTo>
                    <a:pt x="71" y="7"/>
                  </a:lnTo>
                  <a:lnTo>
                    <a:pt x="70" y="7"/>
                  </a:lnTo>
                  <a:lnTo>
                    <a:pt x="69" y="7"/>
                  </a:lnTo>
                  <a:lnTo>
                    <a:pt x="68" y="6"/>
                  </a:lnTo>
                  <a:lnTo>
                    <a:pt x="67" y="5"/>
                  </a:lnTo>
                  <a:lnTo>
                    <a:pt x="67" y="4"/>
                  </a:lnTo>
                  <a:lnTo>
                    <a:pt x="66" y="4"/>
                  </a:lnTo>
                  <a:lnTo>
                    <a:pt x="64" y="4"/>
                  </a:lnTo>
                  <a:lnTo>
                    <a:pt x="63" y="4"/>
                  </a:lnTo>
                  <a:lnTo>
                    <a:pt x="62" y="4"/>
                  </a:lnTo>
                  <a:lnTo>
                    <a:pt x="61" y="4"/>
                  </a:lnTo>
                  <a:lnTo>
                    <a:pt x="60" y="4"/>
                  </a:lnTo>
                  <a:lnTo>
                    <a:pt x="59" y="4"/>
                  </a:lnTo>
                  <a:lnTo>
                    <a:pt x="59" y="5"/>
                  </a:lnTo>
                  <a:lnTo>
                    <a:pt x="58" y="6"/>
                  </a:lnTo>
                  <a:lnTo>
                    <a:pt x="57" y="6"/>
                  </a:lnTo>
                  <a:lnTo>
                    <a:pt x="57" y="5"/>
                  </a:lnTo>
                  <a:lnTo>
                    <a:pt x="57" y="4"/>
                  </a:lnTo>
                  <a:lnTo>
                    <a:pt x="57" y="3"/>
                  </a:lnTo>
                  <a:lnTo>
                    <a:pt x="58" y="3"/>
                  </a:lnTo>
                  <a:lnTo>
                    <a:pt x="58" y="2"/>
                  </a:lnTo>
                  <a:lnTo>
                    <a:pt x="57" y="2"/>
                  </a:lnTo>
                  <a:lnTo>
                    <a:pt x="56" y="2"/>
                  </a:lnTo>
                  <a:lnTo>
                    <a:pt x="55" y="2"/>
                  </a:lnTo>
                  <a:lnTo>
                    <a:pt x="54" y="2"/>
                  </a:lnTo>
                  <a:lnTo>
                    <a:pt x="53" y="2"/>
                  </a:lnTo>
                  <a:lnTo>
                    <a:pt x="52" y="2"/>
                  </a:lnTo>
                  <a:lnTo>
                    <a:pt x="51" y="2"/>
                  </a:lnTo>
                  <a:lnTo>
                    <a:pt x="50" y="2"/>
                  </a:lnTo>
                  <a:lnTo>
                    <a:pt x="48" y="1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grpSp>
          <p:nvGrpSpPr>
            <p:cNvPr id="43" name="Channel_Islands">
              <a:extLst>
                <a:ext uri="{FF2B5EF4-FFF2-40B4-BE49-F238E27FC236}">
                  <a16:creationId xmlns:a16="http://schemas.microsoft.com/office/drawing/2014/main" id="{219951A2-E989-4DB7-9992-A466A3F82B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0574" y="3340741"/>
              <a:ext cx="15625" cy="24445"/>
              <a:chOff x="15487650" y="5238750"/>
              <a:chExt cx="7" cy="10"/>
            </a:xfrm>
            <a:solidFill>
              <a:srgbClr val="002B69">
                <a:alpha val="91000"/>
              </a:srgbClr>
            </a:solidFill>
          </p:grpSpPr>
          <p:sp>
            <p:nvSpPr>
              <p:cNvPr id="47" name="Guernsey">
                <a:extLst>
                  <a:ext uri="{FF2B5EF4-FFF2-40B4-BE49-F238E27FC236}">
                    <a16:creationId xmlns:a16="http://schemas.microsoft.com/office/drawing/2014/main" id="{B9219C93-8531-4D8B-B3DE-9CE57216B2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487650" y="5238754"/>
                <a:ext cx="2" cy="4"/>
              </a:xfrm>
              <a:custGeom>
                <a:avLst/>
                <a:gdLst>
                  <a:gd name="T0" fmla="*/ 0 w 3"/>
                  <a:gd name="T1" fmla="*/ 1 h 6"/>
                  <a:gd name="T2" fmla="*/ 1 w 3"/>
                  <a:gd name="T3" fmla="*/ 1 h 6"/>
                  <a:gd name="T4" fmla="*/ 0 w 3"/>
                  <a:gd name="T5" fmla="*/ 1 h 6"/>
                  <a:gd name="T6" fmla="*/ 0 60000 65536"/>
                  <a:gd name="T7" fmla="*/ 0 60000 65536"/>
                  <a:gd name="T8" fmla="*/ 0 60000 65536"/>
                  <a:gd name="T9" fmla="*/ 0 w 3"/>
                  <a:gd name="T10" fmla="*/ 0 h 6"/>
                  <a:gd name="T11" fmla="*/ 3 w 3"/>
                  <a:gd name="T12" fmla="*/ 6 h 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" h="6">
                    <a:moveTo>
                      <a:pt x="0" y="2"/>
                    </a:moveTo>
                    <a:cubicBezTo>
                      <a:pt x="1" y="6"/>
                      <a:pt x="1" y="6"/>
                      <a:pt x="3" y="1"/>
                    </a:cubicBezTo>
                    <a:cubicBezTo>
                      <a:pt x="3" y="0"/>
                      <a:pt x="1" y="2"/>
                      <a:pt x="0" y="2"/>
                    </a:cubicBezTo>
                    <a:close/>
                  </a:path>
                </a:pathLst>
              </a:custGeom>
              <a:grpFill/>
              <a:ln w="6350" cap="flat" cmpd="sng">
                <a:noFill/>
                <a:prstDash val="solid"/>
                <a:round/>
                <a:headEnd/>
                <a:tailEnd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48" name="Sark">
                <a:extLst>
                  <a:ext uri="{FF2B5EF4-FFF2-40B4-BE49-F238E27FC236}">
                    <a16:creationId xmlns:a16="http://schemas.microsoft.com/office/drawing/2014/main" id="{1053422F-4F21-40A7-BE02-D26E775DE0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87656" y="5238756"/>
                <a:ext cx="1" cy="2"/>
              </a:xfrm>
              <a:custGeom>
                <a:avLst/>
                <a:gdLst>
                  <a:gd name="T0" fmla="*/ 0 w 1"/>
                  <a:gd name="T1" fmla="*/ 0 h 4"/>
                  <a:gd name="T2" fmla="*/ 1 w 1"/>
                  <a:gd name="T3" fmla="*/ 1 h 4"/>
                  <a:gd name="T4" fmla="*/ 0 w 1"/>
                  <a:gd name="T5" fmla="*/ 0 h 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"/>
                  <a:gd name="T11" fmla="*/ 1 w 1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">
                    <a:moveTo>
                      <a:pt x="0" y="0"/>
                    </a:moveTo>
                    <a:cubicBezTo>
                      <a:pt x="0" y="1"/>
                      <a:pt x="1" y="4"/>
                      <a:pt x="1" y="3"/>
                    </a:cubicBezTo>
                    <a:cubicBezTo>
                      <a:pt x="1" y="2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6350" cap="flat" cmpd="sng">
                <a:noFill/>
                <a:prstDash val="solid"/>
                <a:round/>
                <a:headEnd/>
                <a:tailEnd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49" name="Alderney">
                <a:extLst>
                  <a:ext uri="{FF2B5EF4-FFF2-40B4-BE49-F238E27FC236}">
                    <a16:creationId xmlns:a16="http://schemas.microsoft.com/office/drawing/2014/main" id="{FB902224-AEDA-421D-99E8-55B102151F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487654" y="5238750"/>
                <a:ext cx="2" cy="1"/>
              </a:xfrm>
              <a:custGeom>
                <a:avLst/>
                <a:gdLst>
                  <a:gd name="T0" fmla="*/ 1 w 3"/>
                  <a:gd name="T1" fmla="*/ 0 h 2"/>
                  <a:gd name="T2" fmla="*/ 1 w 3"/>
                  <a:gd name="T3" fmla="*/ 1 h 2"/>
                  <a:gd name="T4" fmla="*/ 1 w 3"/>
                  <a:gd name="T5" fmla="*/ 1 h 2"/>
                  <a:gd name="T6" fmla="*/ 1 w 3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"/>
                  <a:gd name="T13" fmla="*/ 0 h 2"/>
                  <a:gd name="T14" fmla="*/ 3 w 3"/>
                  <a:gd name="T15" fmla="*/ 2 h 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" h="2">
                    <a:moveTo>
                      <a:pt x="2" y="0"/>
                    </a:moveTo>
                    <a:cubicBezTo>
                      <a:pt x="2" y="1"/>
                      <a:pt x="0" y="1"/>
                      <a:pt x="1" y="2"/>
                    </a:cubicBezTo>
                    <a:lnTo>
                      <a:pt x="3" y="1"/>
                    </a:lnTo>
                    <a:cubicBezTo>
                      <a:pt x="3" y="1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 w="6350" cap="flat" cmpd="sng">
                <a:noFill/>
                <a:prstDash val="solid"/>
                <a:round/>
                <a:headEnd/>
                <a:tailEnd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50" name="Jersey">
                <a:extLst>
                  <a:ext uri="{FF2B5EF4-FFF2-40B4-BE49-F238E27FC236}">
                    <a16:creationId xmlns:a16="http://schemas.microsoft.com/office/drawing/2014/main" id="{902F1D4B-4C20-421F-ADE0-7E2C2C44EE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487651" y="5238759"/>
                <a:ext cx="4" cy="1"/>
              </a:xfrm>
              <a:custGeom>
                <a:avLst/>
                <a:gdLst>
                  <a:gd name="T0" fmla="*/ 1 w 7"/>
                  <a:gd name="T1" fmla="*/ 1 h 2"/>
                  <a:gd name="T2" fmla="*/ 1 w 7"/>
                  <a:gd name="T3" fmla="*/ 1 h 2"/>
                  <a:gd name="T4" fmla="*/ 1 w 7"/>
                  <a:gd name="T5" fmla="*/ 1 h 2"/>
                  <a:gd name="T6" fmla="*/ 1 w 7"/>
                  <a:gd name="T7" fmla="*/ 1 h 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2"/>
                  <a:gd name="T14" fmla="*/ 7 w 7"/>
                  <a:gd name="T15" fmla="*/ 2 h 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2">
                    <a:moveTo>
                      <a:pt x="3" y="1"/>
                    </a:moveTo>
                    <a:cubicBezTo>
                      <a:pt x="4" y="1"/>
                      <a:pt x="7" y="2"/>
                      <a:pt x="6" y="2"/>
                    </a:cubicBezTo>
                    <a:cubicBezTo>
                      <a:pt x="4" y="2"/>
                      <a:pt x="2" y="2"/>
                      <a:pt x="1" y="1"/>
                    </a:cubicBezTo>
                    <a:cubicBezTo>
                      <a:pt x="0" y="1"/>
                      <a:pt x="3" y="0"/>
                      <a:pt x="3" y="1"/>
                    </a:cubicBezTo>
                    <a:close/>
                  </a:path>
                </a:pathLst>
              </a:custGeom>
              <a:grpFill/>
              <a:ln w="6350" cap="flat" cmpd="sng">
                <a:noFill/>
                <a:prstDash val="solid"/>
                <a:round/>
                <a:headEnd/>
                <a:tailEnd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sp>
          <p:nvSpPr>
            <p:cNvPr id="44" name="Serbia">
              <a:extLst>
                <a:ext uri="{FF2B5EF4-FFF2-40B4-BE49-F238E27FC236}">
                  <a16:creationId xmlns:a16="http://schemas.microsoft.com/office/drawing/2014/main" id="{B0AD8ECC-539B-4051-897F-B380616EE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7005" y="3440969"/>
              <a:ext cx="82589" cy="122228"/>
            </a:xfrm>
            <a:custGeom>
              <a:avLst/>
              <a:gdLst>
                <a:gd name="T0" fmla="*/ 2147483647 w 37"/>
                <a:gd name="T1" fmla="*/ 2147483647 h 50"/>
                <a:gd name="T2" fmla="*/ 2147483647 w 37"/>
                <a:gd name="T3" fmla="*/ 2147483647 h 50"/>
                <a:gd name="T4" fmla="*/ 2147483647 w 37"/>
                <a:gd name="T5" fmla="*/ 2147483647 h 50"/>
                <a:gd name="T6" fmla="*/ 2147483647 w 37"/>
                <a:gd name="T7" fmla="*/ 2147483647 h 50"/>
                <a:gd name="T8" fmla="*/ 2147483647 w 37"/>
                <a:gd name="T9" fmla="*/ 2147483647 h 50"/>
                <a:gd name="T10" fmla="*/ 2147483647 w 37"/>
                <a:gd name="T11" fmla="*/ 2147483647 h 50"/>
                <a:gd name="T12" fmla="*/ 2147483647 w 37"/>
                <a:gd name="T13" fmla="*/ 2147483647 h 50"/>
                <a:gd name="T14" fmla="*/ 2147483647 w 37"/>
                <a:gd name="T15" fmla="*/ 2147483647 h 50"/>
                <a:gd name="T16" fmla="*/ 2147483647 w 37"/>
                <a:gd name="T17" fmla="*/ 2147483647 h 50"/>
                <a:gd name="T18" fmla="*/ 2147483647 w 37"/>
                <a:gd name="T19" fmla="*/ 2147483647 h 50"/>
                <a:gd name="T20" fmla="*/ 2147483647 w 37"/>
                <a:gd name="T21" fmla="*/ 2147483647 h 50"/>
                <a:gd name="T22" fmla="*/ 2147483647 w 37"/>
                <a:gd name="T23" fmla="*/ 2147483647 h 50"/>
                <a:gd name="T24" fmla="*/ 2147483647 w 37"/>
                <a:gd name="T25" fmla="*/ 2147483647 h 50"/>
                <a:gd name="T26" fmla="*/ 2147483647 w 37"/>
                <a:gd name="T27" fmla="*/ 2147483647 h 50"/>
                <a:gd name="T28" fmla="*/ 2147483647 w 37"/>
                <a:gd name="T29" fmla="*/ 2147483647 h 50"/>
                <a:gd name="T30" fmla="*/ 2147483647 w 37"/>
                <a:gd name="T31" fmla="*/ 2147483647 h 50"/>
                <a:gd name="T32" fmla="*/ 2147483647 w 37"/>
                <a:gd name="T33" fmla="*/ 2147483647 h 50"/>
                <a:gd name="T34" fmla="*/ 0 w 37"/>
                <a:gd name="T35" fmla="*/ 2147483647 h 50"/>
                <a:gd name="T36" fmla="*/ 2147483647 w 37"/>
                <a:gd name="T37" fmla="*/ 2147483647 h 50"/>
                <a:gd name="T38" fmla="*/ 2147483647 w 37"/>
                <a:gd name="T39" fmla="*/ 2147483647 h 50"/>
                <a:gd name="T40" fmla="*/ 2147483647 w 37"/>
                <a:gd name="T41" fmla="*/ 2147483647 h 50"/>
                <a:gd name="T42" fmla="*/ 2147483647 w 37"/>
                <a:gd name="T43" fmla="*/ 2147483647 h 50"/>
                <a:gd name="T44" fmla="*/ 2147483647 w 37"/>
                <a:gd name="T45" fmla="*/ 2147483647 h 50"/>
                <a:gd name="T46" fmla="*/ 2147483647 w 37"/>
                <a:gd name="T47" fmla="*/ 2147483647 h 50"/>
                <a:gd name="T48" fmla="*/ 2147483647 w 37"/>
                <a:gd name="T49" fmla="*/ 2147483647 h 50"/>
                <a:gd name="T50" fmla="*/ 2147483647 w 37"/>
                <a:gd name="T51" fmla="*/ 2147483647 h 50"/>
                <a:gd name="T52" fmla="*/ 2147483647 w 37"/>
                <a:gd name="T53" fmla="*/ 2147483647 h 50"/>
                <a:gd name="T54" fmla="*/ 2147483647 w 37"/>
                <a:gd name="T55" fmla="*/ 2147483647 h 50"/>
                <a:gd name="T56" fmla="*/ 2147483647 w 37"/>
                <a:gd name="T57" fmla="*/ 2147483647 h 50"/>
                <a:gd name="T58" fmla="*/ 2147483647 w 37"/>
                <a:gd name="T59" fmla="*/ 2147483647 h 50"/>
                <a:gd name="T60" fmla="*/ 2147483647 w 37"/>
                <a:gd name="T61" fmla="*/ 2147483647 h 50"/>
                <a:gd name="T62" fmla="*/ 2147483647 w 37"/>
                <a:gd name="T63" fmla="*/ 2147483647 h 50"/>
                <a:gd name="T64" fmla="*/ 2147483647 w 37"/>
                <a:gd name="T65" fmla="*/ 2147483647 h 50"/>
                <a:gd name="T66" fmla="*/ 2147483647 w 37"/>
                <a:gd name="T67" fmla="*/ 2147483647 h 50"/>
                <a:gd name="T68" fmla="*/ 2147483647 w 37"/>
                <a:gd name="T69" fmla="*/ 2147483647 h 50"/>
                <a:gd name="T70" fmla="*/ 2147483647 w 37"/>
                <a:gd name="T71" fmla="*/ 2147483647 h 50"/>
                <a:gd name="T72" fmla="*/ 2147483647 w 37"/>
                <a:gd name="T73" fmla="*/ 2147483647 h 50"/>
                <a:gd name="T74" fmla="*/ 2147483647 w 37"/>
                <a:gd name="T75" fmla="*/ 2147483647 h 50"/>
                <a:gd name="T76" fmla="*/ 2147483647 w 37"/>
                <a:gd name="T77" fmla="*/ 2147483647 h 50"/>
                <a:gd name="T78" fmla="*/ 2147483647 w 37"/>
                <a:gd name="T79" fmla="*/ 2147483647 h 50"/>
                <a:gd name="T80" fmla="*/ 2147483647 w 37"/>
                <a:gd name="T81" fmla="*/ 2147483647 h 50"/>
                <a:gd name="T82" fmla="*/ 2147483647 w 37"/>
                <a:gd name="T83" fmla="*/ 2147483647 h 50"/>
                <a:gd name="T84" fmla="*/ 2147483647 w 37"/>
                <a:gd name="T85" fmla="*/ 2147483647 h 50"/>
                <a:gd name="T86" fmla="*/ 2147483647 w 37"/>
                <a:gd name="T87" fmla="*/ 2147483647 h 50"/>
                <a:gd name="T88" fmla="*/ 2147483647 w 37"/>
                <a:gd name="T89" fmla="*/ 2147483647 h 50"/>
                <a:gd name="T90" fmla="*/ 2147483647 w 37"/>
                <a:gd name="T91" fmla="*/ 2147483647 h 50"/>
                <a:gd name="T92" fmla="*/ 2147483647 w 37"/>
                <a:gd name="T93" fmla="*/ 2147483647 h 50"/>
                <a:gd name="T94" fmla="*/ 2147483647 w 37"/>
                <a:gd name="T95" fmla="*/ 2147483647 h 50"/>
                <a:gd name="T96" fmla="*/ 2147483647 w 37"/>
                <a:gd name="T97" fmla="*/ 2147483647 h 5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7"/>
                <a:gd name="T148" fmla="*/ 0 h 50"/>
                <a:gd name="T149" fmla="*/ 37 w 37"/>
                <a:gd name="T150" fmla="*/ 50 h 5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7" h="50">
                  <a:moveTo>
                    <a:pt x="33" y="41"/>
                  </a:moveTo>
                  <a:lnTo>
                    <a:pt x="35" y="38"/>
                  </a:lnTo>
                  <a:lnTo>
                    <a:pt x="37" y="36"/>
                  </a:lnTo>
                  <a:lnTo>
                    <a:pt x="34" y="33"/>
                  </a:lnTo>
                  <a:lnTo>
                    <a:pt x="33" y="31"/>
                  </a:lnTo>
                  <a:lnTo>
                    <a:pt x="32" y="28"/>
                  </a:lnTo>
                  <a:lnTo>
                    <a:pt x="33" y="25"/>
                  </a:lnTo>
                  <a:lnTo>
                    <a:pt x="36" y="24"/>
                  </a:lnTo>
                  <a:lnTo>
                    <a:pt x="34" y="23"/>
                  </a:lnTo>
                  <a:lnTo>
                    <a:pt x="33" y="21"/>
                  </a:lnTo>
                  <a:lnTo>
                    <a:pt x="35" y="19"/>
                  </a:lnTo>
                  <a:lnTo>
                    <a:pt x="33" y="18"/>
                  </a:lnTo>
                  <a:lnTo>
                    <a:pt x="31" y="19"/>
                  </a:lnTo>
                  <a:lnTo>
                    <a:pt x="29" y="18"/>
                  </a:lnTo>
                  <a:lnTo>
                    <a:pt x="27" y="18"/>
                  </a:lnTo>
                  <a:lnTo>
                    <a:pt x="24" y="16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19" y="9"/>
                  </a:lnTo>
                  <a:lnTo>
                    <a:pt x="18" y="6"/>
                  </a:lnTo>
                  <a:lnTo>
                    <a:pt x="17" y="4"/>
                  </a:lnTo>
                  <a:lnTo>
                    <a:pt x="15" y="3"/>
                  </a:lnTo>
                  <a:lnTo>
                    <a:pt x="13" y="2"/>
                  </a:lnTo>
                  <a:lnTo>
                    <a:pt x="12" y="1"/>
                  </a:lnTo>
                  <a:lnTo>
                    <a:pt x="11" y="0"/>
                  </a:lnTo>
                  <a:lnTo>
                    <a:pt x="9" y="1"/>
                  </a:lnTo>
                  <a:lnTo>
                    <a:pt x="7" y="1"/>
                  </a:lnTo>
                  <a:lnTo>
                    <a:pt x="4" y="2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3"/>
                  </a:lnTo>
                  <a:lnTo>
                    <a:pt x="1" y="6"/>
                  </a:lnTo>
                  <a:lnTo>
                    <a:pt x="1" y="7"/>
                  </a:lnTo>
                  <a:lnTo>
                    <a:pt x="0" y="8"/>
                  </a:lnTo>
                  <a:lnTo>
                    <a:pt x="1" y="8"/>
                  </a:lnTo>
                  <a:lnTo>
                    <a:pt x="2" y="9"/>
                  </a:lnTo>
                  <a:lnTo>
                    <a:pt x="1" y="9"/>
                  </a:lnTo>
                  <a:lnTo>
                    <a:pt x="1" y="11"/>
                  </a:lnTo>
                  <a:lnTo>
                    <a:pt x="3" y="11"/>
                  </a:lnTo>
                  <a:lnTo>
                    <a:pt x="5" y="12"/>
                  </a:lnTo>
                  <a:lnTo>
                    <a:pt x="6" y="12"/>
                  </a:lnTo>
                  <a:lnTo>
                    <a:pt x="5" y="12"/>
                  </a:lnTo>
                  <a:lnTo>
                    <a:pt x="5" y="13"/>
                  </a:lnTo>
                  <a:lnTo>
                    <a:pt x="4" y="13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4" y="15"/>
                  </a:lnTo>
                  <a:lnTo>
                    <a:pt x="3" y="17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3" y="22"/>
                  </a:lnTo>
                  <a:lnTo>
                    <a:pt x="4" y="23"/>
                  </a:lnTo>
                  <a:lnTo>
                    <a:pt x="5" y="25"/>
                  </a:lnTo>
                  <a:lnTo>
                    <a:pt x="6" y="25"/>
                  </a:lnTo>
                  <a:lnTo>
                    <a:pt x="7" y="25"/>
                  </a:lnTo>
                  <a:lnTo>
                    <a:pt x="7" y="26"/>
                  </a:lnTo>
                  <a:lnTo>
                    <a:pt x="6" y="26"/>
                  </a:lnTo>
                  <a:lnTo>
                    <a:pt x="5" y="27"/>
                  </a:lnTo>
                  <a:lnTo>
                    <a:pt x="4" y="27"/>
                  </a:lnTo>
                  <a:lnTo>
                    <a:pt x="4" y="26"/>
                  </a:lnTo>
                  <a:lnTo>
                    <a:pt x="3" y="26"/>
                  </a:lnTo>
                  <a:lnTo>
                    <a:pt x="3" y="27"/>
                  </a:lnTo>
                  <a:lnTo>
                    <a:pt x="4" y="28"/>
                  </a:lnTo>
                  <a:lnTo>
                    <a:pt x="4" y="29"/>
                  </a:lnTo>
                  <a:lnTo>
                    <a:pt x="4" y="30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2" y="31"/>
                  </a:lnTo>
                  <a:lnTo>
                    <a:pt x="5" y="33"/>
                  </a:lnTo>
                  <a:lnTo>
                    <a:pt x="4" y="34"/>
                  </a:lnTo>
                  <a:lnTo>
                    <a:pt x="8" y="35"/>
                  </a:lnTo>
                  <a:lnTo>
                    <a:pt x="10" y="39"/>
                  </a:lnTo>
                  <a:lnTo>
                    <a:pt x="10" y="42"/>
                  </a:lnTo>
                  <a:lnTo>
                    <a:pt x="11" y="42"/>
                  </a:lnTo>
                  <a:lnTo>
                    <a:pt x="13" y="44"/>
                  </a:lnTo>
                  <a:lnTo>
                    <a:pt x="14" y="45"/>
                  </a:lnTo>
                  <a:lnTo>
                    <a:pt x="16" y="47"/>
                  </a:lnTo>
                  <a:lnTo>
                    <a:pt x="16" y="50"/>
                  </a:lnTo>
                  <a:lnTo>
                    <a:pt x="17" y="49"/>
                  </a:lnTo>
                  <a:lnTo>
                    <a:pt x="19" y="46"/>
                  </a:lnTo>
                  <a:lnTo>
                    <a:pt x="21" y="46"/>
                  </a:lnTo>
                  <a:lnTo>
                    <a:pt x="22" y="46"/>
                  </a:lnTo>
                  <a:lnTo>
                    <a:pt x="23" y="45"/>
                  </a:lnTo>
                  <a:lnTo>
                    <a:pt x="25" y="45"/>
                  </a:lnTo>
                  <a:lnTo>
                    <a:pt x="27" y="45"/>
                  </a:lnTo>
                  <a:lnTo>
                    <a:pt x="28" y="44"/>
                  </a:lnTo>
                  <a:lnTo>
                    <a:pt x="32" y="44"/>
                  </a:lnTo>
                  <a:lnTo>
                    <a:pt x="33" y="45"/>
                  </a:lnTo>
                  <a:lnTo>
                    <a:pt x="33" y="41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45" name="Montenegro">
              <a:extLst>
                <a:ext uri="{FF2B5EF4-FFF2-40B4-BE49-F238E27FC236}">
                  <a16:creationId xmlns:a16="http://schemas.microsoft.com/office/drawing/2014/main" id="{039167D8-A9A0-4AD0-98F2-57B45E89A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0308" y="3516752"/>
              <a:ext cx="29018" cy="46448"/>
            </a:xfrm>
            <a:custGeom>
              <a:avLst/>
              <a:gdLst>
                <a:gd name="T0" fmla="*/ 2147483647 w 13"/>
                <a:gd name="T1" fmla="*/ 0 h 19"/>
                <a:gd name="T2" fmla="*/ 2147483647 w 13"/>
                <a:gd name="T3" fmla="*/ 0 h 19"/>
                <a:gd name="T4" fmla="*/ 2147483647 w 13"/>
                <a:gd name="T5" fmla="*/ 0 h 19"/>
                <a:gd name="T6" fmla="*/ 2147483647 w 13"/>
                <a:gd name="T7" fmla="*/ 2147483647 h 19"/>
                <a:gd name="T8" fmla="*/ 2147483647 w 13"/>
                <a:gd name="T9" fmla="*/ 2147483647 h 19"/>
                <a:gd name="T10" fmla="*/ 2147483647 w 13"/>
                <a:gd name="T11" fmla="*/ 2147483647 h 19"/>
                <a:gd name="T12" fmla="*/ 2147483647 w 13"/>
                <a:gd name="T13" fmla="*/ 2147483647 h 19"/>
                <a:gd name="T14" fmla="*/ 2147483647 w 13"/>
                <a:gd name="T15" fmla="*/ 2147483647 h 19"/>
                <a:gd name="T16" fmla="*/ 2147483647 w 13"/>
                <a:gd name="T17" fmla="*/ 2147483647 h 19"/>
                <a:gd name="T18" fmla="*/ 2147483647 w 13"/>
                <a:gd name="T19" fmla="*/ 2147483647 h 19"/>
                <a:gd name="T20" fmla="*/ 2147483647 w 13"/>
                <a:gd name="T21" fmla="*/ 2147483647 h 19"/>
                <a:gd name="T22" fmla="*/ 2147483647 w 13"/>
                <a:gd name="T23" fmla="*/ 2147483647 h 19"/>
                <a:gd name="T24" fmla="*/ 2147483647 w 13"/>
                <a:gd name="T25" fmla="*/ 2147483647 h 19"/>
                <a:gd name="T26" fmla="*/ 2147483647 w 13"/>
                <a:gd name="T27" fmla="*/ 2147483647 h 19"/>
                <a:gd name="T28" fmla="*/ 0 w 13"/>
                <a:gd name="T29" fmla="*/ 2147483647 h 19"/>
                <a:gd name="T30" fmla="*/ 0 w 13"/>
                <a:gd name="T31" fmla="*/ 2147483647 h 19"/>
                <a:gd name="T32" fmla="*/ 0 w 13"/>
                <a:gd name="T33" fmla="*/ 2147483647 h 19"/>
                <a:gd name="T34" fmla="*/ 2147483647 w 13"/>
                <a:gd name="T35" fmla="*/ 2147483647 h 19"/>
                <a:gd name="T36" fmla="*/ 2147483647 w 13"/>
                <a:gd name="T37" fmla="*/ 2147483647 h 19"/>
                <a:gd name="T38" fmla="*/ 0 w 13"/>
                <a:gd name="T39" fmla="*/ 2147483647 h 19"/>
                <a:gd name="T40" fmla="*/ 0 w 13"/>
                <a:gd name="T41" fmla="*/ 2147483647 h 19"/>
                <a:gd name="T42" fmla="*/ 2147483647 w 13"/>
                <a:gd name="T43" fmla="*/ 2147483647 h 19"/>
                <a:gd name="T44" fmla="*/ 2147483647 w 13"/>
                <a:gd name="T45" fmla="*/ 2147483647 h 19"/>
                <a:gd name="T46" fmla="*/ 2147483647 w 13"/>
                <a:gd name="T47" fmla="*/ 2147483647 h 19"/>
                <a:gd name="T48" fmla="*/ 2147483647 w 13"/>
                <a:gd name="T49" fmla="*/ 2147483647 h 19"/>
                <a:gd name="T50" fmla="*/ 2147483647 w 13"/>
                <a:gd name="T51" fmla="*/ 2147483647 h 19"/>
                <a:gd name="T52" fmla="*/ 2147483647 w 13"/>
                <a:gd name="T53" fmla="*/ 2147483647 h 19"/>
                <a:gd name="T54" fmla="*/ 2147483647 w 13"/>
                <a:gd name="T55" fmla="*/ 2147483647 h 19"/>
                <a:gd name="T56" fmla="*/ 2147483647 w 13"/>
                <a:gd name="T57" fmla="*/ 2147483647 h 19"/>
                <a:gd name="T58" fmla="*/ 2147483647 w 13"/>
                <a:gd name="T59" fmla="*/ 2147483647 h 19"/>
                <a:gd name="T60" fmla="*/ 2147483647 w 13"/>
                <a:gd name="T61" fmla="*/ 2147483647 h 19"/>
                <a:gd name="T62" fmla="*/ 2147483647 w 13"/>
                <a:gd name="T63" fmla="*/ 2147483647 h 19"/>
                <a:gd name="T64" fmla="*/ 2147483647 w 13"/>
                <a:gd name="T65" fmla="*/ 2147483647 h 19"/>
                <a:gd name="T66" fmla="*/ 2147483647 w 13"/>
                <a:gd name="T67" fmla="*/ 2147483647 h 19"/>
                <a:gd name="T68" fmla="*/ 2147483647 w 13"/>
                <a:gd name="T69" fmla="*/ 2147483647 h 19"/>
                <a:gd name="T70" fmla="*/ 2147483647 w 13"/>
                <a:gd name="T71" fmla="*/ 2147483647 h 19"/>
                <a:gd name="T72" fmla="*/ 2147483647 w 13"/>
                <a:gd name="T73" fmla="*/ 2147483647 h 19"/>
                <a:gd name="T74" fmla="*/ 2147483647 w 13"/>
                <a:gd name="T75" fmla="*/ 2147483647 h 19"/>
                <a:gd name="T76" fmla="*/ 2147483647 w 13"/>
                <a:gd name="T77" fmla="*/ 2147483647 h 19"/>
                <a:gd name="T78" fmla="*/ 2147483647 w 13"/>
                <a:gd name="T79" fmla="*/ 2147483647 h 19"/>
                <a:gd name="T80" fmla="*/ 2147483647 w 13"/>
                <a:gd name="T81" fmla="*/ 0 h 19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3"/>
                <a:gd name="T124" fmla="*/ 0 h 19"/>
                <a:gd name="T125" fmla="*/ 13 w 13"/>
                <a:gd name="T126" fmla="*/ 19 h 19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3" h="19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2"/>
                  </a:lnTo>
                  <a:lnTo>
                    <a:pt x="5" y="2"/>
                  </a:lnTo>
                  <a:lnTo>
                    <a:pt x="5" y="3"/>
                  </a:lnTo>
                  <a:lnTo>
                    <a:pt x="4" y="3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9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4" y="15"/>
                  </a:lnTo>
                  <a:lnTo>
                    <a:pt x="5" y="16"/>
                  </a:lnTo>
                  <a:lnTo>
                    <a:pt x="6" y="18"/>
                  </a:lnTo>
                  <a:lnTo>
                    <a:pt x="7" y="19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2"/>
                  </a:lnTo>
                  <a:lnTo>
                    <a:pt x="10" y="11"/>
                  </a:lnTo>
                  <a:lnTo>
                    <a:pt x="11" y="10"/>
                  </a:lnTo>
                  <a:lnTo>
                    <a:pt x="12" y="11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1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46" name="Holy_See">
              <a:extLst>
                <a:ext uri="{FF2B5EF4-FFF2-40B4-BE49-F238E27FC236}">
                  <a16:creationId xmlns:a16="http://schemas.microsoft.com/office/drawing/2014/main" id="{EF113F82-0AE0-403B-824E-D4AEC52C8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3076" y="3555864"/>
              <a:ext cx="8928" cy="4888"/>
            </a:xfrm>
            <a:prstGeom prst="ellipse">
              <a:avLst/>
            </a:prstGeom>
            <a:solidFill>
              <a:srgbClr val="06A8F5">
                <a:alpha val="91000"/>
              </a:srgbClr>
            </a:solidFill>
            <a:ln w="6350">
              <a:noFill/>
              <a:round/>
              <a:headEnd/>
              <a:tailEnd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3A2DB81-705A-4714-A34C-BF93CC62F8CF}"/>
              </a:ext>
            </a:extLst>
          </p:cNvPr>
          <p:cNvSpPr txBox="1"/>
          <p:nvPr/>
        </p:nvSpPr>
        <p:spPr>
          <a:xfrm>
            <a:off x="463549" y="417979"/>
            <a:ext cx="114903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800">
                <a:solidFill>
                  <a:srgbClr val="072C62"/>
                </a:solidFill>
                <a:latin typeface="Montserrat Regular" pitchFamily="2" charset="77"/>
              </a:rPr>
              <a:t>EU Initial Market Launch 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72C62"/>
              </a:solidFill>
              <a:effectLst/>
              <a:uLnTx/>
              <a:uFillTx/>
              <a:latin typeface="Montserrat Regular" pitchFamily="2" charset="77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1539AE41-D542-406F-A385-056704DAB182}"/>
              </a:ext>
            </a:extLst>
          </p:cNvPr>
          <p:cNvSpPr/>
          <p:nvPr/>
        </p:nvSpPr>
        <p:spPr>
          <a:xfrm>
            <a:off x="6440897" y="1981793"/>
            <a:ext cx="4813418" cy="4365472"/>
          </a:xfrm>
          <a:prstGeom prst="rect">
            <a:avLst/>
          </a:prstGeom>
          <a:gradFill flip="none" rotWithShape="1">
            <a:gsLst>
              <a:gs pos="0">
                <a:srgbClr val="002560"/>
              </a:gs>
              <a:gs pos="50000">
                <a:srgbClr val="002B69"/>
              </a:gs>
              <a:gs pos="100000">
                <a:schemeClr val="tx1">
                  <a:lumMod val="75000"/>
                  <a:lumOff val="2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>
                <a:solidFill>
                  <a:srgbClr val="002560"/>
                </a:solidFill>
                <a:latin typeface="Montserrat Medium" panose="00000600000000000000" pitchFamily="2" charset="0"/>
                <a:ea typeface="Gadugi" panose="020B0502040204020203" pitchFamily="34" charset="0"/>
                <a:cs typeface="Times New Roman" panose="02020603050405020304" pitchFamily="18" charset="0"/>
              </a:rPr>
              <a:t>65 Y</a:t>
            </a:r>
            <a:endParaRPr lang="en-US">
              <a:solidFill>
                <a:srgbClr val="002560"/>
              </a:solidFill>
              <a:latin typeface="Montserrat Medium" panose="00000600000000000000" pitchFamily="2" charset="0"/>
              <a:ea typeface="Gadugi" panose="020B0502040204020203" pitchFamily="34" charset="0"/>
              <a:cs typeface="Times New Roman" panose="02020603050405020304" pitchFamily="18" charset="0"/>
            </a:endParaRPr>
          </a:p>
        </p:txBody>
      </p:sp>
      <p:pic>
        <p:nvPicPr>
          <p:cNvPr id="142" name="Picture 1254" descr="Icon&#10;&#10;Description automatically generated">
            <a:extLst>
              <a:ext uri="{FF2B5EF4-FFF2-40B4-BE49-F238E27FC236}">
                <a16:creationId xmlns:a16="http://schemas.microsoft.com/office/drawing/2014/main" id="{B4F86AD7-8798-45E2-850C-5C55EDF61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484" y="2259814"/>
            <a:ext cx="752750" cy="752750"/>
          </a:xfrm>
          <a:prstGeom prst="rect">
            <a:avLst/>
          </a:prstGeom>
        </p:spPr>
      </p:pic>
      <p:pic>
        <p:nvPicPr>
          <p:cNvPr id="143" name="Picture 3" descr="Icon&#10;&#10;Description automatically generated">
            <a:extLst>
              <a:ext uri="{FF2B5EF4-FFF2-40B4-BE49-F238E27FC236}">
                <a16:creationId xmlns:a16="http://schemas.microsoft.com/office/drawing/2014/main" id="{63342226-1D61-486A-9553-1EA255DC5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341" y="3719021"/>
            <a:ext cx="752750" cy="752750"/>
          </a:xfrm>
          <a:prstGeom prst="rect">
            <a:avLst/>
          </a:prstGeom>
        </p:spPr>
      </p:pic>
      <p:sp>
        <p:nvSpPr>
          <p:cNvPr id="144" name="Rectangle 143">
            <a:extLst>
              <a:ext uri="{FF2B5EF4-FFF2-40B4-BE49-F238E27FC236}">
                <a16:creationId xmlns:a16="http://schemas.microsoft.com/office/drawing/2014/main" id="{587314C3-0913-4C82-A326-940AB7804024}"/>
              </a:ext>
            </a:extLst>
          </p:cNvPr>
          <p:cNvSpPr/>
          <p:nvPr/>
        </p:nvSpPr>
        <p:spPr>
          <a:xfrm>
            <a:off x="7908105" y="2270906"/>
            <a:ext cx="303195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Montserrat Regular" panose="00000500000000000000" pitchFamily="2" charset="0"/>
                <a:ea typeface="Gadugi" panose="020B0502040204020203" pitchFamily="34" charset="0"/>
                <a:cs typeface="Times New Roman" panose="02020603050405020304" pitchFamily="18" charset="0"/>
              </a:rPr>
              <a:t>ICU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Montserrat Regular" panose="00000500000000000000" pitchFamily="2" charset="0"/>
                <a:ea typeface="Gadugi" panose="020B0502040204020203" pitchFamily="34" charset="0"/>
                <a:cs typeface="Times New Roman" panose="02020603050405020304" pitchFamily="18" charset="0"/>
              </a:rPr>
              <a:t>Oncology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Montserrat Regular" panose="00000500000000000000" pitchFamily="2" charset="0"/>
                <a:ea typeface="Gadugi" panose="020B0502040204020203" pitchFamily="34" charset="0"/>
                <a:cs typeface="Times New Roman" panose="02020603050405020304" pitchFamily="18" charset="0"/>
              </a:rPr>
              <a:t>Wards with artificial feeding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F297EA1-804C-4184-ACF0-EAA4A4701532}"/>
              </a:ext>
            </a:extLst>
          </p:cNvPr>
          <p:cNvSpPr/>
          <p:nvPr/>
        </p:nvSpPr>
        <p:spPr>
          <a:xfrm>
            <a:off x="7902907" y="3733245"/>
            <a:ext cx="311072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Montserrat Regular" panose="00000500000000000000" pitchFamily="2" charset="0"/>
                <a:ea typeface="Gadugi" panose="020B0502040204020203" pitchFamily="34" charset="0"/>
                <a:cs typeface="Times New Roman" panose="02020603050405020304" pitchFamily="18" charset="0"/>
              </a:rPr>
              <a:t>Homecare Enteral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Montserrat Regular" panose="00000500000000000000" pitchFamily="2" charset="0"/>
                <a:ea typeface="Gadugi" panose="020B0502040204020203" pitchFamily="34" charset="0"/>
                <a:cs typeface="Times New Roman" panose="02020603050405020304" pitchFamily="18" charset="0"/>
              </a:rPr>
              <a:t>Homecare Parenteral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Montserrat Regular" panose="00000500000000000000" pitchFamily="2" charset="0"/>
                <a:ea typeface="Gadugi" panose="020B0502040204020203" pitchFamily="34" charset="0"/>
                <a:cs typeface="Times New Roman" panose="02020603050405020304" pitchFamily="18" charset="0"/>
              </a:rPr>
              <a:t>Homecare Oncology</a:t>
            </a:r>
          </a:p>
        </p:txBody>
      </p:sp>
      <p:pic>
        <p:nvPicPr>
          <p:cNvPr id="146" name="Image 147">
            <a:extLst>
              <a:ext uri="{FF2B5EF4-FFF2-40B4-BE49-F238E27FC236}">
                <a16:creationId xmlns:a16="http://schemas.microsoft.com/office/drawing/2014/main" id="{65D98969-2DC4-4116-A9DB-A99E9E3D775D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708" y="5002664"/>
            <a:ext cx="684383" cy="101184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Rectangle 146">
            <a:extLst>
              <a:ext uri="{FF2B5EF4-FFF2-40B4-BE49-F238E27FC236}">
                <a16:creationId xmlns:a16="http://schemas.microsoft.com/office/drawing/2014/main" id="{E5768C47-836C-4865-8C03-6EDD56A59ABB}"/>
              </a:ext>
            </a:extLst>
          </p:cNvPr>
          <p:cNvSpPr/>
          <p:nvPr/>
        </p:nvSpPr>
        <p:spPr>
          <a:xfrm>
            <a:off x="7938171" y="5291654"/>
            <a:ext cx="31107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Montserrat Regular" panose="00000500000000000000" pitchFamily="2" charset="0"/>
                <a:ea typeface="Gadugi" panose="020B0502040204020203" pitchFamily="34" charset="0"/>
                <a:cs typeface="Times New Roman" panose="02020603050405020304" pitchFamily="18" charset="0"/>
              </a:rPr>
              <a:t>Nutrition &amp; Infusion pumps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Montserrat Regular" panose="00000500000000000000" pitchFamily="2" charset="0"/>
                <a:ea typeface="Gadugi" panose="020B0502040204020203" pitchFamily="34" charset="0"/>
                <a:cs typeface="Times New Roman" panose="02020603050405020304" pitchFamily="18" charset="0"/>
              </a:rPr>
              <a:t>Other Medical Devices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974A8571-5988-4785-AAD6-EEF0AA22A086}"/>
              </a:ext>
            </a:extLst>
          </p:cNvPr>
          <p:cNvSpPr/>
          <p:nvPr/>
        </p:nvSpPr>
        <p:spPr>
          <a:xfrm>
            <a:off x="251540" y="4668478"/>
            <a:ext cx="15285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>
                <a:solidFill>
                  <a:srgbClr val="002560"/>
                </a:solidFill>
                <a:latin typeface="Montserrat Regular" panose="00000500000000000000" pitchFamily="2" charset="0"/>
                <a:ea typeface="Gadugi" panose="020B0502040204020203" pitchFamily="34" charset="0"/>
                <a:cs typeface="Times New Roman" panose="02020603050405020304" pitchFamily="18" charset="0"/>
              </a:rPr>
              <a:t>Population:230 Million </a:t>
            </a:r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50426C5B-0D7C-4EB8-A817-D8E150C65558}"/>
              </a:ext>
            </a:extLst>
          </p:cNvPr>
          <p:cNvCxnSpPr/>
          <p:nvPr/>
        </p:nvCxnSpPr>
        <p:spPr>
          <a:xfrm>
            <a:off x="8298387" y="3352308"/>
            <a:ext cx="1527786" cy="0"/>
          </a:xfrm>
          <a:prstGeom prst="line">
            <a:avLst/>
          </a:prstGeom>
          <a:ln>
            <a:solidFill>
              <a:srgbClr val="06A8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4ADA922E-BEB7-4F55-BA44-37E7073D1C17}"/>
              </a:ext>
            </a:extLst>
          </p:cNvPr>
          <p:cNvCxnSpPr/>
          <p:nvPr/>
        </p:nvCxnSpPr>
        <p:spPr>
          <a:xfrm>
            <a:off x="8298387" y="4829851"/>
            <a:ext cx="1527786" cy="0"/>
          </a:xfrm>
          <a:prstGeom prst="line">
            <a:avLst/>
          </a:prstGeom>
          <a:ln>
            <a:solidFill>
              <a:srgbClr val="06A8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706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1" grpId="0" animBg="1"/>
      <p:bldP spid="144" grpId="0"/>
      <p:bldP spid="145" grpId="0"/>
      <p:bldP spid="147" grpId="0"/>
      <p:bldP spid="15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Isosceles Triangle 1295">
            <a:extLst>
              <a:ext uri="{FF2B5EF4-FFF2-40B4-BE49-F238E27FC236}">
                <a16:creationId xmlns:a16="http://schemas.microsoft.com/office/drawing/2014/main" id="{976180A1-DBB2-47C6-8892-E31422A88F86}"/>
              </a:ext>
            </a:extLst>
          </p:cNvPr>
          <p:cNvSpPr/>
          <p:nvPr/>
        </p:nvSpPr>
        <p:spPr>
          <a:xfrm rot="5400000">
            <a:off x="5371056" y="4534056"/>
            <a:ext cx="523219" cy="226633"/>
          </a:xfrm>
          <a:prstGeom prst="triangle">
            <a:avLst/>
          </a:prstGeom>
          <a:solidFill>
            <a:srgbClr val="002B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6A8F5"/>
              </a:solidFill>
            </a:endParaRPr>
          </a:p>
        </p:txBody>
      </p:sp>
      <p:sp>
        <p:nvSpPr>
          <p:cNvPr id="1292" name="Isosceles Triangle 1291">
            <a:extLst>
              <a:ext uri="{FF2B5EF4-FFF2-40B4-BE49-F238E27FC236}">
                <a16:creationId xmlns:a16="http://schemas.microsoft.com/office/drawing/2014/main" id="{108AAF6E-310D-4AA7-824B-9B68A99701D0}"/>
              </a:ext>
            </a:extLst>
          </p:cNvPr>
          <p:cNvSpPr/>
          <p:nvPr/>
        </p:nvSpPr>
        <p:spPr>
          <a:xfrm rot="5400000">
            <a:off x="5371056" y="3108809"/>
            <a:ext cx="523219" cy="226633"/>
          </a:xfrm>
          <a:prstGeom prst="triangle">
            <a:avLst/>
          </a:prstGeom>
          <a:solidFill>
            <a:srgbClr val="002B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6A8F5"/>
              </a:solidFill>
            </a:endParaRPr>
          </a:p>
        </p:txBody>
      </p:sp>
      <p:sp>
        <p:nvSpPr>
          <p:cNvPr id="1266" name="Isosceles Triangle 1265">
            <a:extLst>
              <a:ext uri="{FF2B5EF4-FFF2-40B4-BE49-F238E27FC236}">
                <a16:creationId xmlns:a16="http://schemas.microsoft.com/office/drawing/2014/main" id="{51CE77E0-F650-42CB-890A-6B04C72AFD39}"/>
              </a:ext>
            </a:extLst>
          </p:cNvPr>
          <p:cNvSpPr/>
          <p:nvPr/>
        </p:nvSpPr>
        <p:spPr>
          <a:xfrm rot="5400000">
            <a:off x="5371056" y="1516502"/>
            <a:ext cx="523219" cy="226633"/>
          </a:xfrm>
          <a:prstGeom prst="triangle">
            <a:avLst/>
          </a:prstGeom>
          <a:solidFill>
            <a:srgbClr val="002B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6A8F5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7F4495-A35B-4A67-8906-638A5EE6845A}"/>
              </a:ext>
            </a:extLst>
          </p:cNvPr>
          <p:cNvSpPr/>
          <p:nvPr/>
        </p:nvSpPr>
        <p:spPr>
          <a:xfrm>
            <a:off x="1041231" y="1238868"/>
            <a:ext cx="4497013" cy="4529634"/>
          </a:xfrm>
          <a:prstGeom prst="rect">
            <a:avLst/>
          </a:prstGeom>
          <a:gradFill flip="none" rotWithShape="1">
            <a:gsLst>
              <a:gs pos="0">
                <a:srgbClr val="002560"/>
              </a:gs>
              <a:gs pos="50000">
                <a:srgbClr val="002B69"/>
              </a:gs>
              <a:gs pos="100000">
                <a:schemeClr val="tx1">
                  <a:lumMod val="75000"/>
                  <a:lumOff val="2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7" name="TextBox 1256">
            <a:extLst>
              <a:ext uri="{FF2B5EF4-FFF2-40B4-BE49-F238E27FC236}">
                <a16:creationId xmlns:a16="http://schemas.microsoft.com/office/drawing/2014/main" id="{3D5818F3-E2A1-457B-AAF3-DFBEF8A4EAE8}"/>
              </a:ext>
            </a:extLst>
          </p:cNvPr>
          <p:cNvSpPr txBox="1"/>
          <p:nvPr/>
        </p:nvSpPr>
        <p:spPr>
          <a:xfrm>
            <a:off x="463549" y="417979"/>
            <a:ext cx="114903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800">
                <a:solidFill>
                  <a:srgbClr val="072C62"/>
                </a:solidFill>
                <a:latin typeface="Montserrat Regular" pitchFamily="2" charset="77"/>
              </a:rPr>
              <a:t>Large, Untreated Market with High Prevalence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n-ea"/>
                <a:cs typeface="+mn-cs"/>
              </a:rPr>
              <a:t>of Malnutrition</a:t>
            </a:r>
          </a:p>
        </p:txBody>
      </p:sp>
      <p:sp>
        <p:nvSpPr>
          <p:cNvPr id="1258" name="Rectangle 1257">
            <a:extLst>
              <a:ext uri="{FF2B5EF4-FFF2-40B4-BE49-F238E27FC236}">
                <a16:creationId xmlns:a16="http://schemas.microsoft.com/office/drawing/2014/main" id="{EF754E6F-F607-482C-9069-F02AA1D4ACCE}"/>
              </a:ext>
            </a:extLst>
          </p:cNvPr>
          <p:cNvSpPr/>
          <p:nvPr/>
        </p:nvSpPr>
        <p:spPr>
          <a:xfrm>
            <a:off x="5782830" y="1597761"/>
            <a:ext cx="29862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>
                <a:solidFill>
                  <a:srgbClr val="002560"/>
                </a:solidFill>
                <a:latin typeface="Montserrat Regular" panose="00000500000000000000" pitchFamily="2" charset="0"/>
                <a:ea typeface="Gadugi" panose="020B0502040204020203" pitchFamily="34" charset="0"/>
                <a:cs typeface="Times New Roman" panose="02020603050405020304" pitchFamily="18" charset="0"/>
              </a:rPr>
              <a:t>€250M/y</a:t>
            </a:r>
          </a:p>
        </p:txBody>
      </p:sp>
      <p:sp>
        <p:nvSpPr>
          <p:cNvPr id="1260" name="TextBox 1259">
            <a:extLst>
              <a:ext uri="{FF2B5EF4-FFF2-40B4-BE49-F238E27FC236}">
                <a16:creationId xmlns:a16="http://schemas.microsoft.com/office/drawing/2014/main" id="{7A93972F-39A1-4059-9E89-EC3DEC2EF057}"/>
              </a:ext>
            </a:extLst>
          </p:cNvPr>
          <p:cNvSpPr txBox="1"/>
          <p:nvPr/>
        </p:nvSpPr>
        <p:spPr>
          <a:xfrm>
            <a:off x="5841422" y="1446218"/>
            <a:ext cx="4733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spc="200">
                <a:solidFill>
                  <a:srgbClr val="06A8F5"/>
                </a:solidFill>
              </a:rPr>
              <a:t>ANNUAL HOSPITALMARKET</a:t>
            </a:r>
          </a:p>
        </p:txBody>
      </p:sp>
      <p:sp>
        <p:nvSpPr>
          <p:cNvPr id="1264" name="TextBox 1263">
            <a:extLst>
              <a:ext uri="{FF2B5EF4-FFF2-40B4-BE49-F238E27FC236}">
                <a16:creationId xmlns:a16="http://schemas.microsoft.com/office/drawing/2014/main" id="{679F3EF6-3BF4-4541-9D1D-99217062145B}"/>
              </a:ext>
            </a:extLst>
          </p:cNvPr>
          <p:cNvSpPr txBox="1"/>
          <p:nvPr/>
        </p:nvSpPr>
        <p:spPr>
          <a:xfrm>
            <a:off x="4346961" y="5922265"/>
            <a:ext cx="76069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indent="-2286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Montserrat regular" panose="00000500000000000000" pitchFamily="2" charset="0"/>
              </a:rPr>
              <a:t>https://ec.europa.eu/eurostat/statistics-explained/images/9/98/Hospital_beds_by_type_of_care%2C_2017_Health2019.png. </a:t>
            </a: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Montserrat regular" panose="00000500000000000000" pitchFamily="2" charset="0"/>
              </a:rPr>
              <a:t>Rhodes, A., </a:t>
            </a:r>
            <a:r>
              <a:rPr lang="en-US" sz="800" err="1">
                <a:solidFill>
                  <a:schemeClr val="bg1">
                    <a:lumMod val="65000"/>
                  </a:schemeClr>
                </a:solidFill>
                <a:latin typeface="Montserrat regular" panose="00000500000000000000" pitchFamily="2" charset="0"/>
              </a:rPr>
              <a:t>Ferdinande</a:t>
            </a: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Montserrat regular" panose="00000500000000000000" pitchFamily="2" charset="0"/>
              </a:rPr>
              <a:t>, P., </a:t>
            </a:r>
            <a:r>
              <a:rPr lang="en-US" sz="800" err="1">
                <a:solidFill>
                  <a:schemeClr val="bg1">
                    <a:lumMod val="65000"/>
                  </a:schemeClr>
                </a:solidFill>
                <a:latin typeface="Montserrat regular" panose="00000500000000000000" pitchFamily="2" charset="0"/>
              </a:rPr>
              <a:t>Flaatten</a:t>
            </a: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Montserrat regular" panose="00000500000000000000" pitchFamily="2" charset="0"/>
              </a:rPr>
              <a:t>, H. et al. The variability of critical care bed numbers in Europe. Intensive Care Med 38, 1647–1653 (2012), https://link.springer.com/article/10.1007/s00134-012-2627-8</a:t>
            </a: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Montserrat regular" panose="00000500000000000000" pitchFamily="2" charset="0"/>
              </a:rPr>
              <a:t>https://www.belgiqueenbonnesante.be/fr/hspa/domaines-de-soins-specifiques/soins-aux-personnes-agees</a:t>
            </a: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Montserrat regular" panose="00000500000000000000" pitchFamily="2" charset="0"/>
              </a:rPr>
              <a:t>BCC Research - HLC071C - Infusion Pumps and Devices: Technologies and Global Markets – November 2016</a:t>
            </a: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Montserrat regular" panose="00000500000000000000" pitchFamily="2" charset="0"/>
              </a:rPr>
              <a:t>https://www.grandviewresearch.com/industry-analysis/intravenous-infusion-pump-market</a:t>
            </a: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Montserrat regular" panose="00000500000000000000" pitchFamily="2" charset="0"/>
              </a:rPr>
              <a:t>https://www.grandviewresearch.com/industry-analysis/internet-of-things-iot-healthcare-market</a:t>
            </a:r>
          </a:p>
        </p:txBody>
      </p:sp>
      <p:sp>
        <p:nvSpPr>
          <p:cNvPr id="1287" name="TextBox 1286">
            <a:extLst>
              <a:ext uri="{FF2B5EF4-FFF2-40B4-BE49-F238E27FC236}">
                <a16:creationId xmlns:a16="http://schemas.microsoft.com/office/drawing/2014/main" id="{B640E9CD-96B9-4524-A25A-859968B8C129}"/>
              </a:ext>
            </a:extLst>
          </p:cNvPr>
          <p:cNvSpPr txBox="1"/>
          <p:nvPr/>
        </p:nvSpPr>
        <p:spPr>
          <a:xfrm>
            <a:off x="393607" y="5979555"/>
            <a:ext cx="32931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>
              <a:spcBef>
                <a:spcPts val="0"/>
              </a:spcBef>
              <a:spcAft>
                <a:spcPts val="0"/>
              </a:spcAft>
            </a:pPr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cs typeface="Times New Roman" panose="02020603050405020304" pitchFamily="18" charset="0"/>
              </a:rPr>
              <a:t>* Belgium, France, Germany, Italy, Netherlands</a:t>
            </a:r>
            <a:endParaRPr lang="en-US" sz="900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sp>
        <p:nvSpPr>
          <p:cNvPr id="1291" name="TextBox 1290">
            <a:extLst>
              <a:ext uri="{FF2B5EF4-FFF2-40B4-BE49-F238E27FC236}">
                <a16:creationId xmlns:a16="http://schemas.microsoft.com/office/drawing/2014/main" id="{857ED47E-EE0C-44A2-9350-EA5DE044D63E}"/>
              </a:ext>
            </a:extLst>
          </p:cNvPr>
          <p:cNvSpPr txBox="1"/>
          <p:nvPr/>
        </p:nvSpPr>
        <p:spPr>
          <a:xfrm>
            <a:off x="7491996" y="2361961"/>
            <a:ext cx="35665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100" normalizeH="0" baseline="0" noProof="0">
                <a:ln>
                  <a:noFill/>
                </a:ln>
                <a:solidFill>
                  <a:srgbClr val="002560"/>
                </a:solidFill>
                <a:effectLst/>
                <a:uLnTx/>
                <a:uFillTx/>
                <a:latin typeface="Montserrat regular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EST. </a:t>
            </a:r>
            <a:r>
              <a:rPr kumimoji="0" lang="en-US" sz="1100" b="1" i="0" u="none" strike="noStrike" kern="1200" cap="none" spc="100" normalizeH="0" baseline="0" noProof="0">
                <a:ln>
                  <a:noFill/>
                </a:ln>
                <a:solidFill>
                  <a:srgbClr val="002560"/>
                </a:solidFill>
                <a:effectLst/>
                <a:uLnTx/>
                <a:uFillTx/>
                <a:latin typeface="Montserrat regular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HOSPITAL &amp; ICU BEDS </a:t>
            </a:r>
            <a:r>
              <a:rPr kumimoji="0" lang="en-US" sz="1100" b="0" i="0" u="none" strike="noStrike" kern="1200" cap="none" spc="100" normalizeH="0" baseline="0" noProof="0">
                <a:ln>
                  <a:noFill/>
                </a:ln>
                <a:solidFill>
                  <a:srgbClr val="002560"/>
                </a:solidFill>
                <a:effectLst/>
                <a:uLnTx/>
                <a:uFillTx/>
                <a:latin typeface="Montserrat regular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 DIM3 INITIAL 5 </a:t>
            </a:r>
            <a:r>
              <a:rPr lang="en-US" sz="1100" spc="100">
                <a:solidFill>
                  <a:srgbClr val="002560"/>
                </a:solidFill>
                <a:latin typeface="Montserrat regular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TARGET </a:t>
            </a:r>
            <a:r>
              <a:rPr kumimoji="0" lang="en-US" sz="1100" b="0" i="0" u="none" strike="noStrike" kern="1200" cap="none" spc="100" normalizeH="0" baseline="0" noProof="0">
                <a:ln>
                  <a:noFill/>
                </a:ln>
                <a:solidFill>
                  <a:srgbClr val="002560"/>
                </a:solidFill>
                <a:effectLst/>
                <a:uLnTx/>
                <a:uFillTx/>
                <a:latin typeface="Montserrat regular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EU MARKETS</a:t>
            </a:r>
            <a:r>
              <a:rPr lang="en-US" sz="1100" spc="100" baseline="30000">
                <a:solidFill>
                  <a:srgbClr val="002560"/>
                </a:solidFill>
                <a:latin typeface="Montserrat regular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1,2*</a:t>
            </a:r>
            <a:endParaRPr kumimoji="0" lang="en-US" sz="1100" b="0" i="0" u="none" strike="noStrike" kern="1200" cap="none" spc="100" normalizeH="0" baseline="30000" noProof="0">
              <a:ln>
                <a:noFill/>
              </a:ln>
              <a:solidFill>
                <a:srgbClr val="002560"/>
              </a:solidFill>
              <a:effectLst/>
              <a:uLnTx/>
              <a:uFillTx/>
              <a:latin typeface="Montserrat regular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93" name="Rectangle 1292">
            <a:extLst>
              <a:ext uri="{FF2B5EF4-FFF2-40B4-BE49-F238E27FC236}">
                <a16:creationId xmlns:a16="http://schemas.microsoft.com/office/drawing/2014/main" id="{CD71F128-D47C-4474-843E-F267F5E2A00F}"/>
              </a:ext>
            </a:extLst>
          </p:cNvPr>
          <p:cNvSpPr/>
          <p:nvPr/>
        </p:nvSpPr>
        <p:spPr>
          <a:xfrm>
            <a:off x="5841422" y="3141437"/>
            <a:ext cx="27520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>
                <a:solidFill>
                  <a:srgbClr val="002560"/>
                </a:solidFill>
                <a:latin typeface="Montserrat Regular" panose="00000500000000000000" pitchFamily="2" charset="0"/>
                <a:ea typeface="Gadugi" panose="020B0502040204020203" pitchFamily="34" charset="0"/>
                <a:cs typeface="Times New Roman" panose="02020603050405020304" pitchFamily="18" charset="0"/>
              </a:rPr>
              <a:t>€125M/y</a:t>
            </a:r>
          </a:p>
        </p:txBody>
      </p:sp>
      <p:sp>
        <p:nvSpPr>
          <p:cNvPr id="1294" name="TextBox 1293">
            <a:extLst>
              <a:ext uri="{FF2B5EF4-FFF2-40B4-BE49-F238E27FC236}">
                <a16:creationId xmlns:a16="http://schemas.microsoft.com/office/drawing/2014/main" id="{85D5F5D4-3318-4845-A1AA-0E010F7B92A3}"/>
              </a:ext>
            </a:extLst>
          </p:cNvPr>
          <p:cNvSpPr txBox="1"/>
          <p:nvPr/>
        </p:nvSpPr>
        <p:spPr>
          <a:xfrm>
            <a:off x="5841422" y="2989894"/>
            <a:ext cx="3702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spc="200">
                <a:solidFill>
                  <a:srgbClr val="06A8F5"/>
                </a:solidFill>
              </a:rPr>
              <a:t>ANNUAL HOMECARE MARKET</a:t>
            </a:r>
          </a:p>
        </p:txBody>
      </p:sp>
      <p:sp>
        <p:nvSpPr>
          <p:cNvPr id="1295" name="TextBox 1294">
            <a:extLst>
              <a:ext uri="{FF2B5EF4-FFF2-40B4-BE49-F238E27FC236}">
                <a16:creationId xmlns:a16="http://schemas.microsoft.com/office/drawing/2014/main" id="{A060F2C8-104F-4FDE-892D-0B1E9AD302BD}"/>
              </a:ext>
            </a:extLst>
          </p:cNvPr>
          <p:cNvSpPr txBox="1"/>
          <p:nvPr/>
        </p:nvSpPr>
        <p:spPr>
          <a:xfrm>
            <a:off x="7491996" y="3840216"/>
            <a:ext cx="391895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100" normalizeH="0" baseline="0" noProof="0">
                <a:ln>
                  <a:noFill/>
                </a:ln>
                <a:solidFill>
                  <a:srgbClr val="002560"/>
                </a:solidFill>
                <a:effectLst/>
                <a:uLnTx/>
                <a:uFillTx/>
                <a:latin typeface="Montserrat regular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INCLUDING 44M ENTERAL THERAPY DAYS </a:t>
            </a:r>
            <a:r>
              <a:rPr kumimoji="0" lang="en-US" sz="1100" i="0" u="none" strike="noStrike" kern="1200" cap="none" spc="100" normalizeH="0" baseline="0" noProof="0">
                <a:ln>
                  <a:noFill/>
                </a:ln>
                <a:solidFill>
                  <a:srgbClr val="002560"/>
                </a:solidFill>
                <a:effectLst/>
                <a:uLnTx/>
                <a:uFillTx/>
                <a:latin typeface="Montserrat regular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 </a:t>
            </a:r>
            <a:r>
              <a:rPr kumimoji="0" lang="en-US" sz="1100" b="1" i="0" u="none" strike="noStrike" kern="1200" cap="none" spc="100" normalizeH="0" baseline="0" noProof="0">
                <a:ln>
                  <a:noFill/>
                </a:ln>
                <a:solidFill>
                  <a:srgbClr val="002560"/>
                </a:solidFill>
                <a:effectLst/>
                <a:uLnTx/>
                <a:uFillTx/>
                <a:latin typeface="Montserrat regular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PATIENTS</a:t>
            </a:r>
            <a:r>
              <a:rPr kumimoji="0" lang="en-US" sz="1100" i="0" u="none" strike="noStrike" kern="1200" cap="none" spc="100" normalizeH="0" baseline="0" noProof="0">
                <a:ln>
                  <a:noFill/>
                </a:ln>
                <a:solidFill>
                  <a:srgbClr val="002560"/>
                </a:solidFill>
                <a:effectLst/>
                <a:uLnTx/>
                <a:uFillTx/>
                <a:latin typeface="Montserrat regular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100" b="1" i="0" u="none" strike="noStrike" kern="1200" cap="none" spc="100" normalizeH="0" baseline="0" noProof="0">
                <a:ln>
                  <a:noFill/>
                </a:ln>
                <a:solidFill>
                  <a:srgbClr val="002560"/>
                </a:solidFill>
                <a:effectLst/>
                <a:uLnTx/>
                <a:uFillTx/>
                <a:latin typeface="Montserrat regular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LEAVING </a:t>
            </a:r>
            <a:r>
              <a:rPr lang="en-US" sz="1100" spc="100">
                <a:solidFill>
                  <a:srgbClr val="002560"/>
                </a:solidFill>
                <a:latin typeface="Montserrat regular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kumimoji="0" lang="en-US" sz="1100" b="1" i="0" u="none" strike="noStrike" kern="1200" cap="none" spc="100" normalizeH="0" baseline="0" noProof="0">
                <a:ln>
                  <a:noFill/>
                </a:ln>
                <a:solidFill>
                  <a:srgbClr val="002560"/>
                </a:solidFill>
                <a:effectLst/>
                <a:uLnTx/>
                <a:uFillTx/>
                <a:latin typeface="Montserrat regular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HOSPITAL</a:t>
            </a:r>
            <a:r>
              <a:rPr lang="en-US" sz="1100" spc="100" baseline="30000">
                <a:solidFill>
                  <a:srgbClr val="002560"/>
                </a:solidFill>
                <a:latin typeface="Montserrat regular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4*</a:t>
            </a:r>
            <a:endParaRPr kumimoji="0" lang="en-US" sz="1100" b="0" i="0" u="none" strike="noStrike" kern="1200" cap="none" spc="100" normalizeH="0" baseline="30000" noProof="0">
              <a:ln>
                <a:noFill/>
              </a:ln>
              <a:solidFill>
                <a:srgbClr val="002560"/>
              </a:solidFill>
              <a:effectLst/>
              <a:uLnTx/>
              <a:uFillTx/>
              <a:latin typeface="Montserrat regular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97" name="Rectangle 1296">
            <a:extLst>
              <a:ext uri="{FF2B5EF4-FFF2-40B4-BE49-F238E27FC236}">
                <a16:creationId xmlns:a16="http://schemas.microsoft.com/office/drawing/2014/main" id="{BE77E8F5-EEEB-4A52-830B-32BF453DC71C}"/>
              </a:ext>
            </a:extLst>
          </p:cNvPr>
          <p:cNvSpPr/>
          <p:nvPr/>
        </p:nvSpPr>
        <p:spPr>
          <a:xfrm>
            <a:off x="5841422" y="4644499"/>
            <a:ext cx="27520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>
                <a:solidFill>
                  <a:srgbClr val="002560"/>
                </a:solidFill>
                <a:latin typeface="Montserrat Regular" panose="00000500000000000000" pitchFamily="2" charset="0"/>
                <a:ea typeface="Gadugi" panose="020B0502040204020203" pitchFamily="34" charset="0"/>
                <a:cs typeface="Times New Roman" panose="02020603050405020304" pitchFamily="18" charset="0"/>
              </a:rPr>
              <a:t>€116M</a:t>
            </a:r>
          </a:p>
        </p:txBody>
      </p:sp>
      <p:sp>
        <p:nvSpPr>
          <p:cNvPr id="1298" name="TextBox 1297">
            <a:extLst>
              <a:ext uri="{FF2B5EF4-FFF2-40B4-BE49-F238E27FC236}">
                <a16:creationId xmlns:a16="http://schemas.microsoft.com/office/drawing/2014/main" id="{33F094C9-AFCF-4FE5-A0FE-9FA51FC2F7FD}"/>
              </a:ext>
            </a:extLst>
          </p:cNvPr>
          <p:cNvSpPr txBox="1"/>
          <p:nvPr/>
        </p:nvSpPr>
        <p:spPr>
          <a:xfrm>
            <a:off x="5841422" y="4492956"/>
            <a:ext cx="58985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spc="200">
                <a:solidFill>
                  <a:srgbClr val="06A8F5"/>
                </a:solidFill>
              </a:rPr>
              <a:t>INFUSION PUMP MEDICAL DEVICE | OEM MARKET</a:t>
            </a:r>
          </a:p>
        </p:txBody>
      </p:sp>
      <p:sp>
        <p:nvSpPr>
          <p:cNvPr id="1299" name="TextBox 1298">
            <a:extLst>
              <a:ext uri="{FF2B5EF4-FFF2-40B4-BE49-F238E27FC236}">
                <a16:creationId xmlns:a16="http://schemas.microsoft.com/office/drawing/2014/main" id="{EC90B30D-9B11-43DF-88D9-8DD21BA94B41}"/>
              </a:ext>
            </a:extLst>
          </p:cNvPr>
          <p:cNvSpPr txBox="1"/>
          <p:nvPr/>
        </p:nvSpPr>
        <p:spPr>
          <a:xfrm>
            <a:off x="7491996" y="5351725"/>
            <a:ext cx="380387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100" spc="100">
                <a:solidFill>
                  <a:srgbClr val="002560"/>
                </a:solidFill>
                <a:latin typeface="Montserrat regular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INITIAL SALES POTENTIAL BASED ON THE HOSPITAL ENTERAL AND INFUSION PUMP MARKET</a:t>
            </a:r>
            <a:r>
              <a:rPr lang="en-US" sz="1100" spc="100" baseline="30000">
                <a:solidFill>
                  <a:srgbClr val="002560"/>
                </a:solidFill>
                <a:latin typeface="Montserrat regular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5,6</a:t>
            </a:r>
            <a:endParaRPr kumimoji="0" lang="en-US" sz="1100" b="0" i="0" u="none" strike="noStrike" kern="1200" cap="none" spc="100" normalizeH="0" baseline="30000" noProof="0">
              <a:ln>
                <a:noFill/>
              </a:ln>
              <a:solidFill>
                <a:srgbClr val="002560"/>
              </a:solidFill>
              <a:effectLst/>
              <a:uLnTx/>
              <a:uFillTx/>
              <a:latin typeface="Montserrat regular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3" name="Picture 1254" descr="Icon&#10;&#10;Description automatically generated">
            <a:extLst>
              <a:ext uri="{FF2B5EF4-FFF2-40B4-BE49-F238E27FC236}">
                <a16:creationId xmlns:a16="http://schemas.microsoft.com/office/drawing/2014/main" id="{A7EAA228-A478-42C1-B890-5E41312CB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703" y="1529552"/>
            <a:ext cx="752750" cy="75275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5DE36FE1-EBFF-4204-B09B-BA73FFEFE00B}"/>
              </a:ext>
            </a:extLst>
          </p:cNvPr>
          <p:cNvSpPr/>
          <p:nvPr/>
        </p:nvSpPr>
        <p:spPr>
          <a:xfrm>
            <a:off x="2546456" y="2937315"/>
            <a:ext cx="2551162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2"/>
                </a:solidFill>
                <a:latin typeface="Montserrat Regular" panose="00000500000000000000" pitchFamily="2" charset="0"/>
                <a:ea typeface="Gadugi" panose="020B0502040204020203" pitchFamily="34" charset="0"/>
                <a:cs typeface="Times New Roman" panose="02020603050405020304" pitchFamily="18" charset="0"/>
              </a:rPr>
              <a:t>2.2B</a:t>
            </a:r>
          </a:p>
          <a:p>
            <a:r>
              <a:rPr lang="en-US" sz="2000">
                <a:solidFill>
                  <a:schemeClr val="bg2"/>
                </a:solidFill>
                <a:latin typeface="Montserrat Regular" panose="00000500000000000000" pitchFamily="2" charset="0"/>
                <a:ea typeface="Gadugi" panose="020B0502040204020203" pitchFamily="34" charset="0"/>
                <a:cs typeface="Times New Roman" panose="02020603050405020304" pitchFamily="18" charset="0"/>
              </a:rPr>
              <a:t>Homecare Days/y </a:t>
            </a:r>
            <a:r>
              <a:rPr lang="en-US" sz="1200">
                <a:solidFill>
                  <a:schemeClr val="bg2"/>
                </a:solidFill>
                <a:latin typeface="Montserrat Regular" panose="00000500000000000000" pitchFamily="2" charset="0"/>
                <a:ea typeface="Gadugi" panose="020B0502040204020203" pitchFamily="34" charset="0"/>
                <a:cs typeface="Times New Roman" panose="02020603050405020304" pitchFamily="18" charset="0"/>
              </a:rPr>
              <a:t>&gt;65 years</a:t>
            </a:r>
            <a:r>
              <a:rPr lang="en-US" sz="1200" baseline="30000">
                <a:solidFill>
                  <a:schemeClr val="bg2"/>
                </a:solidFill>
                <a:latin typeface="Montserrat Regular" panose="00000500000000000000" pitchFamily="2" charset="0"/>
                <a:ea typeface="Gadugi" panose="020B0502040204020203" pitchFamily="34" charset="0"/>
                <a:cs typeface="Times New Roman" panose="02020603050405020304" pitchFamily="18" charset="0"/>
              </a:rPr>
              <a:t>3*</a:t>
            </a:r>
            <a:endParaRPr lang="en-US" sz="2400" baseline="30000">
              <a:solidFill>
                <a:schemeClr val="bg2"/>
              </a:solidFill>
              <a:latin typeface="Montserrat Regular" panose="00000500000000000000" pitchFamily="2" charset="0"/>
              <a:ea typeface="Gadugi" panose="020B0502040204020203" pitchFamily="34" charset="0"/>
              <a:cs typeface="Times New Roman" panose="02020603050405020304" pitchFamily="18" charset="0"/>
            </a:endParaRPr>
          </a:p>
        </p:txBody>
      </p:sp>
      <p:pic>
        <p:nvPicPr>
          <p:cNvPr id="25" name="Picture 3" descr="Icon&#10;&#10;Description automatically generated">
            <a:extLst>
              <a:ext uri="{FF2B5EF4-FFF2-40B4-BE49-F238E27FC236}">
                <a16:creationId xmlns:a16="http://schemas.microsoft.com/office/drawing/2014/main" id="{198596AE-976F-45BE-8750-5E7BBFC45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976" y="3002933"/>
            <a:ext cx="752750" cy="752750"/>
          </a:xfrm>
          <a:prstGeom prst="rect">
            <a:avLst/>
          </a:prstGeom>
        </p:spPr>
      </p:pic>
      <p:pic>
        <p:nvPicPr>
          <p:cNvPr id="26" name="Image 33">
            <a:extLst>
              <a:ext uri="{FF2B5EF4-FFF2-40B4-BE49-F238E27FC236}">
                <a16:creationId xmlns:a16="http://schemas.microsoft.com/office/drawing/2014/main" id="{68F182F1-6CB4-4DFE-B715-ED01A0122AB4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571" y="4297758"/>
            <a:ext cx="809013" cy="106380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1F60E2C-A7D0-49D3-BF48-35B6D96CD898}"/>
              </a:ext>
            </a:extLst>
          </p:cNvPr>
          <p:cNvSpPr/>
          <p:nvPr/>
        </p:nvSpPr>
        <p:spPr>
          <a:xfrm>
            <a:off x="2530356" y="4603638"/>
            <a:ext cx="26050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2"/>
                </a:solidFill>
                <a:latin typeface="Montserrat Regular" panose="00000500000000000000" pitchFamily="2" charset="0"/>
                <a:ea typeface="Gadugi" panose="020B0502040204020203" pitchFamily="34" charset="0"/>
                <a:cs typeface="Times New Roman" panose="02020603050405020304" pitchFamily="18" charset="0"/>
              </a:rPr>
              <a:t>&gt;50M Devices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488D03-5C16-4010-A530-23E27C3AC5C3}"/>
              </a:ext>
            </a:extLst>
          </p:cNvPr>
          <p:cNvSpPr/>
          <p:nvPr/>
        </p:nvSpPr>
        <p:spPr>
          <a:xfrm>
            <a:off x="2546456" y="1790542"/>
            <a:ext cx="15888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bg2"/>
                </a:solidFill>
                <a:latin typeface="Montserrat Regular" panose="00000500000000000000" pitchFamily="2" charset="0"/>
                <a:ea typeface="Gadugi" panose="020B0502040204020203" pitchFamily="34" charset="0"/>
                <a:cs typeface="Times New Roman" panose="02020603050405020304" pitchFamily="18" charset="0"/>
              </a:rPr>
              <a:t>1.75M Beds</a:t>
            </a:r>
          </a:p>
        </p:txBody>
      </p:sp>
      <p:grpSp>
        <p:nvGrpSpPr>
          <p:cNvPr id="27" name="Group 3">
            <a:extLst>
              <a:ext uri="{FF2B5EF4-FFF2-40B4-BE49-F238E27FC236}">
                <a16:creationId xmlns:a16="http://schemas.microsoft.com/office/drawing/2014/main" id="{C8E754B5-BAC0-E54C-AD1D-1654487EA202}"/>
              </a:ext>
            </a:extLst>
          </p:cNvPr>
          <p:cNvGrpSpPr>
            <a:grpSpLocks noChangeAspect="1"/>
          </p:cNvGrpSpPr>
          <p:nvPr/>
        </p:nvGrpSpPr>
        <p:grpSpPr>
          <a:xfrm>
            <a:off x="10771678" y="892246"/>
            <a:ext cx="1240789" cy="1247862"/>
            <a:chOff x="4464323" y="2602477"/>
            <a:chExt cx="1138400" cy="1144065"/>
          </a:xfrm>
        </p:grpSpPr>
        <p:sp>
          <p:nvSpPr>
            <p:cNvPr id="30" name="Czech_Republic">
              <a:extLst>
                <a:ext uri="{FF2B5EF4-FFF2-40B4-BE49-F238E27FC236}">
                  <a16:creationId xmlns:a16="http://schemas.microsoft.com/office/drawing/2014/main" id="{F3DAE914-CF7D-CF4A-9016-DF1F839A3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4147" y="3299184"/>
              <a:ext cx="133929" cy="73337"/>
            </a:xfrm>
            <a:custGeom>
              <a:avLst/>
              <a:gdLst>
                <a:gd name="T0" fmla="*/ 2147483647 w 60"/>
                <a:gd name="T1" fmla="*/ 2147483647 h 30"/>
                <a:gd name="T2" fmla="*/ 2147483647 w 60"/>
                <a:gd name="T3" fmla="*/ 2147483647 h 30"/>
                <a:gd name="T4" fmla="*/ 2147483647 w 60"/>
                <a:gd name="T5" fmla="*/ 2147483647 h 30"/>
                <a:gd name="T6" fmla="*/ 2147483647 w 60"/>
                <a:gd name="T7" fmla="*/ 2147483647 h 30"/>
                <a:gd name="T8" fmla="*/ 2147483647 w 60"/>
                <a:gd name="T9" fmla="*/ 2147483647 h 30"/>
                <a:gd name="T10" fmla="*/ 2147483647 w 60"/>
                <a:gd name="T11" fmla="*/ 2147483647 h 30"/>
                <a:gd name="T12" fmla="*/ 2147483647 w 60"/>
                <a:gd name="T13" fmla="*/ 2147483647 h 30"/>
                <a:gd name="T14" fmla="*/ 2147483647 w 60"/>
                <a:gd name="T15" fmla="*/ 2147483647 h 30"/>
                <a:gd name="T16" fmla="*/ 2147483647 w 60"/>
                <a:gd name="T17" fmla="*/ 0 h 30"/>
                <a:gd name="T18" fmla="*/ 2147483647 w 60"/>
                <a:gd name="T19" fmla="*/ 2147483647 h 30"/>
                <a:gd name="T20" fmla="*/ 2147483647 w 60"/>
                <a:gd name="T21" fmla="*/ 2147483647 h 30"/>
                <a:gd name="T22" fmla="*/ 2147483647 w 60"/>
                <a:gd name="T23" fmla="*/ 2147483647 h 30"/>
                <a:gd name="T24" fmla="*/ 2147483647 w 60"/>
                <a:gd name="T25" fmla="*/ 2147483647 h 30"/>
                <a:gd name="T26" fmla="*/ 2147483647 w 60"/>
                <a:gd name="T27" fmla="*/ 2147483647 h 30"/>
                <a:gd name="T28" fmla="*/ 2147483647 w 60"/>
                <a:gd name="T29" fmla="*/ 2147483647 h 30"/>
                <a:gd name="T30" fmla="*/ 2147483647 w 60"/>
                <a:gd name="T31" fmla="*/ 2147483647 h 30"/>
                <a:gd name="T32" fmla="*/ 2147483647 w 60"/>
                <a:gd name="T33" fmla="*/ 2147483647 h 30"/>
                <a:gd name="T34" fmla="*/ 2147483647 w 60"/>
                <a:gd name="T35" fmla="*/ 2147483647 h 30"/>
                <a:gd name="T36" fmla="*/ 2147483647 w 60"/>
                <a:gd name="T37" fmla="*/ 2147483647 h 30"/>
                <a:gd name="T38" fmla="*/ 2147483647 w 60"/>
                <a:gd name="T39" fmla="*/ 2147483647 h 30"/>
                <a:gd name="T40" fmla="*/ 2147483647 w 60"/>
                <a:gd name="T41" fmla="*/ 2147483647 h 30"/>
                <a:gd name="T42" fmla="*/ 2147483647 w 60"/>
                <a:gd name="T43" fmla="*/ 2147483647 h 30"/>
                <a:gd name="T44" fmla="*/ 2147483647 w 60"/>
                <a:gd name="T45" fmla="*/ 2147483647 h 30"/>
                <a:gd name="T46" fmla="*/ 2147483647 w 60"/>
                <a:gd name="T47" fmla="*/ 2147483647 h 30"/>
                <a:gd name="T48" fmla="*/ 2147483647 w 60"/>
                <a:gd name="T49" fmla="*/ 2147483647 h 30"/>
                <a:gd name="T50" fmla="*/ 2147483647 w 60"/>
                <a:gd name="T51" fmla="*/ 2147483647 h 30"/>
                <a:gd name="T52" fmla="*/ 2147483647 w 60"/>
                <a:gd name="T53" fmla="*/ 2147483647 h 30"/>
                <a:gd name="T54" fmla="*/ 2147483647 w 60"/>
                <a:gd name="T55" fmla="*/ 2147483647 h 30"/>
                <a:gd name="T56" fmla="*/ 2147483647 w 60"/>
                <a:gd name="T57" fmla="*/ 2147483647 h 30"/>
                <a:gd name="T58" fmla="*/ 2147483647 w 60"/>
                <a:gd name="T59" fmla="*/ 2147483647 h 30"/>
                <a:gd name="T60" fmla="*/ 2147483647 w 60"/>
                <a:gd name="T61" fmla="*/ 2147483647 h 30"/>
                <a:gd name="T62" fmla="*/ 2147483647 w 60"/>
                <a:gd name="T63" fmla="*/ 2147483647 h 30"/>
                <a:gd name="T64" fmla="*/ 2147483647 w 60"/>
                <a:gd name="T65" fmla="*/ 2147483647 h 30"/>
                <a:gd name="T66" fmla="*/ 2147483647 w 60"/>
                <a:gd name="T67" fmla="*/ 2147483647 h 30"/>
                <a:gd name="T68" fmla="*/ 2147483647 w 60"/>
                <a:gd name="T69" fmla="*/ 2147483647 h 30"/>
                <a:gd name="T70" fmla="*/ 2147483647 w 60"/>
                <a:gd name="T71" fmla="*/ 2147483647 h 30"/>
                <a:gd name="T72" fmla="*/ 2147483647 w 60"/>
                <a:gd name="T73" fmla="*/ 2147483647 h 30"/>
                <a:gd name="T74" fmla="*/ 2147483647 w 60"/>
                <a:gd name="T75" fmla="*/ 2147483647 h 30"/>
                <a:gd name="T76" fmla="*/ 2147483647 w 60"/>
                <a:gd name="T77" fmla="*/ 2147483647 h 30"/>
                <a:gd name="T78" fmla="*/ 2147483647 w 60"/>
                <a:gd name="T79" fmla="*/ 2147483647 h 30"/>
                <a:gd name="T80" fmla="*/ 2147483647 w 60"/>
                <a:gd name="T81" fmla="*/ 2147483647 h 30"/>
                <a:gd name="T82" fmla="*/ 2147483647 w 60"/>
                <a:gd name="T83" fmla="*/ 2147483647 h 30"/>
                <a:gd name="T84" fmla="*/ 2147483647 w 60"/>
                <a:gd name="T85" fmla="*/ 2147483647 h 30"/>
                <a:gd name="T86" fmla="*/ 2147483647 w 60"/>
                <a:gd name="T87" fmla="*/ 2147483647 h 30"/>
                <a:gd name="T88" fmla="*/ 2147483647 w 60"/>
                <a:gd name="T89" fmla="*/ 2147483647 h 30"/>
                <a:gd name="T90" fmla="*/ 0 w 60"/>
                <a:gd name="T91" fmla="*/ 2147483647 h 30"/>
                <a:gd name="T92" fmla="*/ 2147483647 w 60"/>
                <a:gd name="T93" fmla="*/ 2147483647 h 3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60"/>
                <a:gd name="T142" fmla="*/ 0 h 30"/>
                <a:gd name="T143" fmla="*/ 60 w 60"/>
                <a:gd name="T144" fmla="*/ 30 h 3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60" h="30">
                  <a:moveTo>
                    <a:pt x="2" y="11"/>
                  </a:moveTo>
                  <a:lnTo>
                    <a:pt x="2" y="12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4" y="9"/>
                  </a:lnTo>
                  <a:lnTo>
                    <a:pt x="5" y="9"/>
                  </a:lnTo>
                  <a:lnTo>
                    <a:pt x="6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11" y="7"/>
                  </a:lnTo>
                  <a:lnTo>
                    <a:pt x="12" y="7"/>
                  </a:lnTo>
                  <a:lnTo>
                    <a:pt x="13" y="5"/>
                  </a:lnTo>
                  <a:lnTo>
                    <a:pt x="15" y="4"/>
                  </a:lnTo>
                  <a:lnTo>
                    <a:pt x="18" y="4"/>
                  </a:lnTo>
                  <a:lnTo>
                    <a:pt x="20" y="3"/>
                  </a:lnTo>
                  <a:lnTo>
                    <a:pt x="20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3" y="2"/>
                  </a:lnTo>
                  <a:lnTo>
                    <a:pt x="24" y="3"/>
                  </a:lnTo>
                  <a:lnTo>
                    <a:pt x="25" y="3"/>
                  </a:lnTo>
                  <a:lnTo>
                    <a:pt x="27" y="4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5" y="4"/>
                  </a:lnTo>
                  <a:lnTo>
                    <a:pt x="37" y="4"/>
                  </a:lnTo>
                  <a:lnTo>
                    <a:pt x="38" y="6"/>
                  </a:lnTo>
                  <a:lnTo>
                    <a:pt x="40" y="6"/>
                  </a:lnTo>
                  <a:lnTo>
                    <a:pt x="40" y="7"/>
                  </a:lnTo>
                  <a:lnTo>
                    <a:pt x="40" y="8"/>
                  </a:lnTo>
                  <a:lnTo>
                    <a:pt x="39" y="8"/>
                  </a:lnTo>
                  <a:lnTo>
                    <a:pt x="41" y="10"/>
                  </a:lnTo>
                  <a:lnTo>
                    <a:pt x="43" y="11"/>
                  </a:lnTo>
                  <a:lnTo>
                    <a:pt x="44" y="11"/>
                  </a:lnTo>
                  <a:lnTo>
                    <a:pt x="45" y="11"/>
                  </a:lnTo>
                  <a:lnTo>
                    <a:pt x="46" y="10"/>
                  </a:lnTo>
                  <a:lnTo>
                    <a:pt x="45" y="9"/>
                  </a:lnTo>
                  <a:lnTo>
                    <a:pt x="46" y="9"/>
                  </a:lnTo>
                  <a:lnTo>
                    <a:pt x="47" y="9"/>
                  </a:lnTo>
                  <a:lnTo>
                    <a:pt x="48" y="9"/>
                  </a:lnTo>
                  <a:lnTo>
                    <a:pt x="50" y="10"/>
                  </a:lnTo>
                  <a:lnTo>
                    <a:pt x="52" y="10"/>
                  </a:lnTo>
                  <a:lnTo>
                    <a:pt x="53" y="10"/>
                  </a:lnTo>
                  <a:lnTo>
                    <a:pt x="53" y="11"/>
                  </a:lnTo>
                  <a:lnTo>
                    <a:pt x="53" y="12"/>
                  </a:lnTo>
                  <a:lnTo>
                    <a:pt x="55" y="13"/>
                  </a:lnTo>
                  <a:lnTo>
                    <a:pt x="57" y="14"/>
                  </a:lnTo>
                  <a:lnTo>
                    <a:pt x="58" y="16"/>
                  </a:lnTo>
                  <a:lnTo>
                    <a:pt x="60" y="18"/>
                  </a:lnTo>
                  <a:lnTo>
                    <a:pt x="59" y="20"/>
                  </a:lnTo>
                  <a:lnTo>
                    <a:pt x="59" y="21"/>
                  </a:lnTo>
                  <a:lnTo>
                    <a:pt x="54" y="23"/>
                  </a:lnTo>
                  <a:lnTo>
                    <a:pt x="54" y="24"/>
                  </a:lnTo>
                  <a:lnTo>
                    <a:pt x="50" y="24"/>
                  </a:lnTo>
                  <a:lnTo>
                    <a:pt x="47" y="26"/>
                  </a:lnTo>
                  <a:lnTo>
                    <a:pt x="48" y="25"/>
                  </a:lnTo>
                  <a:lnTo>
                    <a:pt x="45" y="30"/>
                  </a:lnTo>
                  <a:lnTo>
                    <a:pt x="45" y="29"/>
                  </a:lnTo>
                  <a:lnTo>
                    <a:pt x="44" y="28"/>
                  </a:lnTo>
                  <a:lnTo>
                    <a:pt x="41" y="28"/>
                  </a:lnTo>
                  <a:lnTo>
                    <a:pt x="38" y="28"/>
                  </a:lnTo>
                  <a:lnTo>
                    <a:pt x="36" y="27"/>
                  </a:lnTo>
                  <a:lnTo>
                    <a:pt x="34" y="26"/>
                  </a:lnTo>
                  <a:lnTo>
                    <a:pt x="33" y="26"/>
                  </a:lnTo>
                  <a:lnTo>
                    <a:pt x="31" y="26"/>
                  </a:lnTo>
                  <a:lnTo>
                    <a:pt x="30" y="26"/>
                  </a:lnTo>
                  <a:lnTo>
                    <a:pt x="29" y="26"/>
                  </a:lnTo>
                  <a:lnTo>
                    <a:pt x="28" y="27"/>
                  </a:lnTo>
                  <a:lnTo>
                    <a:pt x="27" y="28"/>
                  </a:lnTo>
                  <a:lnTo>
                    <a:pt x="25" y="30"/>
                  </a:lnTo>
                  <a:lnTo>
                    <a:pt x="24" y="30"/>
                  </a:lnTo>
                  <a:lnTo>
                    <a:pt x="22" y="30"/>
                  </a:lnTo>
                  <a:lnTo>
                    <a:pt x="20" y="30"/>
                  </a:lnTo>
                  <a:lnTo>
                    <a:pt x="19" y="29"/>
                  </a:lnTo>
                  <a:lnTo>
                    <a:pt x="17" y="29"/>
                  </a:lnTo>
                  <a:lnTo>
                    <a:pt x="16" y="28"/>
                  </a:lnTo>
                  <a:lnTo>
                    <a:pt x="13" y="26"/>
                  </a:lnTo>
                  <a:lnTo>
                    <a:pt x="12" y="25"/>
                  </a:lnTo>
                  <a:lnTo>
                    <a:pt x="10" y="23"/>
                  </a:lnTo>
                  <a:lnTo>
                    <a:pt x="7" y="21"/>
                  </a:lnTo>
                  <a:lnTo>
                    <a:pt x="5" y="20"/>
                  </a:lnTo>
                  <a:lnTo>
                    <a:pt x="4" y="18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1" y="13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9"/>
                  </a:lnTo>
                  <a:lnTo>
                    <a:pt x="2" y="11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31" name="Slovakia">
              <a:extLst>
                <a:ext uri="{FF2B5EF4-FFF2-40B4-BE49-F238E27FC236}">
                  <a16:creationId xmlns:a16="http://schemas.microsoft.com/office/drawing/2014/main" id="{80F6C1D2-A62C-9749-8C8A-52CDD5617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4594" y="3343186"/>
              <a:ext cx="116072" cy="53781"/>
            </a:xfrm>
            <a:custGeom>
              <a:avLst/>
              <a:gdLst>
                <a:gd name="T0" fmla="*/ 2147483647 w 52"/>
                <a:gd name="T1" fmla="*/ 0 h 22"/>
                <a:gd name="T2" fmla="*/ 2147483647 w 52"/>
                <a:gd name="T3" fmla="*/ 2147483647 h 22"/>
                <a:gd name="T4" fmla="*/ 2147483647 w 52"/>
                <a:gd name="T5" fmla="*/ 2147483647 h 22"/>
                <a:gd name="T6" fmla="*/ 2147483647 w 52"/>
                <a:gd name="T7" fmla="*/ 2147483647 h 22"/>
                <a:gd name="T8" fmla="*/ 2147483647 w 52"/>
                <a:gd name="T9" fmla="*/ 2147483647 h 22"/>
                <a:gd name="T10" fmla="*/ 2147483647 w 52"/>
                <a:gd name="T11" fmla="*/ 2147483647 h 22"/>
                <a:gd name="T12" fmla="*/ 2147483647 w 52"/>
                <a:gd name="T13" fmla="*/ 2147483647 h 22"/>
                <a:gd name="T14" fmla="*/ 2147483647 w 52"/>
                <a:gd name="T15" fmla="*/ 2147483647 h 22"/>
                <a:gd name="T16" fmla="*/ 2147483647 w 52"/>
                <a:gd name="T17" fmla="*/ 2147483647 h 22"/>
                <a:gd name="T18" fmla="*/ 2147483647 w 52"/>
                <a:gd name="T19" fmla="*/ 2147483647 h 22"/>
                <a:gd name="T20" fmla="*/ 2147483647 w 52"/>
                <a:gd name="T21" fmla="*/ 2147483647 h 22"/>
                <a:gd name="T22" fmla="*/ 2147483647 w 52"/>
                <a:gd name="T23" fmla="*/ 2147483647 h 22"/>
                <a:gd name="T24" fmla="*/ 2147483647 w 52"/>
                <a:gd name="T25" fmla="*/ 2147483647 h 22"/>
                <a:gd name="T26" fmla="*/ 2147483647 w 52"/>
                <a:gd name="T27" fmla="*/ 2147483647 h 22"/>
                <a:gd name="T28" fmla="*/ 2147483647 w 52"/>
                <a:gd name="T29" fmla="*/ 2147483647 h 22"/>
                <a:gd name="T30" fmla="*/ 2147483647 w 52"/>
                <a:gd name="T31" fmla="*/ 2147483647 h 22"/>
                <a:gd name="T32" fmla="*/ 2147483647 w 52"/>
                <a:gd name="T33" fmla="*/ 2147483647 h 22"/>
                <a:gd name="T34" fmla="*/ 2147483647 w 52"/>
                <a:gd name="T35" fmla="*/ 2147483647 h 22"/>
                <a:gd name="T36" fmla="*/ 2147483647 w 52"/>
                <a:gd name="T37" fmla="*/ 2147483647 h 22"/>
                <a:gd name="T38" fmla="*/ 2147483647 w 52"/>
                <a:gd name="T39" fmla="*/ 2147483647 h 22"/>
                <a:gd name="T40" fmla="*/ 2147483647 w 52"/>
                <a:gd name="T41" fmla="*/ 2147483647 h 22"/>
                <a:gd name="T42" fmla="*/ 2147483647 w 52"/>
                <a:gd name="T43" fmla="*/ 2147483647 h 22"/>
                <a:gd name="T44" fmla="*/ 2147483647 w 52"/>
                <a:gd name="T45" fmla="*/ 2147483647 h 22"/>
                <a:gd name="T46" fmla="*/ 2147483647 w 52"/>
                <a:gd name="T47" fmla="*/ 2147483647 h 22"/>
                <a:gd name="T48" fmla="*/ 2147483647 w 52"/>
                <a:gd name="T49" fmla="*/ 2147483647 h 22"/>
                <a:gd name="T50" fmla="*/ 2147483647 w 52"/>
                <a:gd name="T51" fmla="*/ 2147483647 h 22"/>
                <a:gd name="T52" fmla="*/ 2147483647 w 52"/>
                <a:gd name="T53" fmla="*/ 2147483647 h 22"/>
                <a:gd name="T54" fmla="*/ 2147483647 w 52"/>
                <a:gd name="T55" fmla="*/ 2147483647 h 22"/>
                <a:gd name="T56" fmla="*/ 0 w 52"/>
                <a:gd name="T57" fmla="*/ 2147483647 h 22"/>
                <a:gd name="T58" fmla="*/ 2147483647 w 52"/>
                <a:gd name="T59" fmla="*/ 2147483647 h 22"/>
                <a:gd name="T60" fmla="*/ 2147483647 w 52"/>
                <a:gd name="T61" fmla="*/ 2147483647 h 22"/>
                <a:gd name="T62" fmla="*/ 2147483647 w 52"/>
                <a:gd name="T63" fmla="*/ 2147483647 h 22"/>
                <a:gd name="T64" fmla="*/ 2147483647 w 52"/>
                <a:gd name="T65" fmla="*/ 2147483647 h 22"/>
                <a:gd name="T66" fmla="*/ 2147483647 w 52"/>
                <a:gd name="T67" fmla="*/ 0 h 2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2"/>
                <a:gd name="T103" fmla="*/ 0 h 22"/>
                <a:gd name="T104" fmla="*/ 52 w 52"/>
                <a:gd name="T105" fmla="*/ 22 h 2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2" h="22">
                  <a:moveTo>
                    <a:pt x="15" y="0"/>
                  </a:moveTo>
                  <a:lnTo>
                    <a:pt x="15" y="0"/>
                  </a:lnTo>
                  <a:lnTo>
                    <a:pt x="18" y="1"/>
                  </a:lnTo>
                  <a:lnTo>
                    <a:pt x="20" y="2"/>
                  </a:lnTo>
                  <a:lnTo>
                    <a:pt x="22" y="2"/>
                  </a:lnTo>
                  <a:lnTo>
                    <a:pt x="24" y="1"/>
                  </a:lnTo>
                  <a:lnTo>
                    <a:pt x="25" y="2"/>
                  </a:lnTo>
                  <a:lnTo>
                    <a:pt x="27" y="3"/>
                  </a:lnTo>
                  <a:lnTo>
                    <a:pt x="28" y="4"/>
                  </a:lnTo>
                  <a:lnTo>
                    <a:pt x="29" y="5"/>
                  </a:lnTo>
                  <a:lnTo>
                    <a:pt x="31" y="4"/>
                  </a:lnTo>
                  <a:lnTo>
                    <a:pt x="33" y="3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3"/>
                  </a:lnTo>
                  <a:lnTo>
                    <a:pt x="41" y="2"/>
                  </a:lnTo>
                  <a:lnTo>
                    <a:pt x="43" y="2"/>
                  </a:lnTo>
                  <a:lnTo>
                    <a:pt x="45" y="2"/>
                  </a:lnTo>
                  <a:lnTo>
                    <a:pt x="47" y="3"/>
                  </a:lnTo>
                  <a:lnTo>
                    <a:pt x="48" y="4"/>
                  </a:lnTo>
                  <a:lnTo>
                    <a:pt x="50" y="6"/>
                  </a:lnTo>
                  <a:lnTo>
                    <a:pt x="52" y="6"/>
                  </a:lnTo>
                  <a:lnTo>
                    <a:pt x="52" y="7"/>
                  </a:lnTo>
                  <a:lnTo>
                    <a:pt x="51" y="8"/>
                  </a:lnTo>
                  <a:lnTo>
                    <a:pt x="50" y="10"/>
                  </a:lnTo>
                  <a:lnTo>
                    <a:pt x="50" y="11"/>
                  </a:lnTo>
                  <a:lnTo>
                    <a:pt x="49" y="13"/>
                  </a:lnTo>
                  <a:lnTo>
                    <a:pt x="49" y="14"/>
                  </a:lnTo>
                  <a:lnTo>
                    <a:pt x="49" y="15"/>
                  </a:lnTo>
                  <a:lnTo>
                    <a:pt x="46" y="15"/>
                  </a:lnTo>
                  <a:lnTo>
                    <a:pt x="44" y="13"/>
                  </a:lnTo>
                  <a:lnTo>
                    <a:pt x="41" y="13"/>
                  </a:lnTo>
                  <a:lnTo>
                    <a:pt x="39" y="13"/>
                  </a:lnTo>
                  <a:lnTo>
                    <a:pt x="36" y="13"/>
                  </a:lnTo>
                  <a:lnTo>
                    <a:pt x="33" y="14"/>
                  </a:lnTo>
                  <a:lnTo>
                    <a:pt x="33" y="16"/>
                  </a:lnTo>
                  <a:lnTo>
                    <a:pt x="31" y="16"/>
                  </a:lnTo>
                  <a:lnTo>
                    <a:pt x="29" y="17"/>
                  </a:lnTo>
                  <a:lnTo>
                    <a:pt x="26" y="17"/>
                  </a:lnTo>
                  <a:lnTo>
                    <a:pt x="23" y="18"/>
                  </a:lnTo>
                  <a:lnTo>
                    <a:pt x="20" y="19"/>
                  </a:lnTo>
                  <a:lnTo>
                    <a:pt x="18" y="19"/>
                  </a:lnTo>
                  <a:lnTo>
                    <a:pt x="17" y="21"/>
                  </a:lnTo>
                  <a:lnTo>
                    <a:pt x="16" y="21"/>
                  </a:lnTo>
                  <a:lnTo>
                    <a:pt x="16" y="22"/>
                  </a:lnTo>
                  <a:lnTo>
                    <a:pt x="15" y="22"/>
                  </a:lnTo>
                  <a:lnTo>
                    <a:pt x="14" y="22"/>
                  </a:lnTo>
                  <a:lnTo>
                    <a:pt x="12" y="22"/>
                  </a:lnTo>
                  <a:lnTo>
                    <a:pt x="11" y="22"/>
                  </a:lnTo>
                  <a:lnTo>
                    <a:pt x="9" y="22"/>
                  </a:lnTo>
                  <a:lnTo>
                    <a:pt x="8" y="22"/>
                  </a:lnTo>
                  <a:lnTo>
                    <a:pt x="6" y="21"/>
                  </a:lnTo>
                  <a:lnTo>
                    <a:pt x="5" y="20"/>
                  </a:lnTo>
                  <a:lnTo>
                    <a:pt x="4" y="19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1" y="17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3" y="7"/>
                  </a:lnTo>
                  <a:lnTo>
                    <a:pt x="2" y="8"/>
                  </a:lnTo>
                  <a:lnTo>
                    <a:pt x="5" y="6"/>
                  </a:lnTo>
                  <a:lnTo>
                    <a:pt x="9" y="5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32" name="Austria">
              <a:extLst>
                <a:ext uri="{FF2B5EF4-FFF2-40B4-BE49-F238E27FC236}">
                  <a16:creationId xmlns:a16="http://schemas.microsoft.com/office/drawing/2014/main" id="{DEF0F1C2-36EF-1542-9DEE-F78B63E83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808" y="3362742"/>
              <a:ext cx="158483" cy="70893"/>
            </a:xfrm>
            <a:custGeom>
              <a:avLst/>
              <a:gdLst>
                <a:gd name="T0" fmla="*/ 2147483647 w 71"/>
                <a:gd name="T1" fmla="*/ 2147483647 h 29"/>
                <a:gd name="T2" fmla="*/ 2147483647 w 71"/>
                <a:gd name="T3" fmla="*/ 2147483647 h 29"/>
                <a:gd name="T4" fmla="*/ 2147483647 w 71"/>
                <a:gd name="T5" fmla="*/ 2147483647 h 29"/>
                <a:gd name="T6" fmla="*/ 2147483647 w 71"/>
                <a:gd name="T7" fmla="*/ 2147483647 h 29"/>
                <a:gd name="T8" fmla="*/ 2147483647 w 71"/>
                <a:gd name="T9" fmla="*/ 2147483647 h 29"/>
                <a:gd name="T10" fmla="*/ 2147483647 w 71"/>
                <a:gd name="T11" fmla="*/ 2147483647 h 29"/>
                <a:gd name="T12" fmla="*/ 2147483647 w 71"/>
                <a:gd name="T13" fmla="*/ 2147483647 h 29"/>
                <a:gd name="T14" fmla="*/ 2147483647 w 71"/>
                <a:gd name="T15" fmla="*/ 2147483647 h 29"/>
                <a:gd name="T16" fmla="*/ 2147483647 w 71"/>
                <a:gd name="T17" fmla="*/ 2147483647 h 29"/>
                <a:gd name="T18" fmla="*/ 2147483647 w 71"/>
                <a:gd name="T19" fmla="*/ 2147483647 h 29"/>
                <a:gd name="T20" fmla="*/ 2147483647 w 71"/>
                <a:gd name="T21" fmla="*/ 2147483647 h 29"/>
                <a:gd name="T22" fmla="*/ 2147483647 w 71"/>
                <a:gd name="T23" fmla="*/ 2147483647 h 29"/>
                <a:gd name="T24" fmla="*/ 2147483647 w 71"/>
                <a:gd name="T25" fmla="*/ 2147483647 h 29"/>
                <a:gd name="T26" fmla="*/ 2147483647 w 71"/>
                <a:gd name="T27" fmla="*/ 2147483647 h 29"/>
                <a:gd name="T28" fmla="*/ 2147483647 w 71"/>
                <a:gd name="T29" fmla="*/ 2147483647 h 29"/>
                <a:gd name="T30" fmla="*/ 2147483647 w 71"/>
                <a:gd name="T31" fmla="*/ 2147483647 h 29"/>
                <a:gd name="T32" fmla="*/ 2147483647 w 71"/>
                <a:gd name="T33" fmla="*/ 2147483647 h 29"/>
                <a:gd name="T34" fmla="*/ 2147483647 w 71"/>
                <a:gd name="T35" fmla="*/ 2147483647 h 29"/>
                <a:gd name="T36" fmla="*/ 2147483647 w 71"/>
                <a:gd name="T37" fmla="*/ 2147483647 h 29"/>
                <a:gd name="T38" fmla="*/ 2147483647 w 71"/>
                <a:gd name="T39" fmla="*/ 2147483647 h 29"/>
                <a:gd name="T40" fmla="*/ 2147483647 w 71"/>
                <a:gd name="T41" fmla="*/ 2147483647 h 29"/>
                <a:gd name="T42" fmla="*/ 2147483647 w 71"/>
                <a:gd name="T43" fmla="*/ 2147483647 h 29"/>
                <a:gd name="T44" fmla="*/ 2147483647 w 71"/>
                <a:gd name="T45" fmla="*/ 2147483647 h 29"/>
                <a:gd name="T46" fmla="*/ 2147483647 w 71"/>
                <a:gd name="T47" fmla="*/ 0 h 29"/>
                <a:gd name="T48" fmla="*/ 2147483647 w 71"/>
                <a:gd name="T49" fmla="*/ 0 h 29"/>
                <a:gd name="T50" fmla="*/ 2147483647 w 71"/>
                <a:gd name="T51" fmla="*/ 0 h 29"/>
                <a:gd name="T52" fmla="*/ 2147483647 w 71"/>
                <a:gd name="T53" fmla="*/ 2147483647 h 29"/>
                <a:gd name="T54" fmla="*/ 2147483647 w 71"/>
                <a:gd name="T55" fmla="*/ 2147483647 h 29"/>
                <a:gd name="T56" fmla="*/ 2147483647 w 71"/>
                <a:gd name="T57" fmla="*/ 2147483647 h 29"/>
                <a:gd name="T58" fmla="*/ 2147483647 w 71"/>
                <a:gd name="T59" fmla="*/ 2147483647 h 29"/>
                <a:gd name="T60" fmla="*/ 2147483647 w 71"/>
                <a:gd name="T61" fmla="*/ 2147483647 h 29"/>
                <a:gd name="T62" fmla="*/ 2147483647 w 71"/>
                <a:gd name="T63" fmla="*/ 2147483647 h 29"/>
                <a:gd name="T64" fmla="*/ 2147483647 w 71"/>
                <a:gd name="T65" fmla="*/ 2147483647 h 29"/>
                <a:gd name="T66" fmla="*/ 2147483647 w 71"/>
                <a:gd name="T67" fmla="*/ 2147483647 h 29"/>
                <a:gd name="T68" fmla="*/ 2147483647 w 71"/>
                <a:gd name="T69" fmla="*/ 2147483647 h 29"/>
                <a:gd name="T70" fmla="*/ 2147483647 w 71"/>
                <a:gd name="T71" fmla="*/ 2147483647 h 29"/>
                <a:gd name="T72" fmla="*/ 2147483647 w 71"/>
                <a:gd name="T73" fmla="*/ 2147483647 h 29"/>
                <a:gd name="T74" fmla="*/ 2147483647 w 71"/>
                <a:gd name="T75" fmla="*/ 2147483647 h 29"/>
                <a:gd name="T76" fmla="*/ 2147483647 w 71"/>
                <a:gd name="T77" fmla="*/ 2147483647 h 29"/>
                <a:gd name="T78" fmla="*/ 2147483647 w 71"/>
                <a:gd name="T79" fmla="*/ 2147483647 h 29"/>
                <a:gd name="T80" fmla="*/ 2147483647 w 71"/>
                <a:gd name="T81" fmla="*/ 2147483647 h 29"/>
                <a:gd name="T82" fmla="*/ 2147483647 w 71"/>
                <a:gd name="T83" fmla="*/ 2147483647 h 29"/>
                <a:gd name="T84" fmla="*/ 2147483647 w 71"/>
                <a:gd name="T85" fmla="*/ 2147483647 h 29"/>
                <a:gd name="T86" fmla="*/ 2147483647 w 71"/>
                <a:gd name="T87" fmla="*/ 2147483647 h 29"/>
                <a:gd name="T88" fmla="*/ 2147483647 w 71"/>
                <a:gd name="T89" fmla="*/ 2147483647 h 29"/>
                <a:gd name="T90" fmla="*/ 2147483647 w 71"/>
                <a:gd name="T91" fmla="*/ 2147483647 h 29"/>
                <a:gd name="T92" fmla="*/ 2147483647 w 71"/>
                <a:gd name="T93" fmla="*/ 2147483647 h 29"/>
                <a:gd name="T94" fmla="*/ 2147483647 w 71"/>
                <a:gd name="T95" fmla="*/ 2147483647 h 29"/>
                <a:gd name="T96" fmla="*/ 2147483647 w 71"/>
                <a:gd name="T97" fmla="*/ 2147483647 h 29"/>
                <a:gd name="T98" fmla="*/ 2147483647 w 71"/>
                <a:gd name="T99" fmla="*/ 2147483647 h 29"/>
                <a:gd name="T100" fmla="*/ 2147483647 w 71"/>
                <a:gd name="T101" fmla="*/ 2147483647 h 29"/>
                <a:gd name="T102" fmla="*/ 2147483647 w 71"/>
                <a:gd name="T103" fmla="*/ 2147483647 h 29"/>
                <a:gd name="T104" fmla="*/ 2147483647 w 71"/>
                <a:gd name="T105" fmla="*/ 2147483647 h 29"/>
                <a:gd name="T106" fmla="*/ 2147483647 w 71"/>
                <a:gd name="T107" fmla="*/ 2147483647 h 29"/>
                <a:gd name="T108" fmla="*/ 2147483647 w 71"/>
                <a:gd name="T109" fmla="*/ 2147483647 h 29"/>
                <a:gd name="T110" fmla="*/ 2147483647 w 71"/>
                <a:gd name="T111" fmla="*/ 2147483647 h 29"/>
                <a:gd name="T112" fmla="*/ 2147483647 w 71"/>
                <a:gd name="T113" fmla="*/ 2147483647 h 29"/>
                <a:gd name="T114" fmla="*/ 2147483647 w 71"/>
                <a:gd name="T115" fmla="*/ 2147483647 h 29"/>
                <a:gd name="T116" fmla="*/ 2147483647 w 71"/>
                <a:gd name="T117" fmla="*/ 2147483647 h 29"/>
                <a:gd name="T118" fmla="*/ 2147483647 w 71"/>
                <a:gd name="T119" fmla="*/ 2147483647 h 2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71"/>
                <a:gd name="T181" fmla="*/ 0 h 29"/>
                <a:gd name="T182" fmla="*/ 71 w 71"/>
                <a:gd name="T183" fmla="*/ 29 h 29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71" h="29">
                  <a:moveTo>
                    <a:pt x="8" y="24"/>
                  </a:moveTo>
                  <a:lnTo>
                    <a:pt x="7" y="24"/>
                  </a:lnTo>
                  <a:lnTo>
                    <a:pt x="6" y="25"/>
                  </a:lnTo>
                  <a:lnTo>
                    <a:pt x="5" y="23"/>
                  </a:lnTo>
                  <a:lnTo>
                    <a:pt x="3" y="22"/>
                  </a:lnTo>
                  <a:lnTo>
                    <a:pt x="0" y="18"/>
                  </a:lnTo>
                  <a:lnTo>
                    <a:pt x="2" y="17"/>
                  </a:lnTo>
                  <a:lnTo>
                    <a:pt x="3" y="17"/>
                  </a:lnTo>
                  <a:lnTo>
                    <a:pt x="5" y="17"/>
                  </a:lnTo>
                  <a:lnTo>
                    <a:pt x="5" y="18"/>
                  </a:lnTo>
                  <a:lnTo>
                    <a:pt x="7" y="19"/>
                  </a:lnTo>
                  <a:lnTo>
                    <a:pt x="8" y="19"/>
                  </a:lnTo>
                  <a:lnTo>
                    <a:pt x="9" y="18"/>
                  </a:lnTo>
                  <a:lnTo>
                    <a:pt x="10" y="17"/>
                  </a:lnTo>
                  <a:lnTo>
                    <a:pt x="12" y="17"/>
                  </a:lnTo>
                  <a:lnTo>
                    <a:pt x="14" y="18"/>
                  </a:lnTo>
                  <a:lnTo>
                    <a:pt x="16" y="18"/>
                  </a:lnTo>
                  <a:lnTo>
                    <a:pt x="18" y="17"/>
                  </a:lnTo>
                  <a:lnTo>
                    <a:pt x="19" y="16"/>
                  </a:lnTo>
                  <a:lnTo>
                    <a:pt x="21" y="16"/>
                  </a:lnTo>
                  <a:lnTo>
                    <a:pt x="23" y="16"/>
                  </a:lnTo>
                  <a:lnTo>
                    <a:pt x="25" y="16"/>
                  </a:lnTo>
                  <a:lnTo>
                    <a:pt x="26" y="15"/>
                  </a:lnTo>
                  <a:lnTo>
                    <a:pt x="28" y="15"/>
                  </a:lnTo>
                  <a:lnTo>
                    <a:pt x="29" y="15"/>
                  </a:lnTo>
                  <a:lnTo>
                    <a:pt x="30" y="15"/>
                  </a:lnTo>
                  <a:lnTo>
                    <a:pt x="31" y="17"/>
                  </a:lnTo>
                  <a:lnTo>
                    <a:pt x="32" y="16"/>
                  </a:lnTo>
                  <a:lnTo>
                    <a:pt x="32" y="15"/>
                  </a:lnTo>
                  <a:lnTo>
                    <a:pt x="31" y="13"/>
                  </a:lnTo>
                  <a:lnTo>
                    <a:pt x="31" y="10"/>
                  </a:lnTo>
                  <a:lnTo>
                    <a:pt x="32" y="9"/>
                  </a:lnTo>
                  <a:lnTo>
                    <a:pt x="34" y="8"/>
                  </a:lnTo>
                  <a:lnTo>
                    <a:pt x="35" y="7"/>
                  </a:lnTo>
                  <a:lnTo>
                    <a:pt x="36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39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8" y="4"/>
                  </a:lnTo>
                  <a:lnTo>
                    <a:pt x="50" y="2"/>
                  </a:lnTo>
                  <a:lnTo>
                    <a:pt x="51" y="1"/>
                  </a:lnTo>
                  <a:lnTo>
                    <a:pt x="52" y="0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6" y="0"/>
                  </a:lnTo>
                  <a:lnTo>
                    <a:pt x="57" y="0"/>
                  </a:lnTo>
                  <a:lnTo>
                    <a:pt x="59" y="1"/>
                  </a:lnTo>
                  <a:lnTo>
                    <a:pt x="61" y="2"/>
                  </a:lnTo>
                  <a:lnTo>
                    <a:pt x="64" y="2"/>
                  </a:lnTo>
                  <a:lnTo>
                    <a:pt x="67" y="2"/>
                  </a:lnTo>
                  <a:lnTo>
                    <a:pt x="68" y="3"/>
                  </a:lnTo>
                  <a:lnTo>
                    <a:pt x="68" y="5"/>
                  </a:lnTo>
                  <a:lnTo>
                    <a:pt x="69" y="9"/>
                  </a:lnTo>
                  <a:lnTo>
                    <a:pt x="71" y="10"/>
                  </a:lnTo>
                  <a:lnTo>
                    <a:pt x="71" y="11"/>
                  </a:lnTo>
                  <a:lnTo>
                    <a:pt x="71" y="12"/>
                  </a:lnTo>
                  <a:lnTo>
                    <a:pt x="71" y="13"/>
                  </a:lnTo>
                  <a:lnTo>
                    <a:pt x="70" y="15"/>
                  </a:lnTo>
                  <a:lnTo>
                    <a:pt x="67" y="15"/>
                  </a:lnTo>
                  <a:lnTo>
                    <a:pt x="65" y="15"/>
                  </a:lnTo>
                  <a:lnTo>
                    <a:pt x="65" y="16"/>
                  </a:lnTo>
                  <a:lnTo>
                    <a:pt x="66" y="17"/>
                  </a:lnTo>
                  <a:lnTo>
                    <a:pt x="65" y="19"/>
                  </a:lnTo>
                  <a:lnTo>
                    <a:pt x="64" y="20"/>
                  </a:lnTo>
                  <a:lnTo>
                    <a:pt x="64" y="21"/>
                  </a:lnTo>
                  <a:lnTo>
                    <a:pt x="64" y="23"/>
                  </a:lnTo>
                  <a:lnTo>
                    <a:pt x="63" y="23"/>
                  </a:lnTo>
                  <a:lnTo>
                    <a:pt x="61" y="24"/>
                  </a:lnTo>
                  <a:lnTo>
                    <a:pt x="61" y="25"/>
                  </a:lnTo>
                  <a:lnTo>
                    <a:pt x="59" y="25"/>
                  </a:lnTo>
                  <a:lnTo>
                    <a:pt x="59" y="26"/>
                  </a:lnTo>
                  <a:lnTo>
                    <a:pt x="58" y="26"/>
                  </a:lnTo>
                  <a:lnTo>
                    <a:pt x="57" y="26"/>
                  </a:lnTo>
                  <a:lnTo>
                    <a:pt x="56" y="26"/>
                  </a:lnTo>
                  <a:lnTo>
                    <a:pt x="55" y="27"/>
                  </a:lnTo>
                  <a:lnTo>
                    <a:pt x="54" y="27"/>
                  </a:lnTo>
                  <a:lnTo>
                    <a:pt x="53" y="27"/>
                  </a:lnTo>
                  <a:lnTo>
                    <a:pt x="51" y="27"/>
                  </a:lnTo>
                  <a:lnTo>
                    <a:pt x="49" y="27"/>
                  </a:lnTo>
                  <a:lnTo>
                    <a:pt x="48" y="28"/>
                  </a:lnTo>
                  <a:lnTo>
                    <a:pt x="48" y="29"/>
                  </a:lnTo>
                  <a:lnTo>
                    <a:pt x="47" y="29"/>
                  </a:lnTo>
                  <a:lnTo>
                    <a:pt x="46" y="29"/>
                  </a:lnTo>
                  <a:lnTo>
                    <a:pt x="45" y="29"/>
                  </a:lnTo>
                  <a:lnTo>
                    <a:pt x="44" y="29"/>
                  </a:lnTo>
                  <a:lnTo>
                    <a:pt x="43" y="29"/>
                  </a:lnTo>
                  <a:lnTo>
                    <a:pt x="41" y="29"/>
                  </a:lnTo>
                  <a:lnTo>
                    <a:pt x="40" y="29"/>
                  </a:lnTo>
                  <a:lnTo>
                    <a:pt x="39" y="29"/>
                  </a:lnTo>
                  <a:lnTo>
                    <a:pt x="37" y="29"/>
                  </a:lnTo>
                  <a:lnTo>
                    <a:pt x="36" y="29"/>
                  </a:lnTo>
                  <a:lnTo>
                    <a:pt x="35" y="28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0" y="28"/>
                  </a:lnTo>
                  <a:lnTo>
                    <a:pt x="28" y="27"/>
                  </a:lnTo>
                  <a:lnTo>
                    <a:pt x="27" y="27"/>
                  </a:lnTo>
                  <a:lnTo>
                    <a:pt x="26" y="26"/>
                  </a:lnTo>
                  <a:lnTo>
                    <a:pt x="25" y="26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4" y="22"/>
                  </a:lnTo>
                  <a:lnTo>
                    <a:pt x="23" y="22"/>
                  </a:lnTo>
                  <a:lnTo>
                    <a:pt x="22" y="23"/>
                  </a:lnTo>
                  <a:lnTo>
                    <a:pt x="21" y="23"/>
                  </a:lnTo>
                  <a:lnTo>
                    <a:pt x="19" y="23"/>
                  </a:lnTo>
                  <a:lnTo>
                    <a:pt x="17" y="23"/>
                  </a:lnTo>
                  <a:lnTo>
                    <a:pt x="16" y="24"/>
                  </a:lnTo>
                  <a:lnTo>
                    <a:pt x="15" y="24"/>
                  </a:lnTo>
                  <a:lnTo>
                    <a:pt x="14" y="25"/>
                  </a:lnTo>
                  <a:lnTo>
                    <a:pt x="13" y="25"/>
                  </a:lnTo>
                  <a:lnTo>
                    <a:pt x="11" y="25"/>
                  </a:lnTo>
                  <a:lnTo>
                    <a:pt x="10" y="25"/>
                  </a:lnTo>
                  <a:lnTo>
                    <a:pt x="9" y="25"/>
                  </a:lnTo>
                  <a:lnTo>
                    <a:pt x="8" y="24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33" name="Liechtenstein">
              <a:extLst>
                <a:ext uri="{FF2B5EF4-FFF2-40B4-BE49-F238E27FC236}">
                  <a16:creationId xmlns:a16="http://schemas.microsoft.com/office/drawing/2014/main" id="{6977A903-DC1E-7244-AFBE-318CA3C84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808" y="3406746"/>
              <a:ext cx="13393" cy="17112"/>
            </a:xfrm>
            <a:custGeom>
              <a:avLst/>
              <a:gdLst>
                <a:gd name="T0" fmla="*/ 2147483647 w 6"/>
                <a:gd name="T1" fmla="*/ 2147483647 h 7"/>
                <a:gd name="T2" fmla="*/ 2147483647 w 6"/>
                <a:gd name="T3" fmla="*/ 2147483647 h 7"/>
                <a:gd name="T4" fmla="*/ 2147483647 w 6"/>
                <a:gd name="T5" fmla="*/ 2147483647 h 7"/>
                <a:gd name="T6" fmla="*/ 2147483647 w 6"/>
                <a:gd name="T7" fmla="*/ 2147483647 h 7"/>
                <a:gd name="T8" fmla="*/ 2147483647 w 6"/>
                <a:gd name="T9" fmla="*/ 2147483647 h 7"/>
                <a:gd name="T10" fmla="*/ 0 w 6"/>
                <a:gd name="T11" fmla="*/ 2147483647 h 7"/>
                <a:gd name="T12" fmla="*/ 2147483647 w 6"/>
                <a:gd name="T13" fmla="*/ 2147483647 h 7"/>
                <a:gd name="T14" fmla="*/ 2147483647 w 6"/>
                <a:gd name="T15" fmla="*/ 2147483647 h 7"/>
                <a:gd name="T16" fmla="*/ 0 w 6"/>
                <a:gd name="T17" fmla="*/ 0 h 7"/>
                <a:gd name="T18" fmla="*/ 0 w 6"/>
                <a:gd name="T19" fmla="*/ 0 h 7"/>
                <a:gd name="T20" fmla="*/ 2147483647 w 6"/>
                <a:gd name="T21" fmla="*/ 2147483647 h 7"/>
                <a:gd name="T22" fmla="*/ 2147483647 w 6"/>
                <a:gd name="T23" fmla="*/ 2147483647 h 7"/>
                <a:gd name="T24" fmla="*/ 2147483647 w 6"/>
                <a:gd name="T25" fmla="*/ 2147483647 h 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"/>
                <a:gd name="T40" fmla="*/ 0 h 7"/>
                <a:gd name="T41" fmla="*/ 6 w 6"/>
                <a:gd name="T42" fmla="*/ 7 h 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" h="7">
                  <a:moveTo>
                    <a:pt x="6" y="7"/>
                  </a:moveTo>
                  <a:lnTo>
                    <a:pt x="4" y="6"/>
                  </a:lnTo>
                  <a:lnTo>
                    <a:pt x="3" y="6"/>
                  </a:lnTo>
                  <a:lnTo>
                    <a:pt x="2" y="5"/>
                  </a:lnTo>
                  <a:lnTo>
                    <a:pt x="1" y="4"/>
                  </a:lnTo>
                  <a:lnTo>
                    <a:pt x="0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3" y="4"/>
                  </a:lnTo>
                  <a:lnTo>
                    <a:pt x="5" y="5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34" name="Albania">
              <a:extLst>
                <a:ext uri="{FF2B5EF4-FFF2-40B4-BE49-F238E27FC236}">
                  <a16:creationId xmlns:a16="http://schemas.microsoft.com/office/drawing/2014/main" id="{A474B716-4999-614B-89BD-65046914E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5934" y="3543641"/>
              <a:ext cx="35714" cy="80671"/>
            </a:xfrm>
            <a:custGeom>
              <a:avLst/>
              <a:gdLst>
                <a:gd name="T0" fmla="*/ 2147483647 w 16"/>
                <a:gd name="T1" fmla="*/ 2147483647 h 33"/>
                <a:gd name="T2" fmla="*/ 2147483647 w 16"/>
                <a:gd name="T3" fmla="*/ 2147483647 h 33"/>
                <a:gd name="T4" fmla="*/ 2147483647 w 16"/>
                <a:gd name="T5" fmla="*/ 2147483647 h 33"/>
                <a:gd name="T6" fmla="*/ 2147483647 w 16"/>
                <a:gd name="T7" fmla="*/ 2147483647 h 33"/>
                <a:gd name="T8" fmla="*/ 2147483647 w 16"/>
                <a:gd name="T9" fmla="*/ 2147483647 h 33"/>
                <a:gd name="T10" fmla="*/ 2147483647 w 16"/>
                <a:gd name="T11" fmla="*/ 2147483647 h 33"/>
                <a:gd name="T12" fmla="*/ 2147483647 w 16"/>
                <a:gd name="T13" fmla="*/ 2147483647 h 33"/>
                <a:gd name="T14" fmla="*/ 2147483647 w 16"/>
                <a:gd name="T15" fmla="*/ 2147483647 h 33"/>
                <a:gd name="T16" fmla="*/ 2147483647 w 16"/>
                <a:gd name="T17" fmla="*/ 2147483647 h 33"/>
                <a:gd name="T18" fmla="*/ 2147483647 w 16"/>
                <a:gd name="T19" fmla="*/ 2147483647 h 33"/>
                <a:gd name="T20" fmla="*/ 2147483647 w 16"/>
                <a:gd name="T21" fmla="*/ 0 h 33"/>
                <a:gd name="T22" fmla="*/ 2147483647 w 16"/>
                <a:gd name="T23" fmla="*/ 0 h 33"/>
                <a:gd name="T24" fmla="*/ 2147483647 w 16"/>
                <a:gd name="T25" fmla="*/ 2147483647 h 33"/>
                <a:gd name="T26" fmla="*/ 2147483647 w 16"/>
                <a:gd name="T27" fmla="*/ 2147483647 h 33"/>
                <a:gd name="T28" fmla="*/ 2147483647 w 16"/>
                <a:gd name="T29" fmla="*/ 2147483647 h 33"/>
                <a:gd name="T30" fmla="*/ 2147483647 w 16"/>
                <a:gd name="T31" fmla="*/ 2147483647 h 33"/>
                <a:gd name="T32" fmla="*/ 0 w 16"/>
                <a:gd name="T33" fmla="*/ 2147483647 h 33"/>
                <a:gd name="T34" fmla="*/ 2147483647 w 16"/>
                <a:gd name="T35" fmla="*/ 2147483647 h 33"/>
                <a:gd name="T36" fmla="*/ 2147483647 w 16"/>
                <a:gd name="T37" fmla="*/ 2147483647 h 33"/>
                <a:gd name="T38" fmla="*/ 2147483647 w 16"/>
                <a:gd name="T39" fmla="*/ 2147483647 h 33"/>
                <a:gd name="T40" fmla="*/ 2147483647 w 16"/>
                <a:gd name="T41" fmla="*/ 2147483647 h 33"/>
                <a:gd name="T42" fmla="*/ 2147483647 w 16"/>
                <a:gd name="T43" fmla="*/ 2147483647 h 33"/>
                <a:gd name="T44" fmla="*/ 2147483647 w 16"/>
                <a:gd name="T45" fmla="*/ 2147483647 h 33"/>
                <a:gd name="T46" fmla="*/ 2147483647 w 16"/>
                <a:gd name="T47" fmla="*/ 2147483647 h 33"/>
                <a:gd name="T48" fmla="*/ 2147483647 w 16"/>
                <a:gd name="T49" fmla="*/ 2147483647 h 33"/>
                <a:gd name="T50" fmla="*/ 2147483647 w 16"/>
                <a:gd name="T51" fmla="*/ 2147483647 h 33"/>
                <a:gd name="T52" fmla="*/ 0 w 16"/>
                <a:gd name="T53" fmla="*/ 2147483647 h 33"/>
                <a:gd name="T54" fmla="*/ 2147483647 w 16"/>
                <a:gd name="T55" fmla="*/ 2147483647 h 33"/>
                <a:gd name="T56" fmla="*/ 2147483647 w 16"/>
                <a:gd name="T57" fmla="*/ 2147483647 h 33"/>
                <a:gd name="T58" fmla="*/ 0 w 16"/>
                <a:gd name="T59" fmla="*/ 2147483647 h 33"/>
                <a:gd name="T60" fmla="*/ 2147483647 w 16"/>
                <a:gd name="T61" fmla="*/ 2147483647 h 33"/>
                <a:gd name="T62" fmla="*/ 2147483647 w 16"/>
                <a:gd name="T63" fmla="*/ 2147483647 h 33"/>
                <a:gd name="T64" fmla="*/ 2147483647 w 16"/>
                <a:gd name="T65" fmla="*/ 2147483647 h 33"/>
                <a:gd name="T66" fmla="*/ 2147483647 w 16"/>
                <a:gd name="T67" fmla="*/ 2147483647 h 33"/>
                <a:gd name="T68" fmla="*/ 2147483647 w 16"/>
                <a:gd name="T69" fmla="*/ 2147483647 h 33"/>
                <a:gd name="T70" fmla="*/ 2147483647 w 16"/>
                <a:gd name="T71" fmla="*/ 2147483647 h 33"/>
                <a:gd name="T72" fmla="*/ 2147483647 w 16"/>
                <a:gd name="T73" fmla="*/ 2147483647 h 33"/>
                <a:gd name="T74" fmla="*/ 2147483647 w 16"/>
                <a:gd name="T75" fmla="*/ 2147483647 h 33"/>
                <a:gd name="T76" fmla="*/ 2147483647 w 16"/>
                <a:gd name="T77" fmla="*/ 2147483647 h 33"/>
                <a:gd name="T78" fmla="*/ 2147483647 w 16"/>
                <a:gd name="T79" fmla="*/ 2147483647 h 33"/>
                <a:gd name="T80" fmla="*/ 2147483647 w 16"/>
                <a:gd name="T81" fmla="*/ 2147483647 h 33"/>
                <a:gd name="T82" fmla="*/ 2147483647 w 16"/>
                <a:gd name="T83" fmla="*/ 2147483647 h 33"/>
                <a:gd name="T84" fmla="*/ 2147483647 w 16"/>
                <a:gd name="T85" fmla="*/ 2147483647 h 33"/>
                <a:gd name="T86" fmla="*/ 2147483647 w 16"/>
                <a:gd name="T87" fmla="*/ 2147483647 h 33"/>
                <a:gd name="T88" fmla="*/ 2147483647 w 16"/>
                <a:gd name="T89" fmla="*/ 2147483647 h 3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33"/>
                <a:gd name="T137" fmla="*/ 16 w 16"/>
                <a:gd name="T138" fmla="*/ 33 h 33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33">
                  <a:moveTo>
                    <a:pt x="16" y="20"/>
                  </a:moveTo>
                  <a:lnTo>
                    <a:pt x="15" y="19"/>
                  </a:lnTo>
                  <a:lnTo>
                    <a:pt x="13" y="17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9"/>
                  </a:lnTo>
                  <a:lnTo>
                    <a:pt x="12" y="6"/>
                  </a:lnTo>
                  <a:lnTo>
                    <a:pt x="10" y="4"/>
                  </a:lnTo>
                  <a:lnTo>
                    <a:pt x="9" y="3"/>
                  </a:lnTo>
                  <a:lnTo>
                    <a:pt x="8" y="1"/>
                  </a:lnTo>
                  <a:lnTo>
                    <a:pt x="7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0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1" y="13"/>
                  </a:lnTo>
                  <a:lnTo>
                    <a:pt x="1" y="14"/>
                  </a:lnTo>
                  <a:lnTo>
                    <a:pt x="1" y="15"/>
                  </a:lnTo>
                  <a:lnTo>
                    <a:pt x="2" y="16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0" y="21"/>
                  </a:lnTo>
                  <a:lnTo>
                    <a:pt x="1" y="23"/>
                  </a:lnTo>
                  <a:lnTo>
                    <a:pt x="1" y="25"/>
                  </a:lnTo>
                  <a:lnTo>
                    <a:pt x="0" y="25"/>
                  </a:lnTo>
                  <a:lnTo>
                    <a:pt x="1" y="26"/>
                  </a:lnTo>
                  <a:lnTo>
                    <a:pt x="2" y="28"/>
                  </a:lnTo>
                  <a:lnTo>
                    <a:pt x="5" y="29"/>
                  </a:lnTo>
                  <a:lnTo>
                    <a:pt x="6" y="31"/>
                  </a:lnTo>
                  <a:lnTo>
                    <a:pt x="6" y="32"/>
                  </a:lnTo>
                  <a:lnTo>
                    <a:pt x="8" y="33"/>
                  </a:lnTo>
                  <a:lnTo>
                    <a:pt x="10" y="32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6"/>
                  </a:lnTo>
                  <a:lnTo>
                    <a:pt x="16" y="24"/>
                  </a:lnTo>
                  <a:lnTo>
                    <a:pt x="16" y="22"/>
                  </a:lnTo>
                  <a:lnTo>
                    <a:pt x="16" y="20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35" name="Andorra">
              <a:extLst>
                <a:ext uri="{FF2B5EF4-FFF2-40B4-BE49-F238E27FC236}">
                  <a16:creationId xmlns:a16="http://schemas.microsoft.com/office/drawing/2014/main" id="{8EA87877-0E9D-B94A-8049-DFF78D329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5397" y="3543641"/>
              <a:ext cx="8928" cy="4888"/>
            </a:xfrm>
            <a:custGeom>
              <a:avLst/>
              <a:gdLst>
                <a:gd name="T0" fmla="*/ 2147483647 w 4"/>
                <a:gd name="T1" fmla="*/ 2147483647 h 2"/>
                <a:gd name="T2" fmla="*/ 2147483647 w 4"/>
                <a:gd name="T3" fmla="*/ 2147483647 h 2"/>
                <a:gd name="T4" fmla="*/ 2147483647 w 4"/>
                <a:gd name="T5" fmla="*/ 2147483647 h 2"/>
                <a:gd name="T6" fmla="*/ 2147483647 w 4"/>
                <a:gd name="T7" fmla="*/ 2147483647 h 2"/>
                <a:gd name="T8" fmla="*/ 2147483647 w 4"/>
                <a:gd name="T9" fmla="*/ 0 h 2"/>
                <a:gd name="T10" fmla="*/ 2147483647 w 4"/>
                <a:gd name="T11" fmla="*/ 0 h 2"/>
                <a:gd name="T12" fmla="*/ 0 w 4"/>
                <a:gd name="T13" fmla="*/ 0 h 2"/>
                <a:gd name="T14" fmla="*/ 2147483647 w 4"/>
                <a:gd name="T15" fmla="*/ 2147483647 h 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"/>
                <a:gd name="T25" fmla="*/ 0 h 2"/>
                <a:gd name="T26" fmla="*/ 4 w 4"/>
                <a:gd name="T27" fmla="*/ 2 h 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" h="2">
                  <a:moveTo>
                    <a:pt x="2" y="1"/>
                  </a:moveTo>
                  <a:lnTo>
                    <a:pt x="2" y="2"/>
                  </a:lnTo>
                  <a:lnTo>
                    <a:pt x="3" y="2"/>
                  </a:lnTo>
                  <a:lnTo>
                    <a:pt x="4" y="1"/>
                  </a:ln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36" name="Belgium">
              <a:extLst>
                <a:ext uri="{FF2B5EF4-FFF2-40B4-BE49-F238E27FC236}">
                  <a16:creationId xmlns:a16="http://schemas.microsoft.com/office/drawing/2014/main" id="{99600006-27CD-AB47-8BCE-59AC6E5A55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4414" y="3289406"/>
              <a:ext cx="71429" cy="58671"/>
            </a:xfrm>
            <a:custGeom>
              <a:avLst/>
              <a:gdLst>
                <a:gd name="T0" fmla="*/ 2147483647 w 32"/>
                <a:gd name="T1" fmla="*/ 2147483647 h 23"/>
                <a:gd name="T2" fmla="*/ 2147483647 w 32"/>
                <a:gd name="T3" fmla="*/ 2147483647 h 23"/>
                <a:gd name="T4" fmla="*/ 2147483647 w 32"/>
                <a:gd name="T5" fmla="*/ 2147483647 h 23"/>
                <a:gd name="T6" fmla="*/ 2147483647 w 32"/>
                <a:gd name="T7" fmla="*/ 2147483647 h 23"/>
                <a:gd name="T8" fmla="*/ 2147483647 w 32"/>
                <a:gd name="T9" fmla="*/ 2147483647 h 23"/>
                <a:gd name="T10" fmla="*/ 2147483647 w 32"/>
                <a:gd name="T11" fmla="*/ 2147483647 h 23"/>
                <a:gd name="T12" fmla="*/ 2147483647 w 32"/>
                <a:gd name="T13" fmla="*/ 2147483647 h 23"/>
                <a:gd name="T14" fmla="*/ 2147483647 w 32"/>
                <a:gd name="T15" fmla="*/ 2147483647 h 23"/>
                <a:gd name="T16" fmla="*/ 2147483647 w 32"/>
                <a:gd name="T17" fmla="*/ 2147483647 h 23"/>
                <a:gd name="T18" fmla="*/ 2147483647 w 32"/>
                <a:gd name="T19" fmla="*/ 2147483647 h 23"/>
                <a:gd name="T20" fmla="*/ 2147483647 w 32"/>
                <a:gd name="T21" fmla="*/ 2147483647 h 23"/>
                <a:gd name="T22" fmla="*/ 2147483647 w 32"/>
                <a:gd name="T23" fmla="*/ 2147483647 h 23"/>
                <a:gd name="T24" fmla="*/ 2147483647 w 32"/>
                <a:gd name="T25" fmla="*/ 2147483647 h 23"/>
                <a:gd name="T26" fmla="*/ 2147483647 w 32"/>
                <a:gd name="T27" fmla="*/ 2147483647 h 23"/>
                <a:gd name="T28" fmla="*/ 2147483647 w 32"/>
                <a:gd name="T29" fmla="*/ 2147483647 h 23"/>
                <a:gd name="T30" fmla="*/ 2147483647 w 32"/>
                <a:gd name="T31" fmla="*/ 2147483647 h 23"/>
                <a:gd name="T32" fmla="*/ 2147483647 w 32"/>
                <a:gd name="T33" fmla="*/ 2147483647 h 23"/>
                <a:gd name="T34" fmla="*/ 2147483647 w 32"/>
                <a:gd name="T35" fmla="*/ 2147483647 h 23"/>
                <a:gd name="T36" fmla="*/ 2147483647 w 32"/>
                <a:gd name="T37" fmla="*/ 2147483647 h 23"/>
                <a:gd name="T38" fmla="*/ 2147483647 w 32"/>
                <a:gd name="T39" fmla="*/ 2147483647 h 23"/>
                <a:gd name="T40" fmla="*/ 2147483647 w 32"/>
                <a:gd name="T41" fmla="*/ 2147483647 h 23"/>
                <a:gd name="T42" fmla="*/ 2147483647 w 32"/>
                <a:gd name="T43" fmla="*/ 2147483647 h 23"/>
                <a:gd name="T44" fmla="*/ 2147483647 w 32"/>
                <a:gd name="T45" fmla="*/ 2147483647 h 23"/>
                <a:gd name="T46" fmla="*/ 2147483647 w 32"/>
                <a:gd name="T47" fmla="*/ 2147483647 h 23"/>
                <a:gd name="T48" fmla="*/ 2147483647 w 32"/>
                <a:gd name="T49" fmla="*/ 2147483647 h 23"/>
                <a:gd name="T50" fmla="*/ 2147483647 w 32"/>
                <a:gd name="T51" fmla="*/ 2147483647 h 23"/>
                <a:gd name="T52" fmla="*/ 2147483647 w 32"/>
                <a:gd name="T53" fmla="*/ 2147483647 h 23"/>
                <a:gd name="T54" fmla="*/ 2147483647 w 32"/>
                <a:gd name="T55" fmla="*/ 2147483647 h 23"/>
                <a:gd name="T56" fmla="*/ 2147483647 w 32"/>
                <a:gd name="T57" fmla="*/ 2147483647 h 23"/>
                <a:gd name="T58" fmla="*/ 2147483647 w 32"/>
                <a:gd name="T59" fmla="*/ 2147483647 h 23"/>
                <a:gd name="T60" fmla="*/ 2147483647 w 32"/>
                <a:gd name="T61" fmla="*/ 2147483647 h 23"/>
                <a:gd name="T62" fmla="*/ 2147483647 w 32"/>
                <a:gd name="T63" fmla="*/ 2147483647 h 23"/>
                <a:gd name="T64" fmla="*/ 2147483647 w 32"/>
                <a:gd name="T65" fmla="*/ 2147483647 h 23"/>
                <a:gd name="T66" fmla="*/ 2147483647 w 32"/>
                <a:gd name="T67" fmla="*/ 2147483647 h 23"/>
                <a:gd name="T68" fmla="*/ 2147483647 w 32"/>
                <a:gd name="T69" fmla="*/ 2147483647 h 23"/>
                <a:gd name="T70" fmla="*/ 0 w 32"/>
                <a:gd name="T71" fmla="*/ 2147483647 h 23"/>
                <a:gd name="T72" fmla="*/ 0 w 32"/>
                <a:gd name="T73" fmla="*/ 2147483647 h 23"/>
                <a:gd name="T74" fmla="*/ 0 w 32"/>
                <a:gd name="T75" fmla="*/ 2147483647 h 23"/>
                <a:gd name="T76" fmla="*/ 2147483647 w 32"/>
                <a:gd name="T77" fmla="*/ 2147483647 h 23"/>
                <a:gd name="T78" fmla="*/ 2147483647 w 32"/>
                <a:gd name="T79" fmla="*/ 2147483647 h 23"/>
                <a:gd name="T80" fmla="*/ 2147483647 w 32"/>
                <a:gd name="T81" fmla="*/ 2147483647 h 23"/>
                <a:gd name="T82" fmla="*/ 2147483647 w 32"/>
                <a:gd name="T83" fmla="*/ 2147483647 h 23"/>
                <a:gd name="T84" fmla="*/ 2147483647 w 32"/>
                <a:gd name="T85" fmla="*/ 2147483647 h 23"/>
                <a:gd name="T86" fmla="*/ 2147483647 w 32"/>
                <a:gd name="T87" fmla="*/ 2147483647 h 23"/>
                <a:gd name="T88" fmla="*/ 2147483647 w 32"/>
                <a:gd name="T89" fmla="*/ 2147483647 h 23"/>
                <a:gd name="T90" fmla="*/ 2147483647 w 32"/>
                <a:gd name="T91" fmla="*/ 2147483647 h 23"/>
                <a:gd name="T92" fmla="*/ 2147483647 w 32"/>
                <a:gd name="T93" fmla="*/ 2147483647 h 23"/>
                <a:gd name="T94" fmla="*/ 2147483647 w 32"/>
                <a:gd name="T95" fmla="*/ 0 h 23"/>
                <a:gd name="T96" fmla="*/ 2147483647 w 32"/>
                <a:gd name="T97" fmla="*/ 0 h 23"/>
                <a:gd name="T98" fmla="*/ 2147483647 w 32"/>
                <a:gd name="T99" fmla="*/ 2147483647 h 23"/>
                <a:gd name="T100" fmla="*/ 2147483647 w 32"/>
                <a:gd name="T101" fmla="*/ 2147483647 h 23"/>
                <a:gd name="T102" fmla="*/ 2147483647 w 32"/>
                <a:gd name="T103" fmla="*/ 2147483647 h 23"/>
                <a:gd name="T104" fmla="*/ 2147483647 w 32"/>
                <a:gd name="T105" fmla="*/ 2147483647 h 23"/>
                <a:gd name="T106" fmla="*/ 2147483647 w 32"/>
                <a:gd name="T107" fmla="*/ 2147483647 h 23"/>
                <a:gd name="T108" fmla="*/ 2147483647 w 32"/>
                <a:gd name="T109" fmla="*/ 2147483647 h 23"/>
                <a:gd name="T110" fmla="*/ 2147483647 w 32"/>
                <a:gd name="T111" fmla="*/ 2147483647 h 23"/>
                <a:gd name="T112" fmla="*/ 2147483647 w 32"/>
                <a:gd name="T113" fmla="*/ 2147483647 h 23"/>
                <a:gd name="T114" fmla="*/ 2147483647 w 32"/>
                <a:gd name="T115" fmla="*/ 2147483647 h 23"/>
                <a:gd name="T116" fmla="*/ 2147483647 w 32"/>
                <a:gd name="T117" fmla="*/ 2147483647 h 23"/>
                <a:gd name="T118" fmla="*/ 2147483647 w 32"/>
                <a:gd name="T119" fmla="*/ 2147483647 h 23"/>
                <a:gd name="T120" fmla="*/ 2147483647 w 32"/>
                <a:gd name="T121" fmla="*/ 2147483647 h 2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2"/>
                <a:gd name="T184" fmla="*/ 0 h 23"/>
                <a:gd name="T185" fmla="*/ 32 w 32"/>
                <a:gd name="T186" fmla="*/ 23 h 2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2" h="23">
                  <a:moveTo>
                    <a:pt x="31" y="9"/>
                  </a:moveTo>
                  <a:lnTo>
                    <a:pt x="31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2" y="13"/>
                  </a:lnTo>
                  <a:lnTo>
                    <a:pt x="30" y="16"/>
                  </a:lnTo>
                  <a:lnTo>
                    <a:pt x="29" y="16"/>
                  </a:lnTo>
                  <a:lnTo>
                    <a:pt x="27" y="17"/>
                  </a:lnTo>
                  <a:lnTo>
                    <a:pt x="26" y="19"/>
                  </a:lnTo>
                  <a:lnTo>
                    <a:pt x="27" y="20"/>
                  </a:lnTo>
                  <a:lnTo>
                    <a:pt x="27" y="22"/>
                  </a:lnTo>
                  <a:lnTo>
                    <a:pt x="26" y="23"/>
                  </a:lnTo>
                  <a:lnTo>
                    <a:pt x="24" y="22"/>
                  </a:lnTo>
                  <a:lnTo>
                    <a:pt x="23" y="21"/>
                  </a:lnTo>
                  <a:lnTo>
                    <a:pt x="21" y="21"/>
                  </a:lnTo>
                  <a:lnTo>
                    <a:pt x="21" y="20"/>
                  </a:lnTo>
                  <a:lnTo>
                    <a:pt x="20" y="19"/>
                  </a:lnTo>
                  <a:lnTo>
                    <a:pt x="20" y="17"/>
                  </a:lnTo>
                  <a:lnTo>
                    <a:pt x="20" y="16"/>
                  </a:lnTo>
                  <a:lnTo>
                    <a:pt x="19" y="16"/>
                  </a:lnTo>
                  <a:lnTo>
                    <a:pt x="18" y="17"/>
                  </a:lnTo>
                  <a:lnTo>
                    <a:pt x="17" y="18"/>
                  </a:lnTo>
                  <a:lnTo>
                    <a:pt x="16" y="18"/>
                  </a:lnTo>
                  <a:lnTo>
                    <a:pt x="14" y="18"/>
                  </a:lnTo>
                  <a:lnTo>
                    <a:pt x="14" y="15"/>
                  </a:lnTo>
                  <a:lnTo>
                    <a:pt x="13" y="14"/>
                  </a:lnTo>
                  <a:lnTo>
                    <a:pt x="12" y="13"/>
                  </a:lnTo>
                  <a:lnTo>
                    <a:pt x="10" y="13"/>
                  </a:lnTo>
                  <a:lnTo>
                    <a:pt x="9" y="12"/>
                  </a:lnTo>
                  <a:lnTo>
                    <a:pt x="8" y="12"/>
                  </a:lnTo>
                  <a:lnTo>
                    <a:pt x="6" y="11"/>
                  </a:lnTo>
                  <a:lnTo>
                    <a:pt x="5" y="10"/>
                  </a:lnTo>
                  <a:lnTo>
                    <a:pt x="5" y="9"/>
                  </a:lnTo>
                  <a:lnTo>
                    <a:pt x="3" y="9"/>
                  </a:lnTo>
                  <a:lnTo>
                    <a:pt x="1" y="8"/>
                  </a:lnTo>
                  <a:lnTo>
                    <a:pt x="0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2" y="3"/>
                  </a:lnTo>
                  <a:lnTo>
                    <a:pt x="4" y="2"/>
                  </a:lnTo>
                  <a:lnTo>
                    <a:pt x="6" y="1"/>
                  </a:lnTo>
                  <a:lnTo>
                    <a:pt x="7" y="1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2" y="2"/>
                  </a:lnTo>
                  <a:lnTo>
                    <a:pt x="23" y="2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6" y="6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30" y="9"/>
                  </a:lnTo>
                  <a:lnTo>
                    <a:pt x="31" y="9"/>
                  </a:lnTo>
                  <a:close/>
                </a:path>
              </a:pathLst>
            </a:custGeom>
            <a:solidFill>
              <a:srgbClr val="06A8F5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37" name="Bosnia_and_Herzegovina">
              <a:extLst>
                <a:ext uri="{FF2B5EF4-FFF2-40B4-BE49-F238E27FC236}">
                  <a16:creationId xmlns:a16="http://schemas.microsoft.com/office/drawing/2014/main" id="{F06448D6-1393-D54D-BF23-530D5FAF1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2272" y="3467860"/>
              <a:ext cx="80357" cy="75783"/>
            </a:xfrm>
            <a:custGeom>
              <a:avLst/>
              <a:gdLst>
                <a:gd name="T0" fmla="*/ 2147483647 w 36"/>
                <a:gd name="T1" fmla="*/ 2147483647 h 31"/>
                <a:gd name="T2" fmla="*/ 2147483647 w 36"/>
                <a:gd name="T3" fmla="*/ 2147483647 h 31"/>
                <a:gd name="T4" fmla="*/ 2147483647 w 36"/>
                <a:gd name="T5" fmla="*/ 2147483647 h 31"/>
                <a:gd name="T6" fmla="*/ 2147483647 w 36"/>
                <a:gd name="T7" fmla="*/ 2147483647 h 31"/>
                <a:gd name="T8" fmla="*/ 2147483647 w 36"/>
                <a:gd name="T9" fmla="*/ 2147483647 h 31"/>
                <a:gd name="T10" fmla="*/ 2147483647 w 36"/>
                <a:gd name="T11" fmla="*/ 2147483647 h 31"/>
                <a:gd name="T12" fmla="*/ 2147483647 w 36"/>
                <a:gd name="T13" fmla="*/ 2147483647 h 31"/>
                <a:gd name="T14" fmla="*/ 2147483647 w 36"/>
                <a:gd name="T15" fmla="*/ 2147483647 h 31"/>
                <a:gd name="T16" fmla="*/ 2147483647 w 36"/>
                <a:gd name="T17" fmla="*/ 2147483647 h 31"/>
                <a:gd name="T18" fmla="*/ 2147483647 w 36"/>
                <a:gd name="T19" fmla="*/ 2147483647 h 31"/>
                <a:gd name="T20" fmla="*/ 2147483647 w 36"/>
                <a:gd name="T21" fmla="*/ 2147483647 h 31"/>
                <a:gd name="T22" fmla="*/ 2147483647 w 36"/>
                <a:gd name="T23" fmla="*/ 2147483647 h 31"/>
                <a:gd name="T24" fmla="*/ 2147483647 w 36"/>
                <a:gd name="T25" fmla="*/ 2147483647 h 31"/>
                <a:gd name="T26" fmla="*/ 2147483647 w 36"/>
                <a:gd name="T27" fmla="*/ 2147483647 h 31"/>
                <a:gd name="T28" fmla="*/ 2147483647 w 36"/>
                <a:gd name="T29" fmla="*/ 2147483647 h 31"/>
                <a:gd name="T30" fmla="*/ 2147483647 w 36"/>
                <a:gd name="T31" fmla="*/ 2147483647 h 31"/>
                <a:gd name="T32" fmla="*/ 2147483647 w 36"/>
                <a:gd name="T33" fmla="*/ 2147483647 h 31"/>
                <a:gd name="T34" fmla="*/ 2147483647 w 36"/>
                <a:gd name="T35" fmla="*/ 0 h 31"/>
                <a:gd name="T36" fmla="*/ 2147483647 w 36"/>
                <a:gd name="T37" fmla="*/ 2147483647 h 31"/>
                <a:gd name="T38" fmla="*/ 2147483647 w 36"/>
                <a:gd name="T39" fmla="*/ 0 h 31"/>
                <a:gd name="T40" fmla="*/ 2147483647 w 36"/>
                <a:gd name="T41" fmla="*/ 2147483647 h 31"/>
                <a:gd name="T42" fmla="*/ 2147483647 w 36"/>
                <a:gd name="T43" fmla="*/ 2147483647 h 31"/>
                <a:gd name="T44" fmla="*/ 2147483647 w 36"/>
                <a:gd name="T45" fmla="*/ 2147483647 h 31"/>
                <a:gd name="T46" fmla="*/ 2147483647 w 36"/>
                <a:gd name="T47" fmla="*/ 2147483647 h 31"/>
                <a:gd name="T48" fmla="*/ 0 w 36"/>
                <a:gd name="T49" fmla="*/ 2147483647 h 31"/>
                <a:gd name="T50" fmla="*/ 0 w 36"/>
                <a:gd name="T51" fmla="*/ 2147483647 h 31"/>
                <a:gd name="T52" fmla="*/ 2147483647 w 36"/>
                <a:gd name="T53" fmla="*/ 2147483647 h 31"/>
                <a:gd name="T54" fmla="*/ 2147483647 w 36"/>
                <a:gd name="T55" fmla="*/ 2147483647 h 31"/>
                <a:gd name="T56" fmla="*/ 2147483647 w 36"/>
                <a:gd name="T57" fmla="*/ 2147483647 h 31"/>
                <a:gd name="T58" fmla="*/ 2147483647 w 36"/>
                <a:gd name="T59" fmla="*/ 2147483647 h 31"/>
                <a:gd name="T60" fmla="*/ 2147483647 w 36"/>
                <a:gd name="T61" fmla="*/ 2147483647 h 31"/>
                <a:gd name="T62" fmla="*/ 2147483647 w 36"/>
                <a:gd name="T63" fmla="*/ 2147483647 h 31"/>
                <a:gd name="T64" fmla="*/ 2147483647 w 36"/>
                <a:gd name="T65" fmla="*/ 2147483647 h 31"/>
                <a:gd name="T66" fmla="*/ 2147483647 w 36"/>
                <a:gd name="T67" fmla="*/ 2147483647 h 31"/>
                <a:gd name="T68" fmla="*/ 2147483647 w 36"/>
                <a:gd name="T69" fmla="*/ 2147483647 h 31"/>
                <a:gd name="T70" fmla="*/ 2147483647 w 36"/>
                <a:gd name="T71" fmla="*/ 2147483647 h 31"/>
                <a:gd name="T72" fmla="*/ 2147483647 w 36"/>
                <a:gd name="T73" fmla="*/ 2147483647 h 31"/>
                <a:gd name="T74" fmla="*/ 2147483647 w 36"/>
                <a:gd name="T75" fmla="*/ 2147483647 h 31"/>
                <a:gd name="T76" fmla="*/ 2147483647 w 36"/>
                <a:gd name="T77" fmla="*/ 2147483647 h 31"/>
                <a:gd name="T78" fmla="*/ 2147483647 w 36"/>
                <a:gd name="T79" fmla="*/ 2147483647 h 31"/>
                <a:gd name="T80" fmla="*/ 2147483647 w 36"/>
                <a:gd name="T81" fmla="*/ 2147483647 h 31"/>
                <a:gd name="T82" fmla="*/ 2147483647 w 36"/>
                <a:gd name="T83" fmla="*/ 2147483647 h 31"/>
                <a:gd name="T84" fmla="*/ 2147483647 w 36"/>
                <a:gd name="T85" fmla="*/ 2147483647 h 31"/>
                <a:gd name="T86" fmla="*/ 2147483647 w 36"/>
                <a:gd name="T87" fmla="*/ 2147483647 h 31"/>
                <a:gd name="T88" fmla="*/ 2147483647 w 36"/>
                <a:gd name="T89" fmla="*/ 2147483647 h 31"/>
                <a:gd name="T90" fmla="*/ 2147483647 w 36"/>
                <a:gd name="T91" fmla="*/ 2147483647 h 31"/>
                <a:gd name="T92" fmla="*/ 2147483647 w 36"/>
                <a:gd name="T93" fmla="*/ 2147483647 h 31"/>
                <a:gd name="T94" fmla="*/ 2147483647 w 36"/>
                <a:gd name="T95" fmla="*/ 2147483647 h 31"/>
                <a:gd name="T96" fmla="*/ 2147483647 w 36"/>
                <a:gd name="T97" fmla="*/ 2147483647 h 3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6"/>
                <a:gd name="T148" fmla="*/ 0 h 31"/>
                <a:gd name="T149" fmla="*/ 36 w 36"/>
                <a:gd name="T150" fmla="*/ 31 h 3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6" h="31">
                  <a:moveTo>
                    <a:pt x="33" y="20"/>
                  </a:moveTo>
                  <a:lnTo>
                    <a:pt x="33" y="19"/>
                  </a:lnTo>
                  <a:lnTo>
                    <a:pt x="33" y="18"/>
                  </a:lnTo>
                  <a:lnTo>
                    <a:pt x="33" y="17"/>
                  </a:lnTo>
                  <a:lnTo>
                    <a:pt x="32" y="16"/>
                  </a:lnTo>
                  <a:lnTo>
                    <a:pt x="32" y="15"/>
                  </a:lnTo>
                  <a:lnTo>
                    <a:pt x="33" y="15"/>
                  </a:lnTo>
                  <a:lnTo>
                    <a:pt x="33" y="16"/>
                  </a:lnTo>
                  <a:lnTo>
                    <a:pt x="34" y="16"/>
                  </a:lnTo>
                  <a:lnTo>
                    <a:pt x="35" y="15"/>
                  </a:lnTo>
                  <a:lnTo>
                    <a:pt x="36" y="15"/>
                  </a:lnTo>
                  <a:lnTo>
                    <a:pt x="36" y="14"/>
                  </a:lnTo>
                  <a:lnTo>
                    <a:pt x="35" y="14"/>
                  </a:lnTo>
                  <a:lnTo>
                    <a:pt x="34" y="14"/>
                  </a:lnTo>
                  <a:lnTo>
                    <a:pt x="33" y="12"/>
                  </a:lnTo>
                  <a:lnTo>
                    <a:pt x="32" y="11"/>
                  </a:lnTo>
                  <a:lnTo>
                    <a:pt x="31" y="10"/>
                  </a:lnTo>
                  <a:lnTo>
                    <a:pt x="31" y="8"/>
                  </a:lnTo>
                  <a:lnTo>
                    <a:pt x="31" y="7"/>
                  </a:lnTo>
                  <a:lnTo>
                    <a:pt x="32" y="6"/>
                  </a:lnTo>
                  <a:lnTo>
                    <a:pt x="33" y="4"/>
                  </a:lnTo>
                  <a:lnTo>
                    <a:pt x="31" y="4"/>
                  </a:lnTo>
                  <a:lnTo>
                    <a:pt x="29" y="4"/>
                  </a:lnTo>
                  <a:lnTo>
                    <a:pt x="27" y="3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3" y="2"/>
                  </a:lnTo>
                  <a:lnTo>
                    <a:pt x="21" y="1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4" y="1"/>
                  </a:lnTo>
                  <a:lnTo>
                    <a:pt x="12" y="1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2"/>
                  </a:lnTo>
                  <a:lnTo>
                    <a:pt x="5" y="4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2" y="7"/>
                  </a:lnTo>
                  <a:lnTo>
                    <a:pt x="2" y="6"/>
                  </a:lnTo>
                  <a:lnTo>
                    <a:pt x="5" y="12"/>
                  </a:lnTo>
                  <a:lnTo>
                    <a:pt x="8" y="15"/>
                  </a:lnTo>
                  <a:lnTo>
                    <a:pt x="12" y="19"/>
                  </a:lnTo>
                  <a:lnTo>
                    <a:pt x="12" y="20"/>
                  </a:lnTo>
                  <a:lnTo>
                    <a:pt x="13" y="20"/>
                  </a:lnTo>
                  <a:lnTo>
                    <a:pt x="14" y="20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8" y="25"/>
                  </a:lnTo>
                  <a:lnTo>
                    <a:pt x="18" y="26"/>
                  </a:lnTo>
                  <a:lnTo>
                    <a:pt x="17" y="26"/>
                  </a:lnTo>
                  <a:lnTo>
                    <a:pt x="17" y="27"/>
                  </a:lnTo>
                  <a:lnTo>
                    <a:pt x="18" y="27"/>
                  </a:lnTo>
                  <a:lnTo>
                    <a:pt x="19" y="26"/>
                  </a:lnTo>
                  <a:lnTo>
                    <a:pt x="21" y="28"/>
                  </a:lnTo>
                  <a:lnTo>
                    <a:pt x="23" y="29"/>
                  </a:lnTo>
                  <a:lnTo>
                    <a:pt x="25" y="31"/>
                  </a:lnTo>
                  <a:lnTo>
                    <a:pt x="26" y="31"/>
                  </a:lnTo>
                  <a:lnTo>
                    <a:pt x="27" y="29"/>
                  </a:lnTo>
                  <a:lnTo>
                    <a:pt x="27" y="28"/>
                  </a:lnTo>
                  <a:lnTo>
                    <a:pt x="26" y="28"/>
                  </a:lnTo>
                  <a:lnTo>
                    <a:pt x="26" y="27"/>
                  </a:lnTo>
                  <a:lnTo>
                    <a:pt x="26" y="26"/>
                  </a:lnTo>
                  <a:lnTo>
                    <a:pt x="27" y="26"/>
                  </a:lnTo>
                  <a:lnTo>
                    <a:pt x="28" y="26"/>
                  </a:lnTo>
                  <a:lnTo>
                    <a:pt x="28" y="25"/>
                  </a:lnTo>
                  <a:lnTo>
                    <a:pt x="28" y="24"/>
                  </a:lnTo>
                  <a:lnTo>
                    <a:pt x="28" y="23"/>
                  </a:lnTo>
                  <a:lnTo>
                    <a:pt x="29" y="23"/>
                  </a:lnTo>
                  <a:lnTo>
                    <a:pt x="30" y="23"/>
                  </a:lnTo>
                  <a:lnTo>
                    <a:pt x="31" y="23"/>
                  </a:lnTo>
                  <a:lnTo>
                    <a:pt x="31" y="22"/>
                  </a:lnTo>
                  <a:lnTo>
                    <a:pt x="30" y="22"/>
                  </a:lnTo>
                  <a:lnTo>
                    <a:pt x="30" y="21"/>
                  </a:lnTo>
                  <a:lnTo>
                    <a:pt x="30" y="20"/>
                  </a:lnTo>
                  <a:lnTo>
                    <a:pt x="31" y="20"/>
                  </a:lnTo>
                  <a:lnTo>
                    <a:pt x="32" y="20"/>
                  </a:lnTo>
                  <a:lnTo>
                    <a:pt x="33" y="20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38" name="Bulgaria">
              <a:extLst>
                <a:ext uri="{FF2B5EF4-FFF2-40B4-BE49-F238E27FC236}">
                  <a16:creationId xmlns:a16="http://schemas.microsoft.com/office/drawing/2014/main" id="{F64FEAEE-9176-DF49-9382-4F72E6262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8434" y="3499640"/>
              <a:ext cx="131698" cy="78227"/>
            </a:xfrm>
            <a:custGeom>
              <a:avLst/>
              <a:gdLst>
                <a:gd name="T0" fmla="*/ 2147483647 w 59"/>
                <a:gd name="T1" fmla="*/ 2147483647 h 32"/>
                <a:gd name="T2" fmla="*/ 2147483647 w 59"/>
                <a:gd name="T3" fmla="*/ 2147483647 h 32"/>
                <a:gd name="T4" fmla="*/ 2147483647 w 59"/>
                <a:gd name="T5" fmla="*/ 2147483647 h 32"/>
                <a:gd name="T6" fmla="*/ 2147483647 w 59"/>
                <a:gd name="T7" fmla="*/ 2147483647 h 32"/>
                <a:gd name="T8" fmla="*/ 2147483647 w 59"/>
                <a:gd name="T9" fmla="*/ 2147483647 h 32"/>
                <a:gd name="T10" fmla="*/ 2147483647 w 59"/>
                <a:gd name="T11" fmla="*/ 0 h 32"/>
                <a:gd name="T12" fmla="*/ 2147483647 w 59"/>
                <a:gd name="T13" fmla="*/ 2147483647 h 32"/>
                <a:gd name="T14" fmla="*/ 2147483647 w 59"/>
                <a:gd name="T15" fmla="*/ 2147483647 h 32"/>
                <a:gd name="T16" fmla="*/ 2147483647 w 59"/>
                <a:gd name="T17" fmla="*/ 2147483647 h 32"/>
                <a:gd name="T18" fmla="*/ 2147483647 w 59"/>
                <a:gd name="T19" fmla="*/ 2147483647 h 32"/>
                <a:gd name="T20" fmla="*/ 2147483647 w 59"/>
                <a:gd name="T21" fmla="*/ 2147483647 h 32"/>
                <a:gd name="T22" fmla="*/ 2147483647 w 59"/>
                <a:gd name="T23" fmla="*/ 0 h 32"/>
                <a:gd name="T24" fmla="*/ 2147483647 w 59"/>
                <a:gd name="T25" fmla="*/ 2147483647 h 32"/>
                <a:gd name="T26" fmla="*/ 2147483647 w 59"/>
                <a:gd name="T27" fmla="*/ 2147483647 h 32"/>
                <a:gd name="T28" fmla="*/ 2147483647 w 59"/>
                <a:gd name="T29" fmla="*/ 2147483647 h 32"/>
                <a:gd name="T30" fmla="*/ 2147483647 w 59"/>
                <a:gd name="T31" fmla="*/ 2147483647 h 32"/>
                <a:gd name="T32" fmla="*/ 2147483647 w 59"/>
                <a:gd name="T33" fmla="*/ 2147483647 h 32"/>
                <a:gd name="T34" fmla="*/ 2147483647 w 59"/>
                <a:gd name="T35" fmla="*/ 2147483647 h 32"/>
                <a:gd name="T36" fmla="*/ 2147483647 w 59"/>
                <a:gd name="T37" fmla="*/ 2147483647 h 32"/>
                <a:gd name="T38" fmla="*/ 2147483647 w 59"/>
                <a:gd name="T39" fmla="*/ 2147483647 h 32"/>
                <a:gd name="T40" fmla="*/ 2147483647 w 59"/>
                <a:gd name="T41" fmla="*/ 2147483647 h 32"/>
                <a:gd name="T42" fmla="*/ 2147483647 w 59"/>
                <a:gd name="T43" fmla="*/ 2147483647 h 32"/>
                <a:gd name="T44" fmla="*/ 2147483647 w 59"/>
                <a:gd name="T45" fmla="*/ 2147483647 h 32"/>
                <a:gd name="T46" fmla="*/ 2147483647 w 59"/>
                <a:gd name="T47" fmla="*/ 2147483647 h 32"/>
                <a:gd name="T48" fmla="*/ 2147483647 w 59"/>
                <a:gd name="T49" fmla="*/ 2147483647 h 32"/>
                <a:gd name="T50" fmla="*/ 2147483647 w 59"/>
                <a:gd name="T51" fmla="*/ 2147483647 h 32"/>
                <a:gd name="T52" fmla="*/ 2147483647 w 59"/>
                <a:gd name="T53" fmla="*/ 2147483647 h 32"/>
                <a:gd name="T54" fmla="*/ 2147483647 w 59"/>
                <a:gd name="T55" fmla="*/ 2147483647 h 32"/>
                <a:gd name="T56" fmla="*/ 2147483647 w 59"/>
                <a:gd name="T57" fmla="*/ 2147483647 h 32"/>
                <a:gd name="T58" fmla="*/ 2147483647 w 59"/>
                <a:gd name="T59" fmla="*/ 2147483647 h 32"/>
                <a:gd name="T60" fmla="*/ 2147483647 w 59"/>
                <a:gd name="T61" fmla="*/ 2147483647 h 32"/>
                <a:gd name="T62" fmla="*/ 2147483647 w 59"/>
                <a:gd name="T63" fmla="*/ 2147483647 h 32"/>
                <a:gd name="T64" fmla="*/ 2147483647 w 59"/>
                <a:gd name="T65" fmla="*/ 2147483647 h 3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9"/>
                <a:gd name="T100" fmla="*/ 0 h 32"/>
                <a:gd name="T101" fmla="*/ 59 w 59"/>
                <a:gd name="T102" fmla="*/ 32 h 3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9" h="32">
                  <a:moveTo>
                    <a:pt x="6" y="28"/>
                  </a:moveTo>
                  <a:lnTo>
                    <a:pt x="5" y="24"/>
                  </a:lnTo>
                  <a:lnTo>
                    <a:pt x="1" y="21"/>
                  </a:lnTo>
                  <a:lnTo>
                    <a:pt x="1" y="17"/>
                  </a:lnTo>
                  <a:lnTo>
                    <a:pt x="3" y="14"/>
                  </a:lnTo>
                  <a:lnTo>
                    <a:pt x="5" y="12"/>
                  </a:lnTo>
                  <a:lnTo>
                    <a:pt x="2" y="9"/>
                  </a:lnTo>
                  <a:lnTo>
                    <a:pt x="1" y="7"/>
                  </a:lnTo>
                  <a:lnTo>
                    <a:pt x="0" y="4"/>
                  </a:lnTo>
                  <a:lnTo>
                    <a:pt x="1" y="1"/>
                  </a:lnTo>
                  <a:lnTo>
                    <a:pt x="4" y="0"/>
                  </a:lnTo>
                  <a:lnTo>
                    <a:pt x="6" y="0"/>
                  </a:lnTo>
                  <a:lnTo>
                    <a:pt x="5" y="2"/>
                  </a:lnTo>
                  <a:lnTo>
                    <a:pt x="7" y="4"/>
                  </a:lnTo>
                  <a:lnTo>
                    <a:pt x="9" y="4"/>
                  </a:lnTo>
                  <a:lnTo>
                    <a:pt x="15" y="4"/>
                  </a:lnTo>
                  <a:lnTo>
                    <a:pt x="22" y="4"/>
                  </a:lnTo>
                  <a:lnTo>
                    <a:pt x="25" y="5"/>
                  </a:lnTo>
                  <a:lnTo>
                    <a:pt x="29" y="6"/>
                  </a:lnTo>
                  <a:lnTo>
                    <a:pt x="32" y="5"/>
                  </a:lnTo>
                  <a:lnTo>
                    <a:pt x="35" y="3"/>
                  </a:lnTo>
                  <a:lnTo>
                    <a:pt x="39" y="2"/>
                  </a:lnTo>
                  <a:lnTo>
                    <a:pt x="43" y="0"/>
                  </a:lnTo>
                  <a:lnTo>
                    <a:pt x="46" y="0"/>
                  </a:lnTo>
                  <a:lnTo>
                    <a:pt x="47" y="1"/>
                  </a:lnTo>
                  <a:lnTo>
                    <a:pt x="52" y="2"/>
                  </a:lnTo>
                  <a:lnTo>
                    <a:pt x="56" y="5"/>
                  </a:lnTo>
                  <a:lnTo>
                    <a:pt x="59" y="4"/>
                  </a:lnTo>
                  <a:lnTo>
                    <a:pt x="58" y="7"/>
                  </a:lnTo>
                  <a:lnTo>
                    <a:pt x="57" y="8"/>
                  </a:lnTo>
                  <a:lnTo>
                    <a:pt x="54" y="9"/>
                  </a:lnTo>
                  <a:lnTo>
                    <a:pt x="52" y="11"/>
                  </a:lnTo>
                  <a:lnTo>
                    <a:pt x="52" y="13"/>
                  </a:lnTo>
                  <a:lnTo>
                    <a:pt x="52" y="16"/>
                  </a:lnTo>
                  <a:lnTo>
                    <a:pt x="51" y="16"/>
                  </a:lnTo>
                  <a:lnTo>
                    <a:pt x="50" y="17"/>
                  </a:lnTo>
                  <a:lnTo>
                    <a:pt x="49" y="18"/>
                  </a:lnTo>
                  <a:lnTo>
                    <a:pt x="48" y="18"/>
                  </a:lnTo>
                  <a:lnTo>
                    <a:pt x="49" y="19"/>
                  </a:lnTo>
                  <a:lnTo>
                    <a:pt x="50" y="19"/>
                  </a:lnTo>
                  <a:lnTo>
                    <a:pt x="50" y="20"/>
                  </a:lnTo>
                  <a:lnTo>
                    <a:pt x="51" y="22"/>
                  </a:lnTo>
                  <a:lnTo>
                    <a:pt x="52" y="23"/>
                  </a:lnTo>
                  <a:lnTo>
                    <a:pt x="53" y="24"/>
                  </a:lnTo>
                  <a:lnTo>
                    <a:pt x="53" y="25"/>
                  </a:lnTo>
                  <a:lnTo>
                    <a:pt x="52" y="25"/>
                  </a:lnTo>
                  <a:lnTo>
                    <a:pt x="48" y="25"/>
                  </a:lnTo>
                  <a:lnTo>
                    <a:pt x="45" y="24"/>
                  </a:lnTo>
                  <a:lnTo>
                    <a:pt x="41" y="25"/>
                  </a:lnTo>
                  <a:lnTo>
                    <a:pt x="39" y="25"/>
                  </a:lnTo>
                  <a:lnTo>
                    <a:pt x="38" y="26"/>
                  </a:lnTo>
                  <a:lnTo>
                    <a:pt x="37" y="26"/>
                  </a:lnTo>
                  <a:lnTo>
                    <a:pt x="35" y="27"/>
                  </a:lnTo>
                  <a:lnTo>
                    <a:pt x="35" y="30"/>
                  </a:lnTo>
                  <a:lnTo>
                    <a:pt x="33" y="31"/>
                  </a:lnTo>
                  <a:lnTo>
                    <a:pt x="29" y="32"/>
                  </a:lnTo>
                  <a:lnTo>
                    <a:pt x="26" y="31"/>
                  </a:lnTo>
                  <a:lnTo>
                    <a:pt x="23" y="30"/>
                  </a:lnTo>
                  <a:lnTo>
                    <a:pt x="22" y="29"/>
                  </a:lnTo>
                  <a:lnTo>
                    <a:pt x="20" y="29"/>
                  </a:lnTo>
                  <a:lnTo>
                    <a:pt x="18" y="29"/>
                  </a:lnTo>
                  <a:lnTo>
                    <a:pt x="15" y="30"/>
                  </a:lnTo>
                  <a:lnTo>
                    <a:pt x="11" y="30"/>
                  </a:lnTo>
                  <a:lnTo>
                    <a:pt x="8" y="31"/>
                  </a:lnTo>
                  <a:lnTo>
                    <a:pt x="6" y="31"/>
                  </a:lnTo>
                  <a:lnTo>
                    <a:pt x="6" y="28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39" name="Croatia">
              <a:extLst>
                <a:ext uri="{FF2B5EF4-FFF2-40B4-BE49-F238E27FC236}">
                  <a16:creationId xmlns:a16="http://schemas.microsoft.com/office/drawing/2014/main" id="{9A6C77A8-E83F-7446-B809-A1B4FA0E1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5396" y="3433636"/>
              <a:ext cx="125000" cy="112450"/>
            </a:xfrm>
            <a:custGeom>
              <a:avLst/>
              <a:gdLst>
                <a:gd name="T0" fmla="*/ 2147483647 w 56"/>
                <a:gd name="T1" fmla="*/ 2147483647 h 46"/>
                <a:gd name="T2" fmla="*/ 2147483647 w 56"/>
                <a:gd name="T3" fmla="*/ 2147483647 h 46"/>
                <a:gd name="T4" fmla="*/ 2147483647 w 56"/>
                <a:gd name="T5" fmla="*/ 2147483647 h 46"/>
                <a:gd name="T6" fmla="*/ 2147483647 w 56"/>
                <a:gd name="T7" fmla="*/ 2147483647 h 46"/>
                <a:gd name="T8" fmla="*/ 2147483647 w 56"/>
                <a:gd name="T9" fmla="*/ 2147483647 h 46"/>
                <a:gd name="T10" fmla="*/ 2147483647 w 56"/>
                <a:gd name="T11" fmla="*/ 2147483647 h 46"/>
                <a:gd name="T12" fmla="*/ 2147483647 w 56"/>
                <a:gd name="T13" fmla="*/ 2147483647 h 46"/>
                <a:gd name="T14" fmla="*/ 2147483647 w 56"/>
                <a:gd name="T15" fmla="*/ 0 h 46"/>
                <a:gd name="T16" fmla="*/ 2147483647 w 56"/>
                <a:gd name="T17" fmla="*/ 2147483647 h 46"/>
                <a:gd name="T18" fmla="*/ 2147483647 w 56"/>
                <a:gd name="T19" fmla="*/ 2147483647 h 46"/>
                <a:gd name="T20" fmla="*/ 2147483647 w 56"/>
                <a:gd name="T21" fmla="*/ 2147483647 h 46"/>
                <a:gd name="T22" fmla="*/ 2147483647 w 56"/>
                <a:gd name="T23" fmla="*/ 2147483647 h 46"/>
                <a:gd name="T24" fmla="*/ 2147483647 w 56"/>
                <a:gd name="T25" fmla="*/ 2147483647 h 46"/>
                <a:gd name="T26" fmla="*/ 2147483647 w 56"/>
                <a:gd name="T27" fmla="*/ 2147483647 h 46"/>
                <a:gd name="T28" fmla="*/ 2147483647 w 56"/>
                <a:gd name="T29" fmla="*/ 2147483647 h 46"/>
                <a:gd name="T30" fmla="*/ 2147483647 w 56"/>
                <a:gd name="T31" fmla="*/ 2147483647 h 46"/>
                <a:gd name="T32" fmla="*/ 2147483647 w 56"/>
                <a:gd name="T33" fmla="*/ 2147483647 h 46"/>
                <a:gd name="T34" fmla="*/ 2147483647 w 56"/>
                <a:gd name="T35" fmla="*/ 2147483647 h 46"/>
                <a:gd name="T36" fmla="*/ 2147483647 w 56"/>
                <a:gd name="T37" fmla="*/ 2147483647 h 46"/>
                <a:gd name="T38" fmla="*/ 2147483647 w 56"/>
                <a:gd name="T39" fmla="*/ 2147483647 h 46"/>
                <a:gd name="T40" fmla="*/ 2147483647 w 56"/>
                <a:gd name="T41" fmla="*/ 2147483647 h 46"/>
                <a:gd name="T42" fmla="*/ 2147483647 w 56"/>
                <a:gd name="T43" fmla="*/ 2147483647 h 46"/>
                <a:gd name="T44" fmla="*/ 2147483647 w 56"/>
                <a:gd name="T45" fmla="*/ 2147483647 h 46"/>
                <a:gd name="T46" fmla="*/ 2147483647 w 56"/>
                <a:gd name="T47" fmla="*/ 2147483647 h 46"/>
                <a:gd name="T48" fmla="*/ 2147483647 w 56"/>
                <a:gd name="T49" fmla="*/ 2147483647 h 46"/>
                <a:gd name="T50" fmla="*/ 2147483647 w 56"/>
                <a:gd name="T51" fmla="*/ 2147483647 h 46"/>
                <a:gd name="T52" fmla="*/ 2147483647 w 56"/>
                <a:gd name="T53" fmla="*/ 2147483647 h 46"/>
                <a:gd name="T54" fmla="*/ 2147483647 w 56"/>
                <a:gd name="T55" fmla="*/ 2147483647 h 46"/>
                <a:gd name="T56" fmla="*/ 2147483647 w 56"/>
                <a:gd name="T57" fmla="*/ 2147483647 h 46"/>
                <a:gd name="T58" fmla="*/ 2147483647 w 56"/>
                <a:gd name="T59" fmla="*/ 2147483647 h 46"/>
                <a:gd name="T60" fmla="*/ 2147483647 w 56"/>
                <a:gd name="T61" fmla="*/ 2147483647 h 46"/>
                <a:gd name="T62" fmla="*/ 2147483647 w 56"/>
                <a:gd name="T63" fmla="*/ 2147483647 h 46"/>
                <a:gd name="T64" fmla="*/ 2147483647 w 56"/>
                <a:gd name="T65" fmla="*/ 2147483647 h 46"/>
                <a:gd name="T66" fmla="*/ 2147483647 w 56"/>
                <a:gd name="T67" fmla="*/ 2147483647 h 46"/>
                <a:gd name="T68" fmla="*/ 2147483647 w 56"/>
                <a:gd name="T69" fmla="*/ 2147483647 h 46"/>
                <a:gd name="T70" fmla="*/ 2147483647 w 56"/>
                <a:gd name="T71" fmla="*/ 2147483647 h 46"/>
                <a:gd name="T72" fmla="*/ 2147483647 w 56"/>
                <a:gd name="T73" fmla="*/ 2147483647 h 46"/>
                <a:gd name="T74" fmla="*/ 2147483647 w 56"/>
                <a:gd name="T75" fmla="*/ 2147483647 h 46"/>
                <a:gd name="T76" fmla="*/ 2147483647 w 56"/>
                <a:gd name="T77" fmla="*/ 2147483647 h 46"/>
                <a:gd name="T78" fmla="*/ 2147483647 w 56"/>
                <a:gd name="T79" fmla="*/ 2147483647 h 46"/>
                <a:gd name="T80" fmla="*/ 2147483647 w 56"/>
                <a:gd name="T81" fmla="*/ 2147483647 h 46"/>
                <a:gd name="T82" fmla="*/ 2147483647 w 56"/>
                <a:gd name="T83" fmla="*/ 2147483647 h 46"/>
                <a:gd name="T84" fmla="*/ 2147483647 w 56"/>
                <a:gd name="T85" fmla="*/ 2147483647 h 46"/>
                <a:gd name="T86" fmla="*/ 2147483647 w 56"/>
                <a:gd name="T87" fmla="*/ 2147483647 h 46"/>
                <a:gd name="T88" fmla="*/ 2147483647 w 56"/>
                <a:gd name="T89" fmla="*/ 2147483647 h 46"/>
                <a:gd name="T90" fmla="*/ 2147483647 w 56"/>
                <a:gd name="T91" fmla="*/ 2147483647 h 46"/>
                <a:gd name="T92" fmla="*/ 2147483647 w 56"/>
                <a:gd name="T93" fmla="*/ 2147483647 h 46"/>
                <a:gd name="T94" fmla="*/ 2147483647 w 56"/>
                <a:gd name="T95" fmla="*/ 2147483647 h 46"/>
                <a:gd name="T96" fmla="*/ 2147483647 w 56"/>
                <a:gd name="T97" fmla="*/ 2147483647 h 46"/>
                <a:gd name="T98" fmla="*/ 2147483647 w 56"/>
                <a:gd name="T99" fmla="*/ 2147483647 h 46"/>
                <a:gd name="T100" fmla="*/ 2147483647 w 56"/>
                <a:gd name="T101" fmla="*/ 2147483647 h 46"/>
                <a:gd name="T102" fmla="*/ 2147483647 w 56"/>
                <a:gd name="T103" fmla="*/ 2147483647 h 46"/>
                <a:gd name="T104" fmla="*/ 2147483647 w 56"/>
                <a:gd name="T105" fmla="*/ 2147483647 h 46"/>
                <a:gd name="T106" fmla="*/ 2147483647 w 56"/>
                <a:gd name="T107" fmla="*/ 2147483647 h 46"/>
                <a:gd name="T108" fmla="*/ 2147483647 w 56"/>
                <a:gd name="T109" fmla="*/ 2147483647 h 46"/>
                <a:gd name="T110" fmla="*/ 2147483647 w 56"/>
                <a:gd name="T111" fmla="*/ 2147483647 h 46"/>
                <a:gd name="T112" fmla="*/ 2147483647 w 56"/>
                <a:gd name="T113" fmla="*/ 2147483647 h 46"/>
                <a:gd name="T114" fmla="*/ 2147483647 w 56"/>
                <a:gd name="T115" fmla="*/ 2147483647 h 46"/>
                <a:gd name="T116" fmla="*/ 2147483647 w 56"/>
                <a:gd name="T117" fmla="*/ 2147483647 h 46"/>
                <a:gd name="T118" fmla="*/ 2147483647 w 56"/>
                <a:gd name="T119" fmla="*/ 2147483647 h 4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6"/>
                <a:gd name="T181" fmla="*/ 0 h 46"/>
                <a:gd name="T182" fmla="*/ 56 w 56"/>
                <a:gd name="T183" fmla="*/ 46 h 4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6" h="46">
                  <a:moveTo>
                    <a:pt x="55" y="15"/>
                  </a:moveTo>
                  <a:lnTo>
                    <a:pt x="56" y="15"/>
                  </a:lnTo>
                  <a:lnTo>
                    <a:pt x="55" y="15"/>
                  </a:lnTo>
                  <a:lnTo>
                    <a:pt x="53" y="14"/>
                  </a:lnTo>
                  <a:lnTo>
                    <a:pt x="51" y="14"/>
                  </a:lnTo>
                  <a:lnTo>
                    <a:pt x="51" y="12"/>
                  </a:lnTo>
                  <a:lnTo>
                    <a:pt x="52" y="12"/>
                  </a:lnTo>
                  <a:lnTo>
                    <a:pt x="51" y="11"/>
                  </a:lnTo>
                  <a:lnTo>
                    <a:pt x="50" y="11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6"/>
                  </a:lnTo>
                  <a:lnTo>
                    <a:pt x="49" y="6"/>
                  </a:lnTo>
                  <a:lnTo>
                    <a:pt x="46" y="8"/>
                  </a:lnTo>
                  <a:lnTo>
                    <a:pt x="44" y="8"/>
                  </a:lnTo>
                  <a:lnTo>
                    <a:pt x="41" y="8"/>
                  </a:lnTo>
                  <a:lnTo>
                    <a:pt x="39" y="7"/>
                  </a:lnTo>
                  <a:lnTo>
                    <a:pt x="37" y="6"/>
                  </a:lnTo>
                  <a:lnTo>
                    <a:pt x="35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5" y="1"/>
                  </a:lnTo>
                  <a:lnTo>
                    <a:pt x="25" y="2"/>
                  </a:lnTo>
                  <a:lnTo>
                    <a:pt x="24" y="2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19" y="4"/>
                  </a:lnTo>
                  <a:lnTo>
                    <a:pt x="19" y="5"/>
                  </a:lnTo>
                  <a:lnTo>
                    <a:pt x="20" y="5"/>
                  </a:lnTo>
                  <a:lnTo>
                    <a:pt x="20" y="6"/>
                  </a:lnTo>
                  <a:lnTo>
                    <a:pt x="20" y="7"/>
                  </a:lnTo>
                  <a:lnTo>
                    <a:pt x="20" y="8"/>
                  </a:lnTo>
                  <a:lnTo>
                    <a:pt x="19" y="8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8" y="10"/>
                  </a:lnTo>
                  <a:lnTo>
                    <a:pt x="17" y="10"/>
                  </a:lnTo>
                  <a:lnTo>
                    <a:pt x="17" y="11"/>
                  </a:lnTo>
                  <a:lnTo>
                    <a:pt x="17" y="12"/>
                  </a:lnTo>
                  <a:lnTo>
                    <a:pt x="16" y="12"/>
                  </a:lnTo>
                  <a:lnTo>
                    <a:pt x="16" y="11"/>
                  </a:lnTo>
                  <a:lnTo>
                    <a:pt x="15" y="11"/>
                  </a:lnTo>
                  <a:lnTo>
                    <a:pt x="14" y="11"/>
                  </a:lnTo>
                  <a:lnTo>
                    <a:pt x="14" y="12"/>
                  </a:lnTo>
                  <a:lnTo>
                    <a:pt x="13" y="12"/>
                  </a:lnTo>
                  <a:lnTo>
                    <a:pt x="13" y="11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11" y="11"/>
                  </a:lnTo>
                  <a:lnTo>
                    <a:pt x="11" y="12"/>
                  </a:lnTo>
                  <a:lnTo>
                    <a:pt x="10" y="12"/>
                  </a:lnTo>
                  <a:lnTo>
                    <a:pt x="9" y="12"/>
                  </a:lnTo>
                  <a:lnTo>
                    <a:pt x="8" y="12"/>
                  </a:lnTo>
                  <a:lnTo>
                    <a:pt x="8" y="13"/>
                  </a:lnTo>
                  <a:lnTo>
                    <a:pt x="7" y="13"/>
                  </a:lnTo>
                  <a:lnTo>
                    <a:pt x="7" y="12"/>
                  </a:lnTo>
                  <a:lnTo>
                    <a:pt x="6" y="12"/>
                  </a:lnTo>
                  <a:lnTo>
                    <a:pt x="5" y="12"/>
                  </a:lnTo>
                  <a:lnTo>
                    <a:pt x="5" y="13"/>
                  </a:lnTo>
                  <a:lnTo>
                    <a:pt x="4" y="13"/>
                  </a:lnTo>
                  <a:lnTo>
                    <a:pt x="3" y="13"/>
                  </a:lnTo>
                  <a:lnTo>
                    <a:pt x="2" y="13"/>
                  </a:lnTo>
                  <a:lnTo>
                    <a:pt x="2" y="12"/>
                  </a:lnTo>
                  <a:lnTo>
                    <a:pt x="1" y="12"/>
                  </a:lnTo>
                  <a:lnTo>
                    <a:pt x="1" y="11"/>
                  </a:lnTo>
                  <a:lnTo>
                    <a:pt x="0" y="12"/>
                  </a:lnTo>
                  <a:lnTo>
                    <a:pt x="1" y="13"/>
                  </a:lnTo>
                  <a:lnTo>
                    <a:pt x="1" y="15"/>
                  </a:lnTo>
                  <a:lnTo>
                    <a:pt x="2" y="16"/>
                  </a:lnTo>
                  <a:lnTo>
                    <a:pt x="3" y="19"/>
                  </a:lnTo>
                  <a:lnTo>
                    <a:pt x="4" y="19"/>
                  </a:lnTo>
                  <a:lnTo>
                    <a:pt x="5" y="19"/>
                  </a:lnTo>
                  <a:lnTo>
                    <a:pt x="6" y="18"/>
                  </a:lnTo>
                  <a:lnTo>
                    <a:pt x="7" y="16"/>
                  </a:lnTo>
                  <a:lnTo>
                    <a:pt x="8" y="14"/>
                  </a:lnTo>
                  <a:lnTo>
                    <a:pt x="10" y="14"/>
                  </a:lnTo>
                  <a:lnTo>
                    <a:pt x="11" y="15"/>
                  </a:lnTo>
                  <a:lnTo>
                    <a:pt x="11" y="16"/>
                  </a:lnTo>
                  <a:lnTo>
                    <a:pt x="12" y="16"/>
                  </a:lnTo>
                  <a:lnTo>
                    <a:pt x="13" y="16"/>
                  </a:lnTo>
                  <a:lnTo>
                    <a:pt x="13" y="18"/>
                  </a:lnTo>
                  <a:lnTo>
                    <a:pt x="13" y="20"/>
                  </a:lnTo>
                  <a:lnTo>
                    <a:pt x="15" y="23"/>
                  </a:lnTo>
                  <a:lnTo>
                    <a:pt x="16" y="24"/>
                  </a:lnTo>
                  <a:lnTo>
                    <a:pt x="18" y="25"/>
                  </a:lnTo>
                  <a:lnTo>
                    <a:pt x="16" y="25"/>
                  </a:lnTo>
                  <a:lnTo>
                    <a:pt x="16" y="26"/>
                  </a:lnTo>
                  <a:lnTo>
                    <a:pt x="16" y="27"/>
                  </a:lnTo>
                  <a:lnTo>
                    <a:pt x="18" y="29"/>
                  </a:lnTo>
                  <a:lnTo>
                    <a:pt x="19" y="30"/>
                  </a:lnTo>
                  <a:lnTo>
                    <a:pt x="21" y="31"/>
                  </a:lnTo>
                  <a:lnTo>
                    <a:pt x="22" y="32"/>
                  </a:lnTo>
                  <a:lnTo>
                    <a:pt x="23" y="33"/>
                  </a:lnTo>
                  <a:lnTo>
                    <a:pt x="23" y="34"/>
                  </a:lnTo>
                  <a:lnTo>
                    <a:pt x="24" y="34"/>
                  </a:lnTo>
                  <a:lnTo>
                    <a:pt x="26" y="34"/>
                  </a:lnTo>
                  <a:lnTo>
                    <a:pt x="29" y="34"/>
                  </a:lnTo>
                  <a:lnTo>
                    <a:pt x="31" y="35"/>
                  </a:lnTo>
                  <a:lnTo>
                    <a:pt x="34" y="37"/>
                  </a:lnTo>
                  <a:lnTo>
                    <a:pt x="36" y="39"/>
                  </a:lnTo>
                  <a:lnTo>
                    <a:pt x="37" y="40"/>
                  </a:lnTo>
                  <a:lnTo>
                    <a:pt x="38" y="41"/>
                  </a:lnTo>
                  <a:lnTo>
                    <a:pt x="37" y="41"/>
                  </a:lnTo>
                  <a:lnTo>
                    <a:pt x="36" y="40"/>
                  </a:lnTo>
                  <a:lnTo>
                    <a:pt x="34" y="39"/>
                  </a:lnTo>
                  <a:lnTo>
                    <a:pt x="33" y="40"/>
                  </a:lnTo>
                  <a:lnTo>
                    <a:pt x="36" y="40"/>
                  </a:lnTo>
                  <a:lnTo>
                    <a:pt x="38" y="42"/>
                  </a:lnTo>
                  <a:lnTo>
                    <a:pt x="39" y="42"/>
                  </a:lnTo>
                  <a:lnTo>
                    <a:pt x="41" y="42"/>
                  </a:lnTo>
                  <a:lnTo>
                    <a:pt x="42" y="43"/>
                  </a:lnTo>
                  <a:lnTo>
                    <a:pt x="44" y="44"/>
                  </a:lnTo>
                  <a:lnTo>
                    <a:pt x="46" y="45"/>
                  </a:lnTo>
                  <a:lnTo>
                    <a:pt x="47" y="46"/>
                  </a:lnTo>
                  <a:lnTo>
                    <a:pt x="47" y="45"/>
                  </a:lnTo>
                  <a:lnTo>
                    <a:pt x="46" y="45"/>
                  </a:lnTo>
                  <a:lnTo>
                    <a:pt x="44" y="43"/>
                  </a:lnTo>
                  <a:lnTo>
                    <a:pt x="42" y="42"/>
                  </a:lnTo>
                  <a:lnTo>
                    <a:pt x="40" y="40"/>
                  </a:lnTo>
                  <a:lnTo>
                    <a:pt x="39" y="41"/>
                  </a:lnTo>
                  <a:lnTo>
                    <a:pt x="38" y="41"/>
                  </a:lnTo>
                  <a:lnTo>
                    <a:pt x="38" y="40"/>
                  </a:lnTo>
                  <a:lnTo>
                    <a:pt x="39" y="40"/>
                  </a:lnTo>
                  <a:lnTo>
                    <a:pt x="39" y="39"/>
                  </a:lnTo>
                  <a:lnTo>
                    <a:pt x="38" y="39"/>
                  </a:lnTo>
                  <a:lnTo>
                    <a:pt x="37" y="38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4"/>
                  </a:lnTo>
                  <a:lnTo>
                    <a:pt x="35" y="34"/>
                  </a:lnTo>
                  <a:lnTo>
                    <a:pt x="34" y="34"/>
                  </a:lnTo>
                  <a:lnTo>
                    <a:pt x="33" y="34"/>
                  </a:lnTo>
                  <a:lnTo>
                    <a:pt x="33" y="33"/>
                  </a:lnTo>
                  <a:lnTo>
                    <a:pt x="29" y="29"/>
                  </a:lnTo>
                  <a:lnTo>
                    <a:pt x="26" y="26"/>
                  </a:lnTo>
                  <a:lnTo>
                    <a:pt x="23" y="20"/>
                  </a:lnTo>
                  <a:lnTo>
                    <a:pt x="23" y="21"/>
                  </a:lnTo>
                  <a:lnTo>
                    <a:pt x="22" y="21"/>
                  </a:lnTo>
                  <a:lnTo>
                    <a:pt x="21" y="20"/>
                  </a:lnTo>
                  <a:lnTo>
                    <a:pt x="21" y="18"/>
                  </a:lnTo>
                  <a:lnTo>
                    <a:pt x="21" y="17"/>
                  </a:lnTo>
                  <a:lnTo>
                    <a:pt x="21" y="16"/>
                  </a:lnTo>
                  <a:lnTo>
                    <a:pt x="22" y="16"/>
                  </a:lnTo>
                  <a:lnTo>
                    <a:pt x="22" y="15"/>
                  </a:lnTo>
                  <a:lnTo>
                    <a:pt x="23" y="15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7" y="15"/>
                  </a:lnTo>
                  <a:lnTo>
                    <a:pt x="28" y="15"/>
                  </a:lnTo>
                  <a:lnTo>
                    <a:pt x="30" y="15"/>
                  </a:lnTo>
                  <a:lnTo>
                    <a:pt x="30" y="14"/>
                  </a:lnTo>
                  <a:lnTo>
                    <a:pt x="31" y="14"/>
                  </a:lnTo>
                  <a:lnTo>
                    <a:pt x="32" y="14"/>
                  </a:lnTo>
                  <a:lnTo>
                    <a:pt x="33" y="15"/>
                  </a:lnTo>
                  <a:lnTo>
                    <a:pt x="35" y="15"/>
                  </a:lnTo>
                  <a:lnTo>
                    <a:pt x="35" y="14"/>
                  </a:lnTo>
                  <a:lnTo>
                    <a:pt x="36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39" y="16"/>
                  </a:lnTo>
                  <a:lnTo>
                    <a:pt x="40" y="16"/>
                  </a:lnTo>
                  <a:lnTo>
                    <a:pt x="41" y="16"/>
                  </a:lnTo>
                  <a:lnTo>
                    <a:pt x="42" y="16"/>
                  </a:lnTo>
                  <a:lnTo>
                    <a:pt x="42" y="15"/>
                  </a:lnTo>
                  <a:lnTo>
                    <a:pt x="44" y="16"/>
                  </a:lnTo>
                  <a:lnTo>
                    <a:pt x="46" y="15"/>
                  </a:lnTo>
                  <a:lnTo>
                    <a:pt x="47" y="16"/>
                  </a:lnTo>
                  <a:lnTo>
                    <a:pt x="48" y="17"/>
                  </a:lnTo>
                  <a:lnTo>
                    <a:pt x="50" y="18"/>
                  </a:lnTo>
                  <a:lnTo>
                    <a:pt x="52" y="18"/>
                  </a:lnTo>
                  <a:lnTo>
                    <a:pt x="52" y="17"/>
                  </a:lnTo>
                  <a:lnTo>
                    <a:pt x="52" y="16"/>
                  </a:lnTo>
                  <a:lnTo>
                    <a:pt x="53" y="16"/>
                  </a:lnTo>
                  <a:lnTo>
                    <a:pt x="53" y="15"/>
                  </a:lnTo>
                  <a:lnTo>
                    <a:pt x="54" y="16"/>
                  </a:lnTo>
                  <a:lnTo>
                    <a:pt x="55" y="16"/>
                  </a:lnTo>
                  <a:lnTo>
                    <a:pt x="55" y="15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775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grpSp>
          <p:nvGrpSpPr>
            <p:cNvPr id="40" name="Denmark">
              <a:extLst>
                <a:ext uri="{FF2B5EF4-FFF2-40B4-BE49-F238E27FC236}">
                  <a16:creationId xmlns:a16="http://schemas.microsoft.com/office/drawing/2014/main" id="{75267D3B-4325-6A43-8F19-DBD95B3EBE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3790" y="3093840"/>
              <a:ext cx="142858" cy="100228"/>
              <a:chOff x="16440150" y="4276725"/>
              <a:chExt cx="64" cy="41"/>
            </a:xfrm>
            <a:solidFill>
              <a:srgbClr val="002B69">
                <a:alpha val="91000"/>
              </a:srgbClr>
            </a:solidFill>
          </p:grpSpPr>
          <p:sp>
            <p:nvSpPr>
              <p:cNvPr id="158" name="D283">
                <a:extLst>
                  <a:ext uri="{FF2B5EF4-FFF2-40B4-BE49-F238E27FC236}">
                    <a16:creationId xmlns:a16="http://schemas.microsoft.com/office/drawing/2014/main" id="{6DEF0341-0A3F-C54A-9143-251F4FDEC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40210" y="4276757"/>
                <a:ext cx="4" cy="3"/>
              </a:xfrm>
              <a:custGeom>
                <a:avLst/>
                <a:gdLst>
                  <a:gd name="T0" fmla="*/ 3 w 4"/>
                  <a:gd name="T1" fmla="*/ 3 h 3"/>
                  <a:gd name="T2" fmla="*/ 2 w 4"/>
                  <a:gd name="T3" fmla="*/ 3 h 3"/>
                  <a:gd name="T4" fmla="*/ 1 w 4"/>
                  <a:gd name="T5" fmla="*/ 3 h 3"/>
                  <a:gd name="T6" fmla="*/ 0 w 4"/>
                  <a:gd name="T7" fmla="*/ 2 h 3"/>
                  <a:gd name="T8" fmla="*/ 1 w 4"/>
                  <a:gd name="T9" fmla="*/ 1 h 3"/>
                  <a:gd name="T10" fmla="*/ 1 w 4"/>
                  <a:gd name="T11" fmla="*/ 0 h 3"/>
                  <a:gd name="T12" fmla="*/ 2 w 4"/>
                  <a:gd name="T13" fmla="*/ 0 h 3"/>
                  <a:gd name="T14" fmla="*/ 4 w 4"/>
                  <a:gd name="T15" fmla="*/ 1 h 3"/>
                  <a:gd name="T16" fmla="*/ 4 w 4"/>
                  <a:gd name="T17" fmla="*/ 3 h 3"/>
                  <a:gd name="T18" fmla="*/ 3 w 4"/>
                  <a:gd name="T19" fmla="*/ 3 h 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"/>
                  <a:gd name="T31" fmla="*/ 0 h 3"/>
                  <a:gd name="T32" fmla="*/ 4 w 4"/>
                  <a:gd name="T33" fmla="*/ 3 h 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" h="3">
                    <a:moveTo>
                      <a:pt x="3" y="3"/>
                    </a:moveTo>
                    <a:lnTo>
                      <a:pt x="2" y="3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1"/>
                    </a:lnTo>
                    <a:lnTo>
                      <a:pt x="4" y="3"/>
                    </a:lnTo>
                    <a:lnTo>
                      <a:pt x="3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59" name="D284">
                <a:extLst>
                  <a:ext uri="{FF2B5EF4-FFF2-40B4-BE49-F238E27FC236}">
                    <a16:creationId xmlns:a16="http://schemas.microsoft.com/office/drawing/2014/main" id="{01F49CD2-AA6E-7D4A-AF9F-EBA6EACF3D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40177" y="4276745"/>
                <a:ext cx="16" cy="15"/>
              </a:xfrm>
              <a:custGeom>
                <a:avLst/>
                <a:gdLst>
                  <a:gd name="T0" fmla="*/ 5 w 16"/>
                  <a:gd name="T1" fmla="*/ 3 h 15"/>
                  <a:gd name="T2" fmla="*/ 4 w 16"/>
                  <a:gd name="T3" fmla="*/ 4 h 15"/>
                  <a:gd name="T4" fmla="*/ 3 w 16"/>
                  <a:gd name="T5" fmla="*/ 5 h 15"/>
                  <a:gd name="T6" fmla="*/ 2 w 16"/>
                  <a:gd name="T7" fmla="*/ 6 h 15"/>
                  <a:gd name="T8" fmla="*/ 0 w 16"/>
                  <a:gd name="T9" fmla="*/ 6 h 15"/>
                  <a:gd name="T10" fmla="*/ 0 w 16"/>
                  <a:gd name="T11" fmla="*/ 7 h 15"/>
                  <a:gd name="T12" fmla="*/ 2 w 16"/>
                  <a:gd name="T13" fmla="*/ 7 h 15"/>
                  <a:gd name="T14" fmla="*/ 2 w 16"/>
                  <a:gd name="T15" fmla="*/ 9 h 15"/>
                  <a:gd name="T16" fmla="*/ 2 w 16"/>
                  <a:gd name="T17" fmla="*/ 11 h 15"/>
                  <a:gd name="T18" fmla="*/ 3 w 16"/>
                  <a:gd name="T19" fmla="*/ 12 h 15"/>
                  <a:gd name="T20" fmla="*/ 4 w 16"/>
                  <a:gd name="T21" fmla="*/ 13 h 15"/>
                  <a:gd name="T22" fmla="*/ 6 w 16"/>
                  <a:gd name="T23" fmla="*/ 13 h 15"/>
                  <a:gd name="T24" fmla="*/ 8 w 16"/>
                  <a:gd name="T25" fmla="*/ 13 h 15"/>
                  <a:gd name="T26" fmla="*/ 7 w 16"/>
                  <a:gd name="T27" fmla="*/ 14 h 15"/>
                  <a:gd name="T28" fmla="*/ 8 w 16"/>
                  <a:gd name="T29" fmla="*/ 15 h 15"/>
                  <a:gd name="T30" fmla="*/ 10 w 16"/>
                  <a:gd name="T31" fmla="*/ 15 h 15"/>
                  <a:gd name="T32" fmla="*/ 11 w 16"/>
                  <a:gd name="T33" fmla="*/ 14 h 15"/>
                  <a:gd name="T34" fmla="*/ 11 w 16"/>
                  <a:gd name="T35" fmla="*/ 13 h 15"/>
                  <a:gd name="T36" fmla="*/ 12 w 16"/>
                  <a:gd name="T37" fmla="*/ 12 h 15"/>
                  <a:gd name="T38" fmla="*/ 14 w 16"/>
                  <a:gd name="T39" fmla="*/ 12 h 15"/>
                  <a:gd name="T40" fmla="*/ 14 w 16"/>
                  <a:gd name="T41" fmla="*/ 10 h 15"/>
                  <a:gd name="T42" fmla="*/ 12 w 16"/>
                  <a:gd name="T43" fmla="*/ 10 h 15"/>
                  <a:gd name="T44" fmla="*/ 13 w 16"/>
                  <a:gd name="T45" fmla="*/ 8 h 15"/>
                  <a:gd name="T46" fmla="*/ 14 w 16"/>
                  <a:gd name="T47" fmla="*/ 7 h 15"/>
                  <a:gd name="T48" fmla="*/ 16 w 16"/>
                  <a:gd name="T49" fmla="*/ 7 h 15"/>
                  <a:gd name="T50" fmla="*/ 16 w 16"/>
                  <a:gd name="T51" fmla="*/ 5 h 15"/>
                  <a:gd name="T52" fmla="*/ 15 w 16"/>
                  <a:gd name="T53" fmla="*/ 4 h 15"/>
                  <a:gd name="T54" fmla="*/ 14 w 16"/>
                  <a:gd name="T55" fmla="*/ 2 h 15"/>
                  <a:gd name="T56" fmla="*/ 13 w 16"/>
                  <a:gd name="T57" fmla="*/ 1 h 15"/>
                  <a:gd name="T58" fmla="*/ 12 w 16"/>
                  <a:gd name="T59" fmla="*/ 0 h 15"/>
                  <a:gd name="T60" fmla="*/ 11 w 16"/>
                  <a:gd name="T61" fmla="*/ 1 h 15"/>
                  <a:gd name="T62" fmla="*/ 10 w 16"/>
                  <a:gd name="T63" fmla="*/ 2 h 15"/>
                  <a:gd name="T64" fmla="*/ 9 w 16"/>
                  <a:gd name="T65" fmla="*/ 3 h 15"/>
                  <a:gd name="T66" fmla="*/ 10 w 16"/>
                  <a:gd name="T67" fmla="*/ 4 h 15"/>
                  <a:gd name="T68" fmla="*/ 10 w 16"/>
                  <a:gd name="T69" fmla="*/ 6 h 15"/>
                  <a:gd name="T70" fmla="*/ 10 w 16"/>
                  <a:gd name="T71" fmla="*/ 6 h 15"/>
                  <a:gd name="T72" fmla="*/ 10 w 16"/>
                  <a:gd name="T73" fmla="*/ 6 h 15"/>
                  <a:gd name="T74" fmla="*/ 10 w 16"/>
                  <a:gd name="T75" fmla="*/ 4 h 15"/>
                  <a:gd name="T76" fmla="*/ 9 w 16"/>
                  <a:gd name="T77" fmla="*/ 3 h 15"/>
                  <a:gd name="T78" fmla="*/ 9 w 16"/>
                  <a:gd name="T79" fmla="*/ 5 h 15"/>
                  <a:gd name="T80" fmla="*/ 8 w 16"/>
                  <a:gd name="T81" fmla="*/ 6 h 15"/>
                  <a:gd name="T82" fmla="*/ 8 w 16"/>
                  <a:gd name="T83" fmla="*/ 6 h 15"/>
                  <a:gd name="T84" fmla="*/ 8 w 16"/>
                  <a:gd name="T85" fmla="*/ 5 h 15"/>
                  <a:gd name="T86" fmla="*/ 7 w 16"/>
                  <a:gd name="T87" fmla="*/ 4 h 15"/>
                  <a:gd name="T88" fmla="*/ 8 w 16"/>
                  <a:gd name="T89" fmla="*/ 3 h 15"/>
                  <a:gd name="T90" fmla="*/ 6 w 16"/>
                  <a:gd name="T91" fmla="*/ 3 h 15"/>
                  <a:gd name="T92" fmla="*/ 4 w 16"/>
                  <a:gd name="T93" fmla="*/ 3 h 15"/>
                  <a:gd name="T94" fmla="*/ 4 w 16"/>
                  <a:gd name="T95" fmla="*/ 3 h 15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6"/>
                  <a:gd name="T145" fmla="*/ 0 h 15"/>
                  <a:gd name="T146" fmla="*/ 16 w 16"/>
                  <a:gd name="T147" fmla="*/ 15 h 15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6" h="15">
                    <a:moveTo>
                      <a:pt x="4" y="3"/>
                    </a:moveTo>
                    <a:lnTo>
                      <a:pt x="5" y="3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4" y="5"/>
                    </a:lnTo>
                    <a:lnTo>
                      <a:pt x="3" y="5"/>
                    </a:lnTo>
                    <a:lnTo>
                      <a:pt x="3" y="6"/>
                    </a:lnTo>
                    <a:lnTo>
                      <a:pt x="2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1" y="6"/>
                    </a:lnTo>
                    <a:lnTo>
                      <a:pt x="0" y="7"/>
                    </a:lnTo>
                    <a:lnTo>
                      <a:pt x="1" y="7"/>
                    </a:lnTo>
                    <a:lnTo>
                      <a:pt x="2" y="7"/>
                    </a:lnTo>
                    <a:lnTo>
                      <a:pt x="2" y="8"/>
                    </a:lnTo>
                    <a:lnTo>
                      <a:pt x="2" y="9"/>
                    </a:lnTo>
                    <a:lnTo>
                      <a:pt x="2" y="10"/>
                    </a:lnTo>
                    <a:lnTo>
                      <a:pt x="2" y="11"/>
                    </a:lnTo>
                    <a:lnTo>
                      <a:pt x="3" y="11"/>
                    </a:lnTo>
                    <a:lnTo>
                      <a:pt x="3" y="12"/>
                    </a:lnTo>
                    <a:lnTo>
                      <a:pt x="3" y="13"/>
                    </a:lnTo>
                    <a:lnTo>
                      <a:pt x="4" y="13"/>
                    </a:lnTo>
                    <a:lnTo>
                      <a:pt x="5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8" y="13"/>
                    </a:lnTo>
                    <a:lnTo>
                      <a:pt x="7" y="13"/>
                    </a:lnTo>
                    <a:lnTo>
                      <a:pt x="7" y="14"/>
                    </a:lnTo>
                    <a:lnTo>
                      <a:pt x="7" y="15"/>
                    </a:lnTo>
                    <a:lnTo>
                      <a:pt x="8" y="15"/>
                    </a:lnTo>
                    <a:lnTo>
                      <a:pt x="9" y="15"/>
                    </a:lnTo>
                    <a:lnTo>
                      <a:pt x="10" y="15"/>
                    </a:lnTo>
                    <a:lnTo>
                      <a:pt x="11" y="15"/>
                    </a:lnTo>
                    <a:lnTo>
                      <a:pt x="11" y="14"/>
                    </a:lnTo>
                    <a:lnTo>
                      <a:pt x="12" y="14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3" y="12"/>
                    </a:lnTo>
                    <a:lnTo>
                      <a:pt x="14" y="12"/>
                    </a:lnTo>
                    <a:lnTo>
                      <a:pt x="14" y="11"/>
                    </a:lnTo>
                    <a:lnTo>
                      <a:pt x="14" y="10"/>
                    </a:lnTo>
                    <a:lnTo>
                      <a:pt x="13" y="10"/>
                    </a:lnTo>
                    <a:lnTo>
                      <a:pt x="12" y="10"/>
                    </a:lnTo>
                    <a:lnTo>
                      <a:pt x="12" y="9"/>
                    </a:lnTo>
                    <a:lnTo>
                      <a:pt x="13" y="8"/>
                    </a:lnTo>
                    <a:lnTo>
                      <a:pt x="13" y="7"/>
                    </a:lnTo>
                    <a:lnTo>
                      <a:pt x="14" y="7"/>
                    </a:lnTo>
                    <a:lnTo>
                      <a:pt x="15" y="7"/>
                    </a:lnTo>
                    <a:lnTo>
                      <a:pt x="16" y="7"/>
                    </a:lnTo>
                    <a:lnTo>
                      <a:pt x="16" y="6"/>
                    </a:lnTo>
                    <a:lnTo>
                      <a:pt x="16" y="5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5" y="3"/>
                    </a:lnTo>
                    <a:lnTo>
                      <a:pt x="14" y="2"/>
                    </a:lnTo>
                    <a:lnTo>
                      <a:pt x="14" y="1"/>
                    </a:lnTo>
                    <a:lnTo>
                      <a:pt x="13" y="1"/>
                    </a:lnTo>
                    <a:lnTo>
                      <a:pt x="13" y="0"/>
                    </a:lnTo>
                    <a:lnTo>
                      <a:pt x="12" y="0"/>
                    </a:lnTo>
                    <a:lnTo>
                      <a:pt x="12" y="1"/>
                    </a:lnTo>
                    <a:lnTo>
                      <a:pt x="11" y="1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9" y="2"/>
                    </a:lnTo>
                    <a:lnTo>
                      <a:pt x="9" y="3"/>
                    </a:lnTo>
                    <a:lnTo>
                      <a:pt x="10" y="3"/>
                    </a:lnTo>
                    <a:lnTo>
                      <a:pt x="10" y="4"/>
                    </a:lnTo>
                    <a:lnTo>
                      <a:pt x="10" y="5"/>
                    </a:lnTo>
                    <a:lnTo>
                      <a:pt x="10" y="6"/>
                    </a:lnTo>
                    <a:lnTo>
                      <a:pt x="10" y="7"/>
                    </a:lnTo>
                    <a:lnTo>
                      <a:pt x="10" y="6"/>
                    </a:lnTo>
                    <a:lnTo>
                      <a:pt x="9" y="6"/>
                    </a:lnTo>
                    <a:lnTo>
                      <a:pt x="10" y="6"/>
                    </a:lnTo>
                    <a:lnTo>
                      <a:pt x="10" y="5"/>
                    </a:lnTo>
                    <a:lnTo>
                      <a:pt x="10" y="4"/>
                    </a:lnTo>
                    <a:lnTo>
                      <a:pt x="9" y="4"/>
                    </a:lnTo>
                    <a:lnTo>
                      <a:pt x="9" y="3"/>
                    </a:lnTo>
                    <a:lnTo>
                      <a:pt x="9" y="4"/>
                    </a:lnTo>
                    <a:lnTo>
                      <a:pt x="9" y="5"/>
                    </a:lnTo>
                    <a:lnTo>
                      <a:pt x="8" y="5"/>
                    </a:lnTo>
                    <a:lnTo>
                      <a:pt x="8" y="6"/>
                    </a:lnTo>
                    <a:lnTo>
                      <a:pt x="8" y="7"/>
                    </a:lnTo>
                    <a:lnTo>
                      <a:pt x="8" y="6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7" y="5"/>
                    </a:lnTo>
                    <a:lnTo>
                      <a:pt x="7" y="4"/>
                    </a:lnTo>
                    <a:lnTo>
                      <a:pt x="7" y="3"/>
                    </a:lnTo>
                    <a:lnTo>
                      <a:pt x="8" y="3"/>
                    </a:lnTo>
                    <a:lnTo>
                      <a:pt x="7" y="3"/>
                    </a:lnTo>
                    <a:lnTo>
                      <a:pt x="6" y="3"/>
                    </a:lnTo>
                    <a:lnTo>
                      <a:pt x="5" y="3"/>
                    </a:lnTo>
                    <a:lnTo>
                      <a:pt x="4" y="3"/>
                    </a:lnTo>
                    <a:lnTo>
                      <a:pt x="4" y="2"/>
                    </a:lnTo>
                    <a:lnTo>
                      <a:pt x="4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60" name="D285">
                <a:extLst>
                  <a:ext uri="{FF2B5EF4-FFF2-40B4-BE49-F238E27FC236}">
                    <a16:creationId xmlns:a16="http://schemas.microsoft.com/office/drawing/2014/main" id="{FD40C58D-5BC2-AD48-A620-FBDD471D5D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40184" y="4276761"/>
                <a:ext cx="4" cy="5"/>
              </a:xfrm>
              <a:custGeom>
                <a:avLst/>
                <a:gdLst>
                  <a:gd name="T0" fmla="*/ 1 w 4"/>
                  <a:gd name="T1" fmla="*/ 0 h 5"/>
                  <a:gd name="T2" fmla="*/ 0 w 4"/>
                  <a:gd name="T3" fmla="*/ 0 h 5"/>
                  <a:gd name="T4" fmla="*/ 1 w 4"/>
                  <a:gd name="T5" fmla="*/ 1 h 5"/>
                  <a:gd name="T6" fmla="*/ 1 w 4"/>
                  <a:gd name="T7" fmla="*/ 2 h 5"/>
                  <a:gd name="T8" fmla="*/ 2 w 4"/>
                  <a:gd name="T9" fmla="*/ 2 h 5"/>
                  <a:gd name="T10" fmla="*/ 2 w 4"/>
                  <a:gd name="T11" fmla="*/ 3 h 5"/>
                  <a:gd name="T12" fmla="*/ 2 w 4"/>
                  <a:gd name="T13" fmla="*/ 4 h 5"/>
                  <a:gd name="T14" fmla="*/ 2 w 4"/>
                  <a:gd name="T15" fmla="*/ 5 h 5"/>
                  <a:gd name="T16" fmla="*/ 3 w 4"/>
                  <a:gd name="T17" fmla="*/ 5 h 5"/>
                  <a:gd name="T18" fmla="*/ 3 w 4"/>
                  <a:gd name="T19" fmla="*/ 4 h 5"/>
                  <a:gd name="T20" fmla="*/ 3 w 4"/>
                  <a:gd name="T21" fmla="*/ 3 h 5"/>
                  <a:gd name="T22" fmla="*/ 3 w 4"/>
                  <a:gd name="T23" fmla="*/ 2 h 5"/>
                  <a:gd name="T24" fmla="*/ 4 w 4"/>
                  <a:gd name="T25" fmla="*/ 2 h 5"/>
                  <a:gd name="T26" fmla="*/ 4 w 4"/>
                  <a:gd name="T27" fmla="*/ 1 h 5"/>
                  <a:gd name="T28" fmla="*/ 3 w 4"/>
                  <a:gd name="T29" fmla="*/ 1 h 5"/>
                  <a:gd name="T30" fmla="*/ 2 w 4"/>
                  <a:gd name="T31" fmla="*/ 1 h 5"/>
                  <a:gd name="T32" fmla="*/ 2 w 4"/>
                  <a:gd name="T33" fmla="*/ 0 h 5"/>
                  <a:gd name="T34" fmla="*/ 1 w 4"/>
                  <a:gd name="T35" fmla="*/ 0 h 5"/>
                  <a:gd name="T36" fmla="*/ 1 w 4"/>
                  <a:gd name="T37" fmla="*/ 0 h 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"/>
                  <a:gd name="T58" fmla="*/ 0 h 5"/>
                  <a:gd name="T59" fmla="*/ 4 w 4"/>
                  <a:gd name="T60" fmla="*/ 5 h 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" h="5">
                    <a:moveTo>
                      <a:pt x="1" y="0"/>
                    </a:moveTo>
                    <a:lnTo>
                      <a:pt x="0" y="0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2" y="3"/>
                    </a:lnTo>
                    <a:lnTo>
                      <a:pt x="2" y="4"/>
                    </a:lnTo>
                    <a:lnTo>
                      <a:pt x="2" y="5"/>
                    </a:lnTo>
                    <a:lnTo>
                      <a:pt x="3" y="5"/>
                    </a:lnTo>
                    <a:lnTo>
                      <a:pt x="3" y="4"/>
                    </a:lnTo>
                    <a:lnTo>
                      <a:pt x="3" y="3"/>
                    </a:lnTo>
                    <a:lnTo>
                      <a:pt x="3" y="2"/>
                    </a:lnTo>
                    <a:lnTo>
                      <a:pt x="4" y="2"/>
                    </a:lnTo>
                    <a:lnTo>
                      <a:pt x="4" y="1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61" name="D286">
                <a:extLst>
                  <a:ext uri="{FF2B5EF4-FFF2-40B4-BE49-F238E27FC236}">
                    <a16:creationId xmlns:a16="http://schemas.microsoft.com/office/drawing/2014/main" id="{500238D3-EB11-0B43-B582-EB5DBC7A57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40178" y="4276761"/>
                <a:ext cx="7" cy="4"/>
              </a:xfrm>
              <a:custGeom>
                <a:avLst/>
                <a:gdLst>
                  <a:gd name="T0" fmla="*/ 2 w 7"/>
                  <a:gd name="T1" fmla="*/ 0 h 4"/>
                  <a:gd name="T2" fmla="*/ 1 w 7"/>
                  <a:gd name="T3" fmla="*/ 0 h 4"/>
                  <a:gd name="T4" fmla="*/ 0 w 7"/>
                  <a:gd name="T5" fmla="*/ 0 h 4"/>
                  <a:gd name="T6" fmla="*/ 0 w 7"/>
                  <a:gd name="T7" fmla="*/ 1 h 4"/>
                  <a:gd name="T8" fmla="*/ 1 w 7"/>
                  <a:gd name="T9" fmla="*/ 1 h 4"/>
                  <a:gd name="T10" fmla="*/ 0 w 7"/>
                  <a:gd name="T11" fmla="*/ 2 h 4"/>
                  <a:gd name="T12" fmla="*/ 1 w 7"/>
                  <a:gd name="T13" fmla="*/ 3 h 4"/>
                  <a:gd name="T14" fmla="*/ 2 w 7"/>
                  <a:gd name="T15" fmla="*/ 3 h 4"/>
                  <a:gd name="T16" fmla="*/ 3 w 7"/>
                  <a:gd name="T17" fmla="*/ 3 h 4"/>
                  <a:gd name="T18" fmla="*/ 3 w 7"/>
                  <a:gd name="T19" fmla="*/ 4 h 4"/>
                  <a:gd name="T20" fmla="*/ 4 w 7"/>
                  <a:gd name="T21" fmla="*/ 4 h 4"/>
                  <a:gd name="T22" fmla="*/ 5 w 7"/>
                  <a:gd name="T23" fmla="*/ 3 h 4"/>
                  <a:gd name="T24" fmla="*/ 6 w 7"/>
                  <a:gd name="T25" fmla="*/ 4 h 4"/>
                  <a:gd name="T26" fmla="*/ 7 w 7"/>
                  <a:gd name="T27" fmla="*/ 3 h 4"/>
                  <a:gd name="T28" fmla="*/ 6 w 7"/>
                  <a:gd name="T29" fmla="*/ 3 h 4"/>
                  <a:gd name="T30" fmla="*/ 7 w 7"/>
                  <a:gd name="T31" fmla="*/ 2 h 4"/>
                  <a:gd name="T32" fmla="*/ 6 w 7"/>
                  <a:gd name="T33" fmla="*/ 2 h 4"/>
                  <a:gd name="T34" fmla="*/ 6 w 7"/>
                  <a:gd name="T35" fmla="*/ 1 h 4"/>
                  <a:gd name="T36" fmla="*/ 5 w 7"/>
                  <a:gd name="T37" fmla="*/ 1 h 4"/>
                  <a:gd name="T38" fmla="*/ 4 w 7"/>
                  <a:gd name="T39" fmla="*/ 1 h 4"/>
                  <a:gd name="T40" fmla="*/ 3 w 7"/>
                  <a:gd name="T41" fmla="*/ 1 h 4"/>
                  <a:gd name="T42" fmla="*/ 2 w 7"/>
                  <a:gd name="T43" fmla="*/ 1 h 4"/>
                  <a:gd name="T44" fmla="*/ 2 w 7"/>
                  <a:gd name="T45" fmla="*/ 0 h 4"/>
                  <a:gd name="T46" fmla="*/ 2 w 7"/>
                  <a:gd name="T47" fmla="*/ 0 h 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7"/>
                  <a:gd name="T73" fmla="*/ 0 h 4"/>
                  <a:gd name="T74" fmla="*/ 7 w 7"/>
                  <a:gd name="T75" fmla="*/ 4 h 4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7" h="4">
                    <a:moveTo>
                      <a:pt x="2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3" y="4"/>
                    </a:lnTo>
                    <a:lnTo>
                      <a:pt x="4" y="4"/>
                    </a:lnTo>
                    <a:lnTo>
                      <a:pt x="5" y="3"/>
                    </a:lnTo>
                    <a:lnTo>
                      <a:pt x="6" y="4"/>
                    </a:lnTo>
                    <a:lnTo>
                      <a:pt x="7" y="3"/>
                    </a:lnTo>
                    <a:lnTo>
                      <a:pt x="6" y="3"/>
                    </a:lnTo>
                    <a:lnTo>
                      <a:pt x="7" y="2"/>
                    </a:lnTo>
                    <a:lnTo>
                      <a:pt x="6" y="2"/>
                    </a:lnTo>
                    <a:lnTo>
                      <a:pt x="6" y="1"/>
                    </a:lnTo>
                    <a:lnTo>
                      <a:pt x="5" y="1"/>
                    </a:lnTo>
                    <a:lnTo>
                      <a:pt x="4" y="1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62" name="D287">
                <a:extLst>
                  <a:ext uri="{FF2B5EF4-FFF2-40B4-BE49-F238E27FC236}">
                    <a16:creationId xmlns:a16="http://schemas.microsoft.com/office/drawing/2014/main" id="{6D10B896-5854-2447-A301-36637348E4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40166" y="4276752"/>
                <a:ext cx="10" cy="8"/>
              </a:xfrm>
              <a:custGeom>
                <a:avLst/>
                <a:gdLst>
                  <a:gd name="T0" fmla="*/ 2 w 10"/>
                  <a:gd name="T1" fmla="*/ 1 h 8"/>
                  <a:gd name="T2" fmla="*/ 2 w 10"/>
                  <a:gd name="T3" fmla="*/ 2 h 8"/>
                  <a:gd name="T4" fmla="*/ 1 w 10"/>
                  <a:gd name="T5" fmla="*/ 2 h 8"/>
                  <a:gd name="T6" fmla="*/ 0 w 10"/>
                  <a:gd name="T7" fmla="*/ 2 h 8"/>
                  <a:gd name="T8" fmla="*/ 0 w 10"/>
                  <a:gd name="T9" fmla="*/ 3 h 8"/>
                  <a:gd name="T10" fmla="*/ 0 w 10"/>
                  <a:gd name="T11" fmla="*/ 4 h 8"/>
                  <a:gd name="T12" fmla="*/ 1 w 10"/>
                  <a:gd name="T13" fmla="*/ 4 h 8"/>
                  <a:gd name="T14" fmla="*/ 1 w 10"/>
                  <a:gd name="T15" fmla="*/ 5 h 8"/>
                  <a:gd name="T16" fmla="*/ 1 w 10"/>
                  <a:gd name="T17" fmla="*/ 6 h 8"/>
                  <a:gd name="T18" fmla="*/ 2 w 10"/>
                  <a:gd name="T19" fmla="*/ 6 h 8"/>
                  <a:gd name="T20" fmla="*/ 3 w 10"/>
                  <a:gd name="T21" fmla="*/ 6 h 8"/>
                  <a:gd name="T22" fmla="*/ 4 w 10"/>
                  <a:gd name="T23" fmla="*/ 6 h 8"/>
                  <a:gd name="T24" fmla="*/ 3 w 10"/>
                  <a:gd name="T25" fmla="*/ 7 h 8"/>
                  <a:gd name="T26" fmla="*/ 4 w 10"/>
                  <a:gd name="T27" fmla="*/ 7 h 8"/>
                  <a:gd name="T28" fmla="*/ 5 w 10"/>
                  <a:gd name="T29" fmla="*/ 7 h 8"/>
                  <a:gd name="T30" fmla="*/ 6 w 10"/>
                  <a:gd name="T31" fmla="*/ 7 h 8"/>
                  <a:gd name="T32" fmla="*/ 6 w 10"/>
                  <a:gd name="T33" fmla="*/ 8 h 8"/>
                  <a:gd name="T34" fmla="*/ 7 w 10"/>
                  <a:gd name="T35" fmla="*/ 8 h 8"/>
                  <a:gd name="T36" fmla="*/ 8 w 10"/>
                  <a:gd name="T37" fmla="*/ 8 h 8"/>
                  <a:gd name="T38" fmla="*/ 8 w 10"/>
                  <a:gd name="T39" fmla="*/ 7 h 8"/>
                  <a:gd name="T40" fmla="*/ 9 w 10"/>
                  <a:gd name="T41" fmla="*/ 7 h 8"/>
                  <a:gd name="T42" fmla="*/ 10 w 10"/>
                  <a:gd name="T43" fmla="*/ 6 h 8"/>
                  <a:gd name="T44" fmla="*/ 10 w 10"/>
                  <a:gd name="T45" fmla="*/ 5 h 8"/>
                  <a:gd name="T46" fmla="*/ 10 w 10"/>
                  <a:gd name="T47" fmla="*/ 4 h 8"/>
                  <a:gd name="T48" fmla="*/ 9 w 10"/>
                  <a:gd name="T49" fmla="*/ 4 h 8"/>
                  <a:gd name="T50" fmla="*/ 9 w 10"/>
                  <a:gd name="T51" fmla="*/ 3 h 8"/>
                  <a:gd name="T52" fmla="*/ 9 w 10"/>
                  <a:gd name="T53" fmla="*/ 2 h 8"/>
                  <a:gd name="T54" fmla="*/ 8 w 10"/>
                  <a:gd name="T55" fmla="*/ 1 h 8"/>
                  <a:gd name="T56" fmla="*/ 8 w 10"/>
                  <a:gd name="T57" fmla="*/ 0 h 8"/>
                  <a:gd name="T58" fmla="*/ 7 w 10"/>
                  <a:gd name="T59" fmla="*/ 0 h 8"/>
                  <a:gd name="T60" fmla="*/ 7 w 10"/>
                  <a:gd name="T61" fmla="*/ 1 h 8"/>
                  <a:gd name="T62" fmla="*/ 6 w 10"/>
                  <a:gd name="T63" fmla="*/ 1 h 8"/>
                  <a:gd name="T64" fmla="*/ 5 w 10"/>
                  <a:gd name="T65" fmla="*/ 1 h 8"/>
                  <a:gd name="T66" fmla="*/ 4 w 10"/>
                  <a:gd name="T67" fmla="*/ 1 h 8"/>
                  <a:gd name="T68" fmla="*/ 3 w 10"/>
                  <a:gd name="T69" fmla="*/ 1 h 8"/>
                  <a:gd name="T70" fmla="*/ 2 w 10"/>
                  <a:gd name="T71" fmla="*/ 1 h 8"/>
                  <a:gd name="T72" fmla="*/ 2 w 10"/>
                  <a:gd name="T73" fmla="*/ 1 h 8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0"/>
                  <a:gd name="T112" fmla="*/ 0 h 8"/>
                  <a:gd name="T113" fmla="*/ 10 w 10"/>
                  <a:gd name="T114" fmla="*/ 8 h 8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0" h="8">
                    <a:moveTo>
                      <a:pt x="2" y="1"/>
                    </a:moveTo>
                    <a:lnTo>
                      <a:pt x="2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1" y="4"/>
                    </a:lnTo>
                    <a:lnTo>
                      <a:pt x="1" y="5"/>
                    </a:lnTo>
                    <a:lnTo>
                      <a:pt x="1" y="6"/>
                    </a:lnTo>
                    <a:lnTo>
                      <a:pt x="2" y="6"/>
                    </a:lnTo>
                    <a:lnTo>
                      <a:pt x="3" y="6"/>
                    </a:lnTo>
                    <a:lnTo>
                      <a:pt x="4" y="6"/>
                    </a:lnTo>
                    <a:lnTo>
                      <a:pt x="3" y="7"/>
                    </a:lnTo>
                    <a:lnTo>
                      <a:pt x="4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6" y="8"/>
                    </a:lnTo>
                    <a:lnTo>
                      <a:pt x="7" y="8"/>
                    </a:lnTo>
                    <a:lnTo>
                      <a:pt x="8" y="8"/>
                    </a:lnTo>
                    <a:lnTo>
                      <a:pt x="8" y="7"/>
                    </a:lnTo>
                    <a:lnTo>
                      <a:pt x="9" y="7"/>
                    </a:lnTo>
                    <a:lnTo>
                      <a:pt x="10" y="6"/>
                    </a:lnTo>
                    <a:lnTo>
                      <a:pt x="10" y="5"/>
                    </a:lnTo>
                    <a:lnTo>
                      <a:pt x="10" y="4"/>
                    </a:lnTo>
                    <a:lnTo>
                      <a:pt x="9" y="4"/>
                    </a:lnTo>
                    <a:lnTo>
                      <a:pt x="9" y="3"/>
                    </a:lnTo>
                    <a:lnTo>
                      <a:pt x="9" y="2"/>
                    </a:lnTo>
                    <a:lnTo>
                      <a:pt x="8" y="1"/>
                    </a:lnTo>
                    <a:lnTo>
                      <a:pt x="8" y="0"/>
                    </a:lnTo>
                    <a:lnTo>
                      <a:pt x="7" y="0"/>
                    </a:lnTo>
                    <a:lnTo>
                      <a:pt x="7" y="1"/>
                    </a:lnTo>
                    <a:lnTo>
                      <a:pt x="6" y="1"/>
                    </a:lnTo>
                    <a:lnTo>
                      <a:pt x="5" y="1"/>
                    </a:lnTo>
                    <a:lnTo>
                      <a:pt x="4" y="1"/>
                    </a:lnTo>
                    <a:lnTo>
                      <a:pt x="3" y="1"/>
                    </a:lnTo>
                    <a:lnTo>
                      <a:pt x="2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63" name="D288">
                <a:extLst>
                  <a:ext uri="{FF2B5EF4-FFF2-40B4-BE49-F238E27FC236}">
                    <a16:creationId xmlns:a16="http://schemas.microsoft.com/office/drawing/2014/main" id="{2CFBABE4-7707-4544-8277-4E503257BF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40174" y="4276758"/>
                <a:ext cx="3" cy="6"/>
              </a:xfrm>
              <a:custGeom>
                <a:avLst/>
                <a:gdLst>
                  <a:gd name="T0" fmla="*/ 2 w 3"/>
                  <a:gd name="T1" fmla="*/ 2 h 6"/>
                  <a:gd name="T2" fmla="*/ 1 w 3"/>
                  <a:gd name="T3" fmla="*/ 2 h 6"/>
                  <a:gd name="T4" fmla="*/ 1 w 3"/>
                  <a:gd name="T5" fmla="*/ 3 h 6"/>
                  <a:gd name="T6" fmla="*/ 1 w 3"/>
                  <a:gd name="T7" fmla="*/ 4 h 6"/>
                  <a:gd name="T8" fmla="*/ 0 w 3"/>
                  <a:gd name="T9" fmla="*/ 4 h 6"/>
                  <a:gd name="T10" fmla="*/ 0 w 3"/>
                  <a:gd name="T11" fmla="*/ 5 h 6"/>
                  <a:gd name="T12" fmla="*/ 1 w 3"/>
                  <a:gd name="T13" fmla="*/ 5 h 6"/>
                  <a:gd name="T14" fmla="*/ 1 w 3"/>
                  <a:gd name="T15" fmla="*/ 6 h 6"/>
                  <a:gd name="T16" fmla="*/ 2 w 3"/>
                  <a:gd name="T17" fmla="*/ 5 h 6"/>
                  <a:gd name="T18" fmla="*/ 2 w 3"/>
                  <a:gd name="T19" fmla="*/ 4 h 6"/>
                  <a:gd name="T20" fmla="*/ 2 w 3"/>
                  <a:gd name="T21" fmla="*/ 3 h 6"/>
                  <a:gd name="T22" fmla="*/ 3 w 3"/>
                  <a:gd name="T23" fmla="*/ 3 h 6"/>
                  <a:gd name="T24" fmla="*/ 3 w 3"/>
                  <a:gd name="T25" fmla="*/ 2 h 6"/>
                  <a:gd name="T26" fmla="*/ 3 w 3"/>
                  <a:gd name="T27" fmla="*/ 1 h 6"/>
                  <a:gd name="T28" fmla="*/ 3 w 3"/>
                  <a:gd name="T29" fmla="*/ 0 h 6"/>
                  <a:gd name="T30" fmla="*/ 2 w 3"/>
                  <a:gd name="T31" fmla="*/ 0 h 6"/>
                  <a:gd name="T32" fmla="*/ 2 w 3"/>
                  <a:gd name="T33" fmla="*/ 1 h 6"/>
                  <a:gd name="T34" fmla="*/ 2 w 3"/>
                  <a:gd name="T35" fmla="*/ 2 h 6"/>
                  <a:gd name="T36" fmla="*/ 2 w 3"/>
                  <a:gd name="T37" fmla="*/ 2 h 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"/>
                  <a:gd name="T58" fmla="*/ 0 h 6"/>
                  <a:gd name="T59" fmla="*/ 3 w 3"/>
                  <a:gd name="T60" fmla="*/ 6 h 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" h="6">
                    <a:moveTo>
                      <a:pt x="2" y="2"/>
                    </a:moveTo>
                    <a:lnTo>
                      <a:pt x="1" y="2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1" y="5"/>
                    </a:lnTo>
                    <a:lnTo>
                      <a:pt x="1" y="6"/>
                    </a:lnTo>
                    <a:lnTo>
                      <a:pt x="2" y="5"/>
                    </a:lnTo>
                    <a:lnTo>
                      <a:pt x="2" y="4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64" name="D289">
                <a:extLst>
                  <a:ext uri="{FF2B5EF4-FFF2-40B4-BE49-F238E27FC236}">
                    <a16:creationId xmlns:a16="http://schemas.microsoft.com/office/drawing/2014/main" id="{52744D1B-B68F-F942-BDCC-A1E9DAEB9A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40150" y="4276725"/>
                <a:ext cx="26" cy="37"/>
              </a:xfrm>
              <a:custGeom>
                <a:avLst/>
                <a:gdLst>
                  <a:gd name="T0" fmla="*/ 9 w 26"/>
                  <a:gd name="T1" fmla="*/ 37 h 37"/>
                  <a:gd name="T2" fmla="*/ 12 w 26"/>
                  <a:gd name="T3" fmla="*/ 37 h 37"/>
                  <a:gd name="T4" fmla="*/ 13 w 26"/>
                  <a:gd name="T5" fmla="*/ 36 h 37"/>
                  <a:gd name="T6" fmla="*/ 15 w 26"/>
                  <a:gd name="T7" fmla="*/ 37 h 37"/>
                  <a:gd name="T8" fmla="*/ 14 w 26"/>
                  <a:gd name="T9" fmla="*/ 36 h 37"/>
                  <a:gd name="T10" fmla="*/ 12 w 26"/>
                  <a:gd name="T11" fmla="*/ 35 h 37"/>
                  <a:gd name="T12" fmla="*/ 12 w 26"/>
                  <a:gd name="T13" fmla="*/ 33 h 37"/>
                  <a:gd name="T14" fmla="*/ 14 w 26"/>
                  <a:gd name="T15" fmla="*/ 32 h 37"/>
                  <a:gd name="T16" fmla="*/ 13 w 26"/>
                  <a:gd name="T17" fmla="*/ 31 h 37"/>
                  <a:gd name="T18" fmla="*/ 14 w 26"/>
                  <a:gd name="T19" fmla="*/ 29 h 37"/>
                  <a:gd name="T20" fmla="*/ 14 w 26"/>
                  <a:gd name="T21" fmla="*/ 28 h 37"/>
                  <a:gd name="T22" fmla="*/ 14 w 26"/>
                  <a:gd name="T23" fmla="*/ 26 h 37"/>
                  <a:gd name="T24" fmla="*/ 17 w 26"/>
                  <a:gd name="T25" fmla="*/ 26 h 37"/>
                  <a:gd name="T26" fmla="*/ 16 w 26"/>
                  <a:gd name="T27" fmla="*/ 24 h 37"/>
                  <a:gd name="T28" fmla="*/ 19 w 26"/>
                  <a:gd name="T29" fmla="*/ 24 h 37"/>
                  <a:gd name="T30" fmla="*/ 20 w 26"/>
                  <a:gd name="T31" fmla="*/ 21 h 37"/>
                  <a:gd name="T32" fmla="*/ 21 w 26"/>
                  <a:gd name="T33" fmla="*/ 19 h 37"/>
                  <a:gd name="T34" fmla="*/ 22 w 26"/>
                  <a:gd name="T35" fmla="*/ 21 h 37"/>
                  <a:gd name="T36" fmla="*/ 24 w 26"/>
                  <a:gd name="T37" fmla="*/ 20 h 37"/>
                  <a:gd name="T38" fmla="*/ 26 w 26"/>
                  <a:gd name="T39" fmla="*/ 17 h 37"/>
                  <a:gd name="T40" fmla="*/ 24 w 26"/>
                  <a:gd name="T41" fmla="*/ 16 h 37"/>
                  <a:gd name="T42" fmla="*/ 22 w 26"/>
                  <a:gd name="T43" fmla="*/ 16 h 37"/>
                  <a:gd name="T44" fmla="*/ 20 w 26"/>
                  <a:gd name="T45" fmla="*/ 16 h 37"/>
                  <a:gd name="T46" fmla="*/ 19 w 26"/>
                  <a:gd name="T47" fmla="*/ 15 h 37"/>
                  <a:gd name="T48" fmla="*/ 18 w 26"/>
                  <a:gd name="T49" fmla="*/ 14 h 37"/>
                  <a:gd name="T50" fmla="*/ 19 w 26"/>
                  <a:gd name="T51" fmla="*/ 13 h 37"/>
                  <a:gd name="T52" fmla="*/ 19 w 26"/>
                  <a:gd name="T53" fmla="*/ 12 h 37"/>
                  <a:gd name="T54" fmla="*/ 20 w 26"/>
                  <a:gd name="T55" fmla="*/ 11 h 37"/>
                  <a:gd name="T56" fmla="*/ 20 w 26"/>
                  <a:gd name="T57" fmla="*/ 9 h 37"/>
                  <a:gd name="T58" fmla="*/ 21 w 26"/>
                  <a:gd name="T59" fmla="*/ 7 h 37"/>
                  <a:gd name="T60" fmla="*/ 22 w 26"/>
                  <a:gd name="T61" fmla="*/ 5 h 37"/>
                  <a:gd name="T62" fmla="*/ 21 w 26"/>
                  <a:gd name="T63" fmla="*/ 2 h 37"/>
                  <a:gd name="T64" fmla="*/ 22 w 26"/>
                  <a:gd name="T65" fmla="*/ 0 h 37"/>
                  <a:gd name="T66" fmla="*/ 20 w 26"/>
                  <a:gd name="T67" fmla="*/ 0 h 37"/>
                  <a:gd name="T68" fmla="*/ 17 w 26"/>
                  <a:gd name="T69" fmla="*/ 2 h 37"/>
                  <a:gd name="T70" fmla="*/ 14 w 26"/>
                  <a:gd name="T71" fmla="*/ 4 h 37"/>
                  <a:gd name="T72" fmla="*/ 12 w 26"/>
                  <a:gd name="T73" fmla="*/ 7 h 37"/>
                  <a:gd name="T74" fmla="*/ 7 w 26"/>
                  <a:gd name="T75" fmla="*/ 7 h 37"/>
                  <a:gd name="T76" fmla="*/ 3 w 26"/>
                  <a:gd name="T77" fmla="*/ 9 h 37"/>
                  <a:gd name="T78" fmla="*/ 1 w 26"/>
                  <a:gd name="T79" fmla="*/ 14 h 37"/>
                  <a:gd name="T80" fmla="*/ 0 w 26"/>
                  <a:gd name="T81" fmla="*/ 17 h 37"/>
                  <a:gd name="T82" fmla="*/ 0 w 26"/>
                  <a:gd name="T83" fmla="*/ 21 h 37"/>
                  <a:gd name="T84" fmla="*/ 1 w 26"/>
                  <a:gd name="T85" fmla="*/ 24 h 37"/>
                  <a:gd name="T86" fmla="*/ 0 w 26"/>
                  <a:gd name="T87" fmla="*/ 27 h 37"/>
                  <a:gd name="T88" fmla="*/ 1 w 26"/>
                  <a:gd name="T89" fmla="*/ 28 h 37"/>
                  <a:gd name="T90" fmla="*/ 3 w 26"/>
                  <a:gd name="T91" fmla="*/ 29 h 37"/>
                  <a:gd name="T92" fmla="*/ 5 w 26"/>
                  <a:gd name="T93" fmla="*/ 31 h 37"/>
                  <a:gd name="T94" fmla="*/ 5 w 26"/>
                  <a:gd name="T95" fmla="*/ 34 h 37"/>
                  <a:gd name="T96" fmla="*/ 6 w 26"/>
                  <a:gd name="T97" fmla="*/ 37 h 37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26"/>
                  <a:gd name="T148" fmla="*/ 0 h 37"/>
                  <a:gd name="T149" fmla="*/ 26 w 26"/>
                  <a:gd name="T150" fmla="*/ 37 h 37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26" h="37">
                    <a:moveTo>
                      <a:pt x="7" y="37"/>
                    </a:moveTo>
                    <a:lnTo>
                      <a:pt x="9" y="37"/>
                    </a:lnTo>
                    <a:lnTo>
                      <a:pt x="11" y="37"/>
                    </a:lnTo>
                    <a:lnTo>
                      <a:pt x="12" y="37"/>
                    </a:lnTo>
                    <a:lnTo>
                      <a:pt x="13" y="37"/>
                    </a:lnTo>
                    <a:lnTo>
                      <a:pt x="13" y="36"/>
                    </a:lnTo>
                    <a:lnTo>
                      <a:pt x="14" y="37"/>
                    </a:lnTo>
                    <a:lnTo>
                      <a:pt x="15" y="37"/>
                    </a:lnTo>
                    <a:lnTo>
                      <a:pt x="15" y="36"/>
                    </a:lnTo>
                    <a:lnTo>
                      <a:pt x="14" y="36"/>
                    </a:lnTo>
                    <a:lnTo>
                      <a:pt x="13" y="35"/>
                    </a:lnTo>
                    <a:lnTo>
                      <a:pt x="12" y="35"/>
                    </a:lnTo>
                    <a:lnTo>
                      <a:pt x="12" y="34"/>
                    </a:lnTo>
                    <a:lnTo>
                      <a:pt x="12" y="33"/>
                    </a:lnTo>
                    <a:lnTo>
                      <a:pt x="13" y="33"/>
                    </a:lnTo>
                    <a:lnTo>
                      <a:pt x="14" y="32"/>
                    </a:lnTo>
                    <a:lnTo>
                      <a:pt x="13" y="32"/>
                    </a:lnTo>
                    <a:lnTo>
                      <a:pt x="13" y="31"/>
                    </a:lnTo>
                    <a:lnTo>
                      <a:pt x="14" y="30"/>
                    </a:lnTo>
                    <a:lnTo>
                      <a:pt x="14" y="29"/>
                    </a:lnTo>
                    <a:lnTo>
                      <a:pt x="13" y="29"/>
                    </a:lnTo>
                    <a:lnTo>
                      <a:pt x="14" y="28"/>
                    </a:lnTo>
                    <a:lnTo>
                      <a:pt x="15" y="27"/>
                    </a:lnTo>
                    <a:lnTo>
                      <a:pt x="14" y="26"/>
                    </a:lnTo>
                    <a:lnTo>
                      <a:pt x="15" y="26"/>
                    </a:lnTo>
                    <a:lnTo>
                      <a:pt x="17" y="26"/>
                    </a:lnTo>
                    <a:lnTo>
                      <a:pt x="17" y="25"/>
                    </a:lnTo>
                    <a:lnTo>
                      <a:pt x="16" y="24"/>
                    </a:lnTo>
                    <a:lnTo>
                      <a:pt x="17" y="24"/>
                    </a:lnTo>
                    <a:lnTo>
                      <a:pt x="19" y="24"/>
                    </a:lnTo>
                    <a:lnTo>
                      <a:pt x="20" y="23"/>
                    </a:lnTo>
                    <a:lnTo>
                      <a:pt x="20" y="21"/>
                    </a:lnTo>
                    <a:lnTo>
                      <a:pt x="20" y="20"/>
                    </a:lnTo>
                    <a:lnTo>
                      <a:pt x="21" y="19"/>
                    </a:lnTo>
                    <a:lnTo>
                      <a:pt x="21" y="20"/>
                    </a:lnTo>
                    <a:lnTo>
                      <a:pt x="22" y="21"/>
                    </a:lnTo>
                    <a:lnTo>
                      <a:pt x="23" y="20"/>
                    </a:lnTo>
                    <a:lnTo>
                      <a:pt x="24" y="20"/>
                    </a:lnTo>
                    <a:lnTo>
                      <a:pt x="25" y="18"/>
                    </a:lnTo>
                    <a:lnTo>
                      <a:pt x="26" y="17"/>
                    </a:lnTo>
                    <a:lnTo>
                      <a:pt x="25" y="16"/>
                    </a:lnTo>
                    <a:lnTo>
                      <a:pt x="24" y="16"/>
                    </a:lnTo>
                    <a:lnTo>
                      <a:pt x="23" y="16"/>
                    </a:lnTo>
                    <a:lnTo>
                      <a:pt x="22" y="16"/>
                    </a:lnTo>
                    <a:lnTo>
                      <a:pt x="21" y="16"/>
                    </a:lnTo>
                    <a:lnTo>
                      <a:pt x="20" y="16"/>
                    </a:lnTo>
                    <a:lnTo>
                      <a:pt x="19" y="16"/>
                    </a:lnTo>
                    <a:lnTo>
                      <a:pt x="19" y="15"/>
                    </a:lnTo>
                    <a:lnTo>
                      <a:pt x="20" y="14"/>
                    </a:lnTo>
                    <a:lnTo>
                      <a:pt x="18" y="14"/>
                    </a:lnTo>
                    <a:lnTo>
                      <a:pt x="18" y="13"/>
                    </a:lnTo>
                    <a:lnTo>
                      <a:pt x="19" y="13"/>
                    </a:lnTo>
                    <a:lnTo>
                      <a:pt x="20" y="12"/>
                    </a:lnTo>
                    <a:lnTo>
                      <a:pt x="19" y="12"/>
                    </a:lnTo>
                    <a:lnTo>
                      <a:pt x="20" y="12"/>
                    </a:lnTo>
                    <a:lnTo>
                      <a:pt x="20" y="11"/>
                    </a:lnTo>
                    <a:lnTo>
                      <a:pt x="20" y="10"/>
                    </a:lnTo>
                    <a:lnTo>
                      <a:pt x="20" y="9"/>
                    </a:lnTo>
                    <a:lnTo>
                      <a:pt x="20" y="8"/>
                    </a:lnTo>
                    <a:lnTo>
                      <a:pt x="21" y="7"/>
                    </a:lnTo>
                    <a:lnTo>
                      <a:pt x="22" y="6"/>
                    </a:lnTo>
                    <a:lnTo>
                      <a:pt x="22" y="5"/>
                    </a:lnTo>
                    <a:lnTo>
                      <a:pt x="21" y="3"/>
                    </a:lnTo>
                    <a:lnTo>
                      <a:pt x="21" y="2"/>
                    </a:lnTo>
                    <a:lnTo>
                      <a:pt x="21" y="1"/>
                    </a:lnTo>
                    <a:lnTo>
                      <a:pt x="22" y="0"/>
                    </a:lnTo>
                    <a:lnTo>
                      <a:pt x="21" y="0"/>
                    </a:lnTo>
                    <a:lnTo>
                      <a:pt x="20" y="0"/>
                    </a:lnTo>
                    <a:lnTo>
                      <a:pt x="19" y="1"/>
                    </a:lnTo>
                    <a:lnTo>
                      <a:pt x="17" y="2"/>
                    </a:lnTo>
                    <a:lnTo>
                      <a:pt x="15" y="3"/>
                    </a:lnTo>
                    <a:lnTo>
                      <a:pt x="14" y="4"/>
                    </a:lnTo>
                    <a:lnTo>
                      <a:pt x="13" y="6"/>
                    </a:lnTo>
                    <a:lnTo>
                      <a:pt x="12" y="7"/>
                    </a:lnTo>
                    <a:lnTo>
                      <a:pt x="10" y="7"/>
                    </a:lnTo>
                    <a:lnTo>
                      <a:pt x="7" y="7"/>
                    </a:lnTo>
                    <a:lnTo>
                      <a:pt x="5" y="8"/>
                    </a:lnTo>
                    <a:lnTo>
                      <a:pt x="3" y="9"/>
                    </a:lnTo>
                    <a:lnTo>
                      <a:pt x="2" y="10"/>
                    </a:lnTo>
                    <a:lnTo>
                      <a:pt x="1" y="14"/>
                    </a:lnTo>
                    <a:lnTo>
                      <a:pt x="1" y="15"/>
                    </a:lnTo>
                    <a:lnTo>
                      <a:pt x="0" y="17"/>
                    </a:lnTo>
                    <a:lnTo>
                      <a:pt x="0" y="19"/>
                    </a:lnTo>
                    <a:lnTo>
                      <a:pt x="0" y="21"/>
                    </a:lnTo>
                    <a:lnTo>
                      <a:pt x="0" y="23"/>
                    </a:lnTo>
                    <a:lnTo>
                      <a:pt x="1" y="24"/>
                    </a:lnTo>
                    <a:lnTo>
                      <a:pt x="1" y="26"/>
                    </a:lnTo>
                    <a:lnTo>
                      <a:pt x="0" y="27"/>
                    </a:lnTo>
                    <a:lnTo>
                      <a:pt x="0" y="28"/>
                    </a:lnTo>
                    <a:lnTo>
                      <a:pt x="1" y="28"/>
                    </a:lnTo>
                    <a:lnTo>
                      <a:pt x="2" y="28"/>
                    </a:lnTo>
                    <a:lnTo>
                      <a:pt x="3" y="29"/>
                    </a:lnTo>
                    <a:lnTo>
                      <a:pt x="4" y="30"/>
                    </a:lnTo>
                    <a:lnTo>
                      <a:pt x="5" y="31"/>
                    </a:lnTo>
                    <a:lnTo>
                      <a:pt x="5" y="32"/>
                    </a:lnTo>
                    <a:lnTo>
                      <a:pt x="5" y="34"/>
                    </a:lnTo>
                    <a:lnTo>
                      <a:pt x="5" y="35"/>
                    </a:lnTo>
                    <a:lnTo>
                      <a:pt x="6" y="37"/>
                    </a:lnTo>
                    <a:lnTo>
                      <a:pt x="7" y="37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grpSp>
          <p:nvGrpSpPr>
            <p:cNvPr id="41" name="Estonia">
              <a:extLst>
                <a:ext uri="{FF2B5EF4-FFF2-40B4-BE49-F238E27FC236}">
                  <a16:creationId xmlns:a16="http://schemas.microsoft.com/office/drawing/2014/main" id="{9EC53300-507E-7449-B60E-BB169AB9A8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3880" y="3027835"/>
              <a:ext cx="140626" cy="63559"/>
              <a:chOff x="17592675" y="4019550"/>
              <a:chExt cx="63" cy="26"/>
            </a:xfrm>
            <a:solidFill>
              <a:srgbClr val="002B69">
                <a:alpha val="91000"/>
              </a:srgbClr>
            </a:solidFill>
          </p:grpSpPr>
          <p:sp>
            <p:nvSpPr>
              <p:cNvPr id="155" name="D302">
                <a:extLst>
                  <a:ext uri="{FF2B5EF4-FFF2-40B4-BE49-F238E27FC236}">
                    <a16:creationId xmlns:a16="http://schemas.microsoft.com/office/drawing/2014/main" id="{F25CDAD6-FC7F-4141-B4A7-3FC474216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92691" y="4019550"/>
                <a:ext cx="47" cy="26"/>
              </a:xfrm>
              <a:custGeom>
                <a:avLst/>
                <a:gdLst>
                  <a:gd name="T0" fmla="*/ 46 w 47"/>
                  <a:gd name="T1" fmla="*/ 1 h 26"/>
                  <a:gd name="T2" fmla="*/ 44 w 47"/>
                  <a:gd name="T3" fmla="*/ 2 h 26"/>
                  <a:gd name="T4" fmla="*/ 41 w 47"/>
                  <a:gd name="T5" fmla="*/ 3 h 26"/>
                  <a:gd name="T6" fmla="*/ 38 w 47"/>
                  <a:gd name="T7" fmla="*/ 2 h 26"/>
                  <a:gd name="T8" fmla="*/ 36 w 47"/>
                  <a:gd name="T9" fmla="*/ 1 h 26"/>
                  <a:gd name="T10" fmla="*/ 31 w 47"/>
                  <a:gd name="T11" fmla="*/ 2 h 26"/>
                  <a:gd name="T12" fmla="*/ 26 w 47"/>
                  <a:gd name="T13" fmla="*/ 1 h 26"/>
                  <a:gd name="T14" fmla="*/ 21 w 47"/>
                  <a:gd name="T15" fmla="*/ 0 h 26"/>
                  <a:gd name="T16" fmla="*/ 18 w 47"/>
                  <a:gd name="T17" fmla="*/ 0 h 26"/>
                  <a:gd name="T18" fmla="*/ 15 w 47"/>
                  <a:gd name="T19" fmla="*/ 1 h 26"/>
                  <a:gd name="T20" fmla="*/ 12 w 47"/>
                  <a:gd name="T21" fmla="*/ 1 h 26"/>
                  <a:gd name="T22" fmla="*/ 11 w 47"/>
                  <a:gd name="T23" fmla="*/ 3 h 26"/>
                  <a:gd name="T24" fmla="*/ 8 w 47"/>
                  <a:gd name="T25" fmla="*/ 2 h 26"/>
                  <a:gd name="T26" fmla="*/ 5 w 47"/>
                  <a:gd name="T27" fmla="*/ 4 h 26"/>
                  <a:gd name="T28" fmla="*/ 1 w 47"/>
                  <a:gd name="T29" fmla="*/ 6 h 26"/>
                  <a:gd name="T30" fmla="*/ 1 w 47"/>
                  <a:gd name="T31" fmla="*/ 8 h 26"/>
                  <a:gd name="T32" fmla="*/ 1 w 47"/>
                  <a:gd name="T33" fmla="*/ 10 h 26"/>
                  <a:gd name="T34" fmla="*/ 3 w 47"/>
                  <a:gd name="T35" fmla="*/ 11 h 26"/>
                  <a:gd name="T36" fmla="*/ 3 w 47"/>
                  <a:gd name="T37" fmla="*/ 13 h 26"/>
                  <a:gd name="T38" fmla="*/ 2 w 47"/>
                  <a:gd name="T39" fmla="*/ 14 h 26"/>
                  <a:gd name="T40" fmla="*/ 2 w 47"/>
                  <a:gd name="T41" fmla="*/ 16 h 26"/>
                  <a:gd name="T42" fmla="*/ 4 w 47"/>
                  <a:gd name="T43" fmla="*/ 17 h 26"/>
                  <a:gd name="T44" fmla="*/ 6 w 47"/>
                  <a:gd name="T45" fmla="*/ 16 h 26"/>
                  <a:gd name="T46" fmla="*/ 6 w 47"/>
                  <a:gd name="T47" fmla="*/ 19 h 26"/>
                  <a:gd name="T48" fmla="*/ 8 w 47"/>
                  <a:gd name="T49" fmla="*/ 18 h 26"/>
                  <a:gd name="T50" fmla="*/ 10 w 47"/>
                  <a:gd name="T51" fmla="*/ 16 h 26"/>
                  <a:gd name="T52" fmla="*/ 10 w 47"/>
                  <a:gd name="T53" fmla="*/ 20 h 26"/>
                  <a:gd name="T54" fmla="*/ 9 w 47"/>
                  <a:gd name="T55" fmla="*/ 23 h 26"/>
                  <a:gd name="T56" fmla="*/ 12 w 47"/>
                  <a:gd name="T57" fmla="*/ 22 h 26"/>
                  <a:gd name="T58" fmla="*/ 16 w 47"/>
                  <a:gd name="T59" fmla="*/ 21 h 26"/>
                  <a:gd name="T60" fmla="*/ 20 w 47"/>
                  <a:gd name="T61" fmla="*/ 19 h 26"/>
                  <a:gd name="T62" fmla="*/ 21 w 47"/>
                  <a:gd name="T63" fmla="*/ 21 h 26"/>
                  <a:gd name="T64" fmla="*/ 24 w 47"/>
                  <a:gd name="T65" fmla="*/ 22 h 26"/>
                  <a:gd name="T66" fmla="*/ 27 w 47"/>
                  <a:gd name="T67" fmla="*/ 24 h 26"/>
                  <a:gd name="T68" fmla="*/ 31 w 47"/>
                  <a:gd name="T69" fmla="*/ 26 h 26"/>
                  <a:gd name="T70" fmla="*/ 36 w 47"/>
                  <a:gd name="T71" fmla="*/ 26 h 26"/>
                  <a:gd name="T72" fmla="*/ 38 w 47"/>
                  <a:gd name="T73" fmla="*/ 25 h 26"/>
                  <a:gd name="T74" fmla="*/ 40 w 47"/>
                  <a:gd name="T75" fmla="*/ 26 h 26"/>
                  <a:gd name="T76" fmla="*/ 42 w 47"/>
                  <a:gd name="T77" fmla="*/ 25 h 26"/>
                  <a:gd name="T78" fmla="*/ 42 w 47"/>
                  <a:gd name="T79" fmla="*/ 23 h 26"/>
                  <a:gd name="T80" fmla="*/ 41 w 47"/>
                  <a:gd name="T81" fmla="*/ 20 h 26"/>
                  <a:gd name="T82" fmla="*/ 40 w 47"/>
                  <a:gd name="T83" fmla="*/ 17 h 26"/>
                  <a:gd name="T84" fmla="*/ 41 w 47"/>
                  <a:gd name="T85" fmla="*/ 14 h 26"/>
                  <a:gd name="T86" fmla="*/ 40 w 47"/>
                  <a:gd name="T87" fmla="*/ 12 h 26"/>
                  <a:gd name="T88" fmla="*/ 41 w 47"/>
                  <a:gd name="T89" fmla="*/ 10 h 26"/>
                  <a:gd name="T90" fmla="*/ 43 w 47"/>
                  <a:gd name="T91" fmla="*/ 9 h 26"/>
                  <a:gd name="T92" fmla="*/ 45 w 47"/>
                  <a:gd name="T93" fmla="*/ 6 h 26"/>
                  <a:gd name="T94" fmla="*/ 46 w 47"/>
                  <a:gd name="T95" fmla="*/ 4 h 2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47"/>
                  <a:gd name="T145" fmla="*/ 0 h 26"/>
                  <a:gd name="T146" fmla="*/ 47 w 47"/>
                  <a:gd name="T147" fmla="*/ 26 h 2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47" h="26">
                    <a:moveTo>
                      <a:pt x="47" y="2"/>
                    </a:moveTo>
                    <a:lnTo>
                      <a:pt x="47" y="1"/>
                    </a:lnTo>
                    <a:lnTo>
                      <a:pt x="46" y="1"/>
                    </a:lnTo>
                    <a:lnTo>
                      <a:pt x="45" y="1"/>
                    </a:lnTo>
                    <a:lnTo>
                      <a:pt x="45" y="2"/>
                    </a:lnTo>
                    <a:lnTo>
                      <a:pt x="44" y="2"/>
                    </a:lnTo>
                    <a:lnTo>
                      <a:pt x="43" y="2"/>
                    </a:lnTo>
                    <a:lnTo>
                      <a:pt x="43" y="3"/>
                    </a:lnTo>
                    <a:lnTo>
                      <a:pt x="41" y="3"/>
                    </a:lnTo>
                    <a:lnTo>
                      <a:pt x="40" y="3"/>
                    </a:lnTo>
                    <a:lnTo>
                      <a:pt x="39" y="2"/>
                    </a:lnTo>
                    <a:lnTo>
                      <a:pt x="38" y="2"/>
                    </a:lnTo>
                    <a:lnTo>
                      <a:pt x="38" y="1"/>
                    </a:lnTo>
                    <a:lnTo>
                      <a:pt x="37" y="1"/>
                    </a:lnTo>
                    <a:lnTo>
                      <a:pt x="36" y="1"/>
                    </a:lnTo>
                    <a:lnTo>
                      <a:pt x="35" y="2"/>
                    </a:lnTo>
                    <a:lnTo>
                      <a:pt x="33" y="1"/>
                    </a:lnTo>
                    <a:lnTo>
                      <a:pt x="31" y="2"/>
                    </a:lnTo>
                    <a:lnTo>
                      <a:pt x="30" y="2"/>
                    </a:lnTo>
                    <a:lnTo>
                      <a:pt x="27" y="2"/>
                    </a:lnTo>
                    <a:lnTo>
                      <a:pt x="26" y="1"/>
                    </a:lnTo>
                    <a:lnTo>
                      <a:pt x="24" y="1"/>
                    </a:lnTo>
                    <a:lnTo>
                      <a:pt x="22" y="0"/>
                    </a:lnTo>
                    <a:lnTo>
                      <a:pt x="21" y="0"/>
                    </a:lnTo>
                    <a:lnTo>
                      <a:pt x="20" y="0"/>
                    </a:lnTo>
                    <a:lnTo>
                      <a:pt x="19" y="0"/>
                    </a:lnTo>
                    <a:lnTo>
                      <a:pt x="18" y="0"/>
                    </a:lnTo>
                    <a:lnTo>
                      <a:pt x="17" y="1"/>
                    </a:lnTo>
                    <a:lnTo>
                      <a:pt x="16" y="1"/>
                    </a:lnTo>
                    <a:lnTo>
                      <a:pt x="15" y="1"/>
                    </a:lnTo>
                    <a:lnTo>
                      <a:pt x="14" y="1"/>
                    </a:lnTo>
                    <a:lnTo>
                      <a:pt x="13" y="1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3"/>
                    </a:lnTo>
                    <a:lnTo>
                      <a:pt x="11" y="3"/>
                    </a:lnTo>
                    <a:lnTo>
                      <a:pt x="10" y="2"/>
                    </a:lnTo>
                    <a:lnTo>
                      <a:pt x="9" y="2"/>
                    </a:lnTo>
                    <a:lnTo>
                      <a:pt x="8" y="2"/>
                    </a:lnTo>
                    <a:lnTo>
                      <a:pt x="7" y="2"/>
                    </a:lnTo>
                    <a:lnTo>
                      <a:pt x="6" y="3"/>
                    </a:lnTo>
                    <a:lnTo>
                      <a:pt x="5" y="4"/>
                    </a:lnTo>
                    <a:lnTo>
                      <a:pt x="4" y="5"/>
                    </a:lnTo>
                    <a:lnTo>
                      <a:pt x="3" y="5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7"/>
                    </a:lnTo>
                    <a:lnTo>
                      <a:pt x="1" y="8"/>
                    </a:lnTo>
                    <a:lnTo>
                      <a:pt x="2" y="8"/>
                    </a:lnTo>
                    <a:lnTo>
                      <a:pt x="2" y="9"/>
                    </a:lnTo>
                    <a:lnTo>
                      <a:pt x="1" y="10"/>
                    </a:lnTo>
                    <a:lnTo>
                      <a:pt x="1" y="11"/>
                    </a:lnTo>
                    <a:lnTo>
                      <a:pt x="2" y="11"/>
                    </a:lnTo>
                    <a:lnTo>
                      <a:pt x="3" y="11"/>
                    </a:lnTo>
                    <a:lnTo>
                      <a:pt x="4" y="11"/>
                    </a:lnTo>
                    <a:lnTo>
                      <a:pt x="4" y="12"/>
                    </a:lnTo>
                    <a:lnTo>
                      <a:pt x="3" y="13"/>
                    </a:lnTo>
                    <a:lnTo>
                      <a:pt x="2" y="13"/>
                    </a:lnTo>
                    <a:lnTo>
                      <a:pt x="1" y="13"/>
                    </a:lnTo>
                    <a:lnTo>
                      <a:pt x="2" y="14"/>
                    </a:lnTo>
                    <a:lnTo>
                      <a:pt x="3" y="14"/>
                    </a:lnTo>
                    <a:lnTo>
                      <a:pt x="3" y="15"/>
                    </a:lnTo>
                    <a:lnTo>
                      <a:pt x="2" y="16"/>
                    </a:lnTo>
                    <a:lnTo>
                      <a:pt x="3" y="16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5" y="17"/>
                    </a:lnTo>
                    <a:lnTo>
                      <a:pt x="5" y="16"/>
                    </a:lnTo>
                    <a:lnTo>
                      <a:pt x="6" y="16"/>
                    </a:lnTo>
                    <a:lnTo>
                      <a:pt x="6" y="17"/>
                    </a:lnTo>
                    <a:lnTo>
                      <a:pt x="6" y="18"/>
                    </a:lnTo>
                    <a:lnTo>
                      <a:pt x="6" y="19"/>
                    </a:lnTo>
                    <a:lnTo>
                      <a:pt x="7" y="19"/>
                    </a:lnTo>
                    <a:lnTo>
                      <a:pt x="8" y="19"/>
                    </a:lnTo>
                    <a:lnTo>
                      <a:pt x="8" y="18"/>
                    </a:lnTo>
                    <a:lnTo>
                      <a:pt x="9" y="17"/>
                    </a:lnTo>
                    <a:lnTo>
                      <a:pt x="9" y="16"/>
                    </a:lnTo>
                    <a:lnTo>
                      <a:pt x="10" y="16"/>
                    </a:lnTo>
                    <a:lnTo>
                      <a:pt x="10" y="17"/>
                    </a:lnTo>
                    <a:lnTo>
                      <a:pt x="10" y="19"/>
                    </a:lnTo>
                    <a:lnTo>
                      <a:pt x="10" y="20"/>
                    </a:lnTo>
                    <a:lnTo>
                      <a:pt x="10" y="21"/>
                    </a:lnTo>
                    <a:lnTo>
                      <a:pt x="9" y="22"/>
                    </a:lnTo>
                    <a:lnTo>
                      <a:pt x="9" y="23"/>
                    </a:lnTo>
                    <a:lnTo>
                      <a:pt x="10" y="23"/>
                    </a:lnTo>
                    <a:lnTo>
                      <a:pt x="11" y="23"/>
                    </a:lnTo>
                    <a:lnTo>
                      <a:pt x="12" y="22"/>
                    </a:lnTo>
                    <a:lnTo>
                      <a:pt x="13" y="22"/>
                    </a:lnTo>
                    <a:lnTo>
                      <a:pt x="15" y="22"/>
                    </a:lnTo>
                    <a:lnTo>
                      <a:pt x="16" y="21"/>
                    </a:lnTo>
                    <a:lnTo>
                      <a:pt x="17" y="20"/>
                    </a:lnTo>
                    <a:lnTo>
                      <a:pt x="18" y="20"/>
                    </a:lnTo>
                    <a:lnTo>
                      <a:pt x="20" y="19"/>
                    </a:lnTo>
                    <a:lnTo>
                      <a:pt x="20" y="20"/>
                    </a:lnTo>
                    <a:lnTo>
                      <a:pt x="21" y="20"/>
                    </a:lnTo>
                    <a:lnTo>
                      <a:pt x="21" y="21"/>
                    </a:lnTo>
                    <a:lnTo>
                      <a:pt x="22" y="21"/>
                    </a:lnTo>
                    <a:lnTo>
                      <a:pt x="23" y="21"/>
                    </a:lnTo>
                    <a:lnTo>
                      <a:pt x="24" y="22"/>
                    </a:lnTo>
                    <a:lnTo>
                      <a:pt x="26" y="22"/>
                    </a:lnTo>
                    <a:lnTo>
                      <a:pt x="27" y="23"/>
                    </a:lnTo>
                    <a:lnTo>
                      <a:pt x="27" y="24"/>
                    </a:lnTo>
                    <a:lnTo>
                      <a:pt x="29" y="25"/>
                    </a:lnTo>
                    <a:lnTo>
                      <a:pt x="30" y="26"/>
                    </a:lnTo>
                    <a:lnTo>
                      <a:pt x="31" y="26"/>
                    </a:lnTo>
                    <a:lnTo>
                      <a:pt x="33" y="26"/>
                    </a:lnTo>
                    <a:lnTo>
                      <a:pt x="35" y="26"/>
                    </a:lnTo>
                    <a:lnTo>
                      <a:pt x="36" y="26"/>
                    </a:lnTo>
                    <a:lnTo>
                      <a:pt x="37" y="26"/>
                    </a:lnTo>
                    <a:lnTo>
                      <a:pt x="37" y="25"/>
                    </a:lnTo>
                    <a:lnTo>
                      <a:pt x="38" y="25"/>
                    </a:lnTo>
                    <a:lnTo>
                      <a:pt x="39" y="25"/>
                    </a:lnTo>
                    <a:lnTo>
                      <a:pt x="40" y="25"/>
                    </a:lnTo>
                    <a:lnTo>
                      <a:pt x="40" y="26"/>
                    </a:lnTo>
                    <a:lnTo>
                      <a:pt x="41" y="26"/>
                    </a:lnTo>
                    <a:lnTo>
                      <a:pt x="41" y="25"/>
                    </a:lnTo>
                    <a:lnTo>
                      <a:pt x="42" y="25"/>
                    </a:lnTo>
                    <a:lnTo>
                      <a:pt x="42" y="24"/>
                    </a:lnTo>
                    <a:lnTo>
                      <a:pt x="43" y="24"/>
                    </a:lnTo>
                    <a:lnTo>
                      <a:pt x="42" y="23"/>
                    </a:lnTo>
                    <a:lnTo>
                      <a:pt x="41" y="22"/>
                    </a:lnTo>
                    <a:lnTo>
                      <a:pt x="41" y="21"/>
                    </a:lnTo>
                    <a:lnTo>
                      <a:pt x="41" y="20"/>
                    </a:lnTo>
                    <a:lnTo>
                      <a:pt x="40" y="19"/>
                    </a:lnTo>
                    <a:lnTo>
                      <a:pt x="40" y="18"/>
                    </a:lnTo>
                    <a:lnTo>
                      <a:pt x="40" y="17"/>
                    </a:lnTo>
                    <a:lnTo>
                      <a:pt x="40" y="16"/>
                    </a:lnTo>
                    <a:lnTo>
                      <a:pt x="41" y="15"/>
                    </a:lnTo>
                    <a:lnTo>
                      <a:pt x="41" y="14"/>
                    </a:lnTo>
                    <a:lnTo>
                      <a:pt x="41" y="13"/>
                    </a:lnTo>
                    <a:lnTo>
                      <a:pt x="40" y="13"/>
                    </a:lnTo>
                    <a:lnTo>
                      <a:pt x="40" y="12"/>
                    </a:lnTo>
                    <a:lnTo>
                      <a:pt x="40" y="11"/>
                    </a:lnTo>
                    <a:lnTo>
                      <a:pt x="41" y="11"/>
                    </a:lnTo>
                    <a:lnTo>
                      <a:pt x="41" y="10"/>
                    </a:lnTo>
                    <a:lnTo>
                      <a:pt x="42" y="10"/>
                    </a:lnTo>
                    <a:lnTo>
                      <a:pt x="43" y="10"/>
                    </a:lnTo>
                    <a:lnTo>
                      <a:pt x="43" y="9"/>
                    </a:lnTo>
                    <a:lnTo>
                      <a:pt x="44" y="8"/>
                    </a:lnTo>
                    <a:lnTo>
                      <a:pt x="44" y="7"/>
                    </a:lnTo>
                    <a:lnTo>
                      <a:pt x="45" y="6"/>
                    </a:lnTo>
                    <a:lnTo>
                      <a:pt x="46" y="6"/>
                    </a:lnTo>
                    <a:lnTo>
                      <a:pt x="46" y="5"/>
                    </a:lnTo>
                    <a:lnTo>
                      <a:pt x="46" y="4"/>
                    </a:lnTo>
                    <a:lnTo>
                      <a:pt x="47" y="3"/>
                    </a:lnTo>
                    <a:lnTo>
                      <a:pt x="47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56" name="D303">
                <a:extLst>
                  <a:ext uri="{FF2B5EF4-FFF2-40B4-BE49-F238E27FC236}">
                    <a16:creationId xmlns:a16="http://schemas.microsoft.com/office/drawing/2014/main" id="{C9BD0FB1-5765-BF40-96F6-FB6EA663F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92675" y="4019564"/>
                <a:ext cx="12" cy="11"/>
              </a:xfrm>
              <a:custGeom>
                <a:avLst/>
                <a:gdLst>
                  <a:gd name="T0" fmla="*/ 12 w 12"/>
                  <a:gd name="T1" fmla="*/ 3 h 11"/>
                  <a:gd name="T2" fmla="*/ 12 w 12"/>
                  <a:gd name="T3" fmla="*/ 2 h 11"/>
                  <a:gd name="T4" fmla="*/ 11 w 12"/>
                  <a:gd name="T5" fmla="*/ 2 h 11"/>
                  <a:gd name="T6" fmla="*/ 10 w 12"/>
                  <a:gd name="T7" fmla="*/ 2 h 11"/>
                  <a:gd name="T8" fmla="*/ 10 w 12"/>
                  <a:gd name="T9" fmla="*/ 1 h 11"/>
                  <a:gd name="T10" fmla="*/ 9 w 12"/>
                  <a:gd name="T11" fmla="*/ 1 h 11"/>
                  <a:gd name="T12" fmla="*/ 8 w 12"/>
                  <a:gd name="T13" fmla="*/ 1 h 11"/>
                  <a:gd name="T14" fmla="*/ 7 w 12"/>
                  <a:gd name="T15" fmla="*/ 1 h 11"/>
                  <a:gd name="T16" fmla="*/ 6 w 12"/>
                  <a:gd name="T17" fmla="*/ 0 h 11"/>
                  <a:gd name="T18" fmla="*/ 5 w 12"/>
                  <a:gd name="T19" fmla="*/ 0 h 11"/>
                  <a:gd name="T20" fmla="*/ 5 w 12"/>
                  <a:gd name="T21" fmla="*/ 1 h 11"/>
                  <a:gd name="T22" fmla="*/ 4 w 12"/>
                  <a:gd name="T23" fmla="*/ 1 h 11"/>
                  <a:gd name="T24" fmla="*/ 3 w 12"/>
                  <a:gd name="T25" fmla="*/ 1 h 11"/>
                  <a:gd name="T26" fmla="*/ 2 w 12"/>
                  <a:gd name="T27" fmla="*/ 1 h 11"/>
                  <a:gd name="T28" fmla="*/ 2 w 12"/>
                  <a:gd name="T29" fmla="*/ 2 h 11"/>
                  <a:gd name="T30" fmla="*/ 2 w 12"/>
                  <a:gd name="T31" fmla="*/ 3 h 11"/>
                  <a:gd name="T32" fmla="*/ 1 w 12"/>
                  <a:gd name="T33" fmla="*/ 3 h 11"/>
                  <a:gd name="T34" fmla="*/ 0 w 12"/>
                  <a:gd name="T35" fmla="*/ 3 h 11"/>
                  <a:gd name="T36" fmla="*/ 0 w 12"/>
                  <a:gd name="T37" fmla="*/ 4 h 11"/>
                  <a:gd name="T38" fmla="*/ 1 w 12"/>
                  <a:gd name="T39" fmla="*/ 5 h 11"/>
                  <a:gd name="T40" fmla="*/ 0 w 12"/>
                  <a:gd name="T41" fmla="*/ 5 h 11"/>
                  <a:gd name="T42" fmla="*/ 0 w 12"/>
                  <a:gd name="T43" fmla="*/ 6 h 11"/>
                  <a:gd name="T44" fmla="*/ 1 w 12"/>
                  <a:gd name="T45" fmla="*/ 6 h 11"/>
                  <a:gd name="T46" fmla="*/ 2 w 12"/>
                  <a:gd name="T47" fmla="*/ 6 h 11"/>
                  <a:gd name="T48" fmla="*/ 2 w 12"/>
                  <a:gd name="T49" fmla="*/ 7 h 11"/>
                  <a:gd name="T50" fmla="*/ 1 w 12"/>
                  <a:gd name="T51" fmla="*/ 8 h 11"/>
                  <a:gd name="T52" fmla="*/ 1 w 12"/>
                  <a:gd name="T53" fmla="*/ 9 h 11"/>
                  <a:gd name="T54" fmla="*/ 1 w 12"/>
                  <a:gd name="T55" fmla="*/ 10 h 11"/>
                  <a:gd name="T56" fmla="*/ 1 w 12"/>
                  <a:gd name="T57" fmla="*/ 11 h 11"/>
                  <a:gd name="T58" fmla="*/ 2 w 12"/>
                  <a:gd name="T59" fmla="*/ 10 h 11"/>
                  <a:gd name="T60" fmla="*/ 3 w 12"/>
                  <a:gd name="T61" fmla="*/ 10 h 11"/>
                  <a:gd name="T62" fmla="*/ 4 w 12"/>
                  <a:gd name="T63" fmla="*/ 9 h 11"/>
                  <a:gd name="T64" fmla="*/ 4 w 12"/>
                  <a:gd name="T65" fmla="*/ 8 h 11"/>
                  <a:gd name="T66" fmla="*/ 5 w 12"/>
                  <a:gd name="T67" fmla="*/ 6 h 11"/>
                  <a:gd name="T68" fmla="*/ 5 w 12"/>
                  <a:gd name="T69" fmla="*/ 5 h 11"/>
                  <a:gd name="T70" fmla="*/ 6 w 12"/>
                  <a:gd name="T71" fmla="*/ 5 h 11"/>
                  <a:gd name="T72" fmla="*/ 7 w 12"/>
                  <a:gd name="T73" fmla="*/ 5 h 11"/>
                  <a:gd name="T74" fmla="*/ 8 w 12"/>
                  <a:gd name="T75" fmla="*/ 5 h 11"/>
                  <a:gd name="T76" fmla="*/ 9 w 12"/>
                  <a:gd name="T77" fmla="*/ 5 h 11"/>
                  <a:gd name="T78" fmla="*/ 10 w 12"/>
                  <a:gd name="T79" fmla="*/ 4 h 11"/>
                  <a:gd name="T80" fmla="*/ 11 w 12"/>
                  <a:gd name="T81" fmla="*/ 4 h 11"/>
                  <a:gd name="T82" fmla="*/ 12 w 12"/>
                  <a:gd name="T83" fmla="*/ 3 h 11"/>
                  <a:gd name="T84" fmla="*/ 12 w 12"/>
                  <a:gd name="T85" fmla="*/ 3 h 11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2"/>
                  <a:gd name="T130" fmla="*/ 0 h 11"/>
                  <a:gd name="T131" fmla="*/ 12 w 12"/>
                  <a:gd name="T132" fmla="*/ 11 h 11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2" h="11">
                    <a:moveTo>
                      <a:pt x="12" y="3"/>
                    </a:moveTo>
                    <a:lnTo>
                      <a:pt x="12" y="2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10" y="1"/>
                    </a:lnTo>
                    <a:lnTo>
                      <a:pt x="9" y="1"/>
                    </a:lnTo>
                    <a:lnTo>
                      <a:pt x="8" y="1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5" y="1"/>
                    </a:lnTo>
                    <a:lnTo>
                      <a:pt x="4" y="1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2" y="2"/>
                    </a:lnTo>
                    <a:lnTo>
                      <a:pt x="2" y="3"/>
                    </a:lnTo>
                    <a:lnTo>
                      <a:pt x="1" y="3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1" y="6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1" y="8"/>
                    </a:lnTo>
                    <a:lnTo>
                      <a:pt x="1" y="9"/>
                    </a:lnTo>
                    <a:lnTo>
                      <a:pt x="1" y="10"/>
                    </a:lnTo>
                    <a:lnTo>
                      <a:pt x="1" y="11"/>
                    </a:lnTo>
                    <a:lnTo>
                      <a:pt x="2" y="10"/>
                    </a:lnTo>
                    <a:lnTo>
                      <a:pt x="3" y="10"/>
                    </a:lnTo>
                    <a:lnTo>
                      <a:pt x="4" y="9"/>
                    </a:lnTo>
                    <a:lnTo>
                      <a:pt x="4" y="8"/>
                    </a:lnTo>
                    <a:lnTo>
                      <a:pt x="5" y="6"/>
                    </a:lnTo>
                    <a:lnTo>
                      <a:pt x="5" y="5"/>
                    </a:lnTo>
                    <a:lnTo>
                      <a:pt x="6" y="5"/>
                    </a:lnTo>
                    <a:lnTo>
                      <a:pt x="7" y="5"/>
                    </a:lnTo>
                    <a:lnTo>
                      <a:pt x="8" y="5"/>
                    </a:lnTo>
                    <a:lnTo>
                      <a:pt x="9" y="5"/>
                    </a:lnTo>
                    <a:lnTo>
                      <a:pt x="10" y="4"/>
                    </a:lnTo>
                    <a:lnTo>
                      <a:pt x="11" y="4"/>
                    </a:lnTo>
                    <a:lnTo>
                      <a:pt x="12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57" name="D304">
                <a:extLst>
                  <a:ext uri="{FF2B5EF4-FFF2-40B4-BE49-F238E27FC236}">
                    <a16:creationId xmlns:a16="http://schemas.microsoft.com/office/drawing/2014/main" id="{AB633C10-C5F1-8848-BF88-54386E33D4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92678" y="4019558"/>
                <a:ext cx="7" cy="5"/>
              </a:xfrm>
              <a:custGeom>
                <a:avLst/>
                <a:gdLst>
                  <a:gd name="T0" fmla="*/ 5 w 7"/>
                  <a:gd name="T1" fmla="*/ 4 h 5"/>
                  <a:gd name="T2" fmla="*/ 6 w 7"/>
                  <a:gd name="T3" fmla="*/ 4 h 5"/>
                  <a:gd name="T4" fmla="*/ 7 w 7"/>
                  <a:gd name="T5" fmla="*/ 3 h 5"/>
                  <a:gd name="T6" fmla="*/ 7 w 7"/>
                  <a:gd name="T7" fmla="*/ 2 h 5"/>
                  <a:gd name="T8" fmla="*/ 6 w 7"/>
                  <a:gd name="T9" fmla="*/ 2 h 5"/>
                  <a:gd name="T10" fmla="*/ 5 w 7"/>
                  <a:gd name="T11" fmla="*/ 1 h 5"/>
                  <a:gd name="T12" fmla="*/ 5 w 7"/>
                  <a:gd name="T13" fmla="*/ 0 h 5"/>
                  <a:gd name="T14" fmla="*/ 4 w 7"/>
                  <a:gd name="T15" fmla="*/ 0 h 5"/>
                  <a:gd name="T16" fmla="*/ 3 w 7"/>
                  <a:gd name="T17" fmla="*/ 0 h 5"/>
                  <a:gd name="T18" fmla="*/ 3 w 7"/>
                  <a:gd name="T19" fmla="*/ 1 h 5"/>
                  <a:gd name="T20" fmla="*/ 2 w 7"/>
                  <a:gd name="T21" fmla="*/ 1 h 5"/>
                  <a:gd name="T22" fmla="*/ 2 w 7"/>
                  <a:gd name="T23" fmla="*/ 2 h 5"/>
                  <a:gd name="T24" fmla="*/ 1 w 7"/>
                  <a:gd name="T25" fmla="*/ 2 h 5"/>
                  <a:gd name="T26" fmla="*/ 0 w 7"/>
                  <a:gd name="T27" fmla="*/ 2 h 5"/>
                  <a:gd name="T28" fmla="*/ 0 w 7"/>
                  <a:gd name="T29" fmla="*/ 3 h 5"/>
                  <a:gd name="T30" fmla="*/ 1 w 7"/>
                  <a:gd name="T31" fmla="*/ 3 h 5"/>
                  <a:gd name="T32" fmla="*/ 2 w 7"/>
                  <a:gd name="T33" fmla="*/ 3 h 5"/>
                  <a:gd name="T34" fmla="*/ 3 w 7"/>
                  <a:gd name="T35" fmla="*/ 3 h 5"/>
                  <a:gd name="T36" fmla="*/ 3 w 7"/>
                  <a:gd name="T37" fmla="*/ 4 h 5"/>
                  <a:gd name="T38" fmla="*/ 4 w 7"/>
                  <a:gd name="T39" fmla="*/ 5 h 5"/>
                  <a:gd name="T40" fmla="*/ 5 w 7"/>
                  <a:gd name="T41" fmla="*/ 5 h 5"/>
                  <a:gd name="T42" fmla="*/ 5 w 7"/>
                  <a:gd name="T43" fmla="*/ 4 h 5"/>
                  <a:gd name="T44" fmla="*/ 5 w 7"/>
                  <a:gd name="T45" fmla="*/ 4 h 5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7"/>
                  <a:gd name="T70" fmla="*/ 0 h 5"/>
                  <a:gd name="T71" fmla="*/ 7 w 7"/>
                  <a:gd name="T72" fmla="*/ 5 h 5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7" h="5">
                    <a:moveTo>
                      <a:pt x="5" y="4"/>
                    </a:moveTo>
                    <a:lnTo>
                      <a:pt x="6" y="4"/>
                    </a:lnTo>
                    <a:lnTo>
                      <a:pt x="7" y="3"/>
                    </a:lnTo>
                    <a:lnTo>
                      <a:pt x="7" y="2"/>
                    </a:lnTo>
                    <a:lnTo>
                      <a:pt x="6" y="2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2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3" y="4"/>
                    </a:lnTo>
                    <a:lnTo>
                      <a:pt x="4" y="5"/>
                    </a:lnTo>
                    <a:lnTo>
                      <a:pt x="5" y="5"/>
                    </a:lnTo>
                    <a:lnTo>
                      <a:pt x="5" y="4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grpSp>
          <p:nvGrpSpPr>
            <p:cNvPr id="42" name="Finland">
              <a:extLst>
                <a:ext uri="{FF2B5EF4-FFF2-40B4-BE49-F238E27FC236}">
                  <a16:creationId xmlns:a16="http://schemas.microsoft.com/office/drawing/2014/main" id="{3602AE98-8081-4448-929A-2210DFF55C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2631" y="2646480"/>
              <a:ext cx="243305" cy="376465"/>
              <a:chOff x="17459325" y="2533650"/>
              <a:chExt cx="109" cy="154"/>
            </a:xfrm>
            <a:solidFill>
              <a:srgbClr val="002B69">
                <a:alpha val="91000"/>
              </a:srgbClr>
            </a:solidFill>
          </p:grpSpPr>
          <p:sp>
            <p:nvSpPr>
              <p:cNvPr id="151" name="D333">
                <a:extLst>
                  <a:ext uri="{FF2B5EF4-FFF2-40B4-BE49-F238E27FC236}">
                    <a16:creationId xmlns:a16="http://schemas.microsoft.com/office/drawing/2014/main" id="{19A57309-9626-C246-B55C-8B498D899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34" y="2533650"/>
                <a:ext cx="100" cy="154"/>
              </a:xfrm>
              <a:custGeom>
                <a:avLst/>
                <a:gdLst>
                  <a:gd name="T0" fmla="*/ 83 w 100"/>
                  <a:gd name="T1" fmla="*/ 132 h 154"/>
                  <a:gd name="T2" fmla="*/ 97 w 100"/>
                  <a:gd name="T3" fmla="*/ 118 h 154"/>
                  <a:gd name="T4" fmla="*/ 99 w 100"/>
                  <a:gd name="T5" fmla="*/ 109 h 154"/>
                  <a:gd name="T6" fmla="*/ 95 w 100"/>
                  <a:gd name="T7" fmla="*/ 104 h 154"/>
                  <a:gd name="T8" fmla="*/ 90 w 100"/>
                  <a:gd name="T9" fmla="*/ 97 h 154"/>
                  <a:gd name="T10" fmla="*/ 89 w 100"/>
                  <a:gd name="T11" fmla="*/ 87 h 154"/>
                  <a:gd name="T12" fmla="*/ 86 w 100"/>
                  <a:gd name="T13" fmla="*/ 78 h 154"/>
                  <a:gd name="T14" fmla="*/ 88 w 100"/>
                  <a:gd name="T15" fmla="*/ 69 h 154"/>
                  <a:gd name="T16" fmla="*/ 86 w 100"/>
                  <a:gd name="T17" fmla="*/ 62 h 154"/>
                  <a:gd name="T18" fmla="*/ 80 w 100"/>
                  <a:gd name="T19" fmla="*/ 52 h 154"/>
                  <a:gd name="T20" fmla="*/ 86 w 100"/>
                  <a:gd name="T21" fmla="*/ 41 h 154"/>
                  <a:gd name="T22" fmla="*/ 83 w 100"/>
                  <a:gd name="T23" fmla="*/ 34 h 154"/>
                  <a:gd name="T24" fmla="*/ 74 w 100"/>
                  <a:gd name="T25" fmla="*/ 29 h 154"/>
                  <a:gd name="T26" fmla="*/ 75 w 100"/>
                  <a:gd name="T27" fmla="*/ 20 h 154"/>
                  <a:gd name="T28" fmla="*/ 79 w 100"/>
                  <a:gd name="T29" fmla="*/ 16 h 154"/>
                  <a:gd name="T30" fmla="*/ 80 w 100"/>
                  <a:gd name="T31" fmla="*/ 11 h 154"/>
                  <a:gd name="T32" fmla="*/ 79 w 100"/>
                  <a:gd name="T33" fmla="*/ 6 h 154"/>
                  <a:gd name="T34" fmla="*/ 72 w 100"/>
                  <a:gd name="T35" fmla="*/ 2 h 154"/>
                  <a:gd name="T36" fmla="*/ 65 w 100"/>
                  <a:gd name="T37" fmla="*/ 0 h 154"/>
                  <a:gd name="T38" fmla="*/ 54 w 100"/>
                  <a:gd name="T39" fmla="*/ 2 h 154"/>
                  <a:gd name="T40" fmla="*/ 48 w 100"/>
                  <a:gd name="T41" fmla="*/ 9 h 154"/>
                  <a:gd name="T42" fmla="*/ 48 w 100"/>
                  <a:gd name="T43" fmla="*/ 16 h 154"/>
                  <a:gd name="T44" fmla="*/ 40 w 100"/>
                  <a:gd name="T45" fmla="*/ 22 h 154"/>
                  <a:gd name="T46" fmla="*/ 32 w 100"/>
                  <a:gd name="T47" fmla="*/ 19 h 154"/>
                  <a:gd name="T48" fmla="*/ 24 w 100"/>
                  <a:gd name="T49" fmla="*/ 22 h 154"/>
                  <a:gd name="T50" fmla="*/ 16 w 100"/>
                  <a:gd name="T51" fmla="*/ 18 h 154"/>
                  <a:gd name="T52" fmla="*/ 6 w 100"/>
                  <a:gd name="T53" fmla="*/ 12 h 154"/>
                  <a:gd name="T54" fmla="*/ 2 w 100"/>
                  <a:gd name="T55" fmla="*/ 15 h 154"/>
                  <a:gd name="T56" fmla="*/ 3 w 100"/>
                  <a:gd name="T57" fmla="*/ 18 h 154"/>
                  <a:gd name="T58" fmla="*/ 16 w 100"/>
                  <a:gd name="T59" fmla="*/ 25 h 154"/>
                  <a:gd name="T60" fmla="*/ 27 w 100"/>
                  <a:gd name="T61" fmla="*/ 34 h 154"/>
                  <a:gd name="T62" fmla="*/ 27 w 100"/>
                  <a:gd name="T63" fmla="*/ 42 h 154"/>
                  <a:gd name="T64" fmla="*/ 27 w 100"/>
                  <a:gd name="T65" fmla="*/ 48 h 154"/>
                  <a:gd name="T66" fmla="*/ 31 w 100"/>
                  <a:gd name="T67" fmla="*/ 56 h 154"/>
                  <a:gd name="T68" fmla="*/ 32 w 100"/>
                  <a:gd name="T69" fmla="*/ 65 h 154"/>
                  <a:gd name="T70" fmla="*/ 36 w 100"/>
                  <a:gd name="T71" fmla="*/ 67 h 154"/>
                  <a:gd name="T72" fmla="*/ 42 w 100"/>
                  <a:gd name="T73" fmla="*/ 71 h 154"/>
                  <a:gd name="T74" fmla="*/ 44 w 100"/>
                  <a:gd name="T75" fmla="*/ 76 h 154"/>
                  <a:gd name="T76" fmla="*/ 44 w 100"/>
                  <a:gd name="T77" fmla="*/ 80 h 154"/>
                  <a:gd name="T78" fmla="*/ 39 w 100"/>
                  <a:gd name="T79" fmla="*/ 82 h 154"/>
                  <a:gd name="T80" fmla="*/ 32 w 100"/>
                  <a:gd name="T81" fmla="*/ 90 h 154"/>
                  <a:gd name="T82" fmla="*/ 24 w 100"/>
                  <a:gd name="T83" fmla="*/ 97 h 154"/>
                  <a:gd name="T84" fmla="*/ 17 w 100"/>
                  <a:gd name="T85" fmla="*/ 104 h 154"/>
                  <a:gd name="T86" fmla="*/ 10 w 100"/>
                  <a:gd name="T87" fmla="*/ 106 h 154"/>
                  <a:gd name="T88" fmla="*/ 7 w 100"/>
                  <a:gd name="T89" fmla="*/ 109 h 154"/>
                  <a:gd name="T90" fmla="*/ 4 w 100"/>
                  <a:gd name="T91" fmla="*/ 113 h 154"/>
                  <a:gd name="T92" fmla="*/ 5 w 100"/>
                  <a:gd name="T93" fmla="*/ 120 h 154"/>
                  <a:gd name="T94" fmla="*/ 7 w 100"/>
                  <a:gd name="T95" fmla="*/ 126 h 154"/>
                  <a:gd name="T96" fmla="*/ 8 w 100"/>
                  <a:gd name="T97" fmla="*/ 130 h 154"/>
                  <a:gd name="T98" fmla="*/ 7 w 100"/>
                  <a:gd name="T99" fmla="*/ 134 h 154"/>
                  <a:gd name="T100" fmla="*/ 6 w 100"/>
                  <a:gd name="T101" fmla="*/ 138 h 154"/>
                  <a:gd name="T102" fmla="*/ 9 w 100"/>
                  <a:gd name="T103" fmla="*/ 143 h 154"/>
                  <a:gd name="T104" fmla="*/ 16 w 100"/>
                  <a:gd name="T105" fmla="*/ 145 h 154"/>
                  <a:gd name="T106" fmla="*/ 20 w 100"/>
                  <a:gd name="T107" fmla="*/ 147 h 154"/>
                  <a:gd name="T108" fmla="*/ 23 w 100"/>
                  <a:gd name="T109" fmla="*/ 152 h 154"/>
                  <a:gd name="T110" fmla="*/ 24 w 100"/>
                  <a:gd name="T111" fmla="*/ 152 h 154"/>
                  <a:gd name="T112" fmla="*/ 30 w 100"/>
                  <a:gd name="T113" fmla="*/ 151 h 154"/>
                  <a:gd name="T114" fmla="*/ 36 w 100"/>
                  <a:gd name="T115" fmla="*/ 149 h 154"/>
                  <a:gd name="T116" fmla="*/ 42 w 100"/>
                  <a:gd name="T117" fmla="*/ 148 h 154"/>
                  <a:gd name="T118" fmla="*/ 47 w 100"/>
                  <a:gd name="T119" fmla="*/ 147 h 154"/>
                  <a:gd name="T120" fmla="*/ 50 w 100"/>
                  <a:gd name="T121" fmla="*/ 146 h 154"/>
                  <a:gd name="T122" fmla="*/ 57 w 100"/>
                  <a:gd name="T123" fmla="*/ 144 h 154"/>
                  <a:gd name="T124" fmla="*/ 65 w 100"/>
                  <a:gd name="T125" fmla="*/ 143 h 154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w 100"/>
                  <a:gd name="T190" fmla="*/ 0 h 154"/>
                  <a:gd name="T191" fmla="*/ 100 w 100"/>
                  <a:gd name="T192" fmla="*/ 154 h 154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T189" t="T190" r="T191" b="T192"/>
                <a:pathLst>
                  <a:path w="100" h="154">
                    <a:moveTo>
                      <a:pt x="68" y="142"/>
                    </a:moveTo>
                    <a:lnTo>
                      <a:pt x="71" y="140"/>
                    </a:lnTo>
                    <a:lnTo>
                      <a:pt x="75" y="137"/>
                    </a:lnTo>
                    <a:lnTo>
                      <a:pt x="80" y="134"/>
                    </a:lnTo>
                    <a:lnTo>
                      <a:pt x="83" y="132"/>
                    </a:lnTo>
                    <a:lnTo>
                      <a:pt x="86" y="129"/>
                    </a:lnTo>
                    <a:lnTo>
                      <a:pt x="89" y="126"/>
                    </a:lnTo>
                    <a:lnTo>
                      <a:pt x="92" y="123"/>
                    </a:lnTo>
                    <a:lnTo>
                      <a:pt x="95" y="120"/>
                    </a:lnTo>
                    <a:lnTo>
                      <a:pt x="97" y="118"/>
                    </a:lnTo>
                    <a:lnTo>
                      <a:pt x="99" y="115"/>
                    </a:lnTo>
                    <a:lnTo>
                      <a:pt x="100" y="113"/>
                    </a:lnTo>
                    <a:lnTo>
                      <a:pt x="100" y="111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8" y="108"/>
                    </a:lnTo>
                    <a:lnTo>
                      <a:pt x="98" y="107"/>
                    </a:lnTo>
                    <a:lnTo>
                      <a:pt x="97" y="107"/>
                    </a:lnTo>
                    <a:lnTo>
                      <a:pt x="97" y="105"/>
                    </a:lnTo>
                    <a:lnTo>
                      <a:pt x="95" y="104"/>
                    </a:lnTo>
                    <a:lnTo>
                      <a:pt x="94" y="103"/>
                    </a:lnTo>
                    <a:lnTo>
                      <a:pt x="92" y="102"/>
                    </a:lnTo>
                    <a:lnTo>
                      <a:pt x="90" y="101"/>
                    </a:lnTo>
                    <a:lnTo>
                      <a:pt x="89" y="99"/>
                    </a:lnTo>
                    <a:lnTo>
                      <a:pt x="90" y="97"/>
                    </a:lnTo>
                    <a:lnTo>
                      <a:pt x="92" y="95"/>
                    </a:lnTo>
                    <a:lnTo>
                      <a:pt x="93" y="93"/>
                    </a:lnTo>
                    <a:lnTo>
                      <a:pt x="93" y="91"/>
                    </a:lnTo>
                    <a:lnTo>
                      <a:pt x="90" y="89"/>
                    </a:lnTo>
                    <a:lnTo>
                      <a:pt x="89" y="87"/>
                    </a:lnTo>
                    <a:lnTo>
                      <a:pt x="89" y="85"/>
                    </a:lnTo>
                    <a:lnTo>
                      <a:pt x="88" y="83"/>
                    </a:lnTo>
                    <a:lnTo>
                      <a:pt x="85" y="82"/>
                    </a:lnTo>
                    <a:lnTo>
                      <a:pt x="85" y="80"/>
                    </a:lnTo>
                    <a:lnTo>
                      <a:pt x="86" y="78"/>
                    </a:lnTo>
                    <a:lnTo>
                      <a:pt x="86" y="76"/>
                    </a:lnTo>
                    <a:lnTo>
                      <a:pt x="85" y="75"/>
                    </a:lnTo>
                    <a:lnTo>
                      <a:pt x="86" y="73"/>
                    </a:lnTo>
                    <a:lnTo>
                      <a:pt x="86" y="71"/>
                    </a:lnTo>
                    <a:lnTo>
                      <a:pt x="88" y="69"/>
                    </a:lnTo>
                    <a:lnTo>
                      <a:pt x="89" y="69"/>
                    </a:lnTo>
                    <a:lnTo>
                      <a:pt x="88" y="68"/>
                    </a:lnTo>
                    <a:lnTo>
                      <a:pt x="88" y="66"/>
                    </a:lnTo>
                    <a:lnTo>
                      <a:pt x="87" y="64"/>
                    </a:lnTo>
                    <a:lnTo>
                      <a:pt x="86" y="62"/>
                    </a:lnTo>
                    <a:lnTo>
                      <a:pt x="84" y="60"/>
                    </a:lnTo>
                    <a:lnTo>
                      <a:pt x="83" y="59"/>
                    </a:lnTo>
                    <a:lnTo>
                      <a:pt x="83" y="57"/>
                    </a:lnTo>
                    <a:lnTo>
                      <a:pt x="82" y="55"/>
                    </a:lnTo>
                    <a:lnTo>
                      <a:pt x="80" y="52"/>
                    </a:lnTo>
                    <a:lnTo>
                      <a:pt x="80" y="50"/>
                    </a:lnTo>
                    <a:lnTo>
                      <a:pt x="81" y="49"/>
                    </a:lnTo>
                    <a:lnTo>
                      <a:pt x="83" y="46"/>
                    </a:lnTo>
                    <a:lnTo>
                      <a:pt x="84" y="44"/>
                    </a:lnTo>
                    <a:lnTo>
                      <a:pt x="86" y="41"/>
                    </a:lnTo>
                    <a:lnTo>
                      <a:pt x="87" y="40"/>
                    </a:lnTo>
                    <a:lnTo>
                      <a:pt x="87" y="39"/>
                    </a:lnTo>
                    <a:lnTo>
                      <a:pt x="87" y="37"/>
                    </a:lnTo>
                    <a:lnTo>
                      <a:pt x="85" y="36"/>
                    </a:lnTo>
                    <a:lnTo>
                      <a:pt x="83" y="34"/>
                    </a:lnTo>
                    <a:lnTo>
                      <a:pt x="82" y="32"/>
                    </a:lnTo>
                    <a:lnTo>
                      <a:pt x="79" y="31"/>
                    </a:lnTo>
                    <a:lnTo>
                      <a:pt x="77" y="31"/>
                    </a:lnTo>
                    <a:lnTo>
                      <a:pt x="75" y="30"/>
                    </a:lnTo>
                    <a:lnTo>
                      <a:pt x="74" y="29"/>
                    </a:lnTo>
                    <a:lnTo>
                      <a:pt x="73" y="27"/>
                    </a:lnTo>
                    <a:lnTo>
                      <a:pt x="73" y="24"/>
                    </a:lnTo>
                    <a:lnTo>
                      <a:pt x="73" y="23"/>
                    </a:lnTo>
                    <a:lnTo>
                      <a:pt x="74" y="22"/>
                    </a:lnTo>
                    <a:lnTo>
                      <a:pt x="75" y="20"/>
                    </a:lnTo>
                    <a:lnTo>
                      <a:pt x="74" y="19"/>
                    </a:lnTo>
                    <a:lnTo>
                      <a:pt x="75" y="18"/>
                    </a:lnTo>
                    <a:lnTo>
                      <a:pt x="76" y="18"/>
                    </a:lnTo>
                    <a:lnTo>
                      <a:pt x="78" y="17"/>
                    </a:lnTo>
                    <a:lnTo>
                      <a:pt x="79" y="16"/>
                    </a:lnTo>
                    <a:lnTo>
                      <a:pt x="77" y="15"/>
                    </a:lnTo>
                    <a:lnTo>
                      <a:pt x="77" y="14"/>
                    </a:lnTo>
                    <a:lnTo>
                      <a:pt x="77" y="13"/>
                    </a:lnTo>
                    <a:lnTo>
                      <a:pt x="79" y="12"/>
                    </a:lnTo>
                    <a:lnTo>
                      <a:pt x="80" y="11"/>
                    </a:lnTo>
                    <a:lnTo>
                      <a:pt x="81" y="11"/>
                    </a:lnTo>
                    <a:lnTo>
                      <a:pt x="81" y="10"/>
                    </a:lnTo>
                    <a:lnTo>
                      <a:pt x="81" y="9"/>
                    </a:lnTo>
                    <a:lnTo>
                      <a:pt x="80" y="7"/>
                    </a:lnTo>
                    <a:lnTo>
                      <a:pt x="79" y="6"/>
                    </a:lnTo>
                    <a:lnTo>
                      <a:pt x="78" y="5"/>
                    </a:lnTo>
                    <a:lnTo>
                      <a:pt x="76" y="4"/>
                    </a:lnTo>
                    <a:lnTo>
                      <a:pt x="75" y="4"/>
                    </a:lnTo>
                    <a:lnTo>
                      <a:pt x="73" y="3"/>
                    </a:lnTo>
                    <a:lnTo>
                      <a:pt x="72" y="2"/>
                    </a:lnTo>
                    <a:lnTo>
                      <a:pt x="71" y="1"/>
                    </a:lnTo>
                    <a:lnTo>
                      <a:pt x="70" y="0"/>
                    </a:lnTo>
                    <a:lnTo>
                      <a:pt x="69" y="0"/>
                    </a:lnTo>
                    <a:lnTo>
                      <a:pt x="67" y="0"/>
                    </a:lnTo>
                    <a:lnTo>
                      <a:pt x="65" y="0"/>
                    </a:lnTo>
                    <a:lnTo>
                      <a:pt x="63" y="1"/>
                    </a:lnTo>
                    <a:lnTo>
                      <a:pt x="61" y="2"/>
                    </a:lnTo>
                    <a:lnTo>
                      <a:pt x="59" y="2"/>
                    </a:lnTo>
                    <a:lnTo>
                      <a:pt x="56" y="2"/>
                    </a:lnTo>
                    <a:lnTo>
                      <a:pt x="54" y="2"/>
                    </a:lnTo>
                    <a:lnTo>
                      <a:pt x="52" y="3"/>
                    </a:lnTo>
                    <a:lnTo>
                      <a:pt x="50" y="4"/>
                    </a:lnTo>
                    <a:lnTo>
                      <a:pt x="49" y="6"/>
                    </a:lnTo>
                    <a:lnTo>
                      <a:pt x="48" y="8"/>
                    </a:lnTo>
                    <a:lnTo>
                      <a:pt x="48" y="9"/>
                    </a:lnTo>
                    <a:lnTo>
                      <a:pt x="48" y="11"/>
                    </a:lnTo>
                    <a:lnTo>
                      <a:pt x="48" y="12"/>
                    </a:lnTo>
                    <a:lnTo>
                      <a:pt x="48" y="14"/>
                    </a:lnTo>
                    <a:lnTo>
                      <a:pt x="48" y="15"/>
                    </a:lnTo>
                    <a:lnTo>
                      <a:pt x="48" y="16"/>
                    </a:lnTo>
                    <a:lnTo>
                      <a:pt x="48" y="17"/>
                    </a:lnTo>
                    <a:lnTo>
                      <a:pt x="45" y="18"/>
                    </a:lnTo>
                    <a:lnTo>
                      <a:pt x="43" y="19"/>
                    </a:lnTo>
                    <a:lnTo>
                      <a:pt x="42" y="21"/>
                    </a:lnTo>
                    <a:lnTo>
                      <a:pt x="40" y="22"/>
                    </a:lnTo>
                    <a:lnTo>
                      <a:pt x="37" y="23"/>
                    </a:lnTo>
                    <a:lnTo>
                      <a:pt x="35" y="22"/>
                    </a:lnTo>
                    <a:lnTo>
                      <a:pt x="35" y="21"/>
                    </a:lnTo>
                    <a:lnTo>
                      <a:pt x="33" y="20"/>
                    </a:lnTo>
                    <a:lnTo>
                      <a:pt x="32" y="19"/>
                    </a:lnTo>
                    <a:lnTo>
                      <a:pt x="30" y="20"/>
                    </a:lnTo>
                    <a:lnTo>
                      <a:pt x="29" y="21"/>
                    </a:lnTo>
                    <a:lnTo>
                      <a:pt x="27" y="22"/>
                    </a:lnTo>
                    <a:lnTo>
                      <a:pt x="26" y="22"/>
                    </a:lnTo>
                    <a:lnTo>
                      <a:pt x="24" y="22"/>
                    </a:lnTo>
                    <a:lnTo>
                      <a:pt x="22" y="22"/>
                    </a:lnTo>
                    <a:lnTo>
                      <a:pt x="19" y="21"/>
                    </a:lnTo>
                    <a:lnTo>
                      <a:pt x="17" y="21"/>
                    </a:lnTo>
                    <a:lnTo>
                      <a:pt x="16" y="20"/>
                    </a:lnTo>
                    <a:lnTo>
                      <a:pt x="16" y="18"/>
                    </a:lnTo>
                    <a:lnTo>
                      <a:pt x="14" y="17"/>
                    </a:lnTo>
                    <a:lnTo>
                      <a:pt x="12" y="15"/>
                    </a:lnTo>
                    <a:lnTo>
                      <a:pt x="11" y="14"/>
                    </a:lnTo>
                    <a:lnTo>
                      <a:pt x="8" y="12"/>
                    </a:lnTo>
                    <a:lnTo>
                      <a:pt x="6" y="12"/>
                    </a:lnTo>
                    <a:lnTo>
                      <a:pt x="4" y="13"/>
                    </a:lnTo>
                    <a:lnTo>
                      <a:pt x="4" y="14"/>
                    </a:lnTo>
                    <a:lnTo>
                      <a:pt x="5" y="15"/>
                    </a:lnTo>
                    <a:lnTo>
                      <a:pt x="3" y="15"/>
                    </a:lnTo>
                    <a:lnTo>
                      <a:pt x="2" y="15"/>
                    </a:lnTo>
                    <a:lnTo>
                      <a:pt x="0" y="15"/>
                    </a:lnTo>
                    <a:lnTo>
                      <a:pt x="0" y="16"/>
                    </a:lnTo>
                    <a:lnTo>
                      <a:pt x="1" y="17"/>
                    </a:lnTo>
                    <a:lnTo>
                      <a:pt x="2" y="18"/>
                    </a:lnTo>
                    <a:lnTo>
                      <a:pt x="3" y="18"/>
                    </a:lnTo>
                    <a:lnTo>
                      <a:pt x="5" y="20"/>
                    </a:lnTo>
                    <a:lnTo>
                      <a:pt x="8" y="22"/>
                    </a:lnTo>
                    <a:lnTo>
                      <a:pt x="10" y="23"/>
                    </a:lnTo>
                    <a:lnTo>
                      <a:pt x="13" y="25"/>
                    </a:lnTo>
                    <a:lnTo>
                      <a:pt x="16" y="25"/>
                    </a:lnTo>
                    <a:lnTo>
                      <a:pt x="19" y="26"/>
                    </a:lnTo>
                    <a:lnTo>
                      <a:pt x="22" y="28"/>
                    </a:lnTo>
                    <a:lnTo>
                      <a:pt x="24" y="30"/>
                    </a:lnTo>
                    <a:lnTo>
                      <a:pt x="26" y="32"/>
                    </a:lnTo>
                    <a:lnTo>
                      <a:pt x="27" y="34"/>
                    </a:lnTo>
                    <a:lnTo>
                      <a:pt x="28" y="35"/>
                    </a:lnTo>
                    <a:lnTo>
                      <a:pt x="27" y="36"/>
                    </a:lnTo>
                    <a:lnTo>
                      <a:pt x="27" y="38"/>
                    </a:lnTo>
                    <a:lnTo>
                      <a:pt x="27" y="40"/>
                    </a:lnTo>
                    <a:lnTo>
                      <a:pt x="27" y="42"/>
                    </a:lnTo>
                    <a:lnTo>
                      <a:pt x="28" y="42"/>
                    </a:lnTo>
                    <a:lnTo>
                      <a:pt x="28" y="44"/>
                    </a:lnTo>
                    <a:lnTo>
                      <a:pt x="28" y="45"/>
                    </a:lnTo>
                    <a:lnTo>
                      <a:pt x="27" y="46"/>
                    </a:lnTo>
                    <a:lnTo>
                      <a:pt x="27" y="48"/>
                    </a:lnTo>
                    <a:lnTo>
                      <a:pt x="29" y="50"/>
                    </a:lnTo>
                    <a:lnTo>
                      <a:pt x="30" y="52"/>
                    </a:lnTo>
                    <a:lnTo>
                      <a:pt x="31" y="53"/>
                    </a:lnTo>
                    <a:lnTo>
                      <a:pt x="31" y="55"/>
                    </a:lnTo>
                    <a:lnTo>
                      <a:pt x="31" y="56"/>
                    </a:lnTo>
                    <a:lnTo>
                      <a:pt x="29" y="57"/>
                    </a:lnTo>
                    <a:lnTo>
                      <a:pt x="29" y="59"/>
                    </a:lnTo>
                    <a:lnTo>
                      <a:pt x="29" y="62"/>
                    </a:lnTo>
                    <a:lnTo>
                      <a:pt x="31" y="64"/>
                    </a:lnTo>
                    <a:lnTo>
                      <a:pt x="32" y="65"/>
                    </a:lnTo>
                    <a:lnTo>
                      <a:pt x="32" y="66"/>
                    </a:lnTo>
                    <a:lnTo>
                      <a:pt x="33" y="66"/>
                    </a:lnTo>
                    <a:lnTo>
                      <a:pt x="34" y="67"/>
                    </a:lnTo>
                    <a:lnTo>
                      <a:pt x="36" y="68"/>
                    </a:lnTo>
                    <a:lnTo>
                      <a:pt x="36" y="67"/>
                    </a:lnTo>
                    <a:lnTo>
                      <a:pt x="37" y="68"/>
                    </a:lnTo>
                    <a:lnTo>
                      <a:pt x="38" y="69"/>
                    </a:lnTo>
                    <a:lnTo>
                      <a:pt x="39" y="70"/>
                    </a:lnTo>
                    <a:lnTo>
                      <a:pt x="40" y="70"/>
                    </a:lnTo>
                    <a:lnTo>
                      <a:pt x="42" y="71"/>
                    </a:lnTo>
                    <a:lnTo>
                      <a:pt x="42" y="72"/>
                    </a:lnTo>
                    <a:lnTo>
                      <a:pt x="43" y="73"/>
                    </a:lnTo>
                    <a:lnTo>
                      <a:pt x="44" y="74"/>
                    </a:lnTo>
                    <a:lnTo>
                      <a:pt x="44" y="75"/>
                    </a:lnTo>
                    <a:lnTo>
                      <a:pt x="44" y="76"/>
                    </a:lnTo>
                    <a:lnTo>
                      <a:pt x="44" y="77"/>
                    </a:lnTo>
                    <a:lnTo>
                      <a:pt x="44" y="78"/>
                    </a:lnTo>
                    <a:lnTo>
                      <a:pt x="44" y="79"/>
                    </a:lnTo>
                    <a:lnTo>
                      <a:pt x="45" y="80"/>
                    </a:lnTo>
                    <a:lnTo>
                      <a:pt x="44" y="80"/>
                    </a:lnTo>
                    <a:lnTo>
                      <a:pt x="43" y="81"/>
                    </a:lnTo>
                    <a:lnTo>
                      <a:pt x="44" y="82"/>
                    </a:lnTo>
                    <a:lnTo>
                      <a:pt x="42" y="81"/>
                    </a:lnTo>
                    <a:lnTo>
                      <a:pt x="40" y="82"/>
                    </a:lnTo>
                    <a:lnTo>
                      <a:pt x="39" y="82"/>
                    </a:lnTo>
                    <a:lnTo>
                      <a:pt x="37" y="82"/>
                    </a:lnTo>
                    <a:lnTo>
                      <a:pt x="37" y="84"/>
                    </a:lnTo>
                    <a:lnTo>
                      <a:pt x="36" y="87"/>
                    </a:lnTo>
                    <a:lnTo>
                      <a:pt x="34" y="88"/>
                    </a:lnTo>
                    <a:lnTo>
                      <a:pt x="32" y="90"/>
                    </a:lnTo>
                    <a:lnTo>
                      <a:pt x="30" y="91"/>
                    </a:lnTo>
                    <a:lnTo>
                      <a:pt x="28" y="93"/>
                    </a:lnTo>
                    <a:lnTo>
                      <a:pt x="26" y="94"/>
                    </a:lnTo>
                    <a:lnTo>
                      <a:pt x="25" y="96"/>
                    </a:lnTo>
                    <a:lnTo>
                      <a:pt x="24" y="97"/>
                    </a:lnTo>
                    <a:lnTo>
                      <a:pt x="22" y="99"/>
                    </a:lnTo>
                    <a:lnTo>
                      <a:pt x="21" y="101"/>
                    </a:lnTo>
                    <a:lnTo>
                      <a:pt x="20" y="102"/>
                    </a:lnTo>
                    <a:lnTo>
                      <a:pt x="18" y="103"/>
                    </a:lnTo>
                    <a:lnTo>
                      <a:pt x="17" y="104"/>
                    </a:lnTo>
                    <a:lnTo>
                      <a:pt x="16" y="105"/>
                    </a:lnTo>
                    <a:lnTo>
                      <a:pt x="15" y="106"/>
                    </a:lnTo>
                    <a:lnTo>
                      <a:pt x="13" y="106"/>
                    </a:lnTo>
                    <a:lnTo>
                      <a:pt x="12" y="106"/>
                    </a:lnTo>
                    <a:lnTo>
                      <a:pt x="10" y="106"/>
                    </a:lnTo>
                    <a:lnTo>
                      <a:pt x="10" y="107"/>
                    </a:lnTo>
                    <a:lnTo>
                      <a:pt x="9" y="107"/>
                    </a:lnTo>
                    <a:lnTo>
                      <a:pt x="11" y="108"/>
                    </a:lnTo>
                    <a:lnTo>
                      <a:pt x="10" y="109"/>
                    </a:lnTo>
                    <a:lnTo>
                      <a:pt x="7" y="109"/>
                    </a:lnTo>
                    <a:lnTo>
                      <a:pt x="7" y="110"/>
                    </a:lnTo>
                    <a:lnTo>
                      <a:pt x="7" y="111"/>
                    </a:lnTo>
                    <a:lnTo>
                      <a:pt x="5" y="111"/>
                    </a:lnTo>
                    <a:lnTo>
                      <a:pt x="4" y="112"/>
                    </a:lnTo>
                    <a:lnTo>
                      <a:pt x="4" y="113"/>
                    </a:lnTo>
                    <a:lnTo>
                      <a:pt x="3" y="114"/>
                    </a:lnTo>
                    <a:lnTo>
                      <a:pt x="4" y="115"/>
                    </a:lnTo>
                    <a:lnTo>
                      <a:pt x="4" y="117"/>
                    </a:lnTo>
                    <a:lnTo>
                      <a:pt x="5" y="118"/>
                    </a:lnTo>
                    <a:lnTo>
                      <a:pt x="5" y="120"/>
                    </a:lnTo>
                    <a:lnTo>
                      <a:pt x="5" y="121"/>
                    </a:lnTo>
                    <a:lnTo>
                      <a:pt x="5" y="123"/>
                    </a:lnTo>
                    <a:lnTo>
                      <a:pt x="6" y="124"/>
                    </a:lnTo>
                    <a:lnTo>
                      <a:pt x="7" y="125"/>
                    </a:lnTo>
                    <a:lnTo>
                      <a:pt x="7" y="126"/>
                    </a:lnTo>
                    <a:lnTo>
                      <a:pt x="7" y="127"/>
                    </a:lnTo>
                    <a:lnTo>
                      <a:pt x="8" y="128"/>
                    </a:lnTo>
                    <a:lnTo>
                      <a:pt x="8" y="129"/>
                    </a:lnTo>
                    <a:lnTo>
                      <a:pt x="9" y="130"/>
                    </a:lnTo>
                    <a:lnTo>
                      <a:pt x="8" y="130"/>
                    </a:lnTo>
                    <a:lnTo>
                      <a:pt x="7" y="130"/>
                    </a:lnTo>
                    <a:lnTo>
                      <a:pt x="7" y="131"/>
                    </a:lnTo>
                    <a:lnTo>
                      <a:pt x="7" y="132"/>
                    </a:lnTo>
                    <a:lnTo>
                      <a:pt x="7" y="133"/>
                    </a:lnTo>
                    <a:lnTo>
                      <a:pt x="7" y="134"/>
                    </a:lnTo>
                    <a:lnTo>
                      <a:pt x="7" y="135"/>
                    </a:lnTo>
                    <a:lnTo>
                      <a:pt x="7" y="136"/>
                    </a:lnTo>
                    <a:lnTo>
                      <a:pt x="6" y="136"/>
                    </a:lnTo>
                    <a:lnTo>
                      <a:pt x="5" y="138"/>
                    </a:lnTo>
                    <a:lnTo>
                      <a:pt x="6" y="138"/>
                    </a:lnTo>
                    <a:lnTo>
                      <a:pt x="6" y="139"/>
                    </a:lnTo>
                    <a:lnTo>
                      <a:pt x="6" y="140"/>
                    </a:lnTo>
                    <a:lnTo>
                      <a:pt x="7" y="141"/>
                    </a:lnTo>
                    <a:lnTo>
                      <a:pt x="6" y="142"/>
                    </a:lnTo>
                    <a:lnTo>
                      <a:pt x="9" y="143"/>
                    </a:lnTo>
                    <a:lnTo>
                      <a:pt x="10" y="143"/>
                    </a:lnTo>
                    <a:lnTo>
                      <a:pt x="11" y="143"/>
                    </a:lnTo>
                    <a:lnTo>
                      <a:pt x="12" y="144"/>
                    </a:lnTo>
                    <a:lnTo>
                      <a:pt x="13" y="145"/>
                    </a:lnTo>
                    <a:lnTo>
                      <a:pt x="16" y="145"/>
                    </a:lnTo>
                    <a:lnTo>
                      <a:pt x="17" y="146"/>
                    </a:lnTo>
                    <a:lnTo>
                      <a:pt x="16" y="147"/>
                    </a:lnTo>
                    <a:lnTo>
                      <a:pt x="17" y="147"/>
                    </a:lnTo>
                    <a:lnTo>
                      <a:pt x="18" y="148"/>
                    </a:lnTo>
                    <a:lnTo>
                      <a:pt x="20" y="147"/>
                    </a:lnTo>
                    <a:lnTo>
                      <a:pt x="20" y="149"/>
                    </a:lnTo>
                    <a:lnTo>
                      <a:pt x="21" y="150"/>
                    </a:lnTo>
                    <a:lnTo>
                      <a:pt x="22" y="151"/>
                    </a:lnTo>
                    <a:lnTo>
                      <a:pt x="22" y="152"/>
                    </a:lnTo>
                    <a:lnTo>
                      <a:pt x="23" y="152"/>
                    </a:lnTo>
                    <a:lnTo>
                      <a:pt x="22" y="153"/>
                    </a:lnTo>
                    <a:lnTo>
                      <a:pt x="21" y="154"/>
                    </a:lnTo>
                    <a:lnTo>
                      <a:pt x="22" y="154"/>
                    </a:lnTo>
                    <a:lnTo>
                      <a:pt x="23" y="153"/>
                    </a:lnTo>
                    <a:lnTo>
                      <a:pt x="24" y="152"/>
                    </a:lnTo>
                    <a:lnTo>
                      <a:pt x="25" y="150"/>
                    </a:lnTo>
                    <a:lnTo>
                      <a:pt x="26" y="151"/>
                    </a:lnTo>
                    <a:lnTo>
                      <a:pt x="26" y="152"/>
                    </a:lnTo>
                    <a:lnTo>
                      <a:pt x="28" y="152"/>
                    </a:lnTo>
                    <a:lnTo>
                      <a:pt x="30" y="151"/>
                    </a:lnTo>
                    <a:lnTo>
                      <a:pt x="32" y="151"/>
                    </a:lnTo>
                    <a:lnTo>
                      <a:pt x="33" y="150"/>
                    </a:lnTo>
                    <a:lnTo>
                      <a:pt x="34" y="151"/>
                    </a:lnTo>
                    <a:lnTo>
                      <a:pt x="35" y="150"/>
                    </a:lnTo>
                    <a:lnTo>
                      <a:pt x="36" y="149"/>
                    </a:lnTo>
                    <a:lnTo>
                      <a:pt x="37" y="149"/>
                    </a:lnTo>
                    <a:lnTo>
                      <a:pt x="38" y="149"/>
                    </a:lnTo>
                    <a:lnTo>
                      <a:pt x="40" y="149"/>
                    </a:lnTo>
                    <a:lnTo>
                      <a:pt x="41" y="148"/>
                    </a:lnTo>
                    <a:lnTo>
                      <a:pt x="42" y="148"/>
                    </a:lnTo>
                    <a:lnTo>
                      <a:pt x="44" y="148"/>
                    </a:lnTo>
                    <a:lnTo>
                      <a:pt x="44" y="147"/>
                    </a:lnTo>
                    <a:lnTo>
                      <a:pt x="45" y="146"/>
                    </a:lnTo>
                    <a:lnTo>
                      <a:pt x="46" y="147"/>
                    </a:lnTo>
                    <a:lnTo>
                      <a:pt x="47" y="147"/>
                    </a:lnTo>
                    <a:lnTo>
                      <a:pt x="48" y="147"/>
                    </a:lnTo>
                    <a:lnTo>
                      <a:pt x="49" y="146"/>
                    </a:lnTo>
                    <a:lnTo>
                      <a:pt x="48" y="145"/>
                    </a:lnTo>
                    <a:lnTo>
                      <a:pt x="49" y="145"/>
                    </a:lnTo>
                    <a:lnTo>
                      <a:pt x="50" y="146"/>
                    </a:lnTo>
                    <a:lnTo>
                      <a:pt x="51" y="146"/>
                    </a:lnTo>
                    <a:lnTo>
                      <a:pt x="52" y="145"/>
                    </a:lnTo>
                    <a:lnTo>
                      <a:pt x="54" y="145"/>
                    </a:lnTo>
                    <a:lnTo>
                      <a:pt x="55" y="145"/>
                    </a:lnTo>
                    <a:lnTo>
                      <a:pt x="57" y="144"/>
                    </a:lnTo>
                    <a:lnTo>
                      <a:pt x="59" y="144"/>
                    </a:lnTo>
                    <a:lnTo>
                      <a:pt x="61" y="144"/>
                    </a:lnTo>
                    <a:lnTo>
                      <a:pt x="62" y="144"/>
                    </a:lnTo>
                    <a:lnTo>
                      <a:pt x="64" y="144"/>
                    </a:lnTo>
                    <a:lnTo>
                      <a:pt x="65" y="143"/>
                    </a:lnTo>
                    <a:lnTo>
                      <a:pt x="65" y="144"/>
                    </a:lnTo>
                    <a:lnTo>
                      <a:pt x="68" y="14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52" name="D334">
                <a:extLst>
                  <a:ext uri="{FF2B5EF4-FFF2-40B4-BE49-F238E27FC236}">
                    <a16:creationId xmlns:a16="http://schemas.microsoft.com/office/drawing/2014/main" id="{365E69C4-684B-9F4D-A8A7-BA03954185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25" y="2533796"/>
                <a:ext cx="4" cy="5"/>
              </a:xfrm>
              <a:custGeom>
                <a:avLst/>
                <a:gdLst>
                  <a:gd name="T0" fmla="*/ 3 w 4"/>
                  <a:gd name="T1" fmla="*/ 1 h 5"/>
                  <a:gd name="T2" fmla="*/ 4 w 4"/>
                  <a:gd name="T3" fmla="*/ 1 h 5"/>
                  <a:gd name="T4" fmla="*/ 4 w 4"/>
                  <a:gd name="T5" fmla="*/ 2 h 5"/>
                  <a:gd name="T6" fmla="*/ 3 w 4"/>
                  <a:gd name="T7" fmla="*/ 3 h 5"/>
                  <a:gd name="T8" fmla="*/ 2 w 4"/>
                  <a:gd name="T9" fmla="*/ 3 h 5"/>
                  <a:gd name="T10" fmla="*/ 3 w 4"/>
                  <a:gd name="T11" fmla="*/ 4 h 5"/>
                  <a:gd name="T12" fmla="*/ 4 w 4"/>
                  <a:gd name="T13" fmla="*/ 4 h 5"/>
                  <a:gd name="T14" fmla="*/ 3 w 4"/>
                  <a:gd name="T15" fmla="*/ 5 h 5"/>
                  <a:gd name="T16" fmla="*/ 2 w 4"/>
                  <a:gd name="T17" fmla="*/ 4 h 5"/>
                  <a:gd name="T18" fmla="*/ 1 w 4"/>
                  <a:gd name="T19" fmla="*/ 4 h 5"/>
                  <a:gd name="T20" fmla="*/ 0 w 4"/>
                  <a:gd name="T21" fmla="*/ 4 h 5"/>
                  <a:gd name="T22" fmla="*/ 0 w 4"/>
                  <a:gd name="T23" fmla="*/ 3 h 5"/>
                  <a:gd name="T24" fmla="*/ 0 w 4"/>
                  <a:gd name="T25" fmla="*/ 2 h 5"/>
                  <a:gd name="T26" fmla="*/ 1 w 4"/>
                  <a:gd name="T27" fmla="*/ 2 h 5"/>
                  <a:gd name="T28" fmla="*/ 1 w 4"/>
                  <a:gd name="T29" fmla="*/ 1 h 5"/>
                  <a:gd name="T30" fmla="*/ 0 w 4"/>
                  <a:gd name="T31" fmla="*/ 0 h 5"/>
                  <a:gd name="T32" fmla="*/ 1 w 4"/>
                  <a:gd name="T33" fmla="*/ 0 h 5"/>
                  <a:gd name="T34" fmla="*/ 2 w 4"/>
                  <a:gd name="T35" fmla="*/ 0 h 5"/>
                  <a:gd name="T36" fmla="*/ 3 w 4"/>
                  <a:gd name="T37" fmla="*/ 0 h 5"/>
                  <a:gd name="T38" fmla="*/ 3 w 4"/>
                  <a:gd name="T39" fmla="*/ 1 h 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"/>
                  <a:gd name="T61" fmla="*/ 0 h 5"/>
                  <a:gd name="T62" fmla="*/ 4 w 4"/>
                  <a:gd name="T63" fmla="*/ 5 h 5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" h="5">
                    <a:moveTo>
                      <a:pt x="3" y="1"/>
                    </a:moveTo>
                    <a:lnTo>
                      <a:pt x="4" y="1"/>
                    </a:lnTo>
                    <a:lnTo>
                      <a:pt x="4" y="2"/>
                    </a:lnTo>
                    <a:lnTo>
                      <a:pt x="3" y="3"/>
                    </a:lnTo>
                    <a:lnTo>
                      <a:pt x="2" y="3"/>
                    </a:lnTo>
                    <a:lnTo>
                      <a:pt x="3" y="4"/>
                    </a:lnTo>
                    <a:lnTo>
                      <a:pt x="4" y="4"/>
                    </a:lnTo>
                    <a:lnTo>
                      <a:pt x="3" y="5"/>
                    </a:lnTo>
                    <a:lnTo>
                      <a:pt x="2" y="4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3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53" name="D335">
                <a:extLst>
                  <a:ext uri="{FF2B5EF4-FFF2-40B4-BE49-F238E27FC236}">
                    <a16:creationId xmlns:a16="http://schemas.microsoft.com/office/drawing/2014/main" id="{2976A960-9331-064D-8199-35B88076AD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43" y="2533798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1 w 2"/>
                  <a:gd name="T3" fmla="*/ 2 h 2"/>
                  <a:gd name="T4" fmla="*/ 0 w 2"/>
                  <a:gd name="T5" fmla="*/ 1 h 2"/>
                  <a:gd name="T6" fmla="*/ 0 w 2"/>
                  <a:gd name="T7" fmla="*/ 0 h 2"/>
                  <a:gd name="T8" fmla="*/ 1 w 2"/>
                  <a:gd name="T9" fmla="*/ 0 h 2"/>
                  <a:gd name="T10" fmla="*/ 2 w 2"/>
                  <a:gd name="T11" fmla="*/ 1 h 2"/>
                  <a:gd name="T12" fmla="*/ 2 w 2"/>
                  <a:gd name="T13" fmla="*/ 2 h 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"/>
                  <a:gd name="T22" fmla="*/ 0 h 2"/>
                  <a:gd name="T23" fmla="*/ 2 w 2"/>
                  <a:gd name="T24" fmla="*/ 2 h 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" h="2">
                    <a:moveTo>
                      <a:pt x="2" y="2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1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54" name="D336">
                <a:extLst>
                  <a:ext uri="{FF2B5EF4-FFF2-40B4-BE49-F238E27FC236}">
                    <a16:creationId xmlns:a16="http://schemas.microsoft.com/office/drawing/2014/main" id="{420D54A0-ECC3-4E49-B014-74DEFF866B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49" y="2533798"/>
                <a:ext cx="5" cy="3"/>
              </a:xfrm>
              <a:custGeom>
                <a:avLst/>
                <a:gdLst>
                  <a:gd name="T0" fmla="*/ 3 w 5"/>
                  <a:gd name="T1" fmla="*/ 3 h 3"/>
                  <a:gd name="T2" fmla="*/ 2 w 5"/>
                  <a:gd name="T3" fmla="*/ 3 h 3"/>
                  <a:gd name="T4" fmla="*/ 1 w 5"/>
                  <a:gd name="T5" fmla="*/ 3 h 3"/>
                  <a:gd name="T6" fmla="*/ 0 w 5"/>
                  <a:gd name="T7" fmla="*/ 3 h 3"/>
                  <a:gd name="T8" fmla="*/ 1 w 5"/>
                  <a:gd name="T9" fmla="*/ 2 h 3"/>
                  <a:gd name="T10" fmla="*/ 2 w 5"/>
                  <a:gd name="T11" fmla="*/ 2 h 3"/>
                  <a:gd name="T12" fmla="*/ 2 w 5"/>
                  <a:gd name="T13" fmla="*/ 1 h 3"/>
                  <a:gd name="T14" fmla="*/ 3 w 5"/>
                  <a:gd name="T15" fmla="*/ 0 h 3"/>
                  <a:gd name="T16" fmla="*/ 4 w 5"/>
                  <a:gd name="T17" fmla="*/ 0 h 3"/>
                  <a:gd name="T18" fmla="*/ 5 w 5"/>
                  <a:gd name="T19" fmla="*/ 0 h 3"/>
                  <a:gd name="T20" fmla="*/ 4 w 5"/>
                  <a:gd name="T21" fmla="*/ 0 h 3"/>
                  <a:gd name="T22" fmla="*/ 4 w 5"/>
                  <a:gd name="T23" fmla="*/ 1 h 3"/>
                  <a:gd name="T24" fmla="*/ 4 w 5"/>
                  <a:gd name="T25" fmla="*/ 3 h 3"/>
                  <a:gd name="T26" fmla="*/ 3 w 5"/>
                  <a:gd name="T27" fmla="*/ 3 h 3"/>
                  <a:gd name="T28" fmla="*/ 3 w 5"/>
                  <a:gd name="T29" fmla="*/ 3 h 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"/>
                  <a:gd name="T46" fmla="*/ 0 h 3"/>
                  <a:gd name="T47" fmla="*/ 5 w 5"/>
                  <a:gd name="T48" fmla="*/ 3 h 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" h="3">
                    <a:moveTo>
                      <a:pt x="3" y="3"/>
                    </a:moveTo>
                    <a:lnTo>
                      <a:pt x="2" y="3"/>
                    </a:lnTo>
                    <a:lnTo>
                      <a:pt x="1" y="3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2" y="1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4" y="1"/>
                    </a:lnTo>
                    <a:lnTo>
                      <a:pt x="4" y="3"/>
                    </a:lnTo>
                    <a:lnTo>
                      <a:pt x="3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grpSp>
          <p:nvGrpSpPr>
            <p:cNvPr id="43" name="France">
              <a:extLst>
                <a:ext uri="{FF2B5EF4-FFF2-40B4-BE49-F238E27FC236}">
                  <a16:creationId xmlns:a16="http://schemas.microsoft.com/office/drawing/2014/main" id="{DC3DE45F-C0B6-8B41-887B-4EABFFEC25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0395" y="3299184"/>
              <a:ext cx="294644" cy="276238"/>
              <a:chOff x="15316200" y="5076825"/>
              <a:chExt cx="132" cy="113"/>
            </a:xfrm>
            <a:solidFill>
              <a:srgbClr val="002B69">
                <a:alpha val="91000"/>
              </a:srgbClr>
            </a:solidFill>
          </p:grpSpPr>
          <p:sp>
            <p:nvSpPr>
              <p:cNvPr id="149" name="D338">
                <a:extLst>
                  <a:ext uri="{FF2B5EF4-FFF2-40B4-BE49-F238E27FC236}">
                    <a16:creationId xmlns:a16="http://schemas.microsoft.com/office/drawing/2014/main" id="{4FD84373-A335-2D43-B877-4FDE742839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16200" y="5076825"/>
                <a:ext cx="118" cy="102"/>
              </a:xfrm>
              <a:custGeom>
                <a:avLst/>
                <a:gdLst>
                  <a:gd name="T0" fmla="*/ 112 w 118"/>
                  <a:gd name="T1" fmla="*/ 82 h 102"/>
                  <a:gd name="T2" fmla="*/ 107 w 118"/>
                  <a:gd name="T3" fmla="*/ 77 h 102"/>
                  <a:gd name="T4" fmla="*/ 105 w 118"/>
                  <a:gd name="T5" fmla="*/ 72 h 102"/>
                  <a:gd name="T6" fmla="*/ 108 w 118"/>
                  <a:gd name="T7" fmla="*/ 68 h 102"/>
                  <a:gd name="T8" fmla="*/ 106 w 118"/>
                  <a:gd name="T9" fmla="*/ 62 h 102"/>
                  <a:gd name="T10" fmla="*/ 106 w 118"/>
                  <a:gd name="T11" fmla="*/ 60 h 102"/>
                  <a:gd name="T12" fmla="*/ 104 w 118"/>
                  <a:gd name="T13" fmla="*/ 56 h 102"/>
                  <a:gd name="T14" fmla="*/ 99 w 118"/>
                  <a:gd name="T15" fmla="*/ 57 h 102"/>
                  <a:gd name="T16" fmla="*/ 101 w 118"/>
                  <a:gd name="T17" fmla="*/ 52 h 102"/>
                  <a:gd name="T18" fmla="*/ 105 w 118"/>
                  <a:gd name="T19" fmla="*/ 48 h 102"/>
                  <a:gd name="T20" fmla="*/ 108 w 118"/>
                  <a:gd name="T21" fmla="*/ 43 h 102"/>
                  <a:gd name="T22" fmla="*/ 112 w 118"/>
                  <a:gd name="T23" fmla="*/ 40 h 102"/>
                  <a:gd name="T24" fmla="*/ 114 w 118"/>
                  <a:gd name="T25" fmla="*/ 31 h 102"/>
                  <a:gd name="T26" fmla="*/ 113 w 118"/>
                  <a:gd name="T27" fmla="*/ 24 h 102"/>
                  <a:gd name="T28" fmla="*/ 104 w 118"/>
                  <a:gd name="T29" fmla="*/ 22 h 102"/>
                  <a:gd name="T30" fmla="*/ 99 w 118"/>
                  <a:gd name="T31" fmla="*/ 19 h 102"/>
                  <a:gd name="T32" fmla="*/ 90 w 118"/>
                  <a:gd name="T33" fmla="*/ 17 h 102"/>
                  <a:gd name="T34" fmla="*/ 88 w 118"/>
                  <a:gd name="T35" fmla="*/ 12 h 102"/>
                  <a:gd name="T36" fmla="*/ 83 w 118"/>
                  <a:gd name="T37" fmla="*/ 11 h 102"/>
                  <a:gd name="T38" fmla="*/ 77 w 118"/>
                  <a:gd name="T39" fmla="*/ 8 h 102"/>
                  <a:gd name="T40" fmla="*/ 70 w 118"/>
                  <a:gd name="T41" fmla="*/ 4 h 102"/>
                  <a:gd name="T42" fmla="*/ 67 w 118"/>
                  <a:gd name="T43" fmla="*/ 1 h 102"/>
                  <a:gd name="T44" fmla="*/ 59 w 118"/>
                  <a:gd name="T45" fmla="*/ 8 h 102"/>
                  <a:gd name="T46" fmla="*/ 52 w 118"/>
                  <a:gd name="T47" fmla="*/ 15 h 102"/>
                  <a:gd name="T48" fmla="*/ 48 w 118"/>
                  <a:gd name="T49" fmla="*/ 20 h 102"/>
                  <a:gd name="T50" fmla="*/ 44 w 118"/>
                  <a:gd name="T51" fmla="*/ 22 h 102"/>
                  <a:gd name="T52" fmla="*/ 35 w 118"/>
                  <a:gd name="T53" fmla="*/ 21 h 102"/>
                  <a:gd name="T54" fmla="*/ 31 w 118"/>
                  <a:gd name="T55" fmla="*/ 18 h 102"/>
                  <a:gd name="T56" fmla="*/ 28 w 118"/>
                  <a:gd name="T57" fmla="*/ 22 h 102"/>
                  <a:gd name="T58" fmla="*/ 30 w 118"/>
                  <a:gd name="T59" fmla="*/ 29 h 102"/>
                  <a:gd name="T60" fmla="*/ 26 w 118"/>
                  <a:gd name="T61" fmla="*/ 30 h 102"/>
                  <a:gd name="T62" fmla="*/ 20 w 118"/>
                  <a:gd name="T63" fmla="*/ 31 h 102"/>
                  <a:gd name="T64" fmla="*/ 13 w 118"/>
                  <a:gd name="T65" fmla="*/ 28 h 102"/>
                  <a:gd name="T66" fmla="*/ 8 w 118"/>
                  <a:gd name="T67" fmla="*/ 30 h 102"/>
                  <a:gd name="T68" fmla="*/ 0 w 118"/>
                  <a:gd name="T69" fmla="*/ 33 h 102"/>
                  <a:gd name="T70" fmla="*/ 3 w 118"/>
                  <a:gd name="T71" fmla="*/ 34 h 102"/>
                  <a:gd name="T72" fmla="*/ 1 w 118"/>
                  <a:gd name="T73" fmla="*/ 37 h 102"/>
                  <a:gd name="T74" fmla="*/ 8 w 118"/>
                  <a:gd name="T75" fmla="*/ 39 h 102"/>
                  <a:gd name="T76" fmla="*/ 15 w 118"/>
                  <a:gd name="T77" fmla="*/ 42 h 102"/>
                  <a:gd name="T78" fmla="*/ 18 w 118"/>
                  <a:gd name="T79" fmla="*/ 43 h 102"/>
                  <a:gd name="T80" fmla="*/ 24 w 118"/>
                  <a:gd name="T81" fmla="*/ 46 h 102"/>
                  <a:gd name="T82" fmla="*/ 25 w 118"/>
                  <a:gd name="T83" fmla="*/ 48 h 102"/>
                  <a:gd name="T84" fmla="*/ 30 w 118"/>
                  <a:gd name="T85" fmla="*/ 56 h 102"/>
                  <a:gd name="T86" fmla="*/ 35 w 118"/>
                  <a:gd name="T87" fmla="*/ 62 h 102"/>
                  <a:gd name="T88" fmla="*/ 38 w 118"/>
                  <a:gd name="T89" fmla="*/ 70 h 102"/>
                  <a:gd name="T90" fmla="*/ 35 w 118"/>
                  <a:gd name="T91" fmla="*/ 70 h 102"/>
                  <a:gd name="T92" fmla="*/ 34 w 118"/>
                  <a:gd name="T93" fmla="*/ 80 h 102"/>
                  <a:gd name="T94" fmla="*/ 29 w 118"/>
                  <a:gd name="T95" fmla="*/ 91 h 102"/>
                  <a:gd name="T96" fmla="*/ 32 w 118"/>
                  <a:gd name="T97" fmla="*/ 94 h 102"/>
                  <a:gd name="T98" fmla="*/ 40 w 118"/>
                  <a:gd name="T99" fmla="*/ 98 h 102"/>
                  <a:gd name="T100" fmla="*/ 51 w 118"/>
                  <a:gd name="T101" fmla="*/ 98 h 102"/>
                  <a:gd name="T102" fmla="*/ 57 w 118"/>
                  <a:gd name="T103" fmla="*/ 100 h 102"/>
                  <a:gd name="T104" fmla="*/ 65 w 118"/>
                  <a:gd name="T105" fmla="*/ 102 h 102"/>
                  <a:gd name="T106" fmla="*/ 73 w 118"/>
                  <a:gd name="T107" fmla="*/ 98 h 102"/>
                  <a:gd name="T108" fmla="*/ 77 w 118"/>
                  <a:gd name="T109" fmla="*/ 92 h 102"/>
                  <a:gd name="T110" fmla="*/ 82 w 118"/>
                  <a:gd name="T111" fmla="*/ 89 h 102"/>
                  <a:gd name="T112" fmla="*/ 86 w 118"/>
                  <a:gd name="T113" fmla="*/ 91 h 102"/>
                  <a:gd name="T114" fmla="*/ 90 w 118"/>
                  <a:gd name="T115" fmla="*/ 90 h 102"/>
                  <a:gd name="T116" fmla="*/ 96 w 118"/>
                  <a:gd name="T117" fmla="*/ 93 h 102"/>
                  <a:gd name="T118" fmla="*/ 100 w 118"/>
                  <a:gd name="T119" fmla="*/ 94 h 102"/>
                  <a:gd name="T120" fmla="*/ 105 w 118"/>
                  <a:gd name="T121" fmla="*/ 92 h 102"/>
                  <a:gd name="T122" fmla="*/ 109 w 118"/>
                  <a:gd name="T123" fmla="*/ 89 h 102"/>
                  <a:gd name="T124" fmla="*/ 113 w 118"/>
                  <a:gd name="T125" fmla="*/ 86 h 102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w 118"/>
                  <a:gd name="T190" fmla="*/ 0 h 102"/>
                  <a:gd name="T191" fmla="*/ 118 w 118"/>
                  <a:gd name="T192" fmla="*/ 102 h 102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T189" t="T190" r="T191" b="T192"/>
                <a:pathLst>
                  <a:path w="118" h="102">
                    <a:moveTo>
                      <a:pt x="113" y="85"/>
                    </a:moveTo>
                    <a:lnTo>
                      <a:pt x="113" y="84"/>
                    </a:lnTo>
                    <a:lnTo>
                      <a:pt x="113" y="83"/>
                    </a:lnTo>
                    <a:lnTo>
                      <a:pt x="113" y="82"/>
                    </a:lnTo>
                    <a:lnTo>
                      <a:pt x="112" y="82"/>
                    </a:lnTo>
                    <a:lnTo>
                      <a:pt x="110" y="82"/>
                    </a:lnTo>
                    <a:lnTo>
                      <a:pt x="109" y="81"/>
                    </a:lnTo>
                    <a:lnTo>
                      <a:pt x="108" y="80"/>
                    </a:lnTo>
                    <a:lnTo>
                      <a:pt x="107" y="78"/>
                    </a:lnTo>
                    <a:lnTo>
                      <a:pt x="107" y="77"/>
                    </a:lnTo>
                    <a:lnTo>
                      <a:pt x="107" y="75"/>
                    </a:lnTo>
                    <a:lnTo>
                      <a:pt x="107" y="74"/>
                    </a:lnTo>
                    <a:lnTo>
                      <a:pt x="106" y="74"/>
                    </a:lnTo>
                    <a:lnTo>
                      <a:pt x="106" y="73"/>
                    </a:lnTo>
                    <a:lnTo>
                      <a:pt x="105" y="72"/>
                    </a:lnTo>
                    <a:lnTo>
                      <a:pt x="106" y="71"/>
                    </a:lnTo>
                    <a:lnTo>
                      <a:pt x="107" y="70"/>
                    </a:lnTo>
                    <a:lnTo>
                      <a:pt x="108" y="70"/>
                    </a:lnTo>
                    <a:lnTo>
                      <a:pt x="109" y="69"/>
                    </a:lnTo>
                    <a:lnTo>
                      <a:pt x="108" y="68"/>
                    </a:lnTo>
                    <a:lnTo>
                      <a:pt x="107" y="67"/>
                    </a:lnTo>
                    <a:lnTo>
                      <a:pt x="107" y="65"/>
                    </a:lnTo>
                    <a:lnTo>
                      <a:pt x="106" y="64"/>
                    </a:lnTo>
                    <a:lnTo>
                      <a:pt x="106" y="63"/>
                    </a:lnTo>
                    <a:lnTo>
                      <a:pt x="106" y="62"/>
                    </a:lnTo>
                    <a:lnTo>
                      <a:pt x="107" y="62"/>
                    </a:lnTo>
                    <a:lnTo>
                      <a:pt x="108" y="62"/>
                    </a:lnTo>
                    <a:lnTo>
                      <a:pt x="108" y="61"/>
                    </a:lnTo>
                    <a:lnTo>
                      <a:pt x="107" y="61"/>
                    </a:lnTo>
                    <a:lnTo>
                      <a:pt x="106" y="60"/>
                    </a:lnTo>
                    <a:lnTo>
                      <a:pt x="106" y="59"/>
                    </a:lnTo>
                    <a:lnTo>
                      <a:pt x="106" y="57"/>
                    </a:lnTo>
                    <a:lnTo>
                      <a:pt x="106" y="56"/>
                    </a:lnTo>
                    <a:lnTo>
                      <a:pt x="105" y="56"/>
                    </a:lnTo>
                    <a:lnTo>
                      <a:pt x="104" y="56"/>
                    </a:lnTo>
                    <a:lnTo>
                      <a:pt x="102" y="56"/>
                    </a:lnTo>
                    <a:lnTo>
                      <a:pt x="101" y="57"/>
                    </a:lnTo>
                    <a:lnTo>
                      <a:pt x="100" y="59"/>
                    </a:lnTo>
                    <a:lnTo>
                      <a:pt x="99" y="59"/>
                    </a:lnTo>
                    <a:lnTo>
                      <a:pt x="99" y="57"/>
                    </a:lnTo>
                    <a:lnTo>
                      <a:pt x="99" y="56"/>
                    </a:lnTo>
                    <a:lnTo>
                      <a:pt x="99" y="55"/>
                    </a:lnTo>
                    <a:lnTo>
                      <a:pt x="100" y="54"/>
                    </a:lnTo>
                    <a:lnTo>
                      <a:pt x="100" y="53"/>
                    </a:lnTo>
                    <a:lnTo>
                      <a:pt x="101" y="52"/>
                    </a:lnTo>
                    <a:lnTo>
                      <a:pt x="102" y="52"/>
                    </a:lnTo>
                    <a:lnTo>
                      <a:pt x="102" y="51"/>
                    </a:lnTo>
                    <a:lnTo>
                      <a:pt x="103" y="50"/>
                    </a:lnTo>
                    <a:lnTo>
                      <a:pt x="104" y="49"/>
                    </a:lnTo>
                    <a:lnTo>
                      <a:pt x="105" y="48"/>
                    </a:lnTo>
                    <a:lnTo>
                      <a:pt x="106" y="46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7" y="44"/>
                    </a:lnTo>
                    <a:lnTo>
                      <a:pt x="108" y="43"/>
                    </a:lnTo>
                    <a:lnTo>
                      <a:pt x="109" y="43"/>
                    </a:lnTo>
                    <a:lnTo>
                      <a:pt x="111" y="43"/>
                    </a:lnTo>
                    <a:lnTo>
                      <a:pt x="112" y="43"/>
                    </a:lnTo>
                    <a:lnTo>
                      <a:pt x="113" y="42"/>
                    </a:lnTo>
                    <a:lnTo>
                      <a:pt x="112" y="40"/>
                    </a:lnTo>
                    <a:lnTo>
                      <a:pt x="112" y="38"/>
                    </a:lnTo>
                    <a:lnTo>
                      <a:pt x="113" y="36"/>
                    </a:lnTo>
                    <a:lnTo>
                      <a:pt x="113" y="35"/>
                    </a:lnTo>
                    <a:lnTo>
                      <a:pt x="114" y="33"/>
                    </a:lnTo>
                    <a:lnTo>
                      <a:pt x="114" y="31"/>
                    </a:lnTo>
                    <a:lnTo>
                      <a:pt x="116" y="29"/>
                    </a:lnTo>
                    <a:lnTo>
                      <a:pt x="117" y="28"/>
                    </a:lnTo>
                    <a:lnTo>
                      <a:pt x="118" y="26"/>
                    </a:lnTo>
                    <a:lnTo>
                      <a:pt x="115" y="25"/>
                    </a:lnTo>
                    <a:lnTo>
                      <a:pt x="113" y="24"/>
                    </a:lnTo>
                    <a:lnTo>
                      <a:pt x="111" y="24"/>
                    </a:lnTo>
                    <a:lnTo>
                      <a:pt x="109" y="23"/>
                    </a:lnTo>
                    <a:lnTo>
                      <a:pt x="107" y="23"/>
                    </a:lnTo>
                    <a:lnTo>
                      <a:pt x="105" y="23"/>
                    </a:lnTo>
                    <a:lnTo>
                      <a:pt x="104" y="22"/>
                    </a:lnTo>
                    <a:lnTo>
                      <a:pt x="103" y="21"/>
                    </a:lnTo>
                    <a:lnTo>
                      <a:pt x="102" y="20"/>
                    </a:lnTo>
                    <a:lnTo>
                      <a:pt x="101" y="19"/>
                    </a:lnTo>
                    <a:lnTo>
                      <a:pt x="100" y="19"/>
                    </a:lnTo>
                    <a:lnTo>
                      <a:pt x="99" y="19"/>
                    </a:lnTo>
                    <a:lnTo>
                      <a:pt x="96" y="18"/>
                    </a:lnTo>
                    <a:lnTo>
                      <a:pt x="95" y="19"/>
                    </a:lnTo>
                    <a:lnTo>
                      <a:pt x="93" y="18"/>
                    </a:lnTo>
                    <a:lnTo>
                      <a:pt x="92" y="17"/>
                    </a:lnTo>
                    <a:lnTo>
                      <a:pt x="90" y="17"/>
                    </a:lnTo>
                    <a:lnTo>
                      <a:pt x="90" y="16"/>
                    </a:lnTo>
                    <a:lnTo>
                      <a:pt x="89" y="15"/>
                    </a:lnTo>
                    <a:lnTo>
                      <a:pt x="89" y="13"/>
                    </a:lnTo>
                    <a:lnTo>
                      <a:pt x="89" y="12"/>
                    </a:lnTo>
                    <a:lnTo>
                      <a:pt x="88" y="12"/>
                    </a:lnTo>
                    <a:lnTo>
                      <a:pt x="87" y="13"/>
                    </a:lnTo>
                    <a:lnTo>
                      <a:pt x="86" y="14"/>
                    </a:lnTo>
                    <a:lnTo>
                      <a:pt x="85" y="14"/>
                    </a:lnTo>
                    <a:lnTo>
                      <a:pt x="83" y="14"/>
                    </a:lnTo>
                    <a:lnTo>
                      <a:pt x="83" y="11"/>
                    </a:lnTo>
                    <a:lnTo>
                      <a:pt x="82" y="10"/>
                    </a:lnTo>
                    <a:lnTo>
                      <a:pt x="81" y="9"/>
                    </a:lnTo>
                    <a:lnTo>
                      <a:pt x="79" y="9"/>
                    </a:lnTo>
                    <a:lnTo>
                      <a:pt x="78" y="8"/>
                    </a:lnTo>
                    <a:lnTo>
                      <a:pt x="77" y="8"/>
                    </a:lnTo>
                    <a:lnTo>
                      <a:pt x="75" y="7"/>
                    </a:lnTo>
                    <a:lnTo>
                      <a:pt x="74" y="6"/>
                    </a:lnTo>
                    <a:lnTo>
                      <a:pt x="74" y="5"/>
                    </a:lnTo>
                    <a:lnTo>
                      <a:pt x="72" y="5"/>
                    </a:lnTo>
                    <a:lnTo>
                      <a:pt x="70" y="4"/>
                    </a:lnTo>
                    <a:lnTo>
                      <a:pt x="69" y="3"/>
                    </a:lnTo>
                    <a:lnTo>
                      <a:pt x="69" y="1"/>
                    </a:lnTo>
                    <a:lnTo>
                      <a:pt x="69" y="0"/>
                    </a:lnTo>
                    <a:lnTo>
                      <a:pt x="68" y="1"/>
                    </a:lnTo>
                    <a:lnTo>
                      <a:pt x="67" y="1"/>
                    </a:lnTo>
                    <a:lnTo>
                      <a:pt x="65" y="1"/>
                    </a:lnTo>
                    <a:lnTo>
                      <a:pt x="63" y="2"/>
                    </a:lnTo>
                    <a:lnTo>
                      <a:pt x="60" y="3"/>
                    </a:lnTo>
                    <a:lnTo>
                      <a:pt x="59" y="5"/>
                    </a:lnTo>
                    <a:lnTo>
                      <a:pt x="59" y="8"/>
                    </a:lnTo>
                    <a:lnTo>
                      <a:pt x="59" y="10"/>
                    </a:lnTo>
                    <a:lnTo>
                      <a:pt x="59" y="11"/>
                    </a:lnTo>
                    <a:lnTo>
                      <a:pt x="57" y="13"/>
                    </a:lnTo>
                    <a:lnTo>
                      <a:pt x="55" y="14"/>
                    </a:lnTo>
                    <a:lnTo>
                      <a:pt x="52" y="15"/>
                    </a:lnTo>
                    <a:lnTo>
                      <a:pt x="49" y="16"/>
                    </a:lnTo>
                    <a:lnTo>
                      <a:pt x="47" y="17"/>
                    </a:lnTo>
                    <a:lnTo>
                      <a:pt x="46" y="19"/>
                    </a:lnTo>
                    <a:lnTo>
                      <a:pt x="46" y="20"/>
                    </a:lnTo>
                    <a:lnTo>
                      <a:pt x="48" y="20"/>
                    </a:lnTo>
                    <a:lnTo>
                      <a:pt x="49" y="20"/>
                    </a:lnTo>
                    <a:lnTo>
                      <a:pt x="49" y="21"/>
                    </a:lnTo>
                    <a:lnTo>
                      <a:pt x="48" y="21"/>
                    </a:lnTo>
                    <a:lnTo>
                      <a:pt x="46" y="21"/>
                    </a:lnTo>
                    <a:lnTo>
                      <a:pt x="44" y="22"/>
                    </a:lnTo>
                    <a:lnTo>
                      <a:pt x="42" y="22"/>
                    </a:lnTo>
                    <a:lnTo>
                      <a:pt x="41" y="22"/>
                    </a:lnTo>
                    <a:lnTo>
                      <a:pt x="38" y="22"/>
                    </a:lnTo>
                    <a:lnTo>
                      <a:pt x="36" y="21"/>
                    </a:lnTo>
                    <a:lnTo>
                      <a:pt x="35" y="21"/>
                    </a:lnTo>
                    <a:lnTo>
                      <a:pt x="34" y="20"/>
                    </a:lnTo>
                    <a:lnTo>
                      <a:pt x="33" y="19"/>
                    </a:lnTo>
                    <a:lnTo>
                      <a:pt x="33" y="18"/>
                    </a:lnTo>
                    <a:lnTo>
                      <a:pt x="32" y="18"/>
                    </a:lnTo>
                    <a:lnTo>
                      <a:pt x="31" y="18"/>
                    </a:lnTo>
                    <a:lnTo>
                      <a:pt x="29" y="18"/>
                    </a:lnTo>
                    <a:lnTo>
                      <a:pt x="27" y="17"/>
                    </a:lnTo>
                    <a:lnTo>
                      <a:pt x="27" y="19"/>
                    </a:lnTo>
                    <a:lnTo>
                      <a:pt x="27" y="20"/>
                    </a:lnTo>
                    <a:lnTo>
                      <a:pt x="28" y="22"/>
                    </a:lnTo>
                    <a:lnTo>
                      <a:pt x="29" y="22"/>
                    </a:lnTo>
                    <a:lnTo>
                      <a:pt x="29" y="24"/>
                    </a:lnTo>
                    <a:lnTo>
                      <a:pt x="30" y="26"/>
                    </a:lnTo>
                    <a:lnTo>
                      <a:pt x="30" y="27"/>
                    </a:lnTo>
                    <a:lnTo>
                      <a:pt x="30" y="29"/>
                    </a:lnTo>
                    <a:lnTo>
                      <a:pt x="31" y="30"/>
                    </a:lnTo>
                    <a:lnTo>
                      <a:pt x="29" y="30"/>
                    </a:lnTo>
                    <a:lnTo>
                      <a:pt x="28" y="30"/>
                    </a:lnTo>
                    <a:lnTo>
                      <a:pt x="27" y="30"/>
                    </a:lnTo>
                    <a:lnTo>
                      <a:pt x="26" y="30"/>
                    </a:lnTo>
                    <a:lnTo>
                      <a:pt x="25" y="30"/>
                    </a:lnTo>
                    <a:lnTo>
                      <a:pt x="24" y="30"/>
                    </a:lnTo>
                    <a:lnTo>
                      <a:pt x="23" y="30"/>
                    </a:lnTo>
                    <a:lnTo>
                      <a:pt x="22" y="30"/>
                    </a:lnTo>
                    <a:lnTo>
                      <a:pt x="20" y="31"/>
                    </a:lnTo>
                    <a:lnTo>
                      <a:pt x="19" y="30"/>
                    </a:lnTo>
                    <a:lnTo>
                      <a:pt x="17" y="29"/>
                    </a:lnTo>
                    <a:lnTo>
                      <a:pt x="16" y="28"/>
                    </a:lnTo>
                    <a:lnTo>
                      <a:pt x="14" y="28"/>
                    </a:lnTo>
                    <a:lnTo>
                      <a:pt x="13" y="28"/>
                    </a:lnTo>
                    <a:lnTo>
                      <a:pt x="12" y="28"/>
                    </a:lnTo>
                    <a:lnTo>
                      <a:pt x="11" y="29"/>
                    </a:lnTo>
                    <a:lnTo>
                      <a:pt x="10" y="29"/>
                    </a:lnTo>
                    <a:lnTo>
                      <a:pt x="9" y="30"/>
                    </a:lnTo>
                    <a:lnTo>
                      <a:pt x="8" y="30"/>
                    </a:lnTo>
                    <a:lnTo>
                      <a:pt x="6" y="30"/>
                    </a:lnTo>
                    <a:lnTo>
                      <a:pt x="5" y="30"/>
                    </a:lnTo>
                    <a:lnTo>
                      <a:pt x="3" y="31"/>
                    </a:lnTo>
                    <a:lnTo>
                      <a:pt x="1" y="32"/>
                    </a:lnTo>
                    <a:lnTo>
                      <a:pt x="0" y="33"/>
                    </a:lnTo>
                    <a:lnTo>
                      <a:pt x="0" y="34"/>
                    </a:lnTo>
                    <a:lnTo>
                      <a:pt x="2" y="34"/>
                    </a:lnTo>
                    <a:lnTo>
                      <a:pt x="4" y="33"/>
                    </a:lnTo>
                    <a:lnTo>
                      <a:pt x="4" y="34"/>
                    </a:lnTo>
                    <a:lnTo>
                      <a:pt x="3" y="34"/>
                    </a:lnTo>
                    <a:lnTo>
                      <a:pt x="2" y="35"/>
                    </a:lnTo>
                    <a:lnTo>
                      <a:pt x="2" y="36"/>
                    </a:lnTo>
                    <a:lnTo>
                      <a:pt x="4" y="36"/>
                    </a:lnTo>
                    <a:lnTo>
                      <a:pt x="2" y="37"/>
                    </a:lnTo>
                    <a:lnTo>
                      <a:pt x="1" y="37"/>
                    </a:lnTo>
                    <a:lnTo>
                      <a:pt x="2" y="38"/>
                    </a:lnTo>
                    <a:lnTo>
                      <a:pt x="3" y="39"/>
                    </a:lnTo>
                    <a:lnTo>
                      <a:pt x="4" y="40"/>
                    </a:lnTo>
                    <a:lnTo>
                      <a:pt x="6" y="39"/>
                    </a:lnTo>
                    <a:lnTo>
                      <a:pt x="8" y="39"/>
                    </a:lnTo>
                    <a:lnTo>
                      <a:pt x="9" y="40"/>
                    </a:lnTo>
                    <a:lnTo>
                      <a:pt x="11" y="41"/>
                    </a:lnTo>
                    <a:lnTo>
                      <a:pt x="13" y="41"/>
                    </a:lnTo>
                    <a:lnTo>
                      <a:pt x="14" y="42"/>
                    </a:lnTo>
                    <a:lnTo>
                      <a:pt x="15" y="42"/>
                    </a:lnTo>
                    <a:lnTo>
                      <a:pt x="15" y="43"/>
                    </a:lnTo>
                    <a:lnTo>
                      <a:pt x="16" y="43"/>
                    </a:lnTo>
                    <a:lnTo>
                      <a:pt x="18" y="42"/>
                    </a:lnTo>
                    <a:lnTo>
                      <a:pt x="19" y="43"/>
                    </a:lnTo>
                    <a:lnTo>
                      <a:pt x="18" y="43"/>
                    </a:lnTo>
                    <a:lnTo>
                      <a:pt x="21" y="43"/>
                    </a:lnTo>
                    <a:lnTo>
                      <a:pt x="22" y="44"/>
                    </a:lnTo>
                    <a:lnTo>
                      <a:pt x="22" y="45"/>
                    </a:lnTo>
                    <a:lnTo>
                      <a:pt x="22" y="46"/>
                    </a:lnTo>
                    <a:lnTo>
                      <a:pt x="24" y="46"/>
                    </a:lnTo>
                    <a:lnTo>
                      <a:pt x="27" y="46"/>
                    </a:lnTo>
                    <a:lnTo>
                      <a:pt x="28" y="47"/>
                    </a:lnTo>
                    <a:lnTo>
                      <a:pt x="27" y="47"/>
                    </a:lnTo>
                    <a:lnTo>
                      <a:pt x="25" y="47"/>
                    </a:lnTo>
                    <a:lnTo>
                      <a:pt x="25" y="48"/>
                    </a:lnTo>
                    <a:lnTo>
                      <a:pt x="26" y="50"/>
                    </a:lnTo>
                    <a:lnTo>
                      <a:pt x="25" y="51"/>
                    </a:lnTo>
                    <a:lnTo>
                      <a:pt x="27" y="53"/>
                    </a:lnTo>
                    <a:lnTo>
                      <a:pt x="28" y="55"/>
                    </a:lnTo>
                    <a:lnTo>
                      <a:pt x="30" y="56"/>
                    </a:lnTo>
                    <a:lnTo>
                      <a:pt x="32" y="57"/>
                    </a:lnTo>
                    <a:lnTo>
                      <a:pt x="34" y="58"/>
                    </a:lnTo>
                    <a:lnTo>
                      <a:pt x="34" y="59"/>
                    </a:lnTo>
                    <a:lnTo>
                      <a:pt x="35" y="60"/>
                    </a:lnTo>
                    <a:lnTo>
                      <a:pt x="35" y="62"/>
                    </a:lnTo>
                    <a:lnTo>
                      <a:pt x="34" y="64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8" y="68"/>
                    </a:lnTo>
                    <a:lnTo>
                      <a:pt x="38" y="70"/>
                    </a:lnTo>
                    <a:lnTo>
                      <a:pt x="38" y="69"/>
                    </a:lnTo>
                    <a:lnTo>
                      <a:pt x="37" y="68"/>
                    </a:lnTo>
                    <a:lnTo>
                      <a:pt x="35" y="67"/>
                    </a:lnTo>
                    <a:lnTo>
                      <a:pt x="35" y="68"/>
                    </a:lnTo>
                    <a:lnTo>
                      <a:pt x="35" y="70"/>
                    </a:lnTo>
                    <a:lnTo>
                      <a:pt x="34" y="73"/>
                    </a:lnTo>
                    <a:lnTo>
                      <a:pt x="34" y="75"/>
                    </a:lnTo>
                    <a:lnTo>
                      <a:pt x="35" y="76"/>
                    </a:lnTo>
                    <a:lnTo>
                      <a:pt x="35" y="77"/>
                    </a:lnTo>
                    <a:lnTo>
                      <a:pt x="34" y="80"/>
                    </a:lnTo>
                    <a:lnTo>
                      <a:pt x="33" y="83"/>
                    </a:lnTo>
                    <a:lnTo>
                      <a:pt x="32" y="86"/>
                    </a:lnTo>
                    <a:lnTo>
                      <a:pt x="32" y="88"/>
                    </a:lnTo>
                    <a:lnTo>
                      <a:pt x="31" y="90"/>
                    </a:lnTo>
                    <a:lnTo>
                      <a:pt x="29" y="91"/>
                    </a:lnTo>
                    <a:lnTo>
                      <a:pt x="28" y="91"/>
                    </a:lnTo>
                    <a:lnTo>
                      <a:pt x="28" y="92"/>
                    </a:lnTo>
                    <a:lnTo>
                      <a:pt x="29" y="92"/>
                    </a:lnTo>
                    <a:lnTo>
                      <a:pt x="30" y="93"/>
                    </a:lnTo>
                    <a:lnTo>
                      <a:pt x="32" y="94"/>
                    </a:lnTo>
                    <a:lnTo>
                      <a:pt x="33" y="95"/>
                    </a:lnTo>
                    <a:lnTo>
                      <a:pt x="35" y="95"/>
                    </a:lnTo>
                    <a:lnTo>
                      <a:pt x="37" y="96"/>
                    </a:lnTo>
                    <a:lnTo>
                      <a:pt x="38" y="97"/>
                    </a:lnTo>
                    <a:lnTo>
                      <a:pt x="40" y="98"/>
                    </a:lnTo>
                    <a:lnTo>
                      <a:pt x="43" y="98"/>
                    </a:lnTo>
                    <a:lnTo>
                      <a:pt x="46" y="99"/>
                    </a:lnTo>
                    <a:lnTo>
                      <a:pt x="48" y="99"/>
                    </a:lnTo>
                    <a:lnTo>
                      <a:pt x="49" y="99"/>
                    </a:lnTo>
                    <a:lnTo>
                      <a:pt x="51" y="98"/>
                    </a:lnTo>
                    <a:lnTo>
                      <a:pt x="53" y="98"/>
                    </a:lnTo>
                    <a:lnTo>
                      <a:pt x="54" y="98"/>
                    </a:lnTo>
                    <a:lnTo>
                      <a:pt x="55" y="99"/>
                    </a:lnTo>
                    <a:lnTo>
                      <a:pt x="56" y="100"/>
                    </a:lnTo>
                    <a:lnTo>
                      <a:pt x="57" y="100"/>
                    </a:lnTo>
                    <a:lnTo>
                      <a:pt x="59" y="100"/>
                    </a:lnTo>
                    <a:lnTo>
                      <a:pt x="60" y="101"/>
                    </a:lnTo>
                    <a:lnTo>
                      <a:pt x="61" y="102"/>
                    </a:lnTo>
                    <a:lnTo>
                      <a:pt x="63" y="102"/>
                    </a:lnTo>
                    <a:lnTo>
                      <a:pt x="65" y="102"/>
                    </a:lnTo>
                    <a:lnTo>
                      <a:pt x="68" y="102"/>
                    </a:lnTo>
                    <a:lnTo>
                      <a:pt x="70" y="102"/>
                    </a:lnTo>
                    <a:lnTo>
                      <a:pt x="72" y="102"/>
                    </a:lnTo>
                    <a:lnTo>
                      <a:pt x="73" y="102"/>
                    </a:lnTo>
                    <a:lnTo>
                      <a:pt x="73" y="98"/>
                    </a:lnTo>
                    <a:lnTo>
                      <a:pt x="72" y="97"/>
                    </a:lnTo>
                    <a:lnTo>
                      <a:pt x="73" y="95"/>
                    </a:lnTo>
                    <a:lnTo>
                      <a:pt x="74" y="93"/>
                    </a:lnTo>
                    <a:lnTo>
                      <a:pt x="76" y="92"/>
                    </a:lnTo>
                    <a:lnTo>
                      <a:pt x="77" y="92"/>
                    </a:lnTo>
                    <a:lnTo>
                      <a:pt x="78" y="91"/>
                    </a:lnTo>
                    <a:lnTo>
                      <a:pt x="79" y="91"/>
                    </a:lnTo>
                    <a:lnTo>
                      <a:pt x="80" y="90"/>
                    </a:lnTo>
                    <a:lnTo>
                      <a:pt x="81" y="89"/>
                    </a:lnTo>
                    <a:lnTo>
                      <a:pt x="82" y="89"/>
                    </a:lnTo>
                    <a:lnTo>
                      <a:pt x="83" y="90"/>
                    </a:lnTo>
                    <a:lnTo>
                      <a:pt x="84" y="90"/>
                    </a:lnTo>
                    <a:lnTo>
                      <a:pt x="85" y="90"/>
                    </a:lnTo>
                    <a:lnTo>
                      <a:pt x="86" y="90"/>
                    </a:lnTo>
                    <a:lnTo>
                      <a:pt x="86" y="91"/>
                    </a:lnTo>
                    <a:lnTo>
                      <a:pt x="88" y="91"/>
                    </a:lnTo>
                    <a:lnTo>
                      <a:pt x="89" y="91"/>
                    </a:lnTo>
                    <a:lnTo>
                      <a:pt x="90" y="91"/>
                    </a:lnTo>
                    <a:lnTo>
                      <a:pt x="91" y="91"/>
                    </a:lnTo>
                    <a:lnTo>
                      <a:pt x="90" y="90"/>
                    </a:lnTo>
                    <a:lnTo>
                      <a:pt x="91" y="91"/>
                    </a:lnTo>
                    <a:lnTo>
                      <a:pt x="93" y="91"/>
                    </a:lnTo>
                    <a:lnTo>
                      <a:pt x="94" y="92"/>
                    </a:lnTo>
                    <a:lnTo>
                      <a:pt x="95" y="93"/>
                    </a:lnTo>
                    <a:lnTo>
                      <a:pt x="96" y="93"/>
                    </a:lnTo>
                    <a:lnTo>
                      <a:pt x="97" y="93"/>
                    </a:lnTo>
                    <a:lnTo>
                      <a:pt x="97" y="94"/>
                    </a:lnTo>
                    <a:lnTo>
                      <a:pt x="98" y="94"/>
                    </a:lnTo>
                    <a:lnTo>
                      <a:pt x="99" y="94"/>
                    </a:lnTo>
                    <a:lnTo>
                      <a:pt x="100" y="94"/>
                    </a:lnTo>
                    <a:lnTo>
                      <a:pt x="101" y="94"/>
                    </a:lnTo>
                    <a:lnTo>
                      <a:pt x="102" y="94"/>
                    </a:lnTo>
                    <a:lnTo>
                      <a:pt x="103" y="93"/>
                    </a:lnTo>
                    <a:lnTo>
                      <a:pt x="105" y="93"/>
                    </a:lnTo>
                    <a:lnTo>
                      <a:pt x="105" y="92"/>
                    </a:lnTo>
                    <a:lnTo>
                      <a:pt x="105" y="91"/>
                    </a:lnTo>
                    <a:lnTo>
                      <a:pt x="106" y="91"/>
                    </a:lnTo>
                    <a:lnTo>
                      <a:pt x="107" y="90"/>
                    </a:lnTo>
                    <a:lnTo>
                      <a:pt x="108" y="89"/>
                    </a:lnTo>
                    <a:lnTo>
                      <a:pt x="109" y="89"/>
                    </a:lnTo>
                    <a:lnTo>
                      <a:pt x="110" y="88"/>
                    </a:lnTo>
                    <a:lnTo>
                      <a:pt x="110" y="87"/>
                    </a:lnTo>
                    <a:lnTo>
                      <a:pt x="111" y="87"/>
                    </a:lnTo>
                    <a:lnTo>
                      <a:pt x="112" y="86"/>
                    </a:lnTo>
                    <a:lnTo>
                      <a:pt x="113" y="86"/>
                    </a:lnTo>
                    <a:lnTo>
                      <a:pt x="113" y="85"/>
                    </a:lnTo>
                    <a:close/>
                  </a:path>
                </a:pathLst>
              </a:custGeom>
              <a:solidFill>
                <a:srgbClr val="06A8F5"/>
              </a:solidFill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50" name="D339">
                <a:extLst>
                  <a:ext uri="{FF2B5EF4-FFF2-40B4-BE49-F238E27FC236}">
                    <a16:creationId xmlns:a16="http://schemas.microsoft.com/office/drawing/2014/main" id="{C76207B5-479C-3C4C-98C9-C132BE054A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16323" y="5076920"/>
                <a:ext cx="9" cy="18"/>
              </a:xfrm>
              <a:custGeom>
                <a:avLst/>
                <a:gdLst>
                  <a:gd name="T0" fmla="*/ 7 w 9"/>
                  <a:gd name="T1" fmla="*/ 0 h 18"/>
                  <a:gd name="T2" fmla="*/ 7 w 9"/>
                  <a:gd name="T3" fmla="*/ 1 h 18"/>
                  <a:gd name="T4" fmla="*/ 7 w 9"/>
                  <a:gd name="T5" fmla="*/ 2 h 18"/>
                  <a:gd name="T6" fmla="*/ 6 w 9"/>
                  <a:gd name="T7" fmla="*/ 3 h 18"/>
                  <a:gd name="T8" fmla="*/ 5 w 9"/>
                  <a:gd name="T9" fmla="*/ 3 h 18"/>
                  <a:gd name="T10" fmla="*/ 4 w 9"/>
                  <a:gd name="T11" fmla="*/ 4 h 18"/>
                  <a:gd name="T12" fmla="*/ 3 w 9"/>
                  <a:gd name="T13" fmla="*/ 4 h 18"/>
                  <a:gd name="T14" fmla="*/ 2 w 9"/>
                  <a:gd name="T15" fmla="*/ 5 h 18"/>
                  <a:gd name="T16" fmla="*/ 1 w 9"/>
                  <a:gd name="T17" fmla="*/ 4 h 18"/>
                  <a:gd name="T18" fmla="*/ 1 w 9"/>
                  <a:gd name="T19" fmla="*/ 5 h 18"/>
                  <a:gd name="T20" fmla="*/ 0 w 9"/>
                  <a:gd name="T21" fmla="*/ 6 h 18"/>
                  <a:gd name="T22" fmla="*/ 0 w 9"/>
                  <a:gd name="T23" fmla="*/ 7 h 18"/>
                  <a:gd name="T24" fmla="*/ 0 w 9"/>
                  <a:gd name="T25" fmla="*/ 8 h 18"/>
                  <a:gd name="T26" fmla="*/ 0 w 9"/>
                  <a:gd name="T27" fmla="*/ 9 h 18"/>
                  <a:gd name="T28" fmla="*/ 1 w 9"/>
                  <a:gd name="T29" fmla="*/ 10 h 18"/>
                  <a:gd name="T30" fmla="*/ 1 w 9"/>
                  <a:gd name="T31" fmla="*/ 12 h 18"/>
                  <a:gd name="T32" fmla="*/ 1 w 9"/>
                  <a:gd name="T33" fmla="*/ 13 h 18"/>
                  <a:gd name="T34" fmla="*/ 1 w 9"/>
                  <a:gd name="T35" fmla="*/ 14 h 18"/>
                  <a:gd name="T36" fmla="*/ 2 w 9"/>
                  <a:gd name="T37" fmla="*/ 14 h 18"/>
                  <a:gd name="T38" fmla="*/ 2 w 9"/>
                  <a:gd name="T39" fmla="*/ 15 h 18"/>
                  <a:gd name="T40" fmla="*/ 3 w 9"/>
                  <a:gd name="T41" fmla="*/ 16 h 18"/>
                  <a:gd name="T42" fmla="*/ 4 w 9"/>
                  <a:gd name="T43" fmla="*/ 17 h 18"/>
                  <a:gd name="T44" fmla="*/ 5 w 9"/>
                  <a:gd name="T45" fmla="*/ 17 h 18"/>
                  <a:gd name="T46" fmla="*/ 6 w 9"/>
                  <a:gd name="T47" fmla="*/ 18 h 18"/>
                  <a:gd name="T48" fmla="*/ 6 w 9"/>
                  <a:gd name="T49" fmla="*/ 17 h 18"/>
                  <a:gd name="T50" fmla="*/ 6 w 9"/>
                  <a:gd name="T51" fmla="*/ 16 h 18"/>
                  <a:gd name="T52" fmla="*/ 7 w 9"/>
                  <a:gd name="T53" fmla="*/ 16 h 18"/>
                  <a:gd name="T54" fmla="*/ 7 w 9"/>
                  <a:gd name="T55" fmla="*/ 15 h 18"/>
                  <a:gd name="T56" fmla="*/ 7 w 9"/>
                  <a:gd name="T57" fmla="*/ 14 h 18"/>
                  <a:gd name="T58" fmla="*/ 8 w 9"/>
                  <a:gd name="T59" fmla="*/ 13 h 18"/>
                  <a:gd name="T60" fmla="*/ 8 w 9"/>
                  <a:gd name="T61" fmla="*/ 12 h 18"/>
                  <a:gd name="T62" fmla="*/ 8 w 9"/>
                  <a:gd name="T63" fmla="*/ 10 h 18"/>
                  <a:gd name="T64" fmla="*/ 9 w 9"/>
                  <a:gd name="T65" fmla="*/ 9 h 18"/>
                  <a:gd name="T66" fmla="*/ 8 w 9"/>
                  <a:gd name="T67" fmla="*/ 6 h 18"/>
                  <a:gd name="T68" fmla="*/ 8 w 9"/>
                  <a:gd name="T69" fmla="*/ 5 h 18"/>
                  <a:gd name="T70" fmla="*/ 8 w 9"/>
                  <a:gd name="T71" fmla="*/ 3 h 18"/>
                  <a:gd name="T72" fmla="*/ 8 w 9"/>
                  <a:gd name="T73" fmla="*/ 2 h 18"/>
                  <a:gd name="T74" fmla="*/ 8 w 9"/>
                  <a:gd name="T75" fmla="*/ 0 h 18"/>
                  <a:gd name="T76" fmla="*/ 7 w 9"/>
                  <a:gd name="T77" fmla="*/ 0 h 18"/>
                  <a:gd name="T78" fmla="*/ 7 w 9"/>
                  <a:gd name="T79" fmla="*/ 0 h 1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9"/>
                  <a:gd name="T121" fmla="*/ 0 h 18"/>
                  <a:gd name="T122" fmla="*/ 9 w 9"/>
                  <a:gd name="T123" fmla="*/ 18 h 18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9" h="18">
                    <a:moveTo>
                      <a:pt x="7" y="0"/>
                    </a:moveTo>
                    <a:lnTo>
                      <a:pt x="7" y="1"/>
                    </a:lnTo>
                    <a:lnTo>
                      <a:pt x="7" y="2"/>
                    </a:lnTo>
                    <a:lnTo>
                      <a:pt x="6" y="3"/>
                    </a:lnTo>
                    <a:lnTo>
                      <a:pt x="5" y="3"/>
                    </a:lnTo>
                    <a:lnTo>
                      <a:pt x="4" y="4"/>
                    </a:lnTo>
                    <a:lnTo>
                      <a:pt x="3" y="4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1" y="5"/>
                    </a:lnTo>
                    <a:lnTo>
                      <a:pt x="0" y="6"/>
                    </a:lnTo>
                    <a:lnTo>
                      <a:pt x="0" y="7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1" y="10"/>
                    </a:lnTo>
                    <a:lnTo>
                      <a:pt x="1" y="12"/>
                    </a:lnTo>
                    <a:lnTo>
                      <a:pt x="1" y="13"/>
                    </a:lnTo>
                    <a:lnTo>
                      <a:pt x="1" y="14"/>
                    </a:lnTo>
                    <a:lnTo>
                      <a:pt x="2" y="14"/>
                    </a:lnTo>
                    <a:lnTo>
                      <a:pt x="2" y="15"/>
                    </a:lnTo>
                    <a:lnTo>
                      <a:pt x="3" y="16"/>
                    </a:lnTo>
                    <a:lnTo>
                      <a:pt x="4" y="17"/>
                    </a:lnTo>
                    <a:lnTo>
                      <a:pt x="5" y="17"/>
                    </a:lnTo>
                    <a:lnTo>
                      <a:pt x="6" y="18"/>
                    </a:lnTo>
                    <a:lnTo>
                      <a:pt x="6" y="17"/>
                    </a:lnTo>
                    <a:lnTo>
                      <a:pt x="6" y="16"/>
                    </a:lnTo>
                    <a:lnTo>
                      <a:pt x="7" y="16"/>
                    </a:lnTo>
                    <a:lnTo>
                      <a:pt x="7" y="15"/>
                    </a:lnTo>
                    <a:lnTo>
                      <a:pt x="7" y="14"/>
                    </a:lnTo>
                    <a:lnTo>
                      <a:pt x="8" y="13"/>
                    </a:lnTo>
                    <a:lnTo>
                      <a:pt x="8" y="12"/>
                    </a:lnTo>
                    <a:lnTo>
                      <a:pt x="8" y="10"/>
                    </a:lnTo>
                    <a:lnTo>
                      <a:pt x="9" y="9"/>
                    </a:lnTo>
                    <a:lnTo>
                      <a:pt x="8" y="6"/>
                    </a:lnTo>
                    <a:lnTo>
                      <a:pt x="8" y="5"/>
                    </a:lnTo>
                    <a:lnTo>
                      <a:pt x="8" y="3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6A8F5"/>
              </a:solidFill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grpSp>
          <p:nvGrpSpPr>
            <p:cNvPr id="44" name="Germany">
              <a:extLst>
                <a:ext uri="{FF2B5EF4-FFF2-40B4-BE49-F238E27FC236}">
                  <a16:creationId xmlns:a16="http://schemas.microsoft.com/office/drawing/2014/main" id="{7D3E96B5-2F04-D549-B5C8-BA983E3127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99147" y="3181843"/>
              <a:ext cx="185268" cy="227346"/>
              <a:chOff x="16249650" y="4619625"/>
              <a:chExt cx="83" cy="93"/>
            </a:xfrm>
            <a:solidFill>
              <a:srgbClr val="002B69">
                <a:alpha val="91000"/>
              </a:srgbClr>
            </a:solidFill>
          </p:grpSpPr>
          <p:sp>
            <p:nvSpPr>
              <p:cNvPr id="147" name="D345">
                <a:extLst>
                  <a:ext uri="{FF2B5EF4-FFF2-40B4-BE49-F238E27FC236}">
                    <a16:creationId xmlns:a16="http://schemas.microsoft.com/office/drawing/2014/main" id="{AF547FED-33A2-5A47-90D7-EEDCE7B957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49650" y="4619625"/>
                <a:ext cx="83" cy="93"/>
              </a:xfrm>
              <a:custGeom>
                <a:avLst/>
                <a:gdLst>
                  <a:gd name="T0" fmla="*/ 1 w 83"/>
                  <a:gd name="T1" fmla="*/ 47 h 93"/>
                  <a:gd name="T2" fmla="*/ 1 w 83"/>
                  <a:gd name="T3" fmla="*/ 39 h 93"/>
                  <a:gd name="T4" fmla="*/ 7 w 83"/>
                  <a:gd name="T5" fmla="*/ 37 h 93"/>
                  <a:gd name="T6" fmla="*/ 9 w 83"/>
                  <a:gd name="T7" fmla="*/ 31 h 93"/>
                  <a:gd name="T8" fmla="*/ 10 w 83"/>
                  <a:gd name="T9" fmla="*/ 25 h 93"/>
                  <a:gd name="T10" fmla="*/ 15 w 83"/>
                  <a:gd name="T11" fmla="*/ 22 h 93"/>
                  <a:gd name="T12" fmla="*/ 11 w 83"/>
                  <a:gd name="T13" fmla="*/ 19 h 93"/>
                  <a:gd name="T14" fmla="*/ 17 w 83"/>
                  <a:gd name="T15" fmla="*/ 16 h 93"/>
                  <a:gd name="T16" fmla="*/ 22 w 83"/>
                  <a:gd name="T17" fmla="*/ 18 h 93"/>
                  <a:gd name="T18" fmla="*/ 24 w 83"/>
                  <a:gd name="T19" fmla="*/ 18 h 93"/>
                  <a:gd name="T20" fmla="*/ 26 w 83"/>
                  <a:gd name="T21" fmla="*/ 14 h 93"/>
                  <a:gd name="T22" fmla="*/ 27 w 83"/>
                  <a:gd name="T23" fmla="*/ 11 h 93"/>
                  <a:gd name="T24" fmla="*/ 26 w 83"/>
                  <a:gd name="T25" fmla="*/ 8 h 93"/>
                  <a:gd name="T26" fmla="*/ 28 w 83"/>
                  <a:gd name="T27" fmla="*/ 5 h 93"/>
                  <a:gd name="T28" fmla="*/ 26 w 83"/>
                  <a:gd name="T29" fmla="*/ 0 h 93"/>
                  <a:gd name="T30" fmla="*/ 32 w 83"/>
                  <a:gd name="T31" fmla="*/ 1 h 93"/>
                  <a:gd name="T32" fmla="*/ 36 w 83"/>
                  <a:gd name="T33" fmla="*/ 2 h 93"/>
                  <a:gd name="T34" fmla="*/ 38 w 83"/>
                  <a:gd name="T35" fmla="*/ 6 h 93"/>
                  <a:gd name="T36" fmla="*/ 42 w 83"/>
                  <a:gd name="T37" fmla="*/ 8 h 93"/>
                  <a:gd name="T38" fmla="*/ 47 w 83"/>
                  <a:gd name="T39" fmla="*/ 9 h 93"/>
                  <a:gd name="T40" fmla="*/ 46 w 83"/>
                  <a:gd name="T41" fmla="*/ 13 h 93"/>
                  <a:gd name="T42" fmla="*/ 50 w 83"/>
                  <a:gd name="T43" fmla="*/ 12 h 93"/>
                  <a:gd name="T44" fmla="*/ 56 w 83"/>
                  <a:gd name="T45" fmla="*/ 9 h 93"/>
                  <a:gd name="T46" fmla="*/ 60 w 83"/>
                  <a:gd name="T47" fmla="*/ 6 h 93"/>
                  <a:gd name="T48" fmla="*/ 59 w 83"/>
                  <a:gd name="T49" fmla="*/ 9 h 93"/>
                  <a:gd name="T50" fmla="*/ 65 w 83"/>
                  <a:gd name="T51" fmla="*/ 8 h 93"/>
                  <a:gd name="T52" fmla="*/ 70 w 83"/>
                  <a:gd name="T53" fmla="*/ 10 h 93"/>
                  <a:gd name="T54" fmla="*/ 73 w 83"/>
                  <a:gd name="T55" fmla="*/ 14 h 93"/>
                  <a:gd name="T56" fmla="*/ 78 w 83"/>
                  <a:gd name="T57" fmla="*/ 19 h 93"/>
                  <a:gd name="T58" fmla="*/ 76 w 83"/>
                  <a:gd name="T59" fmla="*/ 26 h 93"/>
                  <a:gd name="T60" fmla="*/ 79 w 83"/>
                  <a:gd name="T61" fmla="*/ 31 h 93"/>
                  <a:gd name="T62" fmla="*/ 80 w 83"/>
                  <a:gd name="T63" fmla="*/ 39 h 93"/>
                  <a:gd name="T64" fmla="*/ 83 w 83"/>
                  <a:gd name="T65" fmla="*/ 45 h 93"/>
                  <a:gd name="T66" fmla="*/ 81 w 83"/>
                  <a:gd name="T67" fmla="*/ 51 h 93"/>
                  <a:gd name="T68" fmla="*/ 76 w 83"/>
                  <a:gd name="T69" fmla="*/ 49 h 93"/>
                  <a:gd name="T70" fmla="*/ 68 w 83"/>
                  <a:gd name="T71" fmla="*/ 55 h 93"/>
                  <a:gd name="T72" fmla="*/ 61 w 83"/>
                  <a:gd name="T73" fmla="*/ 57 h 93"/>
                  <a:gd name="T74" fmla="*/ 58 w 83"/>
                  <a:gd name="T75" fmla="*/ 60 h 93"/>
                  <a:gd name="T76" fmla="*/ 59 w 83"/>
                  <a:gd name="T77" fmla="*/ 62 h 93"/>
                  <a:gd name="T78" fmla="*/ 66 w 83"/>
                  <a:gd name="T79" fmla="*/ 71 h 93"/>
                  <a:gd name="T80" fmla="*/ 72 w 83"/>
                  <a:gd name="T81" fmla="*/ 78 h 93"/>
                  <a:gd name="T82" fmla="*/ 67 w 83"/>
                  <a:gd name="T83" fmla="*/ 82 h 93"/>
                  <a:gd name="T84" fmla="*/ 65 w 83"/>
                  <a:gd name="T85" fmla="*/ 90 h 93"/>
                  <a:gd name="T86" fmla="*/ 59 w 83"/>
                  <a:gd name="T87" fmla="*/ 89 h 93"/>
                  <a:gd name="T88" fmla="*/ 51 w 83"/>
                  <a:gd name="T89" fmla="*/ 91 h 93"/>
                  <a:gd name="T90" fmla="*/ 42 w 83"/>
                  <a:gd name="T91" fmla="*/ 92 h 93"/>
                  <a:gd name="T92" fmla="*/ 36 w 83"/>
                  <a:gd name="T93" fmla="*/ 91 h 93"/>
                  <a:gd name="T94" fmla="*/ 28 w 83"/>
                  <a:gd name="T95" fmla="*/ 90 h 93"/>
                  <a:gd name="T96" fmla="*/ 18 w 83"/>
                  <a:gd name="T97" fmla="*/ 91 h 93"/>
                  <a:gd name="T98" fmla="*/ 15 w 83"/>
                  <a:gd name="T99" fmla="*/ 84 h 93"/>
                  <a:gd name="T100" fmla="*/ 19 w 83"/>
                  <a:gd name="T101" fmla="*/ 76 h 93"/>
                  <a:gd name="T102" fmla="*/ 11 w 83"/>
                  <a:gd name="T103" fmla="*/ 71 h 93"/>
                  <a:gd name="T104" fmla="*/ 4 w 83"/>
                  <a:gd name="T105" fmla="*/ 68 h 93"/>
                  <a:gd name="T106" fmla="*/ 2 w 83"/>
                  <a:gd name="T107" fmla="*/ 62 h 93"/>
                  <a:gd name="T108" fmla="*/ 3 w 83"/>
                  <a:gd name="T109" fmla="*/ 57 h 93"/>
                  <a:gd name="T110" fmla="*/ 1 w 83"/>
                  <a:gd name="T111" fmla="*/ 53 h 93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83"/>
                  <a:gd name="T169" fmla="*/ 0 h 93"/>
                  <a:gd name="T170" fmla="*/ 83 w 83"/>
                  <a:gd name="T171" fmla="*/ 93 h 93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83" h="93">
                    <a:moveTo>
                      <a:pt x="1" y="52"/>
                    </a:moveTo>
                    <a:lnTo>
                      <a:pt x="1" y="51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1" y="47"/>
                    </a:lnTo>
                    <a:lnTo>
                      <a:pt x="1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39"/>
                    </a:lnTo>
                    <a:lnTo>
                      <a:pt x="1" y="38"/>
                    </a:lnTo>
                    <a:lnTo>
                      <a:pt x="2" y="38"/>
                    </a:lnTo>
                    <a:lnTo>
                      <a:pt x="5" y="39"/>
                    </a:lnTo>
                    <a:lnTo>
                      <a:pt x="6" y="39"/>
                    </a:lnTo>
                    <a:lnTo>
                      <a:pt x="7" y="37"/>
                    </a:lnTo>
                    <a:lnTo>
                      <a:pt x="7" y="36"/>
                    </a:lnTo>
                    <a:lnTo>
                      <a:pt x="9" y="35"/>
                    </a:lnTo>
                    <a:lnTo>
                      <a:pt x="10" y="33"/>
                    </a:lnTo>
                    <a:lnTo>
                      <a:pt x="10" y="32"/>
                    </a:lnTo>
                    <a:lnTo>
                      <a:pt x="9" y="31"/>
                    </a:lnTo>
                    <a:lnTo>
                      <a:pt x="7" y="31"/>
                    </a:lnTo>
                    <a:lnTo>
                      <a:pt x="7" y="29"/>
                    </a:lnTo>
                    <a:lnTo>
                      <a:pt x="9" y="28"/>
                    </a:lnTo>
                    <a:lnTo>
                      <a:pt x="10" y="26"/>
                    </a:lnTo>
                    <a:lnTo>
                      <a:pt x="10" y="25"/>
                    </a:lnTo>
                    <a:lnTo>
                      <a:pt x="10" y="23"/>
                    </a:lnTo>
                    <a:lnTo>
                      <a:pt x="11" y="22"/>
                    </a:lnTo>
                    <a:lnTo>
                      <a:pt x="13" y="21"/>
                    </a:lnTo>
                    <a:lnTo>
                      <a:pt x="14" y="22"/>
                    </a:lnTo>
                    <a:lnTo>
                      <a:pt x="15" y="22"/>
                    </a:lnTo>
                    <a:lnTo>
                      <a:pt x="14" y="21"/>
                    </a:lnTo>
                    <a:lnTo>
                      <a:pt x="13" y="21"/>
                    </a:lnTo>
                    <a:lnTo>
                      <a:pt x="13" y="20"/>
                    </a:lnTo>
                    <a:lnTo>
                      <a:pt x="11" y="20"/>
                    </a:lnTo>
                    <a:lnTo>
                      <a:pt x="11" y="19"/>
                    </a:lnTo>
                    <a:lnTo>
                      <a:pt x="11" y="18"/>
                    </a:lnTo>
                    <a:lnTo>
                      <a:pt x="12" y="18"/>
                    </a:lnTo>
                    <a:lnTo>
                      <a:pt x="12" y="17"/>
                    </a:lnTo>
                    <a:lnTo>
                      <a:pt x="14" y="16"/>
                    </a:lnTo>
                    <a:lnTo>
                      <a:pt x="17" y="16"/>
                    </a:lnTo>
                    <a:lnTo>
                      <a:pt x="20" y="16"/>
                    </a:lnTo>
                    <a:lnTo>
                      <a:pt x="21" y="18"/>
                    </a:lnTo>
                    <a:lnTo>
                      <a:pt x="21" y="19"/>
                    </a:lnTo>
                    <a:lnTo>
                      <a:pt x="22" y="19"/>
                    </a:lnTo>
                    <a:lnTo>
                      <a:pt x="22" y="18"/>
                    </a:lnTo>
                    <a:lnTo>
                      <a:pt x="23" y="18"/>
                    </a:lnTo>
                    <a:lnTo>
                      <a:pt x="24" y="20"/>
                    </a:lnTo>
                    <a:lnTo>
                      <a:pt x="25" y="21"/>
                    </a:lnTo>
                    <a:lnTo>
                      <a:pt x="25" y="20"/>
                    </a:lnTo>
                    <a:lnTo>
                      <a:pt x="24" y="18"/>
                    </a:lnTo>
                    <a:lnTo>
                      <a:pt x="24" y="17"/>
                    </a:lnTo>
                    <a:lnTo>
                      <a:pt x="24" y="16"/>
                    </a:lnTo>
                    <a:lnTo>
                      <a:pt x="25" y="15"/>
                    </a:lnTo>
                    <a:lnTo>
                      <a:pt x="25" y="14"/>
                    </a:lnTo>
                    <a:lnTo>
                      <a:pt x="26" y="14"/>
                    </a:lnTo>
                    <a:lnTo>
                      <a:pt x="28" y="14"/>
                    </a:lnTo>
                    <a:lnTo>
                      <a:pt x="29" y="14"/>
                    </a:lnTo>
                    <a:lnTo>
                      <a:pt x="28" y="13"/>
                    </a:lnTo>
                    <a:lnTo>
                      <a:pt x="27" y="12"/>
                    </a:lnTo>
                    <a:lnTo>
                      <a:pt x="27" y="11"/>
                    </a:lnTo>
                    <a:lnTo>
                      <a:pt x="28" y="11"/>
                    </a:lnTo>
                    <a:lnTo>
                      <a:pt x="27" y="10"/>
                    </a:lnTo>
                    <a:lnTo>
                      <a:pt x="27" y="9"/>
                    </a:lnTo>
                    <a:lnTo>
                      <a:pt x="27" y="8"/>
                    </a:lnTo>
                    <a:lnTo>
                      <a:pt x="26" y="8"/>
                    </a:lnTo>
                    <a:lnTo>
                      <a:pt x="25" y="8"/>
                    </a:lnTo>
                    <a:lnTo>
                      <a:pt x="26" y="7"/>
                    </a:lnTo>
                    <a:lnTo>
                      <a:pt x="27" y="6"/>
                    </a:lnTo>
                    <a:lnTo>
                      <a:pt x="28" y="6"/>
                    </a:lnTo>
                    <a:lnTo>
                      <a:pt x="28" y="5"/>
                    </a:lnTo>
                    <a:lnTo>
                      <a:pt x="27" y="4"/>
                    </a:lnTo>
                    <a:lnTo>
                      <a:pt x="26" y="3"/>
                    </a:lnTo>
                    <a:lnTo>
                      <a:pt x="25" y="2"/>
                    </a:lnTo>
                    <a:lnTo>
                      <a:pt x="26" y="1"/>
                    </a:lnTo>
                    <a:lnTo>
                      <a:pt x="26" y="0"/>
                    </a:lnTo>
                    <a:lnTo>
                      <a:pt x="26" y="1"/>
                    </a:lnTo>
                    <a:lnTo>
                      <a:pt x="27" y="1"/>
                    </a:lnTo>
                    <a:lnTo>
                      <a:pt x="29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5" y="2"/>
                    </a:lnTo>
                    <a:lnTo>
                      <a:pt x="36" y="2"/>
                    </a:lnTo>
                    <a:lnTo>
                      <a:pt x="37" y="3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6" y="6"/>
                    </a:lnTo>
                    <a:lnTo>
                      <a:pt x="38" y="6"/>
                    </a:lnTo>
                    <a:lnTo>
                      <a:pt x="38" y="7"/>
                    </a:lnTo>
                    <a:lnTo>
                      <a:pt x="39" y="7"/>
                    </a:lnTo>
                    <a:lnTo>
                      <a:pt x="40" y="6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5" y="8"/>
                    </a:lnTo>
                    <a:lnTo>
                      <a:pt x="46" y="7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6" y="10"/>
                    </a:lnTo>
                    <a:lnTo>
                      <a:pt x="45" y="11"/>
                    </a:lnTo>
                    <a:lnTo>
                      <a:pt x="44" y="12"/>
                    </a:lnTo>
                    <a:lnTo>
                      <a:pt x="45" y="13"/>
                    </a:lnTo>
                    <a:lnTo>
                      <a:pt x="46" y="13"/>
                    </a:lnTo>
                    <a:lnTo>
                      <a:pt x="47" y="12"/>
                    </a:lnTo>
                    <a:lnTo>
                      <a:pt x="48" y="12"/>
                    </a:lnTo>
                    <a:lnTo>
                      <a:pt x="49" y="13"/>
                    </a:lnTo>
                    <a:lnTo>
                      <a:pt x="51" y="13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1"/>
                    </a:lnTo>
                    <a:lnTo>
                      <a:pt x="53" y="10"/>
                    </a:lnTo>
                    <a:lnTo>
                      <a:pt x="55" y="10"/>
                    </a:lnTo>
                    <a:lnTo>
                      <a:pt x="56" y="9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9" y="8"/>
                    </a:lnTo>
                    <a:lnTo>
                      <a:pt x="60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1" y="7"/>
                    </a:lnTo>
                    <a:lnTo>
                      <a:pt x="60" y="8"/>
                    </a:lnTo>
                    <a:lnTo>
                      <a:pt x="59" y="9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3" y="7"/>
                    </a:lnTo>
                    <a:lnTo>
                      <a:pt x="65" y="7"/>
                    </a:lnTo>
                    <a:lnTo>
                      <a:pt x="65" y="8"/>
                    </a:lnTo>
                    <a:lnTo>
                      <a:pt x="67" y="9"/>
                    </a:lnTo>
                    <a:lnTo>
                      <a:pt x="67" y="10"/>
                    </a:lnTo>
                    <a:lnTo>
                      <a:pt x="68" y="10"/>
                    </a:lnTo>
                    <a:lnTo>
                      <a:pt x="69" y="11"/>
                    </a:lnTo>
                    <a:lnTo>
                      <a:pt x="70" y="10"/>
                    </a:lnTo>
                    <a:lnTo>
                      <a:pt x="71" y="11"/>
                    </a:lnTo>
                    <a:lnTo>
                      <a:pt x="72" y="12"/>
                    </a:lnTo>
                    <a:lnTo>
                      <a:pt x="72" y="13"/>
                    </a:lnTo>
                    <a:lnTo>
                      <a:pt x="72" y="14"/>
                    </a:lnTo>
                    <a:lnTo>
                      <a:pt x="73" y="14"/>
                    </a:lnTo>
                    <a:lnTo>
                      <a:pt x="75" y="15"/>
                    </a:lnTo>
                    <a:lnTo>
                      <a:pt x="76" y="15"/>
                    </a:lnTo>
                    <a:lnTo>
                      <a:pt x="76" y="16"/>
                    </a:lnTo>
                    <a:lnTo>
                      <a:pt x="77" y="18"/>
                    </a:lnTo>
                    <a:lnTo>
                      <a:pt x="78" y="19"/>
                    </a:lnTo>
                    <a:lnTo>
                      <a:pt x="78" y="20"/>
                    </a:lnTo>
                    <a:lnTo>
                      <a:pt x="78" y="21"/>
                    </a:lnTo>
                    <a:lnTo>
                      <a:pt x="77" y="23"/>
                    </a:lnTo>
                    <a:lnTo>
                      <a:pt x="76" y="24"/>
                    </a:lnTo>
                    <a:lnTo>
                      <a:pt x="76" y="26"/>
                    </a:lnTo>
                    <a:lnTo>
                      <a:pt x="76" y="27"/>
                    </a:lnTo>
                    <a:lnTo>
                      <a:pt x="77" y="28"/>
                    </a:lnTo>
                    <a:lnTo>
                      <a:pt x="78" y="28"/>
                    </a:lnTo>
                    <a:lnTo>
                      <a:pt x="79" y="30"/>
                    </a:lnTo>
                    <a:lnTo>
                      <a:pt x="79" y="31"/>
                    </a:lnTo>
                    <a:lnTo>
                      <a:pt x="79" y="33"/>
                    </a:lnTo>
                    <a:lnTo>
                      <a:pt x="79" y="34"/>
                    </a:lnTo>
                    <a:lnTo>
                      <a:pt x="80" y="37"/>
                    </a:lnTo>
                    <a:lnTo>
                      <a:pt x="80" y="38"/>
                    </a:lnTo>
                    <a:lnTo>
                      <a:pt x="80" y="39"/>
                    </a:lnTo>
                    <a:lnTo>
                      <a:pt x="80" y="41"/>
                    </a:lnTo>
                    <a:lnTo>
                      <a:pt x="81" y="43"/>
                    </a:lnTo>
                    <a:lnTo>
                      <a:pt x="82" y="44"/>
                    </a:lnTo>
                    <a:lnTo>
                      <a:pt x="83" y="44"/>
                    </a:lnTo>
                    <a:lnTo>
                      <a:pt x="83" y="45"/>
                    </a:lnTo>
                    <a:lnTo>
                      <a:pt x="83" y="46"/>
                    </a:lnTo>
                    <a:lnTo>
                      <a:pt x="83" y="48"/>
                    </a:lnTo>
                    <a:lnTo>
                      <a:pt x="82" y="50"/>
                    </a:lnTo>
                    <a:lnTo>
                      <a:pt x="82" y="51"/>
                    </a:lnTo>
                    <a:lnTo>
                      <a:pt x="81" y="51"/>
                    </a:lnTo>
                    <a:lnTo>
                      <a:pt x="80" y="51"/>
                    </a:lnTo>
                    <a:lnTo>
                      <a:pt x="79" y="50"/>
                    </a:lnTo>
                    <a:lnTo>
                      <a:pt x="78" y="48"/>
                    </a:lnTo>
                    <a:lnTo>
                      <a:pt x="76" y="48"/>
                    </a:lnTo>
                    <a:lnTo>
                      <a:pt x="76" y="49"/>
                    </a:lnTo>
                    <a:lnTo>
                      <a:pt x="76" y="51"/>
                    </a:lnTo>
                    <a:lnTo>
                      <a:pt x="74" y="52"/>
                    </a:lnTo>
                    <a:lnTo>
                      <a:pt x="71" y="52"/>
                    </a:lnTo>
                    <a:lnTo>
                      <a:pt x="69" y="53"/>
                    </a:lnTo>
                    <a:lnTo>
                      <a:pt x="68" y="55"/>
                    </a:lnTo>
                    <a:lnTo>
                      <a:pt x="67" y="55"/>
                    </a:lnTo>
                    <a:lnTo>
                      <a:pt x="65" y="56"/>
                    </a:lnTo>
                    <a:lnTo>
                      <a:pt x="64" y="56"/>
                    </a:lnTo>
                    <a:lnTo>
                      <a:pt x="62" y="57"/>
                    </a:lnTo>
                    <a:lnTo>
                      <a:pt x="61" y="57"/>
                    </a:lnTo>
                    <a:lnTo>
                      <a:pt x="60" y="57"/>
                    </a:lnTo>
                    <a:lnTo>
                      <a:pt x="60" y="58"/>
                    </a:lnTo>
                    <a:lnTo>
                      <a:pt x="59" y="58"/>
                    </a:lnTo>
                    <a:lnTo>
                      <a:pt x="59" y="59"/>
                    </a:lnTo>
                    <a:lnTo>
                      <a:pt x="58" y="60"/>
                    </a:lnTo>
                    <a:lnTo>
                      <a:pt x="58" y="59"/>
                    </a:lnTo>
                    <a:lnTo>
                      <a:pt x="56" y="58"/>
                    </a:lnTo>
                    <a:lnTo>
                      <a:pt x="56" y="59"/>
                    </a:lnTo>
                    <a:lnTo>
                      <a:pt x="57" y="61"/>
                    </a:lnTo>
                    <a:lnTo>
                      <a:pt x="59" y="62"/>
                    </a:lnTo>
                    <a:lnTo>
                      <a:pt x="60" y="63"/>
                    </a:lnTo>
                    <a:lnTo>
                      <a:pt x="60" y="66"/>
                    </a:lnTo>
                    <a:lnTo>
                      <a:pt x="61" y="68"/>
                    </a:lnTo>
                    <a:lnTo>
                      <a:pt x="63" y="69"/>
                    </a:lnTo>
                    <a:lnTo>
                      <a:pt x="66" y="71"/>
                    </a:lnTo>
                    <a:lnTo>
                      <a:pt x="68" y="73"/>
                    </a:lnTo>
                    <a:lnTo>
                      <a:pt x="69" y="74"/>
                    </a:lnTo>
                    <a:lnTo>
                      <a:pt x="72" y="76"/>
                    </a:lnTo>
                    <a:lnTo>
                      <a:pt x="73" y="77"/>
                    </a:lnTo>
                    <a:lnTo>
                      <a:pt x="72" y="78"/>
                    </a:lnTo>
                    <a:lnTo>
                      <a:pt x="71" y="78"/>
                    </a:lnTo>
                    <a:lnTo>
                      <a:pt x="70" y="79"/>
                    </a:lnTo>
                    <a:lnTo>
                      <a:pt x="69" y="80"/>
                    </a:lnTo>
                    <a:lnTo>
                      <a:pt x="68" y="81"/>
                    </a:lnTo>
                    <a:lnTo>
                      <a:pt x="67" y="82"/>
                    </a:lnTo>
                    <a:lnTo>
                      <a:pt x="65" y="83"/>
                    </a:lnTo>
                    <a:lnTo>
                      <a:pt x="64" y="84"/>
                    </a:lnTo>
                    <a:lnTo>
                      <a:pt x="64" y="87"/>
                    </a:lnTo>
                    <a:lnTo>
                      <a:pt x="65" y="89"/>
                    </a:lnTo>
                    <a:lnTo>
                      <a:pt x="65" y="90"/>
                    </a:lnTo>
                    <a:lnTo>
                      <a:pt x="64" y="91"/>
                    </a:lnTo>
                    <a:lnTo>
                      <a:pt x="63" y="89"/>
                    </a:lnTo>
                    <a:lnTo>
                      <a:pt x="62" y="89"/>
                    </a:lnTo>
                    <a:lnTo>
                      <a:pt x="61" y="89"/>
                    </a:lnTo>
                    <a:lnTo>
                      <a:pt x="59" y="89"/>
                    </a:lnTo>
                    <a:lnTo>
                      <a:pt x="58" y="90"/>
                    </a:lnTo>
                    <a:lnTo>
                      <a:pt x="56" y="90"/>
                    </a:lnTo>
                    <a:lnTo>
                      <a:pt x="54" y="90"/>
                    </a:lnTo>
                    <a:lnTo>
                      <a:pt x="52" y="90"/>
                    </a:lnTo>
                    <a:lnTo>
                      <a:pt x="51" y="91"/>
                    </a:lnTo>
                    <a:lnTo>
                      <a:pt x="49" y="92"/>
                    </a:lnTo>
                    <a:lnTo>
                      <a:pt x="47" y="92"/>
                    </a:lnTo>
                    <a:lnTo>
                      <a:pt x="45" y="91"/>
                    </a:lnTo>
                    <a:lnTo>
                      <a:pt x="43" y="91"/>
                    </a:lnTo>
                    <a:lnTo>
                      <a:pt x="42" y="92"/>
                    </a:lnTo>
                    <a:lnTo>
                      <a:pt x="41" y="93"/>
                    </a:lnTo>
                    <a:lnTo>
                      <a:pt x="40" y="93"/>
                    </a:lnTo>
                    <a:lnTo>
                      <a:pt x="38" y="92"/>
                    </a:lnTo>
                    <a:lnTo>
                      <a:pt x="38" y="91"/>
                    </a:lnTo>
                    <a:lnTo>
                      <a:pt x="36" y="91"/>
                    </a:lnTo>
                    <a:lnTo>
                      <a:pt x="35" y="91"/>
                    </a:lnTo>
                    <a:lnTo>
                      <a:pt x="33" y="92"/>
                    </a:lnTo>
                    <a:lnTo>
                      <a:pt x="32" y="91"/>
                    </a:lnTo>
                    <a:lnTo>
                      <a:pt x="30" y="90"/>
                    </a:lnTo>
                    <a:lnTo>
                      <a:pt x="28" y="90"/>
                    </a:lnTo>
                    <a:lnTo>
                      <a:pt x="26" y="90"/>
                    </a:lnTo>
                    <a:lnTo>
                      <a:pt x="25" y="90"/>
                    </a:lnTo>
                    <a:lnTo>
                      <a:pt x="22" y="90"/>
                    </a:lnTo>
                    <a:lnTo>
                      <a:pt x="20" y="90"/>
                    </a:lnTo>
                    <a:lnTo>
                      <a:pt x="18" y="91"/>
                    </a:lnTo>
                    <a:lnTo>
                      <a:pt x="16" y="91"/>
                    </a:lnTo>
                    <a:lnTo>
                      <a:pt x="15" y="90"/>
                    </a:lnTo>
                    <a:lnTo>
                      <a:pt x="14" y="88"/>
                    </a:lnTo>
                    <a:lnTo>
                      <a:pt x="14" y="86"/>
                    </a:lnTo>
                    <a:lnTo>
                      <a:pt x="15" y="84"/>
                    </a:lnTo>
                    <a:lnTo>
                      <a:pt x="15" y="83"/>
                    </a:lnTo>
                    <a:lnTo>
                      <a:pt x="16" y="81"/>
                    </a:lnTo>
                    <a:lnTo>
                      <a:pt x="16" y="79"/>
                    </a:lnTo>
                    <a:lnTo>
                      <a:pt x="18" y="77"/>
                    </a:lnTo>
                    <a:lnTo>
                      <a:pt x="19" y="76"/>
                    </a:lnTo>
                    <a:lnTo>
                      <a:pt x="20" y="74"/>
                    </a:lnTo>
                    <a:lnTo>
                      <a:pt x="17" y="73"/>
                    </a:lnTo>
                    <a:lnTo>
                      <a:pt x="15" y="72"/>
                    </a:lnTo>
                    <a:lnTo>
                      <a:pt x="13" y="72"/>
                    </a:lnTo>
                    <a:lnTo>
                      <a:pt x="11" y="71"/>
                    </a:lnTo>
                    <a:lnTo>
                      <a:pt x="9" y="71"/>
                    </a:lnTo>
                    <a:lnTo>
                      <a:pt x="7" y="71"/>
                    </a:lnTo>
                    <a:lnTo>
                      <a:pt x="6" y="70"/>
                    </a:lnTo>
                    <a:lnTo>
                      <a:pt x="5" y="69"/>
                    </a:lnTo>
                    <a:lnTo>
                      <a:pt x="4" y="68"/>
                    </a:lnTo>
                    <a:lnTo>
                      <a:pt x="3" y="67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2" y="62"/>
                    </a:lnTo>
                    <a:lnTo>
                      <a:pt x="2" y="61"/>
                    </a:lnTo>
                    <a:lnTo>
                      <a:pt x="3" y="60"/>
                    </a:lnTo>
                    <a:lnTo>
                      <a:pt x="1" y="59"/>
                    </a:lnTo>
                    <a:lnTo>
                      <a:pt x="1" y="60"/>
                    </a:lnTo>
                    <a:lnTo>
                      <a:pt x="3" y="57"/>
                    </a:lnTo>
                    <a:lnTo>
                      <a:pt x="3" y="56"/>
                    </a:lnTo>
                    <a:lnTo>
                      <a:pt x="2" y="55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1" y="53"/>
                    </a:lnTo>
                    <a:lnTo>
                      <a:pt x="1" y="52"/>
                    </a:lnTo>
                    <a:close/>
                  </a:path>
                </a:pathLst>
              </a:custGeom>
              <a:solidFill>
                <a:srgbClr val="06A8F5"/>
              </a:solidFill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48" name="D346">
                <a:extLst>
                  <a:ext uri="{FF2B5EF4-FFF2-40B4-BE49-F238E27FC236}">
                    <a16:creationId xmlns:a16="http://schemas.microsoft.com/office/drawing/2014/main" id="{A0DE4B0A-C018-284B-8C67-0A0DC0A5C0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49716" y="4619629"/>
                <a:ext cx="5" cy="5"/>
              </a:xfrm>
              <a:custGeom>
                <a:avLst/>
                <a:gdLst>
                  <a:gd name="T0" fmla="*/ 5 w 5"/>
                  <a:gd name="T1" fmla="*/ 2 h 5"/>
                  <a:gd name="T2" fmla="*/ 5 w 5"/>
                  <a:gd name="T3" fmla="*/ 1 h 5"/>
                  <a:gd name="T4" fmla="*/ 4 w 5"/>
                  <a:gd name="T5" fmla="*/ 0 h 5"/>
                  <a:gd name="T6" fmla="*/ 3 w 5"/>
                  <a:gd name="T7" fmla="*/ 0 h 5"/>
                  <a:gd name="T8" fmla="*/ 2 w 5"/>
                  <a:gd name="T9" fmla="*/ 0 h 5"/>
                  <a:gd name="T10" fmla="*/ 1 w 5"/>
                  <a:gd name="T11" fmla="*/ 0 h 5"/>
                  <a:gd name="T12" fmla="*/ 2 w 5"/>
                  <a:gd name="T13" fmla="*/ 1 h 5"/>
                  <a:gd name="T14" fmla="*/ 3 w 5"/>
                  <a:gd name="T15" fmla="*/ 1 h 5"/>
                  <a:gd name="T16" fmla="*/ 3 w 5"/>
                  <a:gd name="T17" fmla="*/ 2 h 5"/>
                  <a:gd name="T18" fmla="*/ 2 w 5"/>
                  <a:gd name="T19" fmla="*/ 2 h 5"/>
                  <a:gd name="T20" fmla="*/ 1 w 5"/>
                  <a:gd name="T21" fmla="*/ 1 h 5"/>
                  <a:gd name="T22" fmla="*/ 0 w 5"/>
                  <a:gd name="T23" fmla="*/ 1 h 5"/>
                  <a:gd name="T24" fmla="*/ 1 w 5"/>
                  <a:gd name="T25" fmla="*/ 2 h 5"/>
                  <a:gd name="T26" fmla="*/ 1 w 5"/>
                  <a:gd name="T27" fmla="*/ 3 h 5"/>
                  <a:gd name="T28" fmla="*/ 0 w 5"/>
                  <a:gd name="T29" fmla="*/ 4 h 5"/>
                  <a:gd name="T30" fmla="*/ 1 w 5"/>
                  <a:gd name="T31" fmla="*/ 4 h 5"/>
                  <a:gd name="T32" fmla="*/ 3 w 5"/>
                  <a:gd name="T33" fmla="*/ 5 h 5"/>
                  <a:gd name="T34" fmla="*/ 3 w 5"/>
                  <a:gd name="T35" fmla="*/ 4 h 5"/>
                  <a:gd name="T36" fmla="*/ 4 w 5"/>
                  <a:gd name="T37" fmla="*/ 4 h 5"/>
                  <a:gd name="T38" fmla="*/ 5 w 5"/>
                  <a:gd name="T39" fmla="*/ 4 h 5"/>
                  <a:gd name="T40" fmla="*/ 5 w 5"/>
                  <a:gd name="T41" fmla="*/ 3 h 5"/>
                  <a:gd name="T42" fmla="*/ 4 w 5"/>
                  <a:gd name="T43" fmla="*/ 2 h 5"/>
                  <a:gd name="T44" fmla="*/ 5 w 5"/>
                  <a:gd name="T45" fmla="*/ 2 h 5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5"/>
                  <a:gd name="T70" fmla="*/ 0 h 5"/>
                  <a:gd name="T71" fmla="*/ 5 w 5"/>
                  <a:gd name="T72" fmla="*/ 5 h 5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5" h="5">
                    <a:moveTo>
                      <a:pt x="5" y="2"/>
                    </a:moveTo>
                    <a:lnTo>
                      <a:pt x="5" y="1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2" y="1"/>
                    </a:lnTo>
                    <a:lnTo>
                      <a:pt x="3" y="1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0" y="4"/>
                    </a:lnTo>
                    <a:lnTo>
                      <a:pt x="1" y="4"/>
                    </a:lnTo>
                    <a:lnTo>
                      <a:pt x="3" y="5"/>
                    </a:lnTo>
                    <a:lnTo>
                      <a:pt x="3" y="4"/>
                    </a:lnTo>
                    <a:lnTo>
                      <a:pt x="4" y="4"/>
                    </a:lnTo>
                    <a:lnTo>
                      <a:pt x="5" y="4"/>
                    </a:lnTo>
                    <a:lnTo>
                      <a:pt x="5" y="3"/>
                    </a:lnTo>
                    <a:lnTo>
                      <a:pt x="4" y="2"/>
                    </a:lnTo>
                    <a:lnTo>
                      <a:pt x="5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grpSp>
          <p:nvGrpSpPr>
            <p:cNvPr id="45" name="Greece">
              <a:extLst>
                <a:ext uri="{FF2B5EF4-FFF2-40B4-BE49-F238E27FC236}">
                  <a16:creationId xmlns:a16="http://schemas.microsoft.com/office/drawing/2014/main" id="{31873C85-5082-014F-AAB5-6D0BED24AC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2631" y="3563198"/>
              <a:ext cx="180804" cy="183344"/>
              <a:chOff x="17459325" y="6105525"/>
              <a:chExt cx="81" cy="75"/>
            </a:xfrm>
            <a:solidFill>
              <a:srgbClr val="002B69">
                <a:alpha val="91000"/>
              </a:srgbClr>
            </a:solidFill>
          </p:grpSpPr>
          <p:sp>
            <p:nvSpPr>
              <p:cNvPr id="134" name="D354">
                <a:extLst>
                  <a:ext uri="{FF2B5EF4-FFF2-40B4-BE49-F238E27FC236}">
                    <a16:creationId xmlns:a16="http://schemas.microsoft.com/office/drawing/2014/main" id="{FE16E02E-1D82-644C-B1D8-757136EEF7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30" y="6105525"/>
                <a:ext cx="59" cy="45"/>
              </a:xfrm>
              <a:custGeom>
                <a:avLst/>
                <a:gdLst>
                  <a:gd name="T0" fmla="*/ 2 w 59"/>
                  <a:gd name="T1" fmla="*/ 22 h 45"/>
                  <a:gd name="T2" fmla="*/ 6 w 59"/>
                  <a:gd name="T3" fmla="*/ 16 h 45"/>
                  <a:gd name="T4" fmla="*/ 8 w 59"/>
                  <a:gd name="T5" fmla="*/ 11 h 45"/>
                  <a:gd name="T6" fmla="*/ 14 w 59"/>
                  <a:gd name="T7" fmla="*/ 10 h 45"/>
                  <a:gd name="T8" fmla="*/ 22 w 59"/>
                  <a:gd name="T9" fmla="*/ 7 h 45"/>
                  <a:gd name="T10" fmla="*/ 28 w 59"/>
                  <a:gd name="T11" fmla="*/ 5 h 45"/>
                  <a:gd name="T12" fmla="*/ 38 w 59"/>
                  <a:gd name="T13" fmla="*/ 3 h 45"/>
                  <a:gd name="T14" fmla="*/ 43 w 59"/>
                  <a:gd name="T15" fmla="*/ 4 h 45"/>
                  <a:gd name="T16" fmla="*/ 53 w 59"/>
                  <a:gd name="T17" fmla="*/ 5 h 45"/>
                  <a:gd name="T18" fmla="*/ 57 w 59"/>
                  <a:gd name="T19" fmla="*/ 0 h 45"/>
                  <a:gd name="T20" fmla="*/ 59 w 59"/>
                  <a:gd name="T21" fmla="*/ 4 h 45"/>
                  <a:gd name="T22" fmla="*/ 56 w 59"/>
                  <a:gd name="T23" fmla="*/ 10 h 45"/>
                  <a:gd name="T24" fmla="*/ 50 w 59"/>
                  <a:gd name="T25" fmla="*/ 11 h 45"/>
                  <a:gd name="T26" fmla="*/ 45 w 59"/>
                  <a:gd name="T27" fmla="*/ 9 h 45"/>
                  <a:gd name="T28" fmla="*/ 41 w 59"/>
                  <a:gd name="T29" fmla="*/ 11 h 45"/>
                  <a:gd name="T30" fmla="*/ 35 w 59"/>
                  <a:gd name="T31" fmla="*/ 12 h 45"/>
                  <a:gd name="T32" fmla="*/ 35 w 59"/>
                  <a:gd name="T33" fmla="*/ 15 h 45"/>
                  <a:gd name="T34" fmla="*/ 38 w 59"/>
                  <a:gd name="T35" fmla="*/ 17 h 45"/>
                  <a:gd name="T36" fmla="*/ 35 w 59"/>
                  <a:gd name="T37" fmla="*/ 16 h 45"/>
                  <a:gd name="T38" fmla="*/ 35 w 59"/>
                  <a:gd name="T39" fmla="*/ 19 h 45"/>
                  <a:gd name="T40" fmla="*/ 33 w 59"/>
                  <a:gd name="T41" fmla="*/ 18 h 45"/>
                  <a:gd name="T42" fmla="*/ 31 w 59"/>
                  <a:gd name="T43" fmla="*/ 19 h 45"/>
                  <a:gd name="T44" fmla="*/ 30 w 59"/>
                  <a:gd name="T45" fmla="*/ 19 h 45"/>
                  <a:gd name="T46" fmla="*/ 25 w 59"/>
                  <a:gd name="T47" fmla="*/ 15 h 45"/>
                  <a:gd name="T48" fmla="*/ 23 w 59"/>
                  <a:gd name="T49" fmla="*/ 17 h 45"/>
                  <a:gd name="T50" fmla="*/ 24 w 59"/>
                  <a:gd name="T51" fmla="*/ 22 h 45"/>
                  <a:gd name="T52" fmla="*/ 28 w 59"/>
                  <a:gd name="T53" fmla="*/ 27 h 45"/>
                  <a:gd name="T54" fmla="*/ 28 w 59"/>
                  <a:gd name="T55" fmla="*/ 30 h 45"/>
                  <a:gd name="T56" fmla="*/ 27 w 59"/>
                  <a:gd name="T57" fmla="*/ 28 h 45"/>
                  <a:gd name="T58" fmla="*/ 26 w 59"/>
                  <a:gd name="T59" fmla="*/ 31 h 45"/>
                  <a:gd name="T60" fmla="*/ 24 w 59"/>
                  <a:gd name="T61" fmla="*/ 32 h 45"/>
                  <a:gd name="T62" fmla="*/ 25 w 59"/>
                  <a:gd name="T63" fmla="*/ 34 h 45"/>
                  <a:gd name="T64" fmla="*/ 29 w 59"/>
                  <a:gd name="T65" fmla="*/ 35 h 45"/>
                  <a:gd name="T66" fmla="*/ 32 w 59"/>
                  <a:gd name="T67" fmla="*/ 38 h 45"/>
                  <a:gd name="T68" fmla="*/ 36 w 59"/>
                  <a:gd name="T69" fmla="*/ 40 h 45"/>
                  <a:gd name="T70" fmla="*/ 36 w 59"/>
                  <a:gd name="T71" fmla="*/ 44 h 45"/>
                  <a:gd name="T72" fmla="*/ 32 w 59"/>
                  <a:gd name="T73" fmla="*/ 42 h 45"/>
                  <a:gd name="T74" fmla="*/ 26 w 59"/>
                  <a:gd name="T75" fmla="*/ 42 h 45"/>
                  <a:gd name="T76" fmla="*/ 26 w 59"/>
                  <a:gd name="T77" fmla="*/ 40 h 45"/>
                  <a:gd name="T78" fmla="*/ 22 w 59"/>
                  <a:gd name="T79" fmla="*/ 39 h 45"/>
                  <a:gd name="T80" fmla="*/ 17 w 59"/>
                  <a:gd name="T81" fmla="*/ 38 h 45"/>
                  <a:gd name="T82" fmla="*/ 10 w 59"/>
                  <a:gd name="T83" fmla="*/ 38 h 45"/>
                  <a:gd name="T84" fmla="*/ 8 w 59"/>
                  <a:gd name="T85" fmla="*/ 35 h 45"/>
                  <a:gd name="T86" fmla="*/ 7 w 59"/>
                  <a:gd name="T87" fmla="*/ 33 h 45"/>
                  <a:gd name="T88" fmla="*/ 6 w 59"/>
                  <a:gd name="T89" fmla="*/ 30 h 45"/>
                  <a:gd name="T90" fmla="*/ 3 w 59"/>
                  <a:gd name="T91" fmla="*/ 28 h 45"/>
                  <a:gd name="T92" fmla="*/ 1 w 59"/>
                  <a:gd name="T93" fmla="*/ 24 h 45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59"/>
                  <a:gd name="T142" fmla="*/ 0 h 45"/>
                  <a:gd name="T143" fmla="*/ 59 w 59"/>
                  <a:gd name="T144" fmla="*/ 45 h 45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59" h="45">
                    <a:moveTo>
                      <a:pt x="0" y="24"/>
                    </a:moveTo>
                    <a:lnTo>
                      <a:pt x="2" y="23"/>
                    </a:lnTo>
                    <a:lnTo>
                      <a:pt x="2" y="22"/>
                    </a:lnTo>
                    <a:lnTo>
                      <a:pt x="3" y="20"/>
                    </a:lnTo>
                    <a:lnTo>
                      <a:pt x="4" y="19"/>
                    </a:lnTo>
                    <a:lnTo>
                      <a:pt x="6" y="16"/>
                    </a:lnTo>
                    <a:lnTo>
                      <a:pt x="8" y="14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9" y="11"/>
                    </a:lnTo>
                    <a:lnTo>
                      <a:pt x="11" y="10"/>
                    </a:lnTo>
                    <a:lnTo>
                      <a:pt x="14" y="10"/>
                    </a:lnTo>
                    <a:lnTo>
                      <a:pt x="16" y="8"/>
                    </a:lnTo>
                    <a:lnTo>
                      <a:pt x="19" y="7"/>
                    </a:lnTo>
                    <a:lnTo>
                      <a:pt x="22" y="7"/>
                    </a:lnTo>
                    <a:lnTo>
                      <a:pt x="25" y="5"/>
                    </a:lnTo>
                    <a:lnTo>
                      <a:pt x="26" y="5"/>
                    </a:lnTo>
                    <a:lnTo>
                      <a:pt x="28" y="5"/>
                    </a:lnTo>
                    <a:lnTo>
                      <a:pt x="31" y="4"/>
                    </a:lnTo>
                    <a:lnTo>
                      <a:pt x="35" y="4"/>
                    </a:lnTo>
                    <a:lnTo>
                      <a:pt x="38" y="3"/>
                    </a:lnTo>
                    <a:lnTo>
                      <a:pt x="40" y="3"/>
                    </a:lnTo>
                    <a:lnTo>
                      <a:pt x="42" y="3"/>
                    </a:lnTo>
                    <a:lnTo>
                      <a:pt x="43" y="4"/>
                    </a:lnTo>
                    <a:lnTo>
                      <a:pt x="46" y="5"/>
                    </a:lnTo>
                    <a:lnTo>
                      <a:pt x="49" y="6"/>
                    </a:lnTo>
                    <a:lnTo>
                      <a:pt x="53" y="5"/>
                    </a:lnTo>
                    <a:lnTo>
                      <a:pt x="55" y="4"/>
                    </a:lnTo>
                    <a:lnTo>
                      <a:pt x="55" y="1"/>
                    </a:lnTo>
                    <a:lnTo>
                      <a:pt x="57" y="0"/>
                    </a:lnTo>
                    <a:lnTo>
                      <a:pt x="58" y="1"/>
                    </a:lnTo>
                    <a:lnTo>
                      <a:pt x="59" y="3"/>
                    </a:lnTo>
                    <a:lnTo>
                      <a:pt x="59" y="4"/>
                    </a:lnTo>
                    <a:lnTo>
                      <a:pt x="57" y="6"/>
                    </a:lnTo>
                    <a:lnTo>
                      <a:pt x="57" y="8"/>
                    </a:lnTo>
                    <a:lnTo>
                      <a:pt x="56" y="10"/>
                    </a:lnTo>
                    <a:lnTo>
                      <a:pt x="55" y="12"/>
                    </a:lnTo>
                    <a:lnTo>
                      <a:pt x="53" y="11"/>
                    </a:lnTo>
                    <a:lnTo>
                      <a:pt x="50" y="11"/>
                    </a:lnTo>
                    <a:lnTo>
                      <a:pt x="48" y="10"/>
                    </a:lnTo>
                    <a:lnTo>
                      <a:pt x="47" y="10"/>
                    </a:lnTo>
                    <a:lnTo>
                      <a:pt x="45" y="9"/>
                    </a:lnTo>
                    <a:lnTo>
                      <a:pt x="43" y="10"/>
                    </a:lnTo>
                    <a:lnTo>
                      <a:pt x="43" y="11"/>
                    </a:lnTo>
                    <a:lnTo>
                      <a:pt x="41" y="11"/>
                    </a:lnTo>
                    <a:lnTo>
                      <a:pt x="40" y="10"/>
                    </a:lnTo>
                    <a:lnTo>
                      <a:pt x="38" y="12"/>
                    </a:lnTo>
                    <a:lnTo>
                      <a:pt x="35" y="12"/>
                    </a:lnTo>
                    <a:lnTo>
                      <a:pt x="32" y="14"/>
                    </a:lnTo>
                    <a:lnTo>
                      <a:pt x="34" y="15"/>
                    </a:lnTo>
                    <a:lnTo>
                      <a:pt x="35" y="15"/>
                    </a:lnTo>
                    <a:lnTo>
                      <a:pt x="36" y="16"/>
                    </a:lnTo>
                    <a:lnTo>
                      <a:pt x="37" y="17"/>
                    </a:lnTo>
                    <a:lnTo>
                      <a:pt x="38" y="17"/>
                    </a:lnTo>
                    <a:lnTo>
                      <a:pt x="38" y="18"/>
                    </a:lnTo>
                    <a:lnTo>
                      <a:pt x="37" y="17"/>
                    </a:lnTo>
                    <a:lnTo>
                      <a:pt x="35" y="16"/>
                    </a:lnTo>
                    <a:lnTo>
                      <a:pt x="34" y="16"/>
                    </a:lnTo>
                    <a:lnTo>
                      <a:pt x="33" y="18"/>
                    </a:lnTo>
                    <a:lnTo>
                      <a:pt x="35" y="19"/>
                    </a:lnTo>
                    <a:lnTo>
                      <a:pt x="35" y="21"/>
                    </a:lnTo>
                    <a:lnTo>
                      <a:pt x="34" y="19"/>
                    </a:lnTo>
                    <a:lnTo>
                      <a:pt x="33" y="18"/>
                    </a:lnTo>
                    <a:lnTo>
                      <a:pt x="31" y="17"/>
                    </a:lnTo>
                    <a:lnTo>
                      <a:pt x="31" y="18"/>
                    </a:lnTo>
                    <a:lnTo>
                      <a:pt x="31" y="19"/>
                    </a:lnTo>
                    <a:lnTo>
                      <a:pt x="32" y="20"/>
                    </a:lnTo>
                    <a:lnTo>
                      <a:pt x="32" y="21"/>
                    </a:lnTo>
                    <a:lnTo>
                      <a:pt x="30" y="19"/>
                    </a:lnTo>
                    <a:lnTo>
                      <a:pt x="29" y="18"/>
                    </a:lnTo>
                    <a:lnTo>
                      <a:pt x="27" y="16"/>
                    </a:lnTo>
                    <a:lnTo>
                      <a:pt x="25" y="15"/>
                    </a:lnTo>
                    <a:lnTo>
                      <a:pt x="25" y="14"/>
                    </a:lnTo>
                    <a:lnTo>
                      <a:pt x="23" y="14"/>
                    </a:lnTo>
                    <a:lnTo>
                      <a:pt x="23" y="17"/>
                    </a:lnTo>
                    <a:lnTo>
                      <a:pt x="23" y="19"/>
                    </a:lnTo>
                    <a:lnTo>
                      <a:pt x="23" y="21"/>
                    </a:lnTo>
                    <a:lnTo>
                      <a:pt x="24" y="22"/>
                    </a:lnTo>
                    <a:lnTo>
                      <a:pt x="25" y="24"/>
                    </a:lnTo>
                    <a:lnTo>
                      <a:pt x="27" y="25"/>
                    </a:lnTo>
                    <a:lnTo>
                      <a:pt x="28" y="27"/>
                    </a:lnTo>
                    <a:lnTo>
                      <a:pt x="29" y="28"/>
                    </a:lnTo>
                    <a:lnTo>
                      <a:pt x="29" y="29"/>
                    </a:lnTo>
                    <a:lnTo>
                      <a:pt x="28" y="30"/>
                    </a:lnTo>
                    <a:lnTo>
                      <a:pt x="27" y="30"/>
                    </a:lnTo>
                    <a:lnTo>
                      <a:pt x="28" y="29"/>
                    </a:lnTo>
                    <a:lnTo>
                      <a:pt x="27" y="28"/>
                    </a:lnTo>
                    <a:lnTo>
                      <a:pt x="26" y="28"/>
                    </a:lnTo>
                    <a:lnTo>
                      <a:pt x="25" y="29"/>
                    </a:lnTo>
                    <a:lnTo>
                      <a:pt x="26" y="31"/>
                    </a:lnTo>
                    <a:lnTo>
                      <a:pt x="26" y="32"/>
                    </a:lnTo>
                    <a:lnTo>
                      <a:pt x="25" y="32"/>
                    </a:lnTo>
                    <a:lnTo>
                      <a:pt x="24" y="32"/>
                    </a:lnTo>
                    <a:lnTo>
                      <a:pt x="22" y="32"/>
                    </a:lnTo>
                    <a:lnTo>
                      <a:pt x="23" y="33"/>
                    </a:lnTo>
                    <a:lnTo>
                      <a:pt x="25" y="34"/>
                    </a:lnTo>
                    <a:lnTo>
                      <a:pt x="26" y="34"/>
                    </a:lnTo>
                    <a:lnTo>
                      <a:pt x="27" y="35"/>
                    </a:lnTo>
                    <a:lnTo>
                      <a:pt x="29" y="35"/>
                    </a:lnTo>
                    <a:lnTo>
                      <a:pt x="30" y="37"/>
                    </a:lnTo>
                    <a:lnTo>
                      <a:pt x="31" y="37"/>
                    </a:lnTo>
                    <a:lnTo>
                      <a:pt x="32" y="38"/>
                    </a:lnTo>
                    <a:lnTo>
                      <a:pt x="33" y="39"/>
                    </a:lnTo>
                    <a:lnTo>
                      <a:pt x="34" y="39"/>
                    </a:lnTo>
                    <a:lnTo>
                      <a:pt x="36" y="40"/>
                    </a:lnTo>
                    <a:lnTo>
                      <a:pt x="36" y="41"/>
                    </a:lnTo>
                    <a:lnTo>
                      <a:pt x="36" y="43"/>
                    </a:lnTo>
                    <a:lnTo>
                      <a:pt x="36" y="44"/>
                    </a:lnTo>
                    <a:lnTo>
                      <a:pt x="36" y="45"/>
                    </a:lnTo>
                    <a:lnTo>
                      <a:pt x="34" y="44"/>
                    </a:lnTo>
                    <a:lnTo>
                      <a:pt x="32" y="42"/>
                    </a:lnTo>
                    <a:lnTo>
                      <a:pt x="30" y="43"/>
                    </a:lnTo>
                    <a:lnTo>
                      <a:pt x="27" y="43"/>
                    </a:lnTo>
                    <a:lnTo>
                      <a:pt x="26" y="42"/>
                    </a:lnTo>
                    <a:lnTo>
                      <a:pt x="27" y="41"/>
                    </a:lnTo>
                    <a:lnTo>
                      <a:pt x="28" y="40"/>
                    </a:lnTo>
                    <a:lnTo>
                      <a:pt x="26" y="40"/>
                    </a:lnTo>
                    <a:lnTo>
                      <a:pt x="24" y="39"/>
                    </a:lnTo>
                    <a:lnTo>
                      <a:pt x="23" y="38"/>
                    </a:lnTo>
                    <a:lnTo>
                      <a:pt x="22" y="39"/>
                    </a:lnTo>
                    <a:lnTo>
                      <a:pt x="21" y="38"/>
                    </a:lnTo>
                    <a:lnTo>
                      <a:pt x="19" y="38"/>
                    </a:lnTo>
                    <a:lnTo>
                      <a:pt x="17" y="38"/>
                    </a:lnTo>
                    <a:lnTo>
                      <a:pt x="14" y="38"/>
                    </a:lnTo>
                    <a:lnTo>
                      <a:pt x="11" y="37"/>
                    </a:lnTo>
                    <a:lnTo>
                      <a:pt x="10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8" y="35"/>
                    </a:lnTo>
                    <a:lnTo>
                      <a:pt x="7" y="34"/>
                    </a:lnTo>
                    <a:lnTo>
                      <a:pt x="6" y="32"/>
                    </a:lnTo>
                    <a:lnTo>
                      <a:pt x="7" y="33"/>
                    </a:lnTo>
                    <a:lnTo>
                      <a:pt x="9" y="32"/>
                    </a:lnTo>
                    <a:lnTo>
                      <a:pt x="8" y="31"/>
                    </a:lnTo>
                    <a:lnTo>
                      <a:pt x="6" y="30"/>
                    </a:lnTo>
                    <a:lnTo>
                      <a:pt x="5" y="32"/>
                    </a:lnTo>
                    <a:lnTo>
                      <a:pt x="4" y="30"/>
                    </a:lnTo>
                    <a:lnTo>
                      <a:pt x="3" y="28"/>
                    </a:lnTo>
                    <a:lnTo>
                      <a:pt x="1" y="27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775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35" name="D355">
                <a:extLst>
                  <a:ext uri="{FF2B5EF4-FFF2-40B4-BE49-F238E27FC236}">
                    <a16:creationId xmlns:a16="http://schemas.microsoft.com/office/drawing/2014/main" id="{342FB71E-8A3E-6E44-88BD-36FBCB98FA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70" y="6105537"/>
                <a:ext cx="3" cy="2"/>
              </a:xfrm>
              <a:custGeom>
                <a:avLst/>
                <a:gdLst>
                  <a:gd name="T0" fmla="*/ 1 w 3"/>
                  <a:gd name="T1" fmla="*/ 2 h 2"/>
                  <a:gd name="T2" fmla="*/ 0 w 3"/>
                  <a:gd name="T3" fmla="*/ 1 h 2"/>
                  <a:gd name="T4" fmla="*/ 2 w 3"/>
                  <a:gd name="T5" fmla="*/ 0 h 2"/>
                  <a:gd name="T6" fmla="*/ 3 w 3"/>
                  <a:gd name="T7" fmla="*/ 0 h 2"/>
                  <a:gd name="T8" fmla="*/ 3 w 3"/>
                  <a:gd name="T9" fmla="*/ 1 h 2"/>
                  <a:gd name="T10" fmla="*/ 2 w 3"/>
                  <a:gd name="T11" fmla="*/ 2 h 2"/>
                  <a:gd name="T12" fmla="*/ 1 w 3"/>
                  <a:gd name="T13" fmla="*/ 2 h 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"/>
                  <a:gd name="T22" fmla="*/ 0 h 2"/>
                  <a:gd name="T23" fmla="*/ 3 w 3"/>
                  <a:gd name="T24" fmla="*/ 2 h 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" h="2">
                    <a:moveTo>
                      <a:pt x="1" y="2"/>
                    </a:moveTo>
                    <a:lnTo>
                      <a:pt x="0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2" y="2"/>
                    </a:lnTo>
                    <a:lnTo>
                      <a:pt x="1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36" name="D356">
                <a:extLst>
                  <a:ext uri="{FF2B5EF4-FFF2-40B4-BE49-F238E27FC236}">
                    <a16:creationId xmlns:a16="http://schemas.microsoft.com/office/drawing/2014/main" id="{BADCE795-1A93-0643-8C3B-C34DD963E9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75" y="6105545"/>
                <a:ext cx="3" cy="3"/>
              </a:xfrm>
              <a:custGeom>
                <a:avLst/>
                <a:gdLst>
                  <a:gd name="T0" fmla="*/ 3 w 3"/>
                  <a:gd name="T1" fmla="*/ 2 h 3"/>
                  <a:gd name="T2" fmla="*/ 2 w 3"/>
                  <a:gd name="T3" fmla="*/ 3 h 3"/>
                  <a:gd name="T4" fmla="*/ 2 w 3"/>
                  <a:gd name="T5" fmla="*/ 2 h 3"/>
                  <a:gd name="T6" fmla="*/ 1 w 3"/>
                  <a:gd name="T7" fmla="*/ 2 h 3"/>
                  <a:gd name="T8" fmla="*/ 1 w 3"/>
                  <a:gd name="T9" fmla="*/ 3 h 3"/>
                  <a:gd name="T10" fmla="*/ 0 w 3"/>
                  <a:gd name="T11" fmla="*/ 2 h 3"/>
                  <a:gd name="T12" fmla="*/ 0 w 3"/>
                  <a:gd name="T13" fmla="*/ 1 h 3"/>
                  <a:gd name="T14" fmla="*/ 2 w 3"/>
                  <a:gd name="T15" fmla="*/ 0 h 3"/>
                  <a:gd name="T16" fmla="*/ 3 w 3"/>
                  <a:gd name="T17" fmla="*/ 1 h 3"/>
                  <a:gd name="T18" fmla="*/ 3 w 3"/>
                  <a:gd name="T19" fmla="*/ 3 h 3"/>
                  <a:gd name="T20" fmla="*/ 3 w 3"/>
                  <a:gd name="T21" fmla="*/ 1 h 3"/>
                  <a:gd name="T22" fmla="*/ 3 w 3"/>
                  <a:gd name="T23" fmla="*/ 2 h 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"/>
                  <a:gd name="T37" fmla="*/ 0 h 3"/>
                  <a:gd name="T38" fmla="*/ 3 w 3"/>
                  <a:gd name="T39" fmla="*/ 3 h 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" h="3">
                    <a:moveTo>
                      <a:pt x="3" y="2"/>
                    </a:moveTo>
                    <a:lnTo>
                      <a:pt x="2" y="3"/>
                    </a:lnTo>
                    <a:lnTo>
                      <a:pt x="2" y="2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3" y="1"/>
                    </a:lnTo>
                    <a:lnTo>
                      <a:pt x="3" y="3"/>
                    </a:lnTo>
                    <a:lnTo>
                      <a:pt x="3" y="1"/>
                    </a:lnTo>
                    <a:lnTo>
                      <a:pt x="3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37" name="D357">
                <a:extLst>
                  <a:ext uri="{FF2B5EF4-FFF2-40B4-BE49-F238E27FC236}">
                    <a16:creationId xmlns:a16="http://schemas.microsoft.com/office/drawing/2014/main" id="{09E2BD18-1334-A849-B242-AE22366C4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83" y="6105551"/>
                <a:ext cx="7" cy="5"/>
              </a:xfrm>
              <a:custGeom>
                <a:avLst/>
                <a:gdLst>
                  <a:gd name="T0" fmla="*/ 5 w 7"/>
                  <a:gd name="T1" fmla="*/ 4 h 5"/>
                  <a:gd name="T2" fmla="*/ 4 w 7"/>
                  <a:gd name="T3" fmla="*/ 5 h 5"/>
                  <a:gd name="T4" fmla="*/ 3 w 7"/>
                  <a:gd name="T5" fmla="*/ 5 h 5"/>
                  <a:gd name="T6" fmla="*/ 3 w 7"/>
                  <a:gd name="T7" fmla="*/ 3 h 5"/>
                  <a:gd name="T8" fmla="*/ 2 w 7"/>
                  <a:gd name="T9" fmla="*/ 3 h 5"/>
                  <a:gd name="T10" fmla="*/ 1 w 7"/>
                  <a:gd name="T11" fmla="*/ 4 h 5"/>
                  <a:gd name="T12" fmla="*/ 0 w 7"/>
                  <a:gd name="T13" fmla="*/ 3 h 5"/>
                  <a:gd name="T14" fmla="*/ 0 w 7"/>
                  <a:gd name="T15" fmla="*/ 2 h 5"/>
                  <a:gd name="T16" fmla="*/ 2 w 7"/>
                  <a:gd name="T17" fmla="*/ 1 h 5"/>
                  <a:gd name="T18" fmla="*/ 3 w 7"/>
                  <a:gd name="T19" fmla="*/ 1 h 5"/>
                  <a:gd name="T20" fmla="*/ 4 w 7"/>
                  <a:gd name="T21" fmla="*/ 0 h 5"/>
                  <a:gd name="T22" fmla="*/ 5 w 7"/>
                  <a:gd name="T23" fmla="*/ 1 h 5"/>
                  <a:gd name="T24" fmla="*/ 6 w 7"/>
                  <a:gd name="T25" fmla="*/ 3 h 5"/>
                  <a:gd name="T26" fmla="*/ 7 w 7"/>
                  <a:gd name="T27" fmla="*/ 5 h 5"/>
                  <a:gd name="T28" fmla="*/ 6 w 7"/>
                  <a:gd name="T29" fmla="*/ 4 h 5"/>
                  <a:gd name="T30" fmla="*/ 5 w 7"/>
                  <a:gd name="T31" fmla="*/ 4 h 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7"/>
                  <a:gd name="T49" fmla="*/ 0 h 5"/>
                  <a:gd name="T50" fmla="*/ 7 w 7"/>
                  <a:gd name="T51" fmla="*/ 5 h 5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7" h="5">
                    <a:moveTo>
                      <a:pt x="5" y="4"/>
                    </a:moveTo>
                    <a:lnTo>
                      <a:pt x="4" y="5"/>
                    </a:lnTo>
                    <a:lnTo>
                      <a:pt x="3" y="5"/>
                    </a:lnTo>
                    <a:lnTo>
                      <a:pt x="3" y="3"/>
                    </a:lnTo>
                    <a:lnTo>
                      <a:pt x="2" y="3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2" y="1"/>
                    </a:lnTo>
                    <a:lnTo>
                      <a:pt x="3" y="1"/>
                    </a:lnTo>
                    <a:lnTo>
                      <a:pt x="4" y="0"/>
                    </a:lnTo>
                    <a:lnTo>
                      <a:pt x="5" y="1"/>
                    </a:lnTo>
                    <a:lnTo>
                      <a:pt x="6" y="3"/>
                    </a:lnTo>
                    <a:lnTo>
                      <a:pt x="7" y="5"/>
                    </a:lnTo>
                    <a:lnTo>
                      <a:pt x="6" y="4"/>
                    </a:lnTo>
                    <a:lnTo>
                      <a:pt x="5" y="4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38" name="D358">
                <a:extLst>
                  <a:ext uri="{FF2B5EF4-FFF2-40B4-BE49-F238E27FC236}">
                    <a16:creationId xmlns:a16="http://schemas.microsoft.com/office/drawing/2014/main" id="{027F4186-82FC-D147-A8FD-3E736849A5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83" y="6105560"/>
                <a:ext cx="2" cy="4"/>
              </a:xfrm>
              <a:custGeom>
                <a:avLst/>
                <a:gdLst>
                  <a:gd name="T0" fmla="*/ 0 w 2"/>
                  <a:gd name="T1" fmla="*/ 4 h 4"/>
                  <a:gd name="T2" fmla="*/ 1 w 2"/>
                  <a:gd name="T3" fmla="*/ 3 h 4"/>
                  <a:gd name="T4" fmla="*/ 0 w 2"/>
                  <a:gd name="T5" fmla="*/ 1 h 4"/>
                  <a:gd name="T6" fmla="*/ 0 w 2"/>
                  <a:gd name="T7" fmla="*/ 0 h 4"/>
                  <a:gd name="T8" fmla="*/ 2 w 2"/>
                  <a:gd name="T9" fmla="*/ 0 h 4"/>
                  <a:gd name="T10" fmla="*/ 2 w 2"/>
                  <a:gd name="T11" fmla="*/ 1 h 4"/>
                  <a:gd name="T12" fmla="*/ 2 w 2"/>
                  <a:gd name="T13" fmla="*/ 2 h 4"/>
                  <a:gd name="T14" fmla="*/ 2 w 2"/>
                  <a:gd name="T15" fmla="*/ 4 h 4"/>
                  <a:gd name="T16" fmla="*/ 1 w 2"/>
                  <a:gd name="T17" fmla="*/ 4 h 4"/>
                  <a:gd name="T18" fmla="*/ 0 w 2"/>
                  <a:gd name="T19" fmla="*/ 4 h 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4"/>
                  <a:gd name="T32" fmla="*/ 2 w 2"/>
                  <a:gd name="T33" fmla="*/ 4 h 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4">
                    <a:moveTo>
                      <a:pt x="0" y="4"/>
                    </a:moveTo>
                    <a:lnTo>
                      <a:pt x="1" y="3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2" y="2"/>
                    </a:lnTo>
                    <a:lnTo>
                      <a:pt x="2" y="4"/>
                    </a:lnTo>
                    <a:lnTo>
                      <a:pt x="1" y="4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39" name="D359">
                <a:extLst>
                  <a:ext uri="{FF2B5EF4-FFF2-40B4-BE49-F238E27FC236}">
                    <a16:creationId xmlns:a16="http://schemas.microsoft.com/office/drawing/2014/main" id="{7F8CFF3B-44EE-9F41-BD49-D01B263FBA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400" y="6105584"/>
                <a:ext cx="6" cy="5"/>
              </a:xfrm>
              <a:custGeom>
                <a:avLst/>
                <a:gdLst>
                  <a:gd name="T0" fmla="*/ 2 w 6"/>
                  <a:gd name="T1" fmla="*/ 5 h 5"/>
                  <a:gd name="T2" fmla="*/ 1 w 6"/>
                  <a:gd name="T3" fmla="*/ 5 h 5"/>
                  <a:gd name="T4" fmla="*/ 0 w 6"/>
                  <a:gd name="T5" fmla="*/ 3 h 5"/>
                  <a:gd name="T6" fmla="*/ 1 w 6"/>
                  <a:gd name="T7" fmla="*/ 2 h 5"/>
                  <a:gd name="T8" fmla="*/ 3 w 6"/>
                  <a:gd name="T9" fmla="*/ 0 h 5"/>
                  <a:gd name="T10" fmla="*/ 5 w 6"/>
                  <a:gd name="T11" fmla="*/ 0 h 5"/>
                  <a:gd name="T12" fmla="*/ 6 w 6"/>
                  <a:gd name="T13" fmla="*/ 0 h 5"/>
                  <a:gd name="T14" fmla="*/ 5 w 6"/>
                  <a:gd name="T15" fmla="*/ 1 h 5"/>
                  <a:gd name="T16" fmla="*/ 4 w 6"/>
                  <a:gd name="T17" fmla="*/ 2 h 5"/>
                  <a:gd name="T18" fmla="*/ 4 w 6"/>
                  <a:gd name="T19" fmla="*/ 3 h 5"/>
                  <a:gd name="T20" fmla="*/ 4 w 6"/>
                  <a:gd name="T21" fmla="*/ 4 h 5"/>
                  <a:gd name="T22" fmla="*/ 2 w 6"/>
                  <a:gd name="T23" fmla="*/ 5 h 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6"/>
                  <a:gd name="T37" fmla="*/ 0 h 5"/>
                  <a:gd name="T38" fmla="*/ 6 w 6"/>
                  <a:gd name="T39" fmla="*/ 5 h 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6" h="5">
                    <a:moveTo>
                      <a:pt x="2" y="5"/>
                    </a:moveTo>
                    <a:lnTo>
                      <a:pt x="1" y="5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3" y="0"/>
                    </a:lnTo>
                    <a:lnTo>
                      <a:pt x="5" y="0"/>
                    </a:lnTo>
                    <a:lnTo>
                      <a:pt x="6" y="0"/>
                    </a:lnTo>
                    <a:lnTo>
                      <a:pt x="5" y="1"/>
                    </a:lnTo>
                    <a:lnTo>
                      <a:pt x="4" y="2"/>
                    </a:lnTo>
                    <a:lnTo>
                      <a:pt x="4" y="3"/>
                    </a:lnTo>
                    <a:lnTo>
                      <a:pt x="4" y="4"/>
                    </a:lnTo>
                    <a:lnTo>
                      <a:pt x="2" y="5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40" name="D360">
                <a:extLst>
                  <a:ext uri="{FF2B5EF4-FFF2-40B4-BE49-F238E27FC236}">
                    <a16:creationId xmlns:a16="http://schemas.microsoft.com/office/drawing/2014/main" id="{DEAF499B-2CFA-524E-B898-DF34A1B322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61" y="6105592"/>
                <a:ext cx="26" cy="8"/>
              </a:xfrm>
              <a:custGeom>
                <a:avLst/>
                <a:gdLst>
                  <a:gd name="T0" fmla="*/ 14 w 26"/>
                  <a:gd name="T1" fmla="*/ 3 h 8"/>
                  <a:gd name="T2" fmla="*/ 16 w 26"/>
                  <a:gd name="T3" fmla="*/ 4 h 8"/>
                  <a:gd name="T4" fmla="*/ 17 w 26"/>
                  <a:gd name="T5" fmla="*/ 4 h 8"/>
                  <a:gd name="T6" fmla="*/ 18 w 26"/>
                  <a:gd name="T7" fmla="*/ 4 h 8"/>
                  <a:gd name="T8" fmla="*/ 20 w 26"/>
                  <a:gd name="T9" fmla="*/ 4 h 8"/>
                  <a:gd name="T10" fmla="*/ 21 w 26"/>
                  <a:gd name="T11" fmla="*/ 5 h 8"/>
                  <a:gd name="T12" fmla="*/ 22 w 26"/>
                  <a:gd name="T13" fmla="*/ 5 h 8"/>
                  <a:gd name="T14" fmla="*/ 24 w 26"/>
                  <a:gd name="T15" fmla="*/ 5 h 8"/>
                  <a:gd name="T16" fmla="*/ 25 w 26"/>
                  <a:gd name="T17" fmla="*/ 5 h 8"/>
                  <a:gd name="T18" fmla="*/ 26 w 26"/>
                  <a:gd name="T19" fmla="*/ 4 h 8"/>
                  <a:gd name="T20" fmla="*/ 26 w 26"/>
                  <a:gd name="T21" fmla="*/ 5 h 8"/>
                  <a:gd name="T22" fmla="*/ 25 w 26"/>
                  <a:gd name="T23" fmla="*/ 7 h 8"/>
                  <a:gd name="T24" fmla="*/ 23 w 26"/>
                  <a:gd name="T25" fmla="*/ 7 h 8"/>
                  <a:gd name="T26" fmla="*/ 21 w 26"/>
                  <a:gd name="T27" fmla="*/ 7 h 8"/>
                  <a:gd name="T28" fmla="*/ 19 w 26"/>
                  <a:gd name="T29" fmla="*/ 7 h 8"/>
                  <a:gd name="T30" fmla="*/ 18 w 26"/>
                  <a:gd name="T31" fmla="*/ 7 h 8"/>
                  <a:gd name="T32" fmla="*/ 17 w 26"/>
                  <a:gd name="T33" fmla="*/ 7 h 8"/>
                  <a:gd name="T34" fmla="*/ 15 w 26"/>
                  <a:gd name="T35" fmla="*/ 8 h 8"/>
                  <a:gd name="T36" fmla="*/ 12 w 26"/>
                  <a:gd name="T37" fmla="*/ 8 h 8"/>
                  <a:gd name="T38" fmla="*/ 11 w 26"/>
                  <a:gd name="T39" fmla="*/ 6 h 8"/>
                  <a:gd name="T40" fmla="*/ 10 w 26"/>
                  <a:gd name="T41" fmla="*/ 6 h 8"/>
                  <a:gd name="T42" fmla="*/ 9 w 26"/>
                  <a:gd name="T43" fmla="*/ 5 h 8"/>
                  <a:gd name="T44" fmla="*/ 8 w 26"/>
                  <a:gd name="T45" fmla="*/ 5 h 8"/>
                  <a:gd name="T46" fmla="*/ 6 w 26"/>
                  <a:gd name="T47" fmla="*/ 5 h 8"/>
                  <a:gd name="T48" fmla="*/ 4 w 26"/>
                  <a:gd name="T49" fmla="*/ 5 h 8"/>
                  <a:gd name="T50" fmla="*/ 3 w 26"/>
                  <a:gd name="T51" fmla="*/ 5 h 8"/>
                  <a:gd name="T52" fmla="*/ 1 w 26"/>
                  <a:gd name="T53" fmla="*/ 5 h 8"/>
                  <a:gd name="T54" fmla="*/ 0 w 26"/>
                  <a:gd name="T55" fmla="*/ 5 h 8"/>
                  <a:gd name="T56" fmla="*/ 1 w 26"/>
                  <a:gd name="T57" fmla="*/ 3 h 8"/>
                  <a:gd name="T58" fmla="*/ 1 w 26"/>
                  <a:gd name="T59" fmla="*/ 1 h 8"/>
                  <a:gd name="T60" fmla="*/ 2 w 26"/>
                  <a:gd name="T61" fmla="*/ 2 h 8"/>
                  <a:gd name="T62" fmla="*/ 2 w 26"/>
                  <a:gd name="T63" fmla="*/ 0 h 8"/>
                  <a:gd name="T64" fmla="*/ 3 w 26"/>
                  <a:gd name="T65" fmla="*/ 0 h 8"/>
                  <a:gd name="T66" fmla="*/ 5 w 26"/>
                  <a:gd name="T67" fmla="*/ 1 h 8"/>
                  <a:gd name="T68" fmla="*/ 6 w 26"/>
                  <a:gd name="T69" fmla="*/ 1 h 8"/>
                  <a:gd name="T70" fmla="*/ 6 w 26"/>
                  <a:gd name="T71" fmla="*/ 2 h 8"/>
                  <a:gd name="T72" fmla="*/ 7 w 26"/>
                  <a:gd name="T73" fmla="*/ 2 h 8"/>
                  <a:gd name="T74" fmla="*/ 8 w 26"/>
                  <a:gd name="T75" fmla="*/ 3 h 8"/>
                  <a:gd name="T76" fmla="*/ 10 w 26"/>
                  <a:gd name="T77" fmla="*/ 3 h 8"/>
                  <a:gd name="T78" fmla="*/ 11 w 26"/>
                  <a:gd name="T79" fmla="*/ 3 h 8"/>
                  <a:gd name="T80" fmla="*/ 13 w 26"/>
                  <a:gd name="T81" fmla="*/ 2 h 8"/>
                  <a:gd name="T82" fmla="*/ 14 w 26"/>
                  <a:gd name="T83" fmla="*/ 3 h 8"/>
                  <a:gd name="T84" fmla="*/ 14 w 26"/>
                  <a:gd name="T85" fmla="*/ 3 h 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6"/>
                  <a:gd name="T130" fmla="*/ 0 h 8"/>
                  <a:gd name="T131" fmla="*/ 26 w 26"/>
                  <a:gd name="T132" fmla="*/ 8 h 8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6" h="8">
                    <a:moveTo>
                      <a:pt x="14" y="3"/>
                    </a:moveTo>
                    <a:lnTo>
                      <a:pt x="16" y="4"/>
                    </a:lnTo>
                    <a:lnTo>
                      <a:pt x="17" y="4"/>
                    </a:lnTo>
                    <a:lnTo>
                      <a:pt x="18" y="4"/>
                    </a:lnTo>
                    <a:lnTo>
                      <a:pt x="20" y="4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4" y="5"/>
                    </a:lnTo>
                    <a:lnTo>
                      <a:pt x="25" y="5"/>
                    </a:lnTo>
                    <a:lnTo>
                      <a:pt x="26" y="4"/>
                    </a:lnTo>
                    <a:lnTo>
                      <a:pt x="26" y="5"/>
                    </a:lnTo>
                    <a:lnTo>
                      <a:pt x="25" y="7"/>
                    </a:lnTo>
                    <a:lnTo>
                      <a:pt x="23" y="7"/>
                    </a:lnTo>
                    <a:lnTo>
                      <a:pt x="21" y="7"/>
                    </a:lnTo>
                    <a:lnTo>
                      <a:pt x="19" y="7"/>
                    </a:lnTo>
                    <a:lnTo>
                      <a:pt x="18" y="7"/>
                    </a:lnTo>
                    <a:lnTo>
                      <a:pt x="17" y="7"/>
                    </a:lnTo>
                    <a:lnTo>
                      <a:pt x="15" y="8"/>
                    </a:lnTo>
                    <a:lnTo>
                      <a:pt x="12" y="8"/>
                    </a:lnTo>
                    <a:lnTo>
                      <a:pt x="11" y="6"/>
                    </a:lnTo>
                    <a:lnTo>
                      <a:pt x="10" y="6"/>
                    </a:lnTo>
                    <a:lnTo>
                      <a:pt x="9" y="5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3" y="5"/>
                    </a:lnTo>
                    <a:lnTo>
                      <a:pt x="1" y="5"/>
                    </a:lnTo>
                    <a:lnTo>
                      <a:pt x="0" y="5"/>
                    </a:lnTo>
                    <a:lnTo>
                      <a:pt x="1" y="3"/>
                    </a:lnTo>
                    <a:lnTo>
                      <a:pt x="1" y="1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5" y="1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8" y="3"/>
                    </a:lnTo>
                    <a:lnTo>
                      <a:pt x="10" y="3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41" name="D361">
                <a:extLst>
                  <a:ext uri="{FF2B5EF4-FFF2-40B4-BE49-F238E27FC236}">
                    <a16:creationId xmlns:a16="http://schemas.microsoft.com/office/drawing/2014/main" id="{1F0B2F08-8AC2-994B-8C40-6D0A505038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72" y="6105567"/>
                <a:ext cx="3" cy="4"/>
              </a:xfrm>
              <a:custGeom>
                <a:avLst/>
                <a:gdLst>
                  <a:gd name="T0" fmla="*/ 2 w 3"/>
                  <a:gd name="T1" fmla="*/ 4 h 4"/>
                  <a:gd name="T2" fmla="*/ 1 w 3"/>
                  <a:gd name="T3" fmla="*/ 3 h 4"/>
                  <a:gd name="T4" fmla="*/ 1 w 3"/>
                  <a:gd name="T5" fmla="*/ 2 h 4"/>
                  <a:gd name="T6" fmla="*/ 0 w 3"/>
                  <a:gd name="T7" fmla="*/ 1 h 4"/>
                  <a:gd name="T8" fmla="*/ 0 w 3"/>
                  <a:gd name="T9" fmla="*/ 0 h 4"/>
                  <a:gd name="T10" fmla="*/ 1 w 3"/>
                  <a:gd name="T11" fmla="*/ 1 h 4"/>
                  <a:gd name="T12" fmla="*/ 3 w 3"/>
                  <a:gd name="T13" fmla="*/ 1 h 4"/>
                  <a:gd name="T14" fmla="*/ 3 w 3"/>
                  <a:gd name="T15" fmla="*/ 2 h 4"/>
                  <a:gd name="T16" fmla="*/ 3 w 3"/>
                  <a:gd name="T17" fmla="*/ 3 h 4"/>
                  <a:gd name="T18" fmla="*/ 2 w 3"/>
                  <a:gd name="T19" fmla="*/ 4 h 4"/>
                  <a:gd name="T20" fmla="*/ 2 w 3"/>
                  <a:gd name="T21" fmla="*/ 4 h 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"/>
                  <a:gd name="T34" fmla="*/ 0 h 4"/>
                  <a:gd name="T35" fmla="*/ 3 w 3"/>
                  <a:gd name="T36" fmla="*/ 4 h 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" h="4">
                    <a:moveTo>
                      <a:pt x="2" y="4"/>
                    </a:moveTo>
                    <a:lnTo>
                      <a:pt x="1" y="3"/>
                    </a:lnTo>
                    <a:lnTo>
                      <a:pt x="1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1" y="1"/>
                    </a:lnTo>
                    <a:lnTo>
                      <a:pt x="3" y="1"/>
                    </a:lnTo>
                    <a:lnTo>
                      <a:pt x="3" y="2"/>
                    </a:lnTo>
                    <a:lnTo>
                      <a:pt x="3" y="3"/>
                    </a:lnTo>
                    <a:lnTo>
                      <a:pt x="2" y="4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42" name="D362">
                <a:extLst>
                  <a:ext uri="{FF2B5EF4-FFF2-40B4-BE49-F238E27FC236}">
                    <a16:creationId xmlns:a16="http://schemas.microsoft.com/office/drawing/2014/main" id="{D4C1FD80-EE82-D647-97F5-6212EA0572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78" y="6105576"/>
                <a:ext cx="2" cy="3"/>
              </a:xfrm>
              <a:custGeom>
                <a:avLst/>
                <a:gdLst>
                  <a:gd name="T0" fmla="*/ 0 w 2"/>
                  <a:gd name="T1" fmla="*/ 2 h 3"/>
                  <a:gd name="T2" fmla="*/ 0 w 2"/>
                  <a:gd name="T3" fmla="*/ 1 h 3"/>
                  <a:gd name="T4" fmla="*/ 1 w 2"/>
                  <a:gd name="T5" fmla="*/ 0 h 3"/>
                  <a:gd name="T6" fmla="*/ 2 w 2"/>
                  <a:gd name="T7" fmla="*/ 0 h 3"/>
                  <a:gd name="T8" fmla="*/ 2 w 2"/>
                  <a:gd name="T9" fmla="*/ 1 h 3"/>
                  <a:gd name="T10" fmla="*/ 2 w 2"/>
                  <a:gd name="T11" fmla="*/ 3 h 3"/>
                  <a:gd name="T12" fmla="*/ 1 w 2"/>
                  <a:gd name="T13" fmla="*/ 3 h 3"/>
                  <a:gd name="T14" fmla="*/ 0 w 2"/>
                  <a:gd name="T15" fmla="*/ 2 h 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"/>
                  <a:gd name="T25" fmla="*/ 0 h 3"/>
                  <a:gd name="T26" fmla="*/ 2 w 2"/>
                  <a:gd name="T27" fmla="*/ 3 h 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" h="3">
                    <a:moveTo>
                      <a:pt x="0" y="2"/>
                    </a:move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2" y="3"/>
                    </a:lnTo>
                    <a:lnTo>
                      <a:pt x="1" y="3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43" name="D363">
                <a:extLst>
                  <a:ext uri="{FF2B5EF4-FFF2-40B4-BE49-F238E27FC236}">
                    <a16:creationId xmlns:a16="http://schemas.microsoft.com/office/drawing/2014/main" id="{F073E8F8-F6B9-4B44-9A6B-E2C59A2B37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39" y="6105564"/>
                <a:ext cx="22" cy="20"/>
              </a:xfrm>
              <a:custGeom>
                <a:avLst/>
                <a:gdLst>
                  <a:gd name="T0" fmla="*/ 9 w 22"/>
                  <a:gd name="T1" fmla="*/ 0 h 20"/>
                  <a:gd name="T2" fmla="*/ 9 w 22"/>
                  <a:gd name="T3" fmla="*/ 1 h 20"/>
                  <a:gd name="T4" fmla="*/ 10 w 22"/>
                  <a:gd name="T5" fmla="*/ 1 h 20"/>
                  <a:gd name="T6" fmla="*/ 12 w 22"/>
                  <a:gd name="T7" fmla="*/ 1 h 20"/>
                  <a:gd name="T8" fmla="*/ 17 w 22"/>
                  <a:gd name="T9" fmla="*/ 3 h 20"/>
                  <a:gd name="T10" fmla="*/ 18 w 22"/>
                  <a:gd name="T11" fmla="*/ 4 h 20"/>
                  <a:gd name="T12" fmla="*/ 18 w 22"/>
                  <a:gd name="T13" fmla="*/ 5 h 20"/>
                  <a:gd name="T14" fmla="*/ 19 w 22"/>
                  <a:gd name="T15" fmla="*/ 6 h 20"/>
                  <a:gd name="T16" fmla="*/ 19 w 22"/>
                  <a:gd name="T17" fmla="*/ 7 h 20"/>
                  <a:gd name="T18" fmla="*/ 20 w 22"/>
                  <a:gd name="T19" fmla="*/ 8 h 20"/>
                  <a:gd name="T20" fmla="*/ 21 w 22"/>
                  <a:gd name="T21" fmla="*/ 8 h 20"/>
                  <a:gd name="T22" fmla="*/ 22 w 22"/>
                  <a:gd name="T23" fmla="*/ 9 h 20"/>
                  <a:gd name="T24" fmla="*/ 20 w 22"/>
                  <a:gd name="T25" fmla="*/ 10 h 20"/>
                  <a:gd name="T26" fmla="*/ 19 w 22"/>
                  <a:gd name="T27" fmla="*/ 11 h 20"/>
                  <a:gd name="T28" fmla="*/ 18 w 22"/>
                  <a:gd name="T29" fmla="*/ 11 h 20"/>
                  <a:gd name="T30" fmla="*/ 18 w 22"/>
                  <a:gd name="T31" fmla="*/ 10 h 20"/>
                  <a:gd name="T32" fmla="*/ 17 w 22"/>
                  <a:gd name="T33" fmla="*/ 9 h 20"/>
                  <a:gd name="T34" fmla="*/ 16 w 22"/>
                  <a:gd name="T35" fmla="*/ 8 h 20"/>
                  <a:gd name="T36" fmla="*/ 15 w 22"/>
                  <a:gd name="T37" fmla="*/ 8 h 20"/>
                  <a:gd name="T38" fmla="*/ 15 w 22"/>
                  <a:gd name="T39" fmla="*/ 10 h 20"/>
                  <a:gd name="T40" fmla="*/ 17 w 22"/>
                  <a:gd name="T41" fmla="*/ 12 h 20"/>
                  <a:gd name="T42" fmla="*/ 17 w 22"/>
                  <a:gd name="T43" fmla="*/ 15 h 20"/>
                  <a:gd name="T44" fmla="*/ 18 w 22"/>
                  <a:gd name="T45" fmla="*/ 16 h 20"/>
                  <a:gd name="T46" fmla="*/ 18 w 22"/>
                  <a:gd name="T47" fmla="*/ 17 h 20"/>
                  <a:gd name="T48" fmla="*/ 18 w 22"/>
                  <a:gd name="T49" fmla="*/ 20 h 20"/>
                  <a:gd name="T50" fmla="*/ 17 w 22"/>
                  <a:gd name="T51" fmla="*/ 19 h 20"/>
                  <a:gd name="T52" fmla="*/ 15 w 22"/>
                  <a:gd name="T53" fmla="*/ 18 h 20"/>
                  <a:gd name="T54" fmla="*/ 14 w 22"/>
                  <a:gd name="T55" fmla="*/ 16 h 20"/>
                  <a:gd name="T56" fmla="*/ 13 w 22"/>
                  <a:gd name="T57" fmla="*/ 17 h 20"/>
                  <a:gd name="T58" fmla="*/ 12 w 22"/>
                  <a:gd name="T59" fmla="*/ 19 h 20"/>
                  <a:gd name="T60" fmla="*/ 12 w 22"/>
                  <a:gd name="T61" fmla="*/ 20 h 20"/>
                  <a:gd name="T62" fmla="*/ 11 w 22"/>
                  <a:gd name="T63" fmla="*/ 20 h 20"/>
                  <a:gd name="T64" fmla="*/ 11 w 22"/>
                  <a:gd name="T65" fmla="*/ 18 h 20"/>
                  <a:gd name="T66" fmla="*/ 10 w 22"/>
                  <a:gd name="T67" fmla="*/ 16 h 20"/>
                  <a:gd name="T68" fmla="*/ 9 w 22"/>
                  <a:gd name="T69" fmla="*/ 15 h 20"/>
                  <a:gd name="T70" fmla="*/ 8 w 22"/>
                  <a:gd name="T71" fmla="*/ 13 h 20"/>
                  <a:gd name="T72" fmla="*/ 7 w 22"/>
                  <a:gd name="T73" fmla="*/ 15 h 20"/>
                  <a:gd name="T74" fmla="*/ 7 w 22"/>
                  <a:gd name="T75" fmla="*/ 16 h 20"/>
                  <a:gd name="T76" fmla="*/ 5 w 22"/>
                  <a:gd name="T77" fmla="*/ 16 h 20"/>
                  <a:gd name="T78" fmla="*/ 4 w 22"/>
                  <a:gd name="T79" fmla="*/ 15 h 20"/>
                  <a:gd name="T80" fmla="*/ 4 w 22"/>
                  <a:gd name="T81" fmla="*/ 13 h 20"/>
                  <a:gd name="T82" fmla="*/ 5 w 22"/>
                  <a:gd name="T83" fmla="*/ 10 h 20"/>
                  <a:gd name="T84" fmla="*/ 4 w 22"/>
                  <a:gd name="T85" fmla="*/ 9 h 20"/>
                  <a:gd name="T86" fmla="*/ 1 w 22"/>
                  <a:gd name="T87" fmla="*/ 7 h 20"/>
                  <a:gd name="T88" fmla="*/ 0 w 22"/>
                  <a:gd name="T89" fmla="*/ 5 h 20"/>
                  <a:gd name="T90" fmla="*/ 0 w 22"/>
                  <a:gd name="T91" fmla="*/ 4 h 20"/>
                  <a:gd name="T92" fmla="*/ 2 w 22"/>
                  <a:gd name="T93" fmla="*/ 1 h 20"/>
                  <a:gd name="T94" fmla="*/ 4 w 22"/>
                  <a:gd name="T95" fmla="*/ 1 h 20"/>
                  <a:gd name="T96" fmla="*/ 6 w 22"/>
                  <a:gd name="T97" fmla="*/ 0 h 20"/>
                  <a:gd name="T98" fmla="*/ 7 w 22"/>
                  <a:gd name="T99" fmla="*/ 0 h 20"/>
                  <a:gd name="T100" fmla="*/ 8 w 22"/>
                  <a:gd name="T101" fmla="*/ 0 h 20"/>
                  <a:gd name="T102" fmla="*/ 9 w 22"/>
                  <a:gd name="T103" fmla="*/ 0 h 2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22"/>
                  <a:gd name="T157" fmla="*/ 0 h 20"/>
                  <a:gd name="T158" fmla="*/ 22 w 22"/>
                  <a:gd name="T159" fmla="*/ 20 h 2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22" h="20">
                    <a:moveTo>
                      <a:pt x="9" y="0"/>
                    </a:moveTo>
                    <a:lnTo>
                      <a:pt x="9" y="1"/>
                    </a:lnTo>
                    <a:lnTo>
                      <a:pt x="10" y="1"/>
                    </a:lnTo>
                    <a:lnTo>
                      <a:pt x="12" y="1"/>
                    </a:lnTo>
                    <a:lnTo>
                      <a:pt x="17" y="3"/>
                    </a:lnTo>
                    <a:lnTo>
                      <a:pt x="18" y="4"/>
                    </a:lnTo>
                    <a:lnTo>
                      <a:pt x="18" y="5"/>
                    </a:lnTo>
                    <a:lnTo>
                      <a:pt x="19" y="6"/>
                    </a:lnTo>
                    <a:lnTo>
                      <a:pt x="19" y="7"/>
                    </a:lnTo>
                    <a:lnTo>
                      <a:pt x="20" y="8"/>
                    </a:lnTo>
                    <a:lnTo>
                      <a:pt x="21" y="8"/>
                    </a:lnTo>
                    <a:lnTo>
                      <a:pt x="22" y="9"/>
                    </a:lnTo>
                    <a:lnTo>
                      <a:pt x="20" y="10"/>
                    </a:lnTo>
                    <a:lnTo>
                      <a:pt x="19" y="11"/>
                    </a:lnTo>
                    <a:lnTo>
                      <a:pt x="18" y="11"/>
                    </a:lnTo>
                    <a:lnTo>
                      <a:pt x="18" y="10"/>
                    </a:lnTo>
                    <a:lnTo>
                      <a:pt x="17" y="9"/>
                    </a:lnTo>
                    <a:lnTo>
                      <a:pt x="16" y="8"/>
                    </a:lnTo>
                    <a:lnTo>
                      <a:pt x="15" y="8"/>
                    </a:lnTo>
                    <a:lnTo>
                      <a:pt x="15" y="10"/>
                    </a:lnTo>
                    <a:lnTo>
                      <a:pt x="17" y="12"/>
                    </a:lnTo>
                    <a:lnTo>
                      <a:pt x="17" y="15"/>
                    </a:lnTo>
                    <a:lnTo>
                      <a:pt x="18" y="16"/>
                    </a:lnTo>
                    <a:lnTo>
                      <a:pt x="18" y="17"/>
                    </a:lnTo>
                    <a:lnTo>
                      <a:pt x="18" y="20"/>
                    </a:lnTo>
                    <a:lnTo>
                      <a:pt x="17" y="19"/>
                    </a:lnTo>
                    <a:lnTo>
                      <a:pt x="15" y="18"/>
                    </a:lnTo>
                    <a:lnTo>
                      <a:pt x="14" y="16"/>
                    </a:lnTo>
                    <a:lnTo>
                      <a:pt x="13" y="17"/>
                    </a:lnTo>
                    <a:lnTo>
                      <a:pt x="12" y="19"/>
                    </a:lnTo>
                    <a:lnTo>
                      <a:pt x="12" y="20"/>
                    </a:lnTo>
                    <a:lnTo>
                      <a:pt x="11" y="20"/>
                    </a:lnTo>
                    <a:lnTo>
                      <a:pt x="11" y="18"/>
                    </a:lnTo>
                    <a:lnTo>
                      <a:pt x="10" y="16"/>
                    </a:lnTo>
                    <a:lnTo>
                      <a:pt x="9" y="15"/>
                    </a:lnTo>
                    <a:lnTo>
                      <a:pt x="8" y="13"/>
                    </a:lnTo>
                    <a:lnTo>
                      <a:pt x="7" y="15"/>
                    </a:lnTo>
                    <a:lnTo>
                      <a:pt x="7" y="16"/>
                    </a:lnTo>
                    <a:lnTo>
                      <a:pt x="5" y="16"/>
                    </a:lnTo>
                    <a:lnTo>
                      <a:pt x="4" y="15"/>
                    </a:lnTo>
                    <a:lnTo>
                      <a:pt x="4" y="13"/>
                    </a:lnTo>
                    <a:lnTo>
                      <a:pt x="5" y="10"/>
                    </a:lnTo>
                    <a:lnTo>
                      <a:pt x="4" y="9"/>
                    </a:lnTo>
                    <a:lnTo>
                      <a:pt x="1" y="7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4" y="1"/>
                    </a:lnTo>
                    <a:lnTo>
                      <a:pt x="6" y="0"/>
                    </a:lnTo>
                    <a:lnTo>
                      <a:pt x="7" y="0"/>
                    </a:lnTo>
                    <a:lnTo>
                      <a:pt x="8" y="0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44" name="D364">
                <a:extLst>
                  <a:ext uri="{FF2B5EF4-FFF2-40B4-BE49-F238E27FC236}">
                    <a16:creationId xmlns:a16="http://schemas.microsoft.com/office/drawing/2014/main" id="{DDF5A134-E866-9846-981F-F4B6C499E5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32" y="6105563"/>
                <a:ext cx="4" cy="3"/>
              </a:xfrm>
              <a:custGeom>
                <a:avLst/>
                <a:gdLst>
                  <a:gd name="T0" fmla="*/ 2 w 4"/>
                  <a:gd name="T1" fmla="*/ 3 h 3"/>
                  <a:gd name="T2" fmla="*/ 1 w 4"/>
                  <a:gd name="T3" fmla="*/ 3 h 3"/>
                  <a:gd name="T4" fmla="*/ 1 w 4"/>
                  <a:gd name="T5" fmla="*/ 2 h 3"/>
                  <a:gd name="T6" fmla="*/ 0 w 4"/>
                  <a:gd name="T7" fmla="*/ 1 h 3"/>
                  <a:gd name="T8" fmla="*/ 1 w 4"/>
                  <a:gd name="T9" fmla="*/ 0 h 3"/>
                  <a:gd name="T10" fmla="*/ 2 w 4"/>
                  <a:gd name="T11" fmla="*/ 0 h 3"/>
                  <a:gd name="T12" fmla="*/ 2 w 4"/>
                  <a:gd name="T13" fmla="*/ 1 h 3"/>
                  <a:gd name="T14" fmla="*/ 4 w 4"/>
                  <a:gd name="T15" fmla="*/ 2 h 3"/>
                  <a:gd name="T16" fmla="*/ 3 w 4"/>
                  <a:gd name="T17" fmla="*/ 3 h 3"/>
                  <a:gd name="T18" fmla="*/ 2 w 4"/>
                  <a:gd name="T19" fmla="*/ 3 h 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"/>
                  <a:gd name="T31" fmla="*/ 0 h 3"/>
                  <a:gd name="T32" fmla="*/ 4 w 4"/>
                  <a:gd name="T33" fmla="*/ 3 h 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" h="3">
                    <a:moveTo>
                      <a:pt x="2" y="3"/>
                    </a:moveTo>
                    <a:lnTo>
                      <a:pt x="1" y="3"/>
                    </a:ln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4" y="2"/>
                    </a:lnTo>
                    <a:lnTo>
                      <a:pt x="3" y="3"/>
                    </a:lnTo>
                    <a:lnTo>
                      <a:pt x="2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45" name="D365">
                <a:extLst>
                  <a:ext uri="{FF2B5EF4-FFF2-40B4-BE49-F238E27FC236}">
                    <a16:creationId xmlns:a16="http://schemas.microsoft.com/office/drawing/2014/main" id="{49924BB5-927A-6546-A561-015FFEE9A2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56" y="6105556"/>
                <a:ext cx="15" cy="12"/>
              </a:xfrm>
              <a:custGeom>
                <a:avLst/>
                <a:gdLst>
                  <a:gd name="T0" fmla="*/ 15 w 15"/>
                  <a:gd name="T1" fmla="*/ 11 h 12"/>
                  <a:gd name="T2" fmla="*/ 15 w 15"/>
                  <a:gd name="T3" fmla="*/ 12 h 12"/>
                  <a:gd name="T4" fmla="*/ 14 w 15"/>
                  <a:gd name="T5" fmla="*/ 12 h 12"/>
                  <a:gd name="T6" fmla="*/ 13 w 15"/>
                  <a:gd name="T7" fmla="*/ 11 h 12"/>
                  <a:gd name="T8" fmla="*/ 12 w 15"/>
                  <a:gd name="T9" fmla="*/ 11 h 12"/>
                  <a:gd name="T10" fmla="*/ 11 w 15"/>
                  <a:gd name="T11" fmla="*/ 9 h 12"/>
                  <a:gd name="T12" fmla="*/ 11 w 15"/>
                  <a:gd name="T13" fmla="*/ 8 h 12"/>
                  <a:gd name="T14" fmla="*/ 10 w 15"/>
                  <a:gd name="T15" fmla="*/ 7 h 12"/>
                  <a:gd name="T16" fmla="*/ 9 w 15"/>
                  <a:gd name="T17" fmla="*/ 7 h 12"/>
                  <a:gd name="T18" fmla="*/ 7 w 15"/>
                  <a:gd name="T19" fmla="*/ 7 h 12"/>
                  <a:gd name="T20" fmla="*/ 6 w 15"/>
                  <a:gd name="T21" fmla="*/ 6 h 12"/>
                  <a:gd name="T22" fmla="*/ 5 w 15"/>
                  <a:gd name="T23" fmla="*/ 5 h 12"/>
                  <a:gd name="T24" fmla="*/ 4 w 15"/>
                  <a:gd name="T25" fmla="*/ 4 h 12"/>
                  <a:gd name="T26" fmla="*/ 3 w 15"/>
                  <a:gd name="T27" fmla="*/ 3 h 12"/>
                  <a:gd name="T28" fmla="*/ 2 w 15"/>
                  <a:gd name="T29" fmla="*/ 2 h 12"/>
                  <a:gd name="T30" fmla="*/ 0 w 15"/>
                  <a:gd name="T31" fmla="*/ 2 h 12"/>
                  <a:gd name="T32" fmla="*/ 1 w 15"/>
                  <a:gd name="T33" fmla="*/ 1 h 12"/>
                  <a:gd name="T34" fmla="*/ 2 w 15"/>
                  <a:gd name="T35" fmla="*/ 0 h 12"/>
                  <a:gd name="T36" fmla="*/ 3 w 15"/>
                  <a:gd name="T37" fmla="*/ 0 h 12"/>
                  <a:gd name="T38" fmla="*/ 4 w 15"/>
                  <a:gd name="T39" fmla="*/ 1 h 12"/>
                  <a:gd name="T40" fmla="*/ 5 w 15"/>
                  <a:gd name="T41" fmla="*/ 2 h 12"/>
                  <a:gd name="T42" fmla="*/ 6 w 15"/>
                  <a:gd name="T43" fmla="*/ 3 h 12"/>
                  <a:gd name="T44" fmla="*/ 8 w 15"/>
                  <a:gd name="T45" fmla="*/ 4 h 12"/>
                  <a:gd name="T46" fmla="*/ 11 w 15"/>
                  <a:gd name="T47" fmla="*/ 4 h 12"/>
                  <a:gd name="T48" fmla="*/ 11 w 15"/>
                  <a:gd name="T49" fmla="*/ 5 h 12"/>
                  <a:gd name="T50" fmla="*/ 11 w 15"/>
                  <a:gd name="T51" fmla="*/ 6 h 12"/>
                  <a:gd name="T52" fmla="*/ 12 w 15"/>
                  <a:gd name="T53" fmla="*/ 9 h 12"/>
                  <a:gd name="T54" fmla="*/ 13 w 15"/>
                  <a:gd name="T55" fmla="*/ 9 h 12"/>
                  <a:gd name="T56" fmla="*/ 15 w 15"/>
                  <a:gd name="T57" fmla="*/ 9 h 12"/>
                  <a:gd name="T58" fmla="*/ 15 w 15"/>
                  <a:gd name="T59" fmla="*/ 11 h 12"/>
                  <a:gd name="T60" fmla="*/ 15 w 15"/>
                  <a:gd name="T61" fmla="*/ 10 h 12"/>
                  <a:gd name="T62" fmla="*/ 15 w 15"/>
                  <a:gd name="T63" fmla="*/ 11 h 1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5"/>
                  <a:gd name="T97" fmla="*/ 0 h 12"/>
                  <a:gd name="T98" fmla="*/ 15 w 15"/>
                  <a:gd name="T99" fmla="*/ 12 h 1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5" h="12">
                    <a:moveTo>
                      <a:pt x="15" y="11"/>
                    </a:moveTo>
                    <a:lnTo>
                      <a:pt x="15" y="12"/>
                    </a:lnTo>
                    <a:lnTo>
                      <a:pt x="14" y="12"/>
                    </a:lnTo>
                    <a:lnTo>
                      <a:pt x="13" y="11"/>
                    </a:lnTo>
                    <a:lnTo>
                      <a:pt x="12" y="11"/>
                    </a:lnTo>
                    <a:lnTo>
                      <a:pt x="11" y="9"/>
                    </a:lnTo>
                    <a:lnTo>
                      <a:pt x="11" y="8"/>
                    </a:lnTo>
                    <a:lnTo>
                      <a:pt x="10" y="7"/>
                    </a:lnTo>
                    <a:lnTo>
                      <a:pt x="9" y="7"/>
                    </a:lnTo>
                    <a:lnTo>
                      <a:pt x="7" y="7"/>
                    </a:lnTo>
                    <a:lnTo>
                      <a:pt x="6" y="6"/>
                    </a:lnTo>
                    <a:lnTo>
                      <a:pt x="5" y="5"/>
                    </a:lnTo>
                    <a:lnTo>
                      <a:pt x="4" y="4"/>
                    </a:lnTo>
                    <a:lnTo>
                      <a:pt x="3" y="3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1"/>
                    </a:lnTo>
                    <a:lnTo>
                      <a:pt x="5" y="2"/>
                    </a:lnTo>
                    <a:lnTo>
                      <a:pt x="6" y="3"/>
                    </a:lnTo>
                    <a:lnTo>
                      <a:pt x="8" y="4"/>
                    </a:lnTo>
                    <a:lnTo>
                      <a:pt x="11" y="4"/>
                    </a:lnTo>
                    <a:lnTo>
                      <a:pt x="11" y="5"/>
                    </a:lnTo>
                    <a:lnTo>
                      <a:pt x="11" y="6"/>
                    </a:lnTo>
                    <a:lnTo>
                      <a:pt x="12" y="9"/>
                    </a:lnTo>
                    <a:lnTo>
                      <a:pt x="13" y="9"/>
                    </a:lnTo>
                    <a:lnTo>
                      <a:pt x="15" y="9"/>
                    </a:lnTo>
                    <a:lnTo>
                      <a:pt x="15" y="11"/>
                    </a:lnTo>
                    <a:lnTo>
                      <a:pt x="15" y="10"/>
                    </a:lnTo>
                    <a:lnTo>
                      <a:pt x="15" y="1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46" name="D366">
                <a:extLst>
                  <a:ext uri="{FF2B5EF4-FFF2-40B4-BE49-F238E27FC236}">
                    <a16:creationId xmlns:a16="http://schemas.microsoft.com/office/drawing/2014/main" id="{EFC81156-AB7E-F244-A998-704A1CDE2E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325" y="6105548"/>
                <a:ext cx="4" cy="4"/>
              </a:xfrm>
              <a:custGeom>
                <a:avLst/>
                <a:gdLst>
                  <a:gd name="T0" fmla="*/ 3 w 4"/>
                  <a:gd name="T1" fmla="*/ 4 h 4"/>
                  <a:gd name="T2" fmla="*/ 2 w 4"/>
                  <a:gd name="T3" fmla="*/ 3 h 4"/>
                  <a:gd name="T4" fmla="*/ 1 w 4"/>
                  <a:gd name="T5" fmla="*/ 2 h 4"/>
                  <a:gd name="T6" fmla="*/ 0 w 4"/>
                  <a:gd name="T7" fmla="*/ 0 h 4"/>
                  <a:gd name="T8" fmla="*/ 2 w 4"/>
                  <a:gd name="T9" fmla="*/ 0 h 4"/>
                  <a:gd name="T10" fmla="*/ 3 w 4"/>
                  <a:gd name="T11" fmla="*/ 1 h 4"/>
                  <a:gd name="T12" fmla="*/ 3 w 4"/>
                  <a:gd name="T13" fmla="*/ 2 h 4"/>
                  <a:gd name="T14" fmla="*/ 4 w 4"/>
                  <a:gd name="T15" fmla="*/ 3 h 4"/>
                  <a:gd name="T16" fmla="*/ 4 w 4"/>
                  <a:gd name="T17" fmla="*/ 4 h 4"/>
                  <a:gd name="T18" fmla="*/ 3 w 4"/>
                  <a:gd name="T19" fmla="*/ 4 h 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"/>
                  <a:gd name="T31" fmla="*/ 0 h 4"/>
                  <a:gd name="T32" fmla="*/ 4 w 4"/>
                  <a:gd name="T33" fmla="*/ 4 h 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" h="4">
                    <a:moveTo>
                      <a:pt x="3" y="4"/>
                    </a:moveTo>
                    <a:lnTo>
                      <a:pt x="2" y="3"/>
                    </a:lnTo>
                    <a:lnTo>
                      <a:pt x="1" y="2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3" y="1"/>
                    </a:lnTo>
                    <a:lnTo>
                      <a:pt x="3" y="2"/>
                    </a:lnTo>
                    <a:lnTo>
                      <a:pt x="4" y="3"/>
                    </a:lnTo>
                    <a:lnTo>
                      <a:pt x="4" y="4"/>
                    </a:lnTo>
                    <a:lnTo>
                      <a:pt x="3" y="4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sp>
          <p:nvSpPr>
            <p:cNvPr id="46" name="Hungary">
              <a:extLst>
                <a:ext uri="{FF2B5EF4-FFF2-40B4-BE49-F238E27FC236}">
                  <a16:creationId xmlns:a16="http://schemas.microsoft.com/office/drawing/2014/main" id="{D4D76E6D-AE97-0B4C-9FF8-9A470D538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969" y="3374966"/>
              <a:ext cx="138394" cy="78227"/>
            </a:xfrm>
            <a:custGeom>
              <a:avLst/>
              <a:gdLst>
                <a:gd name="T0" fmla="*/ 2147483647 w 62"/>
                <a:gd name="T1" fmla="*/ 2147483647 h 32"/>
                <a:gd name="T2" fmla="*/ 2147483647 w 62"/>
                <a:gd name="T3" fmla="*/ 2147483647 h 32"/>
                <a:gd name="T4" fmla="*/ 2147483647 w 62"/>
                <a:gd name="T5" fmla="*/ 2147483647 h 32"/>
                <a:gd name="T6" fmla="*/ 2147483647 w 62"/>
                <a:gd name="T7" fmla="*/ 2147483647 h 32"/>
                <a:gd name="T8" fmla="*/ 2147483647 w 62"/>
                <a:gd name="T9" fmla="*/ 2147483647 h 32"/>
                <a:gd name="T10" fmla="*/ 2147483647 w 62"/>
                <a:gd name="T11" fmla="*/ 2147483647 h 32"/>
                <a:gd name="T12" fmla="*/ 2147483647 w 62"/>
                <a:gd name="T13" fmla="*/ 2147483647 h 32"/>
                <a:gd name="T14" fmla="*/ 2147483647 w 62"/>
                <a:gd name="T15" fmla="*/ 2147483647 h 32"/>
                <a:gd name="T16" fmla="*/ 2147483647 w 62"/>
                <a:gd name="T17" fmla="*/ 2147483647 h 32"/>
                <a:gd name="T18" fmla="*/ 2147483647 w 62"/>
                <a:gd name="T19" fmla="*/ 2147483647 h 32"/>
                <a:gd name="T20" fmla="*/ 2147483647 w 62"/>
                <a:gd name="T21" fmla="*/ 2147483647 h 32"/>
                <a:gd name="T22" fmla="*/ 2147483647 w 62"/>
                <a:gd name="T23" fmla="*/ 2147483647 h 32"/>
                <a:gd name="T24" fmla="*/ 2147483647 w 62"/>
                <a:gd name="T25" fmla="*/ 2147483647 h 32"/>
                <a:gd name="T26" fmla="*/ 2147483647 w 62"/>
                <a:gd name="T27" fmla="*/ 2147483647 h 32"/>
                <a:gd name="T28" fmla="*/ 2147483647 w 62"/>
                <a:gd name="T29" fmla="*/ 2147483647 h 32"/>
                <a:gd name="T30" fmla="*/ 2147483647 w 62"/>
                <a:gd name="T31" fmla="*/ 2147483647 h 32"/>
                <a:gd name="T32" fmla="*/ 2147483647 w 62"/>
                <a:gd name="T33" fmla="*/ 2147483647 h 32"/>
                <a:gd name="T34" fmla="*/ 2147483647 w 62"/>
                <a:gd name="T35" fmla="*/ 2147483647 h 32"/>
                <a:gd name="T36" fmla="*/ 2147483647 w 62"/>
                <a:gd name="T37" fmla="*/ 2147483647 h 32"/>
                <a:gd name="T38" fmla="*/ 2147483647 w 62"/>
                <a:gd name="T39" fmla="*/ 2147483647 h 32"/>
                <a:gd name="T40" fmla="*/ 0 w 62"/>
                <a:gd name="T41" fmla="*/ 2147483647 h 32"/>
                <a:gd name="T42" fmla="*/ 2147483647 w 62"/>
                <a:gd name="T43" fmla="*/ 2147483647 h 32"/>
                <a:gd name="T44" fmla="*/ 2147483647 w 62"/>
                <a:gd name="T45" fmla="*/ 2147483647 h 32"/>
                <a:gd name="T46" fmla="*/ 2147483647 w 62"/>
                <a:gd name="T47" fmla="*/ 2147483647 h 32"/>
                <a:gd name="T48" fmla="*/ 2147483647 w 62"/>
                <a:gd name="T49" fmla="*/ 2147483647 h 32"/>
                <a:gd name="T50" fmla="*/ 2147483647 w 62"/>
                <a:gd name="T51" fmla="*/ 2147483647 h 32"/>
                <a:gd name="T52" fmla="*/ 2147483647 w 62"/>
                <a:gd name="T53" fmla="*/ 2147483647 h 32"/>
                <a:gd name="T54" fmla="*/ 2147483647 w 62"/>
                <a:gd name="T55" fmla="*/ 2147483647 h 32"/>
                <a:gd name="T56" fmla="*/ 2147483647 w 62"/>
                <a:gd name="T57" fmla="*/ 2147483647 h 32"/>
                <a:gd name="T58" fmla="*/ 2147483647 w 62"/>
                <a:gd name="T59" fmla="*/ 2147483647 h 32"/>
                <a:gd name="T60" fmla="*/ 2147483647 w 62"/>
                <a:gd name="T61" fmla="*/ 2147483647 h 32"/>
                <a:gd name="T62" fmla="*/ 2147483647 w 62"/>
                <a:gd name="T63" fmla="*/ 2147483647 h 32"/>
                <a:gd name="T64" fmla="*/ 2147483647 w 62"/>
                <a:gd name="T65" fmla="*/ 2147483647 h 32"/>
                <a:gd name="T66" fmla="*/ 2147483647 w 62"/>
                <a:gd name="T67" fmla="*/ 2147483647 h 32"/>
                <a:gd name="T68" fmla="*/ 2147483647 w 62"/>
                <a:gd name="T69" fmla="*/ 2147483647 h 32"/>
                <a:gd name="T70" fmla="*/ 2147483647 w 62"/>
                <a:gd name="T71" fmla="*/ 2147483647 h 32"/>
                <a:gd name="T72" fmla="*/ 2147483647 w 62"/>
                <a:gd name="T73" fmla="*/ 2147483647 h 32"/>
                <a:gd name="T74" fmla="*/ 2147483647 w 62"/>
                <a:gd name="T75" fmla="*/ 2147483647 h 32"/>
                <a:gd name="T76" fmla="*/ 2147483647 w 62"/>
                <a:gd name="T77" fmla="*/ 0 h 32"/>
                <a:gd name="T78" fmla="*/ 2147483647 w 62"/>
                <a:gd name="T79" fmla="*/ 0 h 32"/>
                <a:gd name="T80" fmla="*/ 2147483647 w 62"/>
                <a:gd name="T81" fmla="*/ 2147483647 h 3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62"/>
                <a:gd name="T124" fmla="*/ 0 h 32"/>
                <a:gd name="T125" fmla="*/ 62 w 62"/>
                <a:gd name="T126" fmla="*/ 32 h 3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62" h="32">
                  <a:moveTo>
                    <a:pt x="58" y="3"/>
                  </a:moveTo>
                  <a:lnTo>
                    <a:pt x="60" y="4"/>
                  </a:lnTo>
                  <a:lnTo>
                    <a:pt x="61" y="5"/>
                  </a:lnTo>
                  <a:lnTo>
                    <a:pt x="62" y="7"/>
                  </a:lnTo>
                  <a:lnTo>
                    <a:pt x="61" y="8"/>
                  </a:lnTo>
                  <a:lnTo>
                    <a:pt x="60" y="9"/>
                  </a:lnTo>
                  <a:lnTo>
                    <a:pt x="59" y="9"/>
                  </a:lnTo>
                  <a:lnTo>
                    <a:pt x="57" y="10"/>
                  </a:lnTo>
                  <a:lnTo>
                    <a:pt x="55" y="11"/>
                  </a:lnTo>
                  <a:lnTo>
                    <a:pt x="55" y="12"/>
                  </a:lnTo>
                  <a:lnTo>
                    <a:pt x="54" y="14"/>
                  </a:lnTo>
                  <a:lnTo>
                    <a:pt x="53" y="16"/>
                  </a:lnTo>
                  <a:lnTo>
                    <a:pt x="51" y="17"/>
                  </a:lnTo>
                  <a:lnTo>
                    <a:pt x="50" y="19"/>
                  </a:lnTo>
                  <a:lnTo>
                    <a:pt x="49" y="22"/>
                  </a:lnTo>
                  <a:lnTo>
                    <a:pt x="48" y="23"/>
                  </a:lnTo>
                  <a:lnTo>
                    <a:pt x="47" y="26"/>
                  </a:lnTo>
                  <a:lnTo>
                    <a:pt x="44" y="27"/>
                  </a:lnTo>
                  <a:lnTo>
                    <a:pt x="42" y="27"/>
                  </a:lnTo>
                  <a:lnTo>
                    <a:pt x="40" y="28"/>
                  </a:lnTo>
                  <a:lnTo>
                    <a:pt x="39" y="28"/>
                  </a:lnTo>
                  <a:lnTo>
                    <a:pt x="38" y="28"/>
                  </a:lnTo>
                  <a:lnTo>
                    <a:pt x="37" y="27"/>
                  </a:lnTo>
                  <a:lnTo>
                    <a:pt x="35" y="28"/>
                  </a:lnTo>
                  <a:lnTo>
                    <a:pt x="33" y="28"/>
                  </a:lnTo>
                  <a:lnTo>
                    <a:pt x="30" y="29"/>
                  </a:lnTo>
                  <a:lnTo>
                    <a:pt x="28" y="29"/>
                  </a:lnTo>
                  <a:lnTo>
                    <a:pt x="27" y="30"/>
                  </a:lnTo>
                  <a:lnTo>
                    <a:pt x="25" y="30"/>
                  </a:lnTo>
                  <a:lnTo>
                    <a:pt x="22" y="32"/>
                  </a:lnTo>
                  <a:lnTo>
                    <a:pt x="20" y="32"/>
                  </a:lnTo>
                  <a:lnTo>
                    <a:pt x="17" y="32"/>
                  </a:lnTo>
                  <a:lnTo>
                    <a:pt x="15" y="31"/>
                  </a:lnTo>
                  <a:lnTo>
                    <a:pt x="13" y="30"/>
                  </a:lnTo>
                  <a:lnTo>
                    <a:pt x="11" y="28"/>
                  </a:lnTo>
                  <a:lnTo>
                    <a:pt x="8" y="27"/>
                  </a:lnTo>
                  <a:lnTo>
                    <a:pt x="7" y="25"/>
                  </a:lnTo>
                  <a:lnTo>
                    <a:pt x="5" y="24"/>
                  </a:lnTo>
                  <a:lnTo>
                    <a:pt x="3" y="22"/>
                  </a:lnTo>
                  <a:lnTo>
                    <a:pt x="2" y="20"/>
                  </a:lnTo>
                  <a:lnTo>
                    <a:pt x="1" y="20"/>
                  </a:lnTo>
                  <a:lnTo>
                    <a:pt x="0" y="20"/>
                  </a:lnTo>
                  <a:lnTo>
                    <a:pt x="0" y="19"/>
                  </a:lnTo>
                  <a:lnTo>
                    <a:pt x="2" y="18"/>
                  </a:lnTo>
                  <a:lnTo>
                    <a:pt x="3" y="18"/>
                  </a:lnTo>
                  <a:lnTo>
                    <a:pt x="3" y="16"/>
                  </a:lnTo>
                  <a:lnTo>
                    <a:pt x="3" y="15"/>
                  </a:lnTo>
                  <a:lnTo>
                    <a:pt x="4" y="14"/>
                  </a:lnTo>
                  <a:lnTo>
                    <a:pt x="5" y="12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6" y="10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2" y="7"/>
                  </a:lnTo>
                  <a:lnTo>
                    <a:pt x="13" y="8"/>
                  </a:lnTo>
                  <a:lnTo>
                    <a:pt x="15" y="9"/>
                  </a:lnTo>
                  <a:lnTo>
                    <a:pt x="16" y="9"/>
                  </a:lnTo>
                  <a:lnTo>
                    <a:pt x="18" y="9"/>
                  </a:lnTo>
                  <a:lnTo>
                    <a:pt x="19" y="9"/>
                  </a:lnTo>
                  <a:lnTo>
                    <a:pt x="21" y="9"/>
                  </a:lnTo>
                  <a:lnTo>
                    <a:pt x="22" y="9"/>
                  </a:lnTo>
                  <a:lnTo>
                    <a:pt x="23" y="9"/>
                  </a:lnTo>
                  <a:lnTo>
                    <a:pt x="23" y="8"/>
                  </a:lnTo>
                  <a:lnTo>
                    <a:pt x="24" y="8"/>
                  </a:lnTo>
                  <a:lnTo>
                    <a:pt x="25" y="6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4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0" y="1"/>
                  </a:lnTo>
                  <a:lnTo>
                    <a:pt x="43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51" y="0"/>
                  </a:lnTo>
                  <a:lnTo>
                    <a:pt x="53" y="2"/>
                  </a:lnTo>
                  <a:lnTo>
                    <a:pt x="56" y="2"/>
                  </a:lnTo>
                  <a:lnTo>
                    <a:pt x="58" y="3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47" name="Ireland">
              <a:extLst>
                <a:ext uri="{FF2B5EF4-FFF2-40B4-BE49-F238E27FC236}">
                  <a16:creationId xmlns:a16="http://schemas.microsoft.com/office/drawing/2014/main" id="{C866B626-02B0-B94D-9519-402D5345A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323" y="3172064"/>
              <a:ext cx="89286" cy="117340"/>
            </a:xfrm>
            <a:custGeom>
              <a:avLst/>
              <a:gdLst>
                <a:gd name="T0" fmla="*/ 2147483647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2147483647 h 48"/>
                <a:gd name="T8" fmla="*/ 2147483647 w 40"/>
                <a:gd name="T9" fmla="*/ 2147483647 h 48"/>
                <a:gd name="T10" fmla="*/ 2147483647 w 40"/>
                <a:gd name="T11" fmla="*/ 2147483647 h 48"/>
                <a:gd name="T12" fmla="*/ 2147483647 w 40"/>
                <a:gd name="T13" fmla="*/ 2147483647 h 48"/>
                <a:gd name="T14" fmla="*/ 2147483647 w 40"/>
                <a:gd name="T15" fmla="*/ 2147483647 h 48"/>
                <a:gd name="T16" fmla="*/ 2147483647 w 40"/>
                <a:gd name="T17" fmla="*/ 2147483647 h 48"/>
                <a:gd name="T18" fmla="*/ 2147483647 w 40"/>
                <a:gd name="T19" fmla="*/ 2147483647 h 48"/>
                <a:gd name="T20" fmla="*/ 2147483647 w 40"/>
                <a:gd name="T21" fmla="*/ 2147483647 h 48"/>
                <a:gd name="T22" fmla="*/ 2147483647 w 40"/>
                <a:gd name="T23" fmla="*/ 2147483647 h 48"/>
                <a:gd name="T24" fmla="*/ 2147483647 w 40"/>
                <a:gd name="T25" fmla="*/ 2147483647 h 48"/>
                <a:gd name="T26" fmla="*/ 2147483647 w 40"/>
                <a:gd name="T27" fmla="*/ 2147483647 h 48"/>
                <a:gd name="T28" fmla="*/ 2147483647 w 40"/>
                <a:gd name="T29" fmla="*/ 2147483647 h 48"/>
                <a:gd name="T30" fmla="*/ 2147483647 w 40"/>
                <a:gd name="T31" fmla="*/ 2147483647 h 48"/>
                <a:gd name="T32" fmla="*/ 2147483647 w 40"/>
                <a:gd name="T33" fmla="*/ 2147483647 h 48"/>
                <a:gd name="T34" fmla="*/ 2147483647 w 40"/>
                <a:gd name="T35" fmla="*/ 2147483647 h 48"/>
                <a:gd name="T36" fmla="*/ 2147483647 w 40"/>
                <a:gd name="T37" fmla="*/ 2147483647 h 48"/>
                <a:gd name="T38" fmla="*/ 2147483647 w 40"/>
                <a:gd name="T39" fmla="*/ 2147483647 h 48"/>
                <a:gd name="T40" fmla="*/ 2147483647 w 40"/>
                <a:gd name="T41" fmla="*/ 2147483647 h 48"/>
                <a:gd name="T42" fmla="*/ 2147483647 w 40"/>
                <a:gd name="T43" fmla="*/ 2147483647 h 48"/>
                <a:gd name="T44" fmla="*/ 2147483647 w 40"/>
                <a:gd name="T45" fmla="*/ 2147483647 h 48"/>
                <a:gd name="T46" fmla="*/ 2147483647 w 40"/>
                <a:gd name="T47" fmla="*/ 2147483647 h 48"/>
                <a:gd name="T48" fmla="*/ 2147483647 w 40"/>
                <a:gd name="T49" fmla="*/ 2147483647 h 48"/>
                <a:gd name="T50" fmla="*/ 2147483647 w 40"/>
                <a:gd name="T51" fmla="*/ 2147483647 h 48"/>
                <a:gd name="T52" fmla="*/ 2147483647 w 40"/>
                <a:gd name="T53" fmla="*/ 2147483647 h 48"/>
                <a:gd name="T54" fmla="*/ 2147483647 w 40"/>
                <a:gd name="T55" fmla="*/ 2147483647 h 48"/>
                <a:gd name="T56" fmla="*/ 2147483647 w 40"/>
                <a:gd name="T57" fmla="*/ 2147483647 h 48"/>
                <a:gd name="T58" fmla="*/ 2147483647 w 40"/>
                <a:gd name="T59" fmla="*/ 2147483647 h 48"/>
                <a:gd name="T60" fmla="*/ 2147483647 w 40"/>
                <a:gd name="T61" fmla="*/ 2147483647 h 48"/>
                <a:gd name="T62" fmla="*/ 0 w 40"/>
                <a:gd name="T63" fmla="*/ 2147483647 h 48"/>
                <a:gd name="T64" fmla="*/ 2147483647 w 40"/>
                <a:gd name="T65" fmla="*/ 2147483647 h 48"/>
                <a:gd name="T66" fmla="*/ 2147483647 w 40"/>
                <a:gd name="T67" fmla="*/ 2147483647 h 48"/>
                <a:gd name="T68" fmla="*/ 2147483647 w 40"/>
                <a:gd name="T69" fmla="*/ 2147483647 h 48"/>
                <a:gd name="T70" fmla="*/ 2147483647 w 40"/>
                <a:gd name="T71" fmla="*/ 2147483647 h 48"/>
                <a:gd name="T72" fmla="*/ 2147483647 w 40"/>
                <a:gd name="T73" fmla="*/ 2147483647 h 48"/>
                <a:gd name="T74" fmla="*/ 2147483647 w 40"/>
                <a:gd name="T75" fmla="*/ 2147483647 h 48"/>
                <a:gd name="T76" fmla="*/ 2147483647 w 40"/>
                <a:gd name="T77" fmla="*/ 2147483647 h 48"/>
                <a:gd name="T78" fmla="*/ 2147483647 w 40"/>
                <a:gd name="T79" fmla="*/ 2147483647 h 48"/>
                <a:gd name="T80" fmla="*/ 2147483647 w 40"/>
                <a:gd name="T81" fmla="*/ 2147483647 h 48"/>
                <a:gd name="T82" fmla="*/ 2147483647 w 40"/>
                <a:gd name="T83" fmla="*/ 2147483647 h 48"/>
                <a:gd name="T84" fmla="*/ 2147483647 w 40"/>
                <a:gd name="T85" fmla="*/ 2147483647 h 48"/>
                <a:gd name="T86" fmla="*/ 2147483647 w 40"/>
                <a:gd name="T87" fmla="*/ 2147483647 h 48"/>
                <a:gd name="T88" fmla="*/ 2147483647 w 40"/>
                <a:gd name="T89" fmla="*/ 2147483647 h 48"/>
                <a:gd name="T90" fmla="*/ 2147483647 w 40"/>
                <a:gd name="T91" fmla="*/ 2147483647 h 48"/>
                <a:gd name="T92" fmla="*/ 2147483647 w 40"/>
                <a:gd name="T93" fmla="*/ 2147483647 h 48"/>
                <a:gd name="T94" fmla="*/ 2147483647 w 40"/>
                <a:gd name="T95" fmla="*/ 2147483647 h 48"/>
                <a:gd name="T96" fmla="*/ 2147483647 w 40"/>
                <a:gd name="T97" fmla="*/ 2147483647 h 48"/>
                <a:gd name="T98" fmla="*/ 2147483647 w 40"/>
                <a:gd name="T99" fmla="*/ 2147483647 h 48"/>
                <a:gd name="T100" fmla="*/ 2147483647 w 40"/>
                <a:gd name="T101" fmla="*/ 2147483647 h 48"/>
                <a:gd name="T102" fmla="*/ 2147483647 w 40"/>
                <a:gd name="T103" fmla="*/ 2147483647 h 48"/>
                <a:gd name="T104" fmla="*/ 2147483647 w 40"/>
                <a:gd name="T105" fmla="*/ 2147483647 h 48"/>
                <a:gd name="T106" fmla="*/ 2147483647 w 40"/>
                <a:gd name="T107" fmla="*/ 2147483647 h 48"/>
                <a:gd name="T108" fmla="*/ 2147483647 w 40"/>
                <a:gd name="T109" fmla="*/ 2147483647 h 48"/>
                <a:gd name="T110" fmla="*/ 2147483647 w 40"/>
                <a:gd name="T111" fmla="*/ 2147483647 h 48"/>
                <a:gd name="T112" fmla="*/ 2147483647 w 40"/>
                <a:gd name="T113" fmla="*/ 2147483647 h 48"/>
                <a:gd name="T114" fmla="*/ 2147483647 w 40"/>
                <a:gd name="T115" fmla="*/ 2147483647 h 48"/>
                <a:gd name="T116" fmla="*/ 2147483647 w 40"/>
                <a:gd name="T117" fmla="*/ 2147483647 h 48"/>
                <a:gd name="T118" fmla="*/ 2147483647 w 40"/>
                <a:gd name="T119" fmla="*/ 0 h 48"/>
                <a:gd name="T120" fmla="*/ 2147483647 w 40"/>
                <a:gd name="T121" fmla="*/ 2147483647 h 4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40"/>
                <a:gd name="T184" fmla="*/ 0 h 48"/>
                <a:gd name="T185" fmla="*/ 40 w 40"/>
                <a:gd name="T186" fmla="*/ 48 h 48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40" h="48">
                  <a:moveTo>
                    <a:pt x="26" y="4"/>
                  </a:moveTo>
                  <a:lnTo>
                    <a:pt x="26" y="6"/>
                  </a:lnTo>
                  <a:lnTo>
                    <a:pt x="25" y="7"/>
                  </a:lnTo>
                  <a:lnTo>
                    <a:pt x="23" y="7"/>
                  </a:lnTo>
                  <a:lnTo>
                    <a:pt x="23" y="9"/>
                  </a:lnTo>
                  <a:lnTo>
                    <a:pt x="21" y="10"/>
                  </a:lnTo>
                  <a:lnTo>
                    <a:pt x="24" y="12"/>
                  </a:lnTo>
                  <a:lnTo>
                    <a:pt x="25" y="14"/>
                  </a:lnTo>
                  <a:lnTo>
                    <a:pt x="27" y="15"/>
                  </a:lnTo>
                  <a:lnTo>
                    <a:pt x="29" y="13"/>
                  </a:lnTo>
                  <a:lnTo>
                    <a:pt x="30" y="12"/>
                  </a:lnTo>
                  <a:lnTo>
                    <a:pt x="32" y="12"/>
                  </a:lnTo>
                  <a:lnTo>
                    <a:pt x="34" y="11"/>
                  </a:lnTo>
                  <a:lnTo>
                    <a:pt x="36" y="11"/>
                  </a:lnTo>
                  <a:lnTo>
                    <a:pt x="37" y="12"/>
                  </a:lnTo>
                  <a:lnTo>
                    <a:pt x="38" y="13"/>
                  </a:lnTo>
                  <a:lnTo>
                    <a:pt x="38" y="14"/>
                  </a:lnTo>
                  <a:lnTo>
                    <a:pt x="38" y="16"/>
                  </a:lnTo>
                  <a:lnTo>
                    <a:pt x="39" y="16"/>
                  </a:lnTo>
                  <a:lnTo>
                    <a:pt x="38" y="17"/>
                  </a:lnTo>
                  <a:lnTo>
                    <a:pt x="38" y="18"/>
                  </a:lnTo>
                  <a:lnTo>
                    <a:pt x="38" y="19"/>
                  </a:lnTo>
                  <a:lnTo>
                    <a:pt x="38" y="20"/>
                  </a:lnTo>
                  <a:lnTo>
                    <a:pt x="39" y="21"/>
                  </a:lnTo>
                  <a:lnTo>
                    <a:pt x="40" y="22"/>
                  </a:lnTo>
                  <a:lnTo>
                    <a:pt x="40" y="24"/>
                  </a:lnTo>
                  <a:lnTo>
                    <a:pt x="39" y="24"/>
                  </a:lnTo>
                  <a:lnTo>
                    <a:pt x="39" y="25"/>
                  </a:lnTo>
                  <a:lnTo>
                    <a:pt x="39" y="26"/>
                  </a:lnTo>
                  <a:lnTo>
                    <a:pt x="39" y="27"/>
                  </a:lnTo>
                  <a:lnTo>
                    <a:pt x="39" y="28"/>
                  </a:lnTo>
                  <a:lnTo>
                    <a:pt x="40" y="30"/>
                  </a:lnTo>
                  <a:lnTo>
                    <a:pt x="39" y="31"/>
                  </a:lnTo>
                  <a:lnTo>
                    <a:pt x="39" y="33"/>
                  </a:lnTo>
                  <a:lnTo>
                    <a:pt x="38" y="33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7" y="39"/>
                  </a:lnTo>
                  <a:lnTo>
                    <a:pt x="37" y="40"/>
                  </a:lnTo>
                  <a:lnTo>
                    <a:pt x="36" y="40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8" y="40"/>
                  </a:lnTo>
                  <a:lnTo>
                    <a:pt x="26" y="40"/>
                  </a:lnTo>
                  <a:lnTo>
                    <a:pt x="26" y="41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3" y="42"/>
                  </a:lnTo>
                  <a:lnTo>
                    <a:pt x="23" y="43"/>
                  </a:lnTo>
                  <a:lnTo>
                    <a:pt x="22" y="44"/>
                  </a:lnTo>
                  <a:lnTo>
                    <a:pt x="21" y="44"/>
                  </a:lnTo>
                  <a:lnTo>
                    <a:pt x="20" y="44"/>
                  </a:lnTo>
                  <a:lnTo>
                    <a:pt x="20" y="43"/>
                  </a:lnTo>
                  <a:lnTo>
                    <a:pt x="19" y="43"/>
                  </a:lnTo>
                  <a:lnTo>
                    <a:pt x="19" y="44"/>
                  </a:lnTo>
                  <a:lnTo>
                    <a:pt x="19" y="45"/>
                  </a:lnTo>
                  <a:lnTo>
                    <a:pt x="18" y="45"/>
                  </a:lnTo>
                  <a:lnTo>
                    <a:pt x="18" y="46"/>
                  </a:lnTo>
                  <a:lnTo>
                    <a:pt x="17" y="46"/>
                  </a:lnTo>
                  <a:lnTo>
                    <a:pt x="16" y="46"/>
                  </a:lnTo>
                  <a:lnTo>
                    <a:pt x="15" y="46"/>
                  </a:lnTo>
                  <a:lnTo>
                    <a:pt x="14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0" y="48"/>
                  </a:lnTo>
                  <a:lnTo>
                    <a:pt x="9" y="47"/>
                  </a:lnTo>
                  <a:lnTo>
                    <a:pt x="8" y="47"/>
                  </a:lnTo>
                  <a:lnTo>
                    <a:pt x="6" y="48"/>
                  </a:lnTo>
                  <a:lnTo>
                    <a:pt x="6" y="47"/>
                  </a:lnTo>
                  <a:lnTo>
                    <a:pt x="7" y="46"/>
                  </a:lnTo>
                  <a:lnTo>
                    <a:pt x="8" y="46"/>
                  </a:lnTo>
                  <a:lnTo>
                    <a:pt x="8" y="45"/>
                  </a:lnTo>
                  <a:lnTo>
                    <a:pt x="6" y="46"/>
                  </a:lnTo>
                  <a:lnTo>
                    <a:pt x="5" y="46"/>
                  </a:lnTo>
                  <a:lnTo>
                    <a:pt x="4" y="46"/>
                  </a:lnTo>
                  <a:lnTo>
                    <a:pt x="3" y="46"/>
                  </a:lnTo>
                  <a:lnTo>
                    <a:pt x="4" y="46"/>
                  </a:lnTo>
                  <a:lnTo>
                    <a:pt x="5" y="45"/>
                  </a:lnTo>
                  <a:lnTo>
                    <a:pt x="7" y="44"/>
                  </a:lnTo>
                  <a:lnTo>
                    <a:pt x="7" y="43"/>
                  </a:lnTo>
                  <a:lnTo>
                    <a:pt x="5" y="44"/>
                  </a:lnTo>
                  <a:lnTo>
                    <a:pt x="4" y="44"/>
                  </a:lnTo>
                  <a:lnTo>
                    <a:pt x="3" y="44"/>
                  </a:lnTo>
                  <a:lnTo>
                    <a:pt x="2" y="44"/>
                  </a:lnTo>
                  <a:lnTo>
                    <a:pt x="1" y="44"/>
                  </a:lnTo>
                  <a:lnTo>
                    <a:pt x="1" y="43"/>
                  </a:lnTo>
                  <a:lnTo>
                    <a:pt x="3" y="42"/>
                  </a:lnTo>
                  <a:lnTo>
                    <a:pt x="5" y="41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9"/>
                  </a:lnTo>
                  <a:lnTo>
                    <a:pt x="4" y="38"/>
                  </a:lnTo>
                  <a:lnTo>
                    <a:pt x="5" y="38"/>
                  </a:lnTo>
                  <a:lnTo>
                    <a:pt x="6" y="37"/>
                  </a:lnTo>
                  <a:lnTo>
                    <a:pt x="7" y="36"/>
                  </a:lnTo>
                  <a:lnTo>
                    <a:pt x="7" y="35"/>
                  </a:lnTo>
                  <a:lnTo>
                    <a:pt x="10" y="35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6" y="33"/>
                  </a:lnTo>
                  <a:lnTo>
                    <a:pt x="14" y="33"/>
                  </a:lnTo>
                  <a:lnTo>
                    <a:pt x="14" y="32"/>
                  </a:lnTo>
                  <a:lnTo>
                    <a:pt x="14" y="31"/>
                  </a:lnTo>
                  <a:lnTo>
                    <a:pt x="14" y="32"/>
                  </a:lnTo>
                  <a:lnTo>
                    <a:pt x="13" y="33"/>
                  </a:lnTo>
                  <a:lnTo>
                    <a:pt x="11" y="34"/>
                  </a:lnTo>
                  <a:lnTo>
                    <a:pt x="10" y="34"/>
                  </a:lnTo>
                  <a:lnTo>
                    <a:pt x="8" y="34"/>
                  </a:lnTo>
                  <a:lnTo>
                    <a:pt x="7" y="34"/>
                  </a:lnTo>
                  <a:lnTo>
                    <a:pt x="6" y="34"/>
                  </a:lnTo>
                  <a:lnTo>
                    <a:pt x="8" y="33"/>
                  </a:lnTo>
                  <a:lnTo>
                    <a:pt x="9" y="32"/>
                  </a:lnTo>
                  <a:lnTo>
                    <a:pt x="9" y="31"/>
                  </a:lnTo>
                  <a:lnTo>
                    <a:pt x="9" y="30"/>
                  </a:lnTo>
                  <a:lnTo>
                    <a:pt x="10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4" y="27"/>
                  </a:lnTo>
                  <a:lnTo>
                    <a:pt x="13" y="26"/>
                  </a:lnTo>
                  <a:lnTo>
                    <a:pt x="12" y="26"/>
                  </a:lnTo>
                  <a:lnTo>
                    <a:pt x="9" y="26"/>
                  </a:lnTo>
                  <a:lnTo>
                    <a:pt x="8" y="26"/>
                  </a:lnTo>
                  <a:lnTo>
                    <a:pt x="7" y="25"/>
                  </a:lnTo>
                  <a:lnTo>
                    <a:pt x="6" y="25"/>
                  </a:lnTo>
                  <a:lnTo>
                    <a:pt x="5" y="25"/>
                  </a:lnTo>
                  <a:lnTo>
                    <a:pt x="5" y="24"/>
                  </a:lnTo>
                  <a:lnTo>
                    <a:pt x="4" y="24"/>
                  </a:lnTo>
                  <a:lnTo>
                    <a:pt x="3" y="23"/>
                  </a:lnTo>
                  <a:lnTo>
                    <a:pt x="3" y="22"/>
                  </a:lnTo>
                  <a:lnTo>
                    <a:pt x="5" y="21"/>
                  </a:lnTo>
                  <a:lnTo>
                    <a:pt x="5" y="20"/>
                  </a:lnTo>
                  <a:lnTo>
                    <a:pt x="6" y="20"/>
                  </a:lnTo>
                  <a:lnTo>
                    <a:pt x="8" y="19"/>
                  </a:lnTo>
                  <a:lnTo>
                    <a:pt x="8" y="18"/>
                  </a:lnTo>
                  <a:lnTo>
                    <a:pt x="7" y="18"/>
                  </a:lnTo>
                  <a:lnTo>
                    <a:pt x="4" y="18"/>
                  </a:lnTo>
                  <a:lnTo>
                    <a:pt x="3" y="17"/>
                  </a:lnTo>
                  <a:lnTo>
                    <a:pt x="4" y="17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6" y="13"/>
                  </a:lnTo>
                  <a:lnTo>
                    <a:pt x="7" y="12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3" y="13"/>
                  </a:lnTo>
                  <a:lnTo>
                    <a:pt x="14" y="13"/>
                  </a:lnTo>
                  <a:lnTo>
                    <a:pt x="17" y="13"/>
                  </a:lnTo>
                  <a:lnTo>
                    <a:pt x="17" y="12"/>
                  </a:lnTo>
                  <a:lnTo>
                    <a:pt x="18" y="11"/>
                  </a:lnTo>
                  <a:lnTo>
                    <a:pt x="19" y="10"/>
                  </a:lnTo>
                  <a:lnTo>
                    <a:pt x="20" y="10"/>
                  </a:lnTo>
                  <a:lnTo>
                    <a:pt x="21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8" y="9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6" y="7"/>
                  </a:lnTo>
                  <a:lnTo>
                    <a:pt x="17" y="7"/>
                  </a:lnTo>
                  <a:lnTo>
                    <a:pt x="18" y="6"/>
                  </a:lnTo>
                  <a:lnTo>
                    <a:pt x="19" y="5"/>
                  </a:lnTo>
                  <a:lnTo>
                    <a:pt x="18" y="5"/>
                  </a:lnTo>
                  <a:lnTo>
                    <a:pt x="19" y="3"/>
                  </a:lnTo>
                  <a:lnTo>
                    <a:pt x="20" y="3"/>
                  </a:lnTo>
                  <a:lnTo>
                    <a:pt x="21" y="2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5" y="1"/>
                  </a:lnTo>
                  <a:lnTo>
                    <a:pt x="26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4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775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grpSp>
          <p:nvGrpSpPr>
            <p:cNvPr id="48" name="Italy">
              <a:extLst>
                <a:ext uri="{FF2B5EF4-FFF2-40B4-BE49-F238E27FC236}">
                  <a16:creationId xmlns:a16="http://schemas.microsoft.com/office/drawing/2014/main" id="{48279199-8765-D84A-B176-87DBAB7007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14771" y="3416524"/>
              <a:ext cx="243305" cy="283572"/>
              <a:chOff x="16316325" y="5534025"/>
              <a:chExt cx="109" cy="116"/>
            </a:xfrm>
            <a:solidFill>
              <a:srgbClr val="002B69">
                <a:alpha val="91000"/>
              </a:srgbClr>
            </a:solidFill>
          </p:grpSpPr>
          <p:sp>
            <p:nvSpPr>
              <p:cNvPr id="131" name="D477">
                <a:extLst>
                  <a:ext uri="{FF2B5EF4-FFF2-40B4-BE49-F238E27FC236}">
                    <a16:creationId xmlns:a16="http://schemas.microsoft.com/office/drawing/2014/main" id="{5C42CA16-16F5-5C48-8D63-F9EBDFF6D5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16325" y="5534025"/>
                <a:ext cx="109" cy="103"/>
              </a:xfrm>
              <a:custGeom>
                <a:avLst/>
                <a:gdLst>
                  <a:gd name="T0" fmla="*/ 62 w 109"/>
                  <a:gd name="T1" fmla="*/ 16 h 103"/>
                  <a:gd name="T2" fmla="*/ 54 w 109"/>
                  <a:gd name="T3" fmla="*/ 19 h 103"/>
                  <a:gd name="T4" fmla="*/ 52 w 109"/>
                  <a:gd name="T5" fmla="*/ 23 h 103"/>
                  <a:gd name="T6" fmla="*/ 52 w 109"/>
                  <a:gd name="T7" fmla="*/ 27 h 103"/>
                  <a:gd name="T8" fmla="*/ 54 w 109"/>
                  <a:gd name="T9" fmla="*/ 34 h 103"/>
                  <a:gd name="T10" fmla="*/ 59 w 109"/>
                  <a:gd name="T11" fmla="*/ 38 h 103"/>
                  <a:gd name="T12" fmla="*/ 63 w 109"/>
                  <a:gd name="T13" fmla="*/ 40 h 103"/>
                  <a:gd name="T14" fmla="*/ 66 w 109"/>
                  <a:gd name="T15" fmla="*/ 46 h 103"/>
                  <a:gd name="T16" fmla="*/ 70 w 109"/>
                  <a:gd name="T17" fmla="*/ 53 h 103"/>
                  <a:gd name="T18" fmla="*/ 74 w 109"/>
                  <a:gd name="T19" fmla="*/ 57 h 103"/>
                  <a:gd name="T20" fmla="*/ 79 w 109"/>
                  <a:gd name="T21" fmla="*/ 59 h 103"/>
                  <a:gd name="T22" fmla="*/ 84 w 109"/>
                  <a:gd name="T23" fmla="*/ 59 h 103"/>
                  <a:gd name="T24" fmla="*/ 88 w 109"/>
                  <a:gd name="T25" fmla="*/ 60 h 103"/>
                  <a:gd name="T26" fmla="*/ 86 w 109"/>
                  <a:gd name="T27" fmla="*/ 64 h 103"/>
                  <a:gd name="T28" fmla="*/ 93 w 109"/>
                  <a:gd name="T29" fmla="*/ 67 h 103"/>
                  <a:gd name="T30" fmla="*/ 103 w 109"/>
                  <a:gd name="T31" fmla="*/ 72 h 103"/>
                  <a:gd name="T32" fmla="*/ 109 w 109"/>
                  <a:gd name="T33" fmla="*/ 78 h 103"/>
                  <a:gd name="T34" fmla="*/ 106 w 109"/>
                  <a:gd name="T35" fmla="*/ 81 h 103"/>
                  <a:gd name="T36" fmla="*/ 98 w 109"/>
                  <a:gd name="T37" fmla="*/ 75 h 103"/>
                  <a:gd name="T38" fmla="*/ 92 w 109"/>
                  <a:gd name="T39" fmla="*/ 80 h 103"/>
                  <a:gd name="T40" fmla="*/ 94 w 109"/>
                  <a:gd name="T41" fmla="*/ 85 h 103"/>
                  <a:gd name="T42" fmla="*/ 97 w 109"/>
                  <a:gd name="T43" fmla="*/ 90 h 103"/>
                  <a:gd name="T44" fmla="*/ 92 w 109"/>
                  <a:gd name="T45" fmla="*/ 93 h 103"/>
                  <a:gd name="T46" fmla="*/ 90 w 109"/>
                  <a:gd name="T47" fmla="*/ 98 h 103"/>
                  <a:gd name="T48" fmla="*/ 87 w 109"/>
                  <a:gd name="T49" fmla="*/ 102 h 103"/>
                  <a:gd name="T50" fmla="*/ 84 w 109"/>
                  <a:gd name="T51" fmla="*/ 103 h 103"/>
                  <a:gd name="T52" fmla="*/ 85 w 109"/>
                  <a:gd name="T53" fmla="*/ 95 h 103"/>
                  <a:gd name="T54" fmla="*/ 87 w 109"/>
                  <a:gd name="T55" fmla="*/ 90 h 103"/>
                  <a:gd name="T56" fmla="*/ 84 w 109"/>
                  <a:gd name="T57" fmla="*/ 82 h 103"/>
                  <a:gd name="T58" fmla="*/ 81 w 109"/>
                  <a:gd name="T59" fmla="*/ 80 h 103"/>
                  <a:gd name="T60" fmla="*/ 77 w 109"/>
                  <a:gd name="T61" fmla="*/ 76 h 103"/>
                  <a:gd name="T62" fmla="*/ 72 w 109"/>
                  <a:gd name="T63" fmla="*/ 73 h 103"/>
                  <a:gd name="T64" fmla="*/ 67 w 109"/>
                  <a:gd name="T65" fmla="*/ 68 h 103"/>
                  <a:gd name="T66" fmla="*/ 59 w 109"/>
                  <a:gd name="T67" fmla="*/ 66 h 103"/>
                  <a:gd name="T68" fmla="*/ 50 w 109"/>
                  <a:gd name="T69" fmla="*/ 58 h 103"/>
                  <a:gd name="T70" fmla="*/ 43 w 109"/>
                  <a:gd name="T71" fmla="*/ 53 h 103"/>
                  <a:gd name="T72" fmla="*/ 38 w 109"/>
                  <a:gd name="T73" fmla="*/ 49 h 103"/>
                  <a:gd name="T74" fmla="*/ 33 w 109"/>
                  <a:gd name="T75" fmla="*/ 39 h 103"/>
                  <a:gd name="T76" fmla="*/ 25 w 109"/>
                  <a:gd name="T77" fmla="*/ 32 h 103"/>
                  <a:gd name="T78" fmla="*/ 17 w 109"/>
                  <a:gd name="T79" fmla="*/ 32 h 103"/>
                  <a:gd name="T80" fmla="*/ 14 w 109"/>
                  <a:gd name="T81" fmla="*/ 37 h 103"/>
                  <a:gd name="T82" fmla="*/ 8 w 109"/>
                  <a:gd name="T83" fmla="*/ 37 h 103"/>
                  <a:gd name="T84" fmla="*/ 5 w 109"/>
                  <a:gd name="T85" fmla="*/ 34 h 103"/>
                  <a:gd name="T86" fmla="*/ 2 w 109"/>
                  <a:gd name="T87" fmla="*/ 27 h 103"/>
                  <a:gd name="T88" fmla="*/ 1 w 109"/>
                  <a:gd name="T89" fmla="*/ 23 h 103"/>
                  <a:gd name="T90" fmla="*/ 2 w 109"/>
                  <a:gd name="T91" fmla="*/ 19 h 103"/>
                  <a:gd name="T92" fmla="*/ 2 w 109"/>
                  <a:gd name="T93" fmla="*/ 14 h 103"/>
                  <a:gd name="T94" fmla="*/ 8 w 109"/>
                  <a:gd name="T95" fmla="*/ 14 h 103"/>
                  <a:gd name="T96" fmla="*/ 13 w 109"/>
                  <a:gd name="T97" fmla="*/ 10 h 103"/>
                  <a:gd name="T98" fmla="*/ 19 w 109"/>
                  <a:gd name="T99" fmla="*/ 12 h 103"/>
                  <a:gd name="T100" fmla="*/ 23 w 109"/>
                  <a:gd name="T101" fmla="*/ 10 h 103"/>
                  <a:gd name="T102" fmla="*/ 28 w 109"/>
                  <a:gd name="T103" fmla="*/ 9 h 103"/>
                  <a:gd name="T104" fmla="*/ 32 w 109"/>
                  <a:gd name="T105" fmla="*/ 6 h 103"/>
                  <a:gd name="T106" fmla="*/ 36 w 109"/>
                  <a:gd name="T107" fmla="*/ 3 h 103"/>
                  <a:gd name="T108" fmla="*/ 42 w 109"/>
                  <a:gd name="T109" fmla="*/ 2 h 103"/>
                  <a:gd name="T110" fmla="*/ 49 w 109"/>
                  <a:gd name="T111" fmla="*/ 0 h 103"/>
                  <a:gd name="T112" fmla="*/ 52 w 109"/>
                  <a:gd name="T113" fmla="*/ 4 h 103"/>
                  <a:gd name="T114" fmla="*/ 59 w 109"/>
                  <a:gd name="T115" fmla="*/ 6 h 103"/>
                  <a:gd name="T116" fmla="*/ 64 w 109"/>
                  <a:gd name="T117" fmla="*/ 7 h 103"/>
                  <a:gd name="T118" fmla="*/ 64 w 109"/>
                  <a:gd name="T119" fmla="*/ 10 h 103"/>
                  <a:gd name="T120" fmla="*/ 64 w 109"/>
                  <a:gd name="T121" fmla="*/ 15 h 103"/>
                  <a:gd name="T122" fmla="*/ 67 w 109"/>
                  <a:gd name="T123" fmla="*/ 17 h 103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09"/>
                  <a:gd name="T187" fmla="*/ 0 h 103"/>
                  <a:gd name="T188" fmla="*/ 109 w 109"/>
                  <a:gd name="T189" fmla="*/ 103 h 103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09" h="103">
                    <a:moveTo>
                      <a:pt x="65" y="18"/>
                    </a:moveTo>
                    <a:lnTo>
                      <a:pt x="65" y="17"/>
                    </a:lnTo>
                    <a:lnTo>
                      <a:pt x="65" y="16"/>
                    </a:lnTo>
                    <a:lnTo>
                      <a:pt x="64" y="16"/>
                    </a:lnTo>
                    <a:lnTo>
                      <a:pt x="62" y="16"/>
                    </a:lnTo>
                    <a:lnTo>
                      <a:pt x="61" y="16"/>
                    </a:lnTo>
                    <a:lnTo>
                      <a:pt x="60" y="17"/>
                    </a:lnTo>
                    <a:lnTo>
                      <a:pt x="57" y="18"/>
                    </a:lnTo>
                    <a:lnTo>
                      <a:pt x="55" y="19"/>
                    </a:lnTo>
                    <a:lnTo>
                      <a:pt x="54" y="19"/>
                    </a:lnTo>
                    <a:lnTo>
                      <a:pt x="53" y="19"/>
                    </a:lnTo>
                    <a:lnTo>
                      <a:pt x="52" y="20"/>
                    </a:lnTo>
                    <a:lnTo>
                      <a:pt x="51" y="21"/>
                    </a:lnTo>
                    <a:lnTo>
                      <a:pt x="52" y="22"/>
                    </a:lnTo>
                    <a:lnTo>
                      <a:pt x="52" y="23"/>
                    </a:lnTo>
                    <a:lnTo>
                      <a:pt x="53" y="23"/>
                    </a:lnTo>
                    <a:lnTo>
                      <a:pt x="54" y="24"/>
                    </a:lnTo>
                    <a:lnTo>
                      <a:pt x="53" y="25"/>
                    </a:lnTo>
                    <a:lnTo>
                      <a:pt x="52" y="26"/>
                    </a:lnTo>
                    <a:lnTo>
                      <a:pt x="52" y="27"/>
                    </a:lnTo>
                    <a:lnTo>
                      <a:pt x="52" y="29"/>
                    </a:lnTo>
                    <a:lnTo>
                      <a:pt x="52" y="30"/>
                    </a:lnTo>
                    <a:lnTo>
                      <a:pt x="52" y="31"/>
                    </a:lnTo>
                    <a:lnTo>
                      <a:pt x="53" y="33"/>
                    </a:lnTo>
                    <a:lnTo>
                      <a:pt x="54" y="34"/>
                    </a:lnTo>
                    <a:lnTo>
                      <a:pt x="55" y="35"/>
                    </a:lnTo>
                    <a:lnTo>
                      <a:pt x="55" y="36"/>
                    </a:lnTo>
                    <a:lnTo>
                      <a:pt x="57" y="36"/>
                    </a:lnTo>
                    <a:lnTo>
                      <a:pt x="58" y="37"/>
                    </a:lnTo>
                    <a:lnTo>
                      <a:pt x="59" y="38"/>
                    </a:lnTo>
                    <a:lnTo>
                      <a:pt x="60" y="38"/>
                    </a:lnTo>
                    <a:lnTo>
                      <a:pt x="61" y="39"/>
                    </a:lnTo>
                    <a:lnTo>
                      <a:pt x="62" y="39"/>
                    </a:lnTo>
                    <a:lnTo>
                      <a:pt x="62" y="40"/>
                    </a:lnTo>
                    <a:lnTo>
                      <a:pt x="63" y="40"/>
                    </a:lnTo>
                    <a:lnTo>
                      <a:pt x="64" y="40"/>
                    </a:lnTo>
                    <a:lnTo>
                      <a:pt x="64" y="41"/>
                    </a:lnTo>
                    <a:lnTo>
                      <a:pt x="65" y="42"/>
                    </a:lnTo>
                    <a:lnTo>
                      <a:pt x="65" y="44"/>
                    </a:lnTo>
                    <a:lnTo>
                      <a:pt x="66" y="46"/>
                    </a:lnTo>
                    <a:lnTo>
                      <a:pt x="67" y="47"/>
                    </a:lnTo>
                    <a:lnTo>
                      <a:pt x="67" y="48"/>
                    </a:lnTo>
                    <a:lnTo>
                      <a:pt x="68" y="49"/>
                    </a:lnTo>
                    <a:lnTo>
                      <a:pt x="69" y="51"/>
                    </a:lnTo>
                    <a:lnTo>
                      <a:pt x="70" y="53"/>
                    </a:lnTo>
                    <a:lnTo>
                      <a:pt x="71" y="54"/>
                    </a:lnTo>
                    <a:lnTo>
                      <a:pt x="73" y="55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4" y="57"/>
                    </a:lnTo>
                    <a:lnTo>
                      <a:pt x="75" y="57"/>
                    </a:lnTo>
                    <a:lnTo>
                      <a:pt x="76" y="58"/>
                    </a:lnTo>
                    <a:lnTo>
                      <a:pt x="77" y="58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81" y="59"/>
                    </a:lnTo>
                    <a:lnTo>
                      <a:pt x="83" y="59"/>
                    </a:lnTo>
                    <a:lnTo>
                      <a:pt x="84" y="59"/>
                    </a:lnTo>
                    <a:lnTo>
                      <a:pt x="86" y="59"/>
                    </a:lnTo>
                    <a:lnTo>
                      <a:pt x="84" y="59"/>
                    </a:lnTo>
                    <a:lnTo>
                      <a:pt x="85" y="59"/>
                    </a:lnTo>
                    <a:lnTo>
                      <a:pt x="86" y="58"/>
                    </a:lnTo>
                    <a:lnTo>
                      <a:pt x="87" y="58"/>
                    </a:lnTo>
                    <a:lnTo>
                      <a:pt x="87" y="59"/>
                    </a:lnTo>
                    <a:lnTo>
                      <a:pt x="88" y="60"/>
                    </a:lnTo>
                    <a:lnTo>
                      <a:pt x="88" y="61"/>
                    </a:lnTo>
                    <a:lnTo>
                      <a:pt x="86" y="62"/>
                    </a:lnTo>
                    <a:lnTo>
                      <a:pt x="85" y="63"/>
                    </a:lnTo>
                    <a:lnTo>
                      <a:pt x="85" y="64"/>
                    </a:lnTo>
                    <a:lnTo>
                      <a:pt x="86" y="64"/>
                    </a:lnTo>
                    <a:lnTo>
                      <a:pt x="87" y="64"/>
                    </a:lnTo>
                    <a:lnTo>
                      <a:pt x="88" y="65"/>
                    </a:lnTo>
                    <a:lnTo>
                      <a:pt x="89" y="65"/>
                    </a:lnTo>
                    <a:lnTo>
                      <a:pt x="91" y="66"/>
                    </a:lnTo>
                    <a:lnTo>
                      <a:pt x="93" y="67"/>
                    </a:lnTo>
                    <a:lnTo>
                      <a:pt x="95" y="68"/>
                    </a:lnTo>
                    <a:lnTo>
                      <a:pt x="97" y="69"/>
                    </a:lnTo>
                    <a:lnTo>
                      <a:pt x="98" y="70"/>
                    </a:lnTo>
                    <a:lnTo>
                      <a:pt x="100" y="71"/>
                    </a:lnTo>
                    <a:lnTo>
                      <a:pt x="103" y="72"/>
                    </a:lnTo>
                    <a:lnTo>
                      <a:pt x="104" y="72"/>
                    </a:lnTo>
                    <a:lnTo>
                      <a:pt x="105" y="73"/>
                    </a:lnTo>
                    <a:lnTo>
                      <a:pt x="106" y="75"/>
                    </a:lnTo>
                    <a:lnTo>
                      <a:pt x="108" y="76"/>
                    </a:lnTo>
                    <a:lnTo>
                      <a:pt x="109" y="78"/>
                    </a:lnTo>
                    <a:lnTo>
                      <a:pt x="109" y="79"/>
                    </a:lnTo>
                    <a:lnTo>
                      <a:pt x="109" y="80"/>
                    </a:lnTo>
                    <a:lnTo>
                      <a:pt x="108" y="81"/>
                    </a:lnTo>
                    <a:lnTo>
                      <a:pt x="108" y="82"/>
                    </a:lnTo>
                    <a:lnTo>
                      <a:pt x="106" y="81"/>
                    </a:lnTo>
                    <a:lnTo>
                      <a:pt x="105" y="79"/>
                    </a:lnTo>
                    <a:lnTo>
                      <a:pt x="104" y="78"/>
                    </a:lnTo>
                    <a:lnTo>
                      <a:pt x="103" y="77"/>
                    </a:lnTo>
                    <a:lnTo>
                      <a:pt x="100" y="76"/>
                    </a:lnTo>
                    <a:lnTo>
                      <a:pt x="98" y="75"/>
                    </a:lnTo>
                    <a:lnTo>
                      <a:pt x="97" y="74"/>
                    </a:lnTo>
                    <a:lnTo>
                      <a:pt x="96" y="75"/>
                    </a:lnTo>
                    <a:lnTo>
                      <a:pt x="94" y="77"/>
                    </a:lnTo>
                    <a:lnTo>
                      <a:pt x="92" y="78"/>
                    </a:lnTo>
                    <a:lnTo>
                      <a:pt x="92" y="80"/>
                    </a:lnTo>
                    <a:lnTo>
                      <a:pt x="91" y="81"/>
                    </a:lnTo>
                    <a:lnTo>
                      <a:pt x="91" y="83"/>
                    </a:lnTo>
                    <a:lnTo>
                      <a:pt x="92" y="83"/>
                    </a:lnTo>
                    <a:lnTo>
                      <a:pt x="93" y="84"/>
                    </a:lnTo>
                    <a:lnTo>
                      <a:pt x="94" y="85"/>
                    </a:lnTo>
                    <a:lnTo>
                      <a:pt x="96" y="85"/>
                    </a:lnTo>
                    <a:lnTo>
                      <a:pt x="96" y="86"/>
                    </a:lnTo>
                    <a:lnTo>
                      <a:pt x="96" y="88"/>
                    </a:lnTo>
                    <a:lnTo>
                      <a:pt x="97" y="89"/>
                    </a:lnTo>
                    <a:lnTo>
                      <a:pt x="97" y="90"/>
                    </a:lnTo>
                    <a:lnTo>
                      <a:pt x="97" y="91"/>
                    </a:lnTo>
                    <a:lnTo>
                      <a:pt x="96" y="91"/>
                    </a:lnTo>
                    <a:lnTo>
                      <a:pt x="95" y="91"/>
                    </a:lnTo>
                    <a:lnTo>
                      <a:pt x="94" y="92"/>
                    </a:lnTo>
                    <a:lnTo>
                      <a:pt x="92" y="93"/>
                    </a:lnTo>
                    <a:lnTo>
                      <a:pt x="92" y="94"/>
                    </a:lnTo>
                    <a:lnTo>
                      <a:pt x="92" y="95"/>
                    </a:lnTo>
                    <a:lnTo>
                      <a:pt x="92" y="97"/>
                    </a:lnTo>
                    <a:lnTo>
                      <a:pt x="91" y="98"/>
                    </a:lnTo>
                    <a:lnTo>
                      <a:pt x="90" y="98"/>
                    </a:lnTo>
                    <a:lnTo>
                      <a:pt x="89" y="99"/>
                    </a:lnTo>
                    <a:lnTo>
                      <a:pt x="89" y="100"/>
                    </a:lnTo>
                    <a:lnTo>
                      <a:pt x="88" y="100"/>
                    </a:lnTo>
                    <a:lnTo>
                      <a:pt x="88" y="101"/>
                    </a:lnTo>
                    <a:lnTo>
                      <a:pt x="87" y="102"/>
                    </a:lnTo>
                    <a:lnTo>
                      <a:pt x="87" y="103"/>
                    </a:lnTo>
                    <a:lnTo>
                      <a:pt x="85" y="103"/>
                    </a:lnTo>
                    <a:lnTo>
                      <a:pt x="84" y="103"/>
                    </a:lnTo>
                    <a:lnTo>
                      <a:pt x="84" y="102"/>
                    </a:lnTo>
                    <a:lnTo>
                      <a:pt x="84" y="103"/>
                    </a:lnTo>
                    <a:lnTo>
                      <a:pt x="84" y="101"/>
                    </a:lnTo>
                    <a:lnTo>
                      <a:pt x="84" y="100"/>
                    </a:lnTo>
                    <a:lnTo>
                      <a:pt x="84" y="98"/>
                    </a:lnTo>
                    <a:lnTo>
                      <a:pt x="85" y="96"/>
                    </a:lnTo>
                    <a:lnTo>
                      <a:pt x="85" y="95"/>
                    </a:lnTo>
                    <a:lnTo>
                      <a:pt x="86" y="94"/>
                    </a:lnTo>
                    <a:lnTo>
                      <a:pt x="89" y="93"/>
                    </a:lnTo>
                    <a:lnTo>
                      <a:pt x="88" y="92"/>
                    </a:lnTo>
                    <a:lnTo>
                      <a:pt x="88" y="91"/>
                    </a:lnTo>
                    <a:lnTo>
                      <a:pt x="87" y="90"/>
                    </a:lnTo>
                    <a:lnTo>
                      <a:pt x="87" y="88"/>
                    </a:lnTo>
                    <a:lnTo>
                      <a:pt x="87" y="87"/>
                    </a:lnTo>
                    <a:lnTo>
                      <a:pt x="86" y="85"/>
                    </a:lnTo>
                    <a:lnTo>
                      <a:pt x="85" y="84"/>
                    </a:lnTo>
                    <a:lnTo>
                      <a:pt x="84" y="82"/>
                    </a:lnTo>
                    <a:lnTo>
                      <a:pt x="84" y="81"/>
                    </a:lnTo>
                    <a:lnTo>
                      <a:pt x="84" y="80"/>
                    </a:lnTo>
                    <a:lnTo>
                      <a:pt x="83" y="79"/>
                    </a:lnTo>
                    <a:lnTo>
                      <a:pt x="82" y="79"/>
                    </a:lnTo>
                    <a:lnTo>
                      <a:pt x="81" y="80"/>
                    </a:lnTo>
                    <a:lnTo>
                      <a:pt x="80" y="79"/>
                    </a:lnTo>
                    <a:lnTo>
                      <a:pt x="79" y="79"/>
                    </a:lnTo>
                    <a:lnTo>
                      <a:pt x="77" y="78"/>
                    </a:lnTo>
                    <a:lnTo>
                      <a:pt x="77" y="77"/>
                    </a:lnTo>
                    <a:lnTo>
                      <a:pt x="77" y="76"/>
                    </a:lnTo>
                    <a:lnTo>
                      <a:pt x="76" y="74"/>
                    </a:lnTo>
                    <a:lnTo>
                      <a:pt x="76" y="73"/>
                    </a:lnTo>
                    <a:lnTo>
                      <a:pt x="75" y="73"/>
                    </a:lnTo>
                    <a:lnTo>
                      <a:pt x="73" y="73"/>
                    </a:lnTo>
                    <a:lnTo>
                      <a:pt x="72" y="73"/>
                    </a:lnTo>
                    <a:lnTo>
                      <a:pt x="72" y="72"/>
                    </a:lnTo>
                    <a:lnTo>
                      <a:pt x="70" y="71"/>
                    </a:lnTo>
                    <a:lnTo>
                      <a:pt x="69" y="71"/>
                    </a:lnTo>
                    <a:lnTo>
                      <a:pt x="68" y="69"/>
                    </a:lnTo>
                    <a:lnTo>
                      <a:pt x="67" y="68"/>
                    </a:lnTo>
                    <a:lnTo>
                      <a:pt x="66" y="66"/>
                    </a:lnTo>
                    <a:lnTo>
                      <a:pt x="65" y="66"/>
                    </a:lnTo>
                    <a:lnTo>
                      <a:pt x="63" y="66"/>
                    </a:lnTo>
                    <a:lnTo>
                      <a:pt x="60" y="66"/>
                    </a:lnTo>
                    <a:lnTo>
                      <a:pt x="59" y="66"/>
                    </a:lnTo>
                    <a:lnTo>
                      <a:pt x="57" y="65"/>
                    </a:lnTo>
                    <a:lnTo>
                      <a:pt x="55" y="63"/>
                    </a:lnTo>
                    <a:lnTo>
                      <a:pt x="53" y="61"/>
                    </a:lnTo>
                    <a:lnTo>
                      <a:pt x="51" y="59"/>
                    </a:lnTo>
                    <a:lnTo>
                      <a:pt x="50" y="58"/>
                    </a:lnTo>
                    <a:lnTo>
                      <a:pt x="48" y="57"/>
                    </a:lnTo>
                    <a:lnTo>
                      <a:pt x="47" y="56"/>
                    </a:lnTo>
                    <a:lnTo>
                      <a:pt x="46" y="54"/>
                    </a:lnTo>
                    <a:lnTo>
                      <a:pt x="44" y="53"/>
                    </a:lnTo>
                    <a:lnTo>
                      <a:pt x="43" y="53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1" y="51"/>
                    </a:lnTo>
                    <a:lnTo>
                      <a:pt x="39" y="50"/>
                    </a:lnTo>
                    <a:lnTo>
                      <a:pt x="38" y="49"/>
                    </a:lnTo>
                    <a:lnTo>
                      <a:pt x="36" y="47"/>
                    </a:lnTo>
                    <a:lnTo>
                      <a:pt x="36" y="45"/>
                    </a:lnTo>
                    <a:lnTo>
                      <a:pt x="36" y="44"/>
                    </a:lnTo>
                    <a:lnTo>
                      <a:pt x="34" y="41"/>
                    </a:lnTo>
                    <a:lnTo>
                      <a:pt x="33" y="39"/>
                    </a:lnTo>
                    <a:lnTo>
                      <a:pt x="33" y="37"/>
                    </a:lnTo>
                    <a:lnTo>
                      <a:pt x="33" y="36"/>
                    </a:lnTo>
                    <a:lnTo>
                      <a:pt x="30" y="35"/>
                    </a:lnTo>
                    <a:lnTo>
                      <a:pt x="28" y="34"/>
                    </a:lnTo>
                    <a:lnTo>
                      <a:pt x="25" y="32"/>
                    </a:lnTo>
                    <a:lnTo>
                      <a:pt x="23" y="31"/>
                    </a:lnTo>
                    <a:lnTo>
                      <a:pt x="21" y="31"/>
                    </a:lnTo>
                    <a:lnTo>
                      <a:pt x="20" y="31"/>
                    </a:lnTo>
                    <a:lnTo>
                      <a:pt x="18" y="32"/>
                    </a:lnTo>
                    <a:lnTo>
                      <a:pt x="17" y="32"/>
                    </a:lnTo>
                    <a:lnTo>
                      <a:pt x="16" y="33"/>
                    </a:lnTo>
                    <a:lnTo>
                      <a:pt x="16" y="34"/>
                    </a:lnTo>
                    <a:lnTo>
                      <a:pt x="15" y="35"/>
                    </a:lnTo>
                    <a:lnTo>
                      <a:pt x="14" y="36"/>
                    </a:lnTo>
                    <a:lnTo>
                      <a:pt x="14" y="37"/>
                    </a:lnTo>
                    <a:lnTo>
                      <a:pt x="13" y="37"/>
                    </a:lnTo>
                    <a:lnTo>
                      <a:pt x="11" y="38"/>
                    </a:lnTo>
                    <a:lnTo>
                      <a:pt x="10" y="38"/>
                    </a:lnTo>
                    <a:lnTo>
                      <a:pt x="8" y="38"/>
                    </a:lnTo>
                    <a:lnTo>
                      <a:pt x="8" y="37"/>
                    </a:lnTo>
                    <a:lnTo>
                      <a:pt x="8" y="36"/>
                    </a:lnTo>
                    <a:lnTo>
                      <a:pt x="8" y="35"/>
                    </a:lnTo>
                    <a:lnTo>
                      <a:pt x="8" y="34"/>
                    </a:lnTo>
                    <a:lnTo>
                      <a:pt x="7" y="34"/>
                    </a:lnTo>
                    <a:lnTo>
                      <a:pt x="5" y="34"/>
                    </a:lnTo>
                    <a:lnTo>
                      <a:pt x="4" y="33"/>
                    </a:lnTo>
                    <a:lnTo>
                      <a:pt x="3" y="32"/>
                    </a:lnTo>
                    <a:lnTo>
                      <a:pt x="2" y="30"/>
                    </a:lnTo>
                    <a:lnTo>
                      <a:pt x="2" y="29"/>
                    </a:lnTo>
                    <a:lnTo>
                      <a:pt x="2" y="27"/>
                    </a:lnTo>
                    <a:lnTo>
                      <a:pt x="2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0" y="24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3" y="22"/>
                    </a:lnTo>
                    <a:lnTo>
                      <a:pt x="4" y="21"/>
                    </a:lnTo>
                    <a:lnTo>
                      <a:pt x="3" y="20"/>
                    </a:lnTo>
                    <a:lnTo>
                      <a:pt x="2" y="19"/>
                    </a:lnTo>
                    <a:lnTo>
                      <a:pt x="2" y="17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1" y="14"/>
                    </a:lnTo>
                    <a:lnTo>
                      <a:pt x="2" y="14"/>
                    </a:lnTo>
                    <a:lnTo>
                      <a:pt x="3" y="14"/>
                    </a:lnTo>
                    <a:lnTo>
                      <a:pt x="4" y="14"/>
                    </a:lnTo>
                    <a:lnTo>
                      <a:pt x="6" y="14"/>
                    </a:lnTo>
                    <a:lnTo>
                      <a:pt x="7" y="14"/>
                    </a:lnTo>
                    <a:lnTo>
                      <a:pt x="8" y="14"/>
                    </a:lnTo>
                    <a:lnTo>
                      <a:pt x="9" y="13"/>
                    </a:lnTo>
                    <a:lnTo>
                      <a:pt x="11" y="13"/>
                    </a:lnTo>
                    <a:lnTo>
                      <a:pt x="12" y="12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4" y="9"/>
                    </a:lnTo>
                    <a:lnTo>
                      <a:pt x="16" y="8"/>
                    </a:lnTo>
                    <a:lnTo>
                      <a:pt x="16" y="9"/>
                    </a:lnTo>
                    <a:lnTo>
                      <a:pt x="17" y="11"/>
                    </a:lnTo>
                    <a:lnTo>
                      <a:pt x="19" y="12"/>
                    </a:lnTo>
                    <a:lnTo>
                      <a:pt x="20" y="13"/>
                    </a:lnTo>
                    <a:lnTo>
                      <a:pt x="21" y="14"/>
                    </a:lnTo>
                    <a:lnTo>
                      <a:pt x="21" y="13"/>
                    </a:lnTo>
                    <a:lnTo>
                      <a:pt x="22" y="12"/>
                    </a:lnTo>
                    <a:lnTo>
                      <a:pt x="23" y="10"/>
                    </a:lnTo>
                    <a:lnTo>
                      <a:pt x="24" y="9"/>
                    </a:lnTo>
                    <a:lnTo>
                      <a:pt x="24" y="7"/>
                    </a:lnTo>
                    <a:lnTo>
                      <a:pt x="25" y="8"/>
                    </a:lnTo>
                    <a:lnTo>
                      <a:pt x="26" y="9"/>
                    </a:lnTo>
                    <a:lnTo>
                      <a:pt x="28" y="9"/>
                    </a:lnTo>
                    <a:lnTo>
                      <a:pt x="30" y="9"/>
                    </a:lnTo>
                    <a:lnTo>
                      <a:pt x="32" y="9"/>
                    </a:lnTo>
                    <a:lnTo>
                      <a:pt x="31" y="8"/>
                    </a:lnTo>
                    <a:lnTo>
                      <a:pt x="31" y="7"/>
                    </a:lnTo>
                    <a:lnTo>
                      <a:pt x="32" y="6"/>
                    </a:lnTo>
                    <a:lnTo>
                      <a:pt x="33" y="6"/>
                    </a:lnTo>
                    <a:lnTo>
                      <a:pt x="34" y="5"/>
                    </a:lnTo>
                    <a:lnTo>
                      <a:pt x="34" y="4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1" y="2"/>
                    </a:lnTo>
                    <a:lnTo>
                      <a:pt x="42" y="2"/>
                    </a:lnTo>
                    <a:lnTo>
                      <a:pt x="43" y="1"/>
                    </a:lnTo>
                    <a:lnTo>
                      <a:pt x="45" y="1"/>
                    </a:lnTo>
                    <a:lnTo>
                      <a:pt x="47" y="1"/>
                    </a:lnTo>
                    <a:lnTo>
                      <a:pt x="48" y="1"/>
                    </a:lnTo>
                    <a:lnTo>
                      <a:pt x="49" y="0"/>
                    </a:lnTo>
                    <a:lnTo>
                      <a:pt x="50" y="0"/>
                    </a:lnTo>
                    <a:lnTo>
                      <a:pt x="50" y="1"/>
                    </a:lnTo>
                    <a:lnTo>
                      <a:pt x="51" y="2"/>
                    </a:lnTo>
                    <a:lnTo>
                      <a:pt x="51" y="4"/>
                    </a:lnTo>
                    <a:lnTo>
                      <a:pt x="52" y="4"/>
                    </a:lnTo>
                    <a:lnTo>
                      <a:pt x="53" y="5"/>
                    </a:lnTo>
                    <a:lnTo>
                      <a:pt x="54" y="5"/>
                    </a:lnTo>
                    <a:lnTo>
                      <a:pt x="56" y="6"/>
                    </a:lnTo>
                    <a:lnTo>
                      <a:pt x="57" y="6"/>
                    </a:lnTo>
                    <a:lnTo>
                      <a:pt x="59" y="6"/>
                    </a:lnTo>
                    <a:lnTo>
                      <a:pt x="61" y="6"/>
                    </a:lnTo>
                    <a:lnTo>
                      <a:pt x="62" y="7"/>
                    </a:lnTo>
                    <a:lnTo>
                      <a:pt x="63" y="7"/>
                    </a:lnTo>
                    <a:lnTo>
                      <a:pt x="65" y="7"/>
                    </a:lnTo>
                    <a:lnTo>
                      <a:pt x="64" y="7"/>
                    </a:lnTo>
                    <a:lnTo>
                      <a:pt x="64" y="8"/>
                    </a:lnTo>
                    <a:lnTo>
                      <a:pt x="63" y="8"/>
                    </a:lnTo>
                    <a:lnTo>
                      <a:pt x="62" y="10"/>
                    </a:lnTo>
                    <a:lnTo>
                      <a:pt x="63" y="10"/>
                    </a:lnTo>
                    <a:lnTo>
                      <a:pt x="64" y="10"/>
                    </a:lnTo>
                    <a:lnTo>
                      <a:pt x="63" y="11"/>
                    </a:lnTo>
                    <a:lnTo>
                      <a:pt x="63" y="13"/>
                    </a:lnTo>
                    <a:lnTo>
                      <a:pt x="64" y="13"/>
                    </a:lnTo>
                    <a:lnTo>
                      <a:pt x="64" y="14"/>
                    </a:lnTo>
                    <a:lnTo>
                      <a:pt x="64" y="15"/>
                    </a:lnTo>
                    <a:lnTo>
                      <a:pt x="65" y="15"/>
                    </a:lnTo>
                    <a:lnTo>
                      <a:pt x="66" y="15"/>
                    </a:lnTo>
                    <a:lnTo>
                      <a:pt x="66" y="16"/>
                    </a:lnTo>
                    <a:lnTo>
                      <a:pt x="67" y="16"/>
                    </a:lnTo>
                    <a:lnTo>
                      <a:pt x="67" y="17"/>
                    </a:lnTo>
                    <a:lnTo>
                      <a:pt x="67" y="18"/>
                    </a:lnTo>
                    <a:lnTo>
                      <a:pt x="66" y="18"/>
                    </a:lnTo>
                    <a:lnTo>
                      <a:pt x="65" y="18"/>
                    </a:lnTo>
                    <a:close/>
                  </a:path>
                </a:pathLst>
              </a:custGeom>
              <a:solidFill>
                <a:srgbClr val="06A8F5"/>
              </a:solidFill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32" name="D478">
                <a:extLst>
                  <a:ext uri="{FF2B5EF4-FFF2-40B4-BE49-F238E27FC236}">
                    <a16:creationId xmlns:a16="http://schemas.microsoft.com/office/drawing/2014/main" id="{C3ACBE58-B959-324D-92A0-A6F263B5A3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16379" y="5534124"/>
                <a:ext cx="29" cy="17"/>
              </a:xfrm>
              <a:custGeom>
                <a:avLst/>
                <a:gdLst>
                  <a:gd name="T0" fmla="*/ 28 w 29"/>
                  <a:gd name="T1" fmla="*/ 0 h 17"/>
                  <a:gd name="T2" fmla="*/ 26 w 29"/>
                  <a:gd name="T3" fmla="*/ 0 h 17"/>
                  <a:gd name="T4" fmla="*/ 25 w 29"/>
                  <a:gd name="T5" fmla="*/ 1 h 17"/>
                  <a:gd name="T6" fmla="*/ 24 w 29"/>
                  <a:gd name="T7" fmla="*/ 1 h 17"/>
                  <a:gd name="T8" fmla="*/ 22 w 29"/>
                  <a:gd name="T9" fmla="*/ 1 h 17"/>
                  <a:gd name="T10" fmla="*/ 20 w 29"/>
                  <a:gd name="T11" fmla="*/ 2 h 17"/>
                  <a:gd name="T12" fmla="*/ 19 w 29"/>
                  <a:gd name="T13" fmla="*/ 2 h 17"/>
                  <a:gd name="T14" fmla="*/ 18 w 29"/>
                  <a:gd name="T15" fmla="*/ 2 h 17"/>
                  <a:gd name="T16" fmla="*/ 17 w 29"/>
                  <a:gd name="T17" fmla="*/ 2 h 17"/>
                  <a:gd name="T18" fmla="*/ 15 w 29"/>
                  <a:gd name="T19" fmla="*/ 2 h 17"/>
                  <a:gd name="T20" fmla="*/ 14 w 29"/>
                  <a:gd name="T21" fmla="*/ 3 h 17"/>
                  <a:gd name="T22" fmla="*/ 12 w 29"/>
                  <a:gd name="T23" fmla="*/ 3 h 17"/>
                  <a:gd name="T24" fmla="*/ 11 w 29"/>
                  <a:gd name="T25" fmla="*/ 3 h 17"/>
                  <a:gd name="T26" fmla="*/ 10 w 29"/>
                  <a:gd name="T27" fmla="*/ 2 h 17"/>
                  <a:gd name="T28" fmla="*/ 9 w 29"/>
                  <a:gd name="T29" fmla="*/ 1 h 17"/>
                  <a:gd name="T30" fmla="*/ 8 w 29"/>
                  <a:gd name="T31" fmla="*/ 1 h 17"/>
                  <a:gd name="T32" fmla="*/ 7 w 29"/>
                  <a:gd name="T33" fmla="*/ 0 h 17"/>
                  <a:gd name="T34" fmla="*/ 5 w 29"/>
                  <a:gd name="T35" fmla="*/ 1 h 17"/>
                  <a:gd name="T36" fmla="*/ 4 w 29"/>
                  <a:gd name="T37" fmla="*/ 2 h 17"/>
                  <a:gd name="T38" fmla="*/ 3 w 29"/>
                  <a:gd name="T39" fmla="*/ 2 h 17"/>
                  <a:gd name="T40" fmla="*/ 2 w 29"/>
                  <a:gd name="T41" fmla="*/ 1 h 17"/>
                  <a:gd name="T42" fmla="*/ 1 w 29"/>
                  <a:gd name="T43" fmla="*/ 1 h 17"/>
                  <a:gd name="T44" fmla="*/ 1 w 29"/>
                  <a:gd name="T45" fmla="*/ 2 h 17"/>
                  <a:gd name="T46" fmla="*/ 0 w 29"/>
                  <a:gd name="T47" fmla="*/ 2 h 17"/>
                  <a:gd name="T48" fmla="*/ 0 w 29"/>
                  <a:gd name="T49" fmla="*/ 4 h 17"/>
                  <a:gd name="T50" fmla="*/ 0 w 29"/>
                  <a:gd name="T51" fmla="*/ 6 h 17"/>
                  <a:gd name="T52" fmla="*/ 1 w 29"/>
                  <a:gd name="T53" fmla="*/ 7 h 17"/>
                  <a:gd name="T54" fmla="*/ 3 w 29"/>
                  <a:gd name="T55" fmla="*/ 7 h 17"/>
                  <a:gd name="T56" fmla="*/ 4 w 29"/>
                  <a:gd name="T57" fmla="*/ 8 h 17"/>
                  <a:gd name="T58" fmla="*/ 6 w 29"/>
                  <a:gd name="T59" fmla="*/ 8 h 17"/>
                  <a:gd name="T60" fmla="*/ 8 w 29"/>
                  <a:gd name="T61" fmla="*/ 10 h 17"/>
                  <a:gd name="T62" fmla="*/ 10 w 29"/>
                  <a:gd name="T63" fmla="*/ 11 h 17"/>
                  <a:gd name="T64" fmla="*/ 11 w 29"/>
                  <a:gd name="T65" fmla="*/ 12 h 17"/>
                  <a:gd name="T66" fmla="*/ 13 w 29"/>
                  <a:gd name="T67" fmla="*/ 12 h 17"/>
                  <a:gd name="T68" fmla="*/ 14 w 29"/>
                  <a:gd name="T69" fmla="*/ 13 h 17"/>
                  <a:gd name="T70" fmla="*/ 17 w 29"/>
                  <a:gd name="T71" fmla="*/ 13 h 17"/>
                  <a:gd name="T72" fmla="*/ 18 w 29"/>
                  <a:gd name="T73" fmla="*/ 15 h 17"/>
                  <a:gd name="T74" fmla="*/ 20 w 29"/>
                  <a:gd name="T75" fmla="*/ 16 h 17"/>
                  <a:gd name="T76" fmla="*/ 22 w 29"/>
                  <a:gd name="T77" fmla="*/ 17 h 17"/>
                  <a:gd name="T78" fmla="*/ 23 w 29"/>
                  <a:gd name="T79" fmla="*/ 17 h 17"/>
                  <a:gd name="T80" fmla="*/ 24 w 29"/>
                  <a:gd name="T81" fmla="*/ 17 h 17"/>
                  <a:gd name="T82" fmla="*/ 25 w 29"/>
                  <a:gd name="T83" fmla="*/ 16 h 17"/>
                  <a:gd name="T84" fmla="*/ 25 w 29"/>
                  <a:gd name="T85" fmla="*/ 14 h 17"/>
                  <a:gd name="T86" fmla="*/ 26 w 29"/>
                  <a:gd name="T87" fmla="*/ 13 h 17"/>
                  <a:gd name="T88" fmla="*/ 25 w 29"/>
                  <a:gd name="T89" fmla="*/ 12 h 17"/>
                  <a:gd name="T90" fmla="*/ 25 w 29"/>
                  <a:gd name="T91" fmla="*/ 11 h 17"/>
                  <a:gd name="T92" fmla="*/ 25 w 29"/>
                  <a:gd name="T93" fmla="*/ 10 h 17"/>
                  <a:gd name="T94" fmla="*/ 24 w 29"/>
                  <a:gd name="T95" fmla="*/ 10 h 17"/>
                  <a:gd name="T96" fmla="*/ 24 w 29"/>
                  <a:gd name="T97" fmla="*/ 9 h 17"/>
                  <a:gd name="T98" fmla="*/ 25 w 29"/>
                  <a:gd name="T99" fmla="*/ 7 h 17"/>
                  <a:gd name="T100" fmla="*/ 26 w 29"/>
                  <a:gd name="T101" fmla="*/ 5 h 17"/>
                  <a:gd name="T102" fmla="*/ 27 w 29"/>
                  <a:gd name="T103" fmla="*/ 3 h 17"/>
                  <a:gd name="T104" fmla="*/ 28 w 29"/>
                  <a:gd name="T105" fmla="*/ 2 h 17"/>
                  <a:gd name="T106" fmla="*/ 28 w 29"/>
                  <a:gd name="T107" fmla="*/ 0 h 17"/>
                  <a:gd name="T108" fmla="*/ 29 w 29"/>
                  <a:gd name="T109" fmla="*/ 0 h 17"/>
                  <a:gd name="T110" fmla="*/ 28 w 29"/>
                  <a:gd name="T111" fmla="*/ 0 h 17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29"/>
                  <a:gd name="T169" fmla="*/ 0 h 17"/>
                  <a:gd name="T170" fmla="*/ 29 w 29"/>
                  <a:gd name="T171" fmla="*/ 17 h 17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29" h="17">
                    <a:moveTo>
                      <a:pt x="28" y="0"/>
                    </a:moveTo>
                    <a:lnTo>
                      <a:pt x="26" y="0"/>
                    </a:lnTo>
                    <a:lnTo>
                      <a:pt x="25" y="1"/>
                    </a:lnTo>
                    <a:lnTo>
                      <a:pt x="24" y="1"/>
                    </a:lnTo>
                    <a:lnTo>
                      <a:pt x="22" y="1"/>
                    </a:lnTo>
                    <a:lnTo>
                      <a:pt x="20" y="2"/>
                    </a:lnTo>
                    <a:lnTo>
                      <a:pt x="19" y="2"/>
                    </a:lnTo>
                    <a:lnTo>
                      <a:pt x="18" y="2"/>
                    </a:lnTo>
                    <a:lnTo>
                      <a:pt x="17" y="2"/>
                    </a:lnTo>
                    <a:lnTo>
                      <a:pt x="15" y="2"/>
                    </a:lnTo>
                    <a:lnTo>
                      <a:pt x="14" y="3"/>
                    </a:lnTo>
                    <a:lnTo>
                      <a:pt x="12" y="3"/>
                    </a:lnTo>
                    <a:lnTo>
                      <a:pt x="11" y="3"/>
                    </a:lnTo>
                    <a:lnTo>
                      <a:pt x="10" y="2"/>
                    </a:lnTo>
                    <a:lnTo>
                      <a:pt x="9" y="1"/>
                    </a:lnTo>
                    <a:lnTo>
                      <a:pt x="8" y="1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1" y="7"/>
                    </a:lnTo>
                    <a:lnTo>
                      <a:pt x="3" y="7"/>
                    </a:lnTo>
                    <a:lnTo>
                      <a:pt x="4" y="8"/>
                    </a:lnTo>
                    <a:lnTo>
                      <a:pt x="6" y="8"/>
                    </a:lnTo>
                    <a:lnTo>
                      <a:pt x="8" y="10"/>
                    </a:lnTo>
                    <a:lnTo>
                      <a:pt x="10" y="11"/>
                    </a:lnTo>
                    <a:lnTo>
                      <a:pt x="11" y="12"/>
                    </a:lnTo>
                    <a:lnTo>
                      <a:pt x="13" y="12"/>
                    </a:lnTo>
                    <a:lnTo>
                      <a:pt x="14" y="13"/>
                    </a:lnTo>
                    <a:lnTo>
                      <a:pt x="17" y="13"/>
                    </a:lnTo>
                    <a:lnTo>
                      <a:pt x="18" y="15"/>
                    </a:lnTo>
                    <a:lnTo>
                      <a:pt x="20" y="16"/>
                    </a:lnTo>
                    <a:lnTo>
                      <a:pt x="22" y="17"/>
                    </a:lnTo>
                    <a:lnTo>
                      <a:pt x="23" y="17"/>
                    </a:lnTo>
                    <a:lnTo>
                      <a:pt x="24" y="17"/>
                    </a:lnTo>
                    <a:lnTo>
                      <a:pt x="25" y="16"/>
                    </a:lnTo>
                    <a:lnTo>
                      <a:pt x="25" y="14"/>
                    </a:lnTo>
                    <a:lnTo>
                      <a:pt x="26" y="13"/>
                    </a:lnTo>
                    <a:lnTo>
                      <a:pt x="25" y="12"/>
                    </a:lnTo>
                    <a:lnTo>
                      <a:pt x="25" y="11"/>
                    </a:lnTo>
                    <a:lnTo>
                      <a:pt x="25" y="10"/>
                    </a:lnTo>
                    <a:lnTo>
                      <a:pt x="24" y="10"/>
                    </a:lnTo>
                    <a:lnTo>
                      <a:pt x="24" y="9"/>
                    </a:lnTo>
                    <a:lnTo>
                      <a:pt x="25" y="7"/>
                    </a:lnTo>
                    <a:lnTo>
                      <a:pt x="26" y="5"/>
                    </a:lnTo>
                    <a:lnTo>
                      <a:pt x="27" y="3"/>
                    </a:lnTo>
                    <a:lnTo>
                      <a:pt x="28" y="2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6A8F5"/>
              </a:solidFill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33" name="D479">
                <a:extLst>
                  <a:ext uri="{FF2B5EF4-FFF2-40B4-BE49-F238E27FC236}">
                    <a16:creationId xmlns:a16="http://schemas.microsoft.com/office/drawing/2014/main" id="{89D476A3-7B3C-354F-9AA1-71A5AF0536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16339" y="5534091"/>
                <a:ext cx="14" cy="26"/>
              </a:xfrm>
              <a:custGeom>
                <a:avLst/>
                <a:gdLst>
                  <a:gd name="T0" fmla="*/ 9 w 14"/>
                  <a:gd name="T1" fmla="*/ 1 h 26"/>
                  <a:gd name="T2" fmla="*/ 8 w 14"/>
                  <a:gd name="T3" fmla="*/ 1 h 26"/>
                  <a:gd name="T4" fmla="*/ 7 w 14"/>
                  <a:gd name="T5" fmla="*/ 2 h 26"/>
                  <a:gd name="T6" fmla="*/ 6 w 14"/>
                  <a:gd name="T7" fmla="*/ 3 h 26"/>
                  <a:gd name="T8" fmla="*/ 5 w 14"/>
                  <a:gd name="T9" fmla="*/ 4 h 26"/>
                  <a:gd name="T10" fmla="*/ 4 w 14"/>
                  <a:gd name="T11" fmla="*/ 5 h 26"/>
                  <a:gd name="T12" fmla="*/ 2 w 14"/>
                  <a:gd name="T13" fmla="*/ 5 h 26"/>
                  <a:gd name="T14" fmla="*/ 1 w 14"/>
                  <a:gd name="T15" fmla="*/ 4 h 26"/>
                  <a:gd name="T16" fmla="*/ 0 w 14"/>
                  <a:gd name="T17" fmla="*/ 4 h 26"/>
                  <a:gd name="T18" fmla="*/ 0 w 14"/>
                  <a:gd name="T19" fmla="*/ 5 h 26"/>
                  <a:gd name="T20" fmla="*/ 0 w 14"/>
                  <a:gd name="T21" fmla="*/ 6 h 26"/>
                  <a:gd name="T22" fmla="*/ 0 w 14"/>
                  <a:gd name="T23" fmla="*/ 7 h 26"/>
                  <a:gd name="T24" fmla="*/ 1 w 14"/>
                  <a:gd name="T25" fmla="*/ 8 h 26"/>
                  <a:gd name="T26" fmla="*/ 2 w 14"/>
                  <a:gd name="T27" fmla="*/ 8 h 26"/>
                  <a:gd name="T28" fmla="*/ 2 w 14"/>
                  <a:gd name="T29" fmla="*/ 9 h 26"/>
                  <a:gd name="T30" fmla="*/ 3 w 14"/>
                  <a:gd name="T31" fmla="*/ 11 h 26"/>
                  <a:gd name="T32" fmla="*/ 3 w 14"/>
                  <a:gd name="T33" fmla="*/ 12 h 26"/>
                  <a:gd name="T34" fmla="*/ 3 w 14"/>
                  <a:gd name="T35" fmla="*/ 13 h 26"/>
                  <a:gd name="T36" fmla="*/ 3 w 14"/>
                  <a:gd name="T37" fmla="*/ 15 h 26"/>
                  <a:gd name="T38" fmla="*/ 3 w 14"/>
                  <a:gd name="T39" fmla="*/ 16 h 26"/>
                  <a:gd name="T40" fmla="*/ 3 w 14"/>
                  <a:gd name="T41" fmla="*/ 17 h 26"/>
                  <a:gd name="T42" fmla="*/ 2 w 14"/>
                  <a:gd name="T43" fmla="*/ 18 h 26"/>
                  <a:gd name="T44" fmla="*/ 2 w 14"/>
                  <a:gd name="T45" fmla="*/ 19 h 26"/>
                  <a:gd name="T46" fmla="*/ 2 w 14"/>
                  <a:gd name="T47" fmla="*/ 20 h 26"/>
                  <a:gd name="T48" fmla="*/ 3 w 14"/>
                  <a:gd name="T49" fmla="*/ 21 h 26"/>
                  <a:gd name="T50" fmla="*/ 3 w 14"/>
                  <a:gd name="T51" fmla="*/ 22 h 26"/>
                  <a:gd name="T52" fmla="*/ 3 w 14"/>
                  <a:gd name="T53" fmla="*/ 23 h 26"/>
                  <a:gd name="T54" fmla="*/ 4 w 14"/>
                  <a:gd name="T55" fmla="*/ 24 h 26"/>
                  <a:gd name="T56" fmla="*/ 4 w 14"/>
                  <a:gd name="T57" fmla="*/ 25 h 26"/>
                  <a:gd name="T58" fmla="*/ 5 w 14"/>
                  <a:gd name="T59" fmla="*/ 26 h 26"/>
                  <a:gd name="T60" fmla="*/ 6 w 14"/>
                  <a:gd name="T61" fmla="*/ 26 h 26"/>
                  <a:gd name="T62" fmla="*/ 7 w 14"/>
                  <a:gd name="T63" fmla="*/ 26 h 26"/>
                  <a:gd name="T64" fmla="*/ 8 w 14"/>
                  <a:gd name="T65" fmla="*/ 25 h 26"/>
                  <a:gd name="T66" fmla="*/ 9 w 14"/>
                  <a:gd name="T67" fmla="*/ 24 h 26"/>
                  <a:gd name="T68" fmla="*/ 10 w 14"/>
                  <a:gd name="T69" fmla="*/ 23 h 26"/>
                  <a:gd name="T70" fmla="*/ 11 w 14"/>
                  <a:gd name="T71" fmla="*/ 23 h 26"/>
                  <a:gd name="T72" fmla="*/ 12 w 14"/>
                  <a:gd name="T73" fmla="*/ 23 h 26"/>
                  <a:gd name="T74" fmla="*/ 13 w 14"/>
                  <a:gd name="T75" fmla="*/ 23 h 26"/>
                  <a:gd name="T76" fmla="*/ 13 w 14"/>
                  <a:gd name="T77" fmla="*/ 22 h 26"/>
                  <a:gd name="T78" fmla="*/ 14 w 14"/>
                  <a:gd name="T79" fmla="*/ 21 h 26"/>
                  <a:gd name="T80" fmla="*/ 14 w 14"/>
                  <a:gd name="T81" fmla="*/ 20 h 26"/>
                  <a:gd name="T82" fmla="*/ 14 w 14"/>
                  <a:gd name="T83" fmla="*/ 18 h 26"/>
                  <a:gd name="T84" fmla="*/ 14 w 14"/>
                  <a:gd name="T85" fmla="*/ 17 h 26"/>
                  <a:gd name="T86" fmla="*/ 14 w 14"/>
                  <a:gd name="T87" fmla="*/ 14 h 26"/>
                  <a:gd name="T88" fmla="*/ 14 w 14"/>
                  <a:gd name="T89" fmla="*/ 13 h 26"/>
                  <a:gd name="T90" fmla="*/ 14 w 14"/>
                  <a:gd name="T91" fmla="*/ 12 h 26"/>
                  <a:gd name="T92" fmla="*/ 14 w 14"/>
                  <a:gd name="T93" fmla="*/ 11 h 26"/>
                  <a:gd name="T94" fmla="*/ 14 w 14"/>
                  <a:gd name="T95" fmla="*/ 9 h 26"/>
                  <a:gd name="T96" fmla="*/ 14 w 14"/>
                  <a:gd name="T97" fmla="*/ 6 h 26"/>
                  <a:gd name="T98" fmla="*/ 13 w 14"/>
                  <a:gd name="T99" fmla="*/ 4 h 26"/>
                  <a:gd name="T100" fmla="*/ 13 w 14"/>
                  <a:gd name="T101" fmla="*/ 3 h 26"/>
                  <a:gd name="T102" fmla="*/ 12 w 14"/>
                  <a:gd name="T103" fmla="*/ 2 h 26"/>
                  <a:gd name="T104" fmla="*/ 12 w 14"/>
                  <a:gd name="T105" fmla="*/ 1 h 26"/>
                  <a:gd name="T106" fmla="*/ 11 w 14"/>
                  <a:gd name="T107" fmla="*/ 1 h 26"/>
                  <a:gd name="T108" fmla="*/ 10 w 14"/>
                  <a:gd name="T109" fmla="*/ 0 h 26"/>
                  <a:gd name="T110" fmla="*/ 9 w 14"/>
                  <a:gd name="T111" fmla="*/ 0 h 26"/>
                  <a:gd name="T112" fmla="*/ 9 w 14"/>
                  <a:gd name="T113" fmla="*/ 1 h 2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14"/>
                  <a:gd name="T172" fmla="*/ 0 h 26"/>
                  <a:gd name="T173" fmla="*/ 14 w 14"/>
                  <a:gd name="T174" fmla="*/ 26 h 2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14" h="26">
                    <a:moveTo>
                      <a:pt x="9" y="1"/>
                    </a:moveTo>
                    <a:lnTo>
                      <a:pt x="8" y="1"/>
                    </a:lnTo>
                    <a:lnTo>
                      <a:pt x="7" y="2"/>
                    </a:lnTo>
                    <a:lnTo>
                      <a:pt x="6" y="3"/>
                    </a:lnTo>
                    <a:lnTo>
                      <a:pt x="5" y="4"/>
                    </a:lnTo>
                    <a:lnTo>
                      <a:pt x="4" y="5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7"/>
                    </a:lnTo>
                    <a:lnTo>
                      <a:pt x="1" y="8"/>
                    </a:lnTo>
                    <a:lnTo>
                      <a:pt x="2" y="8"/>
                    </a:lnTo>
                    <a:lnTo>
                      <a:pt x="2" y="9"/>
                    </a:lnTo>
                    <a:lnTo>
                      <a:pt x="3" y="11"/>
                    </a:lnTo>
                    <a:lnTo>
                      <a:pt x="3" y="12"/>
                    </a:lnTo>
                    <a:lnTo>
                      <a:pt x="3" y="13"/>
                    </a:lnTo>
                    <a:lnTo>
                      <a:pt x="3" y="15"/>
                    </a:lnTo>
                    <a:lnTo>
                      <a:pt x="3" y="16"/>
                    </a:lnTo>
                    <a:lnTo>
                      <a:pt x="3" y="17"/>
                    </a:lnTo>
                    <a:lnTo>
                      <a:pt x="2" y="18"/>
                    </a:lnTo>
                    <a:lnTo>
                      <a:pt x="2" y="19"/>
                    </a:lnTo>
                    <a:lnTo>
                      <a:pt x="2" y="20"/>
                    </a:lnTo>
                    <a:lnTo>
                      <a:pt x="3" y="21"/>
                    </a:lnTo>
                    <a:lnTo>
                      <a:pt x="3" y="22"/>
                    </a:lnTo>
                    <a:lnTo>
                      <a:pt x="3" y="23"/>
                    </a:lnTo>
                    <a:lnTo>
                      <a:pt x="4" y="24"/>
                    </a:lnTo>
                    <a:lnTo>
                      <a:pt x="4" y="25"/>
                    </a:lnTo>
                    <a:lnTo>
                      <a:pt x="5" y="26"/>
                    </a:lnTo>
                    <a:lnTo>
                      <a:pt x="6" y="26"/>
                    </a:lnTo>
                    <a:lnTo>
                      <a:pt x="7" y="26"/>
                    </a:lnTo>
                    <a:lnTo>
                      <a:pt x="8" y="25"/>
                    </a:lnTo>
                    <a:lnTo>
                      <a:pt x="9" y="24"/>
                    </a:lnTo>
                    <a:lnTo>
                      <a:pt x="10" y="23"/>
                    </a:lnTo>
                    <a:lnTo>
                      <a:pt x="11" y="23"/>
                    </a:lnTo>
                    <a:lnTo>
                      <a:pt x="12" y="23"/>
                    </a:lnTo>
                    <a:lnTo>
                      <a:pt x="13" y="23"/>
                    </a:lnTo>
                    <a:lnTo>
                      <a:pt x="13" y="22"/>
                    </a:lnTo>
                    <a:lnTo>
                      <a:pt x="14" y="21"/>
                    </a:lnTo>
                    <a:lnTo>
                      <a:pt x="14" y="20"/>
                    </a:lnTo>
                    <a:lnTo>
                      <a:pt x="14" y="18"/>
                    </a:lnTo>
                    <a:lnTo>
                      <a:pt x="14" y="17"/>
                    </a:lnTo>
                    <a:lnTo>
                      <a:pt x="14" y="14"/>
                    </a:lnTo>
                    <a:lnTo>
                      <a:pt x="14" y="13"/>
                    </a:lnTo>
                    <a:lnTo>
                      <a:pt x="14" y="12"/>
                    </a:lnTo>
                    <a:lnTo>
                      <a:pt x="14" y="11"/>
                    </a:lnTo>
                    <a:lnTo>
                      <a:pt x="14" y="9"/>
                    </a:lnTo>
                    <a:lnTo>
                      <a:pt x="14" y="6"/>
                    </a:lnTo>
                    <a:lnTo>
                      <a:pt x="13" y="4"/>
                    </a:lnTo>
                    <a:lnTo>
                      <a:pt x="13" y="3"/>
                    </a:lnTo>
                    <a:lnTo>
                      <a:pt x="12" y="2"/>
                    </a:lnTo>
                    <a:lnTo>
                      <a:pt x="12" y="1"/>
                    </a:lnTo>
                    <a:lnTo>
                      <a:pt x="11" y="1"/>
                    </a:lnTo>
                    <a:lnTo>
                      <a:pt x="10" y="0"/>
                    </a:lnTo>
                    <a:lnTo>
                      <a:pt x="9" y="0"/>
                    </a:lnTo>
                    <a:lnTo>
                      <a:pt x="9" y="1"/>
                    </a:lnTo>
                    <a:close/>
                  </a:path>
                </a:pathLst>
              </a:custGeom>
              <a:solidFill>
                <a:srgbClr val="06A8F5"/>
              </a:solidFill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sp>
          <p:nvSpPr>
            <p:cNvPr id="49" name="Latvia">
              <a:extLst>
                <a:ext uri="{FF2B5EF4-FFF2-40B4-BE49-F238E27FC236}">
                  <a16:creationId xmlns:a16="http://schemas.microsoft.com/office/drawing/2014/main" id="{BC864E6E-46CD-E043-9B14-01AD89400F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487" y="3074282"/>
              <a:ext cx="156251" cy="80671"/>
            </a:xfrm>
            <a:custGeom>
              <a:avLst/>
              <a:gdLst>
                <a:gd name="T0" fmla="*/ 2147483647 w 70"/>
                <a:gd name="T1" fmla="*/ 2147483647 h 33"/>
                <a:gd name="T2" fmla="*/ 2147483647 w 70"/>
                <a:gd name="T3" fmla="*/ 2147483647 h 33"/>
                <a:gd name="T4" fmla="*/ 2147483647 w 70"/>
                <a:gd name="T5" fmla="*/ 2147483647 h 33"/>
                <a:gd name="T6" fmla="*/ 2147483647 w 70"/>
                <a:gd name="T7" fmla="*/ 2147483647 h 33"/>
                <a:gd name="T8" fmla="*/ 2147483647 w 70"/>
                <a:gd name="T9" fmla="*/ 2147483647 h 33"/>
                <a:gd name="T10" fmla="*/ 2147483647 w 70"/>
                <a:gd name="T11" fmla="*/ 2147483647 h 33"/>
                <a:gd name="T12" fmla="*/ 2147483647 w 70"/>
                <a:gd name="T13" fmla="*/ 2147483647 h 33"/>
                <a:gd name="T14" fmla="*/ 2147483647 w 70"/>
                <a:gd name="T15" fmla="*/ 2147483647 h 33"/>
                <a:gd name="T16" fmla="*/ 2147483647 w 70"/>
                <a:gd name="T17" fmla="*/ 2147483647 h 33"/>
                <a:gd name="T18" fmla="*/ 2147483647 w 70"/>
                <a:gd name="T19" fmla="*/ 2147483647 h 33"/>
                <a:gd name="T20" fmla="*/ 2147483647 w 70"/>
                <a:gd name="T21" fmla="*/ 2147483647 h 33"/>
                <a:gd name="T22" fmla="*/ 2147483647 w 70"/>
                <a:gd name="T23" fmla="*/ 2147483647 h 33"/>
                <a:gd name="T24" fmla="*/ 2147483647 w 70"/>
                <a:gd name="T25" fmla="*/ 2147483647 h 33"/>
                <a:gd name="T26" fmla="*/ 2147483647 w 70"/>
                <a:gd name="T27" fmla="*/ 2147483647 h 33"/>
                <a:gd name="T28" fmla="*/ 2147483647 w 70"/>
                <a:gd name="T29" fmla="*/ 2147483647 h 33"/>
                <a:gd name="T30" fmla="*/ 2147483647 w 70"/>
                <a:gd name="T31" fmla="*/ 2147483647 h 33"/>
                <a:gd name="T32" fmla="*/ 2147483647 w 70"/>
                <a:gd name="T33" fmla="*/ 2147483647 h 33"/>
                <a:gd name="T34" fmla="*/ 2147483647 w 70"/>
                <a:gd name="T35" fmla="*/ 2147483647 h 33"/>
                <a:gd name="T36" fmla="*/ 2147483647 w 70"/>
                <a:gd name="T37" fmla="*/ 2147483647 h 33"/>
                <a:gd name="T38" fmla="*/ 0 w 70"/>
                <a:gd name="T39" fmla="*/ 2147483647 h 33"/>
                <a:gd name="T40" fmla="*/ 2147483647 w 70"/>
                <a:gd name="T41" fmla="*/ 2147483647 h 33"/>
                <a:gd name="T42" fmla="*/ 0 w 70"/>
                <a:gd name="T43" fmla="*/ 2147483647 h 33"/>
                <a:gd name="T44" fmla="*/ 2147483647 w 70"/>
                <a:gd name="T45" fmla="*/ 2147483647 h 33"/>
                <a:gd name="T46" fmla="*/ 2147483647 w 70"/>
                <a:gd name="T47" fmla="*/ 2147483647 h 33"/>
                <a:gd name="T48" fmla="*/ 2147483647 w 70"/>
                <a:gd name="T49" fmla="*/ 2147483647 h 33"/>
                <a:gd name="T50" fmla="*/ 2147483647 w 70"/>
                <a:gd name="T51" fmla="*/ 2147483647 h 33"/>
                <a:gd name="T52" fmla="*/ 2147483647 w 70"/>
                <a:gd name="T53" fmla="*/ 2147483647 h 33"/>
                <a:gd name="T54" fmla="*/ 2147483647 w 70"/>
                <a:gd name="T55" fmla="*/ 2147483647 h 33"/>
                <a:gd name="T56" fmla="*/ 2147483647 w 70"/>
                <a:gd name="T57" fmla="*/ 2147483647 h 33"/>
                <a:gd name="T58" fmla="*/ 2147483647 w 70"/>
                <a:gd name="T59" fmla="*/ 2147483647 h 33"/>
                <a:gd name="T60" fmla="*/ 2147483647 w 70"/>
                <a:gd name="T61" fmla="*/ 2147483647 h 33"/>
                <a:gd name="T62" fmla="*/ 2147483647 w 70"/>
                <a:gd name="T63" fmla="*/ 2147483647 h 33"/>
                <a:gd name="T64" fmla="*/ 2147483647 w 70"/>
                <a:gd name="T65" fmla="*/ 2147483647 h 33"/>
                <a:gd name="T66" fmla="*/ 2147483647 w 70"/>
                <a:gd name="T67" fmla="*/ 2147483647 h 33"/>
                <a:gd name="T68" fmla="*/ 2147483647 w 70"/>
                <a:gd name="T69" fmla="*/ 2147483647 h 33"/>
                <a:gd name="T70" fmla="*/ 2147483647 w 70"/>
                <a:gd name="T71" fmla="*/ 2147483647 h 33"/>
                <a:gd name="T72" fmla="*/ 2147483647 w 70"/>
                <a:gd name="T73" fmla="*/ 2147483647 h 33"/>
                <a:gd name="T74" fmla="*/ 2147483647 w 70"/>
                <a:gd name="T75" fmla="*/ 2147483647 h 33"/>
                <a:gd name="T76" fmla="*/ 2147483647 w 70"/>
                <a:gd name="T77" fmla="*/ 2147483647 h 33"/>
                <a:gd name="T78" fmla="*/ 2147483647 w 70"/>
                <a:gd name="T79" fmla="*/ 2147483647 h 33"/>
                <a:gd name="T80" fmla="*/ 2147483647 w 70"/>
                <a:gd name="T81" fmla="*/ 2147483647 h 33"/>
                <a:gd name="T82" fmla="*/ 2147483647 w 70"/>
                <a:gd name="T83" fmla="*/ 2147483647 h 33"/>
                <a:gd name="T84" fmla="*/ 2147483647 w 70"/>
                <a:gd name="T85" fmla="*/ 2147483647 h 33"/>
                <a:gd name="T86" fmla="*/ 2147483647 w 70"/>
                <a:gd name="T87" fmla="*/ 2147483647 h 33"/>
                <a:gd name="T88" fmla="*/ 2147483647 w 70"/>
                <a:gd name="T89" fmla="*/ 2147483647 h 33"/>
                <a:gd name="T90" fmla="*/ 2147483647 w 70"/>
                <a:gd name="T91" fmla="*/ 2147483647 h 33"/>
                <a:gd name="T92" fmla="*/ 2147483647 w 70"/>
                <a:gd name="T93" fmla="*/ 2147483647 h 33"/>
                <a:gd name="T94" fmla="*/ 2147483647 w 70"/>
                <a:gd name="T95" fmla="*/ 2147483647 h 3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70"/>
                <a:gd name="T145" fmla="*/ 0 h 33"/>
                <a:gd name="T146" fmla="*/ 70 w 70"/>
                <a:gd name="T147" fmla="*/ 33 h 33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70" h="33">
                  <a:moveTo>
                    <a:pt x="63" y="7"/>
                  </a:moveTo>
                  <a:lnTo>
                    <a:pt x="62" y="7"/>
                  </a:lnTo>
                  <a:lnTo>
                    <a:pt x="62" y="6"/>
                  </a:lnTo>
                  <a:lnTo>
                    <a:pt x="61" y="6"/>
                  </a:lnTo>
                  <a:lnTo>
                    <a:pt x="60" y="6"/>
                  </a:lnTo>
                  <a:lnTo>
                    <a:pt x="59" y="6"/>
                  </a:lnTo>
                  <a:lnTo>
                    <a:pt x="59" y="7"/>
                  </a:lnTo>
                  <a:lnTo>
                    <a:pt x="58" y="7"/>
                  </a:lnTo>
                  <a:lnTo>
                    <a:pt x="57" y="7"/>
                  </a:lnTo>
                  <a:lnTo>
                    <a:pt x="55" y="7"/>
                  </a:lnTo>
                  <a:lnTo>
                    <a:pt x="53" y="7"/>
                  </a:lnTo>
                  <a:lnTo>
                    <a:pt x="52" y="7"/>
                  </a:lnTo>
                  <a:lnTo>
                    <a:pt x="51" y="6"/>
                  </a:lnTo>
                  <a:lnTo>
                    <a:pt x="49" y="5"/>
                  </a:lnTo>
                  <a:lnTo>
                    <a:pt x="49" y="4"/>
                  </a:lnTo>
                  <a:lnTo>
                    <a:pt x="48" y="3"/>
                  </a:lnTo>
                  <a:lnTo>
                    <a:pt x="46" y="3"/>
                  </a:lnTo>
                  <a:lnTo>
                    <a:pt x="45" y="2"/>
                  </a:lnTo>
                  <a:lnTo>
                    <a:pt x="44" y="2"/>
                  </a:lnTo>
                  <a:lnTo>
                    <a:pt x="43" y="2"/>
                  </a:lnTo>
                  <a:lnTo>
                    <a:pt x="43" y="1"/>
                  </a:lnTo>
                  <a:lnTo>
                    <a:pt x="42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7" y="3"/>
                  </a:lnTo>
                  <a:lnTo>
                    <a:pt x="35" y="3"/>
                  </a:lnTo>
                  <a:lnTo>
                    <a:pt x="34" y="3"/>
                  </a:lnTo>
                  <a:lnTo>
                    <a:pt x="33" y="4"/>
                  </a:lnTo>
                  <a:lnTo>
                    <a:pt x="32" y="4"/>
                  </a:lnTo>
                  <a:lnTo>
                    <a:pt x="31" y="4"/>
                  </a:lnTo>
                  <a:lnTo>
                    <a:pt x="31" y="5"/>
                  </a:lnTo>
                  <a:lnTo>
                    <a:pt x="31" y="6"/>
                  </a:lnTo>
                  <a:lnTo>
                    <a:pt x="32" y="7"/>
                  </a:lnTo>
                  <a:lnTo>
                    <a:pt x="32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31" y="13"/>
                  </a:lnTo>
                  <a:lnTo>
                    <a:pt x="31" y="15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7"/>
                  </a:lnTo>
                  <a:lnTo>
                    <a:pt x="30" y="17"/>
                  </a:lnTo>
                  <a:lnTo>
                    <a:pt x="29" y="16"/>
                  </a:lnTo>
                  <a:lnTo>
                    <a:pt x="28" y="16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5"/>
                  </a:lnTo>
                  <a:lnTo>
                    <a:pt x="22" y="14"/>
                  </a:lnTo>
                  <a:lnTo>
                    <a:pt x="22" y="13"/>
                  </a:lnTo>
                  <a:lnTo>
                    <a:pt x="21" y="13"/>
                  </a:lnTo>
                  <a:lnTo>
                    <a:pt x="19" y="12"/>
                  </a:lnTo>
                  <a:lnTo>
                    <a:pt x="18" y="11"/>
                  </a:lnTo>
                  <a:lnTo>
                    <a:pt x="18" y="10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7"/>
                  </a:lnTo>
                  <a:lnTo>
                    <a:pt x="14" y="6"/>
                  </a:lnTo>
                  <a:lnTo>
                    <a:pt x="12" y="6"/>
                  </a:lnTo>
                  <a:lnTo>
                    <a:pt x="10" y="7"/>
                  </a:lnTo>
                  <a:lnTo>
                    <a:pt x="9" y="7"/>
                  </a:lnTo>
                  <a:lnTo>
                    <a:pt x="8" y="7"/>
                  </a:lnTo>
                  <a:lnTo>
                    <a:pt x="7" y="8"/>
                  </a:lnTo>
                  <a:lnTo>
                    <a:pt x="6" y="9"/>
                  </a:lnTo>
                  <a:lnTo>
                    <a:pt x="5" y="10"/>
                  </a:lnTo>
                  <a:lnTo>
                    <a:pt x="4" y="11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6"/>
                  </a:lnTo>
                  <a:lnTo>
                    <a:pt x="2" y="17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1" y="24"/>
                  </a:lnTo>
                  <a:lnTo>
                    <a:pt x="1" y="25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2" y="28"/>
                  </a:lnTo>
                  <a:lnTo>
                    <a:pt x="3" y="28"/>
                  </a:lnTo>
                  <a:lnTo>
                    <a:pt x="4" y="27"/>
                  </a:lnTo>
                  <a:lnTo>
                    <a:pt x="5" y="26"/>
                  </a:lnTo>
                  <a:lnTo>
                    <a:pt x="6" y="25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8" y="24"/>
                  </a:lnTo>
                  <a:lnTo>
                    <a:pt x="10" y="24"/>
                  </a:lnTo>
                  <a:lnTo>
                    <a:pt x="11" y="23"/>
                  </a:lnTo>
                  <a:lnTo>
                    <a:pt x="12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5" y="23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3"/>
                  </a:lnTo>
                  <a:lnTo>
                    <a:pt x="20" y="23"/>
                  </a:lnTo>
                  <a:lnTo>
                    <a:pt x="21" y="23"/>
                  </a:lnTo>
                  <a:lnTo>
                    <a:pt x="22" y="23"/>
                  </a:lnTo>
                  <a:lnTo>
                    <a:pt x="23" y="23"/>
                  </a:lnTo>
                  <a:lnTo>
                    <a:pt x="24" y="23"/>
                  </a:lnTo>
                  <a:lnTo>
                    <a:pt x="25" y="23"/>
                  </a:lnTo>
                  <a:lnTo>
                    <a:pt x="27" y="23"/>
                  </a:lnTo>
                  <a:lnTo>
                    <a:pt x="29" y="23"/>
                  </a:lnTo>
                  <a:lnTo>
                    <a:pt x="30" y="23"/>
                  </a:lnTo>
                  <a:lnTo>
                    <a:pt x="31" y="23"/>
                  </a:lnTo>
                  <a:lnTo>
                    <a:pt x="33" y="23"/>
                  </a:lnTo>
                  <a:lnTo>
                    <a:pt x="34" y="23"/>
                  </a:lnTo>
                  <a:lnTo>
                    <a:pt x="36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39" y="22"/>
                  </a:lnTo>
                  <a:lnTo>
                    <a:pt x="39" y="23"/>
                  </a:lnTo>
                  <a:lnTo>
                    <a:pt x="39" y="24"/>
                  </a:lnTo>
                  <a:lnTo>
                    <a:pt x="39" y="25"/>
                  </a:lnTo>
                  <a:lnTo>
                    <a:pt x="39" y="26"/>
                  </a:lnTo>
                  <a:lnTo>
                    <a:pt x="40" y="26"/>
                  </a:lnTo>
                  <a:lnTo>
                    <a:pt x="40" y="27"/>
                  </a:lnTo>
                  <a:lnTo>
                    <a:pt x="41" y="27"/>
                  </a:lnTo>
                  <a:lnTo>
                    <a:pt x="42" y="27"/>
                  </a:lnTo>
                  <a:lnTo>
                    <a:pt x="43" y="27"/>
                  </a:lnTo>
                  <a:lnTo>
                    <a:pt x="44" y="27"/>
                  </a:lnTo>
                  <a:lnTo>
                    <a:pt x="45" y="28"/>
                  </a:lnTo>
                  <a:lnTo>
                    <a:pt x="46" y="28"/>
                  </a:lnTo>
                  <a:lnTo>
                    <a:pt x="46" y="29"/>
                  </a:lnTo>
                  <a:lnTo>
                    <a:pt x="47" y="29"/>
                  </a:lnTo>
                  <a:lnTo>
                    <a:pt x="48" y="30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3"/>
                  </a:lnTo>
                  <a:lnTo>
                    <a:pt x="53" y="33"/>
                  </a:lnTo>
                  <a:lnTo>
                    <a:pt x="54" y="33"/>
                  </a:lnTo>
                  <a:lnTo>
                    <a:pt x="55" y="33"/>
                  </a:lnTo>
                  <a:lnTo>
                    <a:pt x="56" y="33"/>
                  </a:lnTo>
                  <a:lnTo>
                    <a:pt x="57" y="32"/>
                  </a:lnTo>
                  <a:lnTo>
                    <a:pt x="58" y="32"/>
                  </a:lnTo>
                  <a:lnTo>
                    <a:pt x="59" y="32"/>
                  </a:lnTo>
                  <a:lnTo>
                    <a:pt x="60" y="32"/>
                  </a:lnTo>
                  <a:lnTo>
                    <a:pt x="61" y="33"/>
                  </a:lnTo>
                  <a:lnTo>
                    <a:pt x="63" y="33"/>
                  </a:lnTo>
                  <a:lnTo>
                    <a:pt x="64" y="32"/>
                  </a:lnTo>
                  <a:lnTo>
                    <a:pt x="65" y="32"/>
                  </a:lnTo>
                  <a:lnTo>
                    <a:pt x="65" y="31"/>
                  </a:lnTo>
                  <a:lnTo>
                    <a:pt x="65" y="30"/>
                  </a:lnTo>
                  <a:lnTo>
                    <a:pt x="65" y="29"/>
                  </a:lnTo>
                  <a:lnTo>
                    <a:pt x="65" y="28"/>
                  </a:lnTo>
                  <a:lnTo>
                    <a:pt x="67" y="28"/>
                  </a:lnTo>
                  <a:lnTo>
                    <a:pt x="68" y="28"/>
                  </a:lnTo>
                  <a:lnTo>
                    <a:pt x="69" y="28"/>
                  </a:lnTo>
                  <a:lnTo>
                    <a:pt x="70" y="28"/>
                  </a:lnTo>
                  <a:lnTo>
                    <a:pt x="70" y="27"/>
                  </a:lnTo>
                  <a:lnTo>
                    <a:pt x="70" y="26"/>
                  </a:lnTo>
                  <a:lnTo>
                    <a:pt x="69" y="25"/>
                  </a:lnTo>
                  <a:lnTo>
                    <a:pt x="69" y="24"/>
                  </a:lnTo>
                  <a:lnTo>
                    <a:pt x="69" y="22"/>
                  </a:lnTo>
                  <a:lnTo>
                    <a:pt x="68" y="21"/>
                  </a:lnTo>
                  <a:lnTo>
                    <a:pt x="67" y="20"/>
                  </a:lnTo>
                  <a:lnTo>
                    <a:pt x="67" y="19"/>
                  </a:lnTo>
                  <a:lnTo>
                    <a:pt x="66" y="18"/>
                  </a:lnTo>
                  <a:lnTo>
                    <a:pt x="65" y="17"/>
                  </a:lnTo>
                  <a:lnTo>
                    <a:pt x="65" y="16"/>
                  </a:lnTo>
                  <a:lnTo>
                    <a:pt x="66" y="15"/>
                  </a:lnTo>
                  <a:lnTo>
                    <a:pt x="66" y="14"/>
                  </a:lnTo>
                  <a:lnTo>
                    <a:pt x="67" y="14"/>
                  </a:lnTo>
                  <a:lnTo>
                    <a:pt x="67" y="13"/>
                  </a:lnTo>
                  <a:lnTo>
                    <a:pt x="66" y="13"/>
                  </a:lnTo>
                  <a:lnTo>
                    <a:pt x="65" y="13"/>
                  </a:lnTo>
                  <a:lnTo>
                    <a:pt x="65" y="12"/>
                  </a:lnTo>
                  <a:lnTo>
                    <a:pt x="65" y="11"/>
                  </a:lnTo>
                  <a:lnTo>
                    <a:pt x="66" y="10"/>
                  </a:lnTo>
                  <a:lnTo>
                    <a:pt x="65" y="10"/>
                  </a:lnTo>
                  <a:lnTo>
                    <a:pt x="64" y="10"/>
                  </a:lnTo>
                  <a:lnTo>
                    <a:pt x="63" y="10"/>
                  </a:lnTo>
                  <a:lnTo>
                    <a:pt x="63" y="9"/>
                  </a:lnTo>
                  <a:lnTo>
                    <a:pt x="62" y="9"/>
                  </a:lnTo>
                  <a:lnTo>
                    <a:pt x="61" y="9"/>
                  </a:lnTo>
                  <a:lnTo>
                    <a:pt x="61" y="8"/>
                  </a:lnTo>
                  <a:lnTo>
                    <a:pt x="62" y="8"/>
                  </a:lnTo>
                  <a:lnTo>
                    <a:pt x="62" y="7"/>
                  </a:lnTo>
                  <a:lnTo>
                    <a:pt x="63" y="7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50" name="Lithuania">
              <a:extLst>
                <a:ext uri="{FF2B5EF4-FFF2-40B4-BE49-F238E27FC236}">
                  <a16:creationId xmlns:a16="http://schemas.microsoft.com/office/drawing/2014/main" id="{1BAB3FFB-5394-7848-8AE6-8426C20BC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327" y="3128063"/>
              <a:ext cx="136161" cy="83116"/>
            </a:xfrm>
            <a:custGeom>
              <a:avLst/>
              <a:gdLst>
                <a:gd name="T0" fmla="*/ 2147483647 w 61"/>
                <a:gd name="T1" fmla="*/ 2147483647 h 34"/>
                <a:gd name="T2" fmla="*/ 2147483647 w 61"/>
                <a:gd name="T3" fmla="*/ 2147483647 h 34"/>
                <a:gd name="T4" fmla="*/ 2147483647 w 61"/>
                <a:gd name="T5" fmla="*/ 2147483647 h 34"/>
                <a:gd name="T6" fmla="*/ 2147483647 w 61"/>
                <a:gd name="T7" fmla="*/ 2147483647 h 34"/>
                <a:gd name="T8" fmla="*/ 2147483647 w 61"/>
                <a:gd name="T9" fmla="*/ 2147483647 h 34"/>
                <a:gd name="T10" fmla="*/ 2147483647 w 61"/>
                <a:gd name="T11" fmla="*/ 2147483647 h 34"/>
                <a:gd name="T12" fmla="*/ 2147483647 w 61"/>
                <a:gd name="T13" fmla="*/ 2147483647 h 34"/>
                <a:gd name="T14" fmla="*/ 2147483647 w 61"/>
                <a:gd name="T15" fmla="*/ 0 h 34"/>
                <a:gd name="T16" fmla="*/ 2147483647 w 61"/>
                <a:gd name="T17" fmla="*/ 2147483647 h 34"/>
                <a:gd name="T18" fmla="*/ 2147483647 w 61"/>
                <a:gd name="T19" fmla="*/ 2147483647 h 34"/>
                <a:gd name="T20" fmla="*/ 2147483647 w 61"/>
                <a:gd name="T21" fmla="*/ 2147483647 h 34"/>
                <a:gd name="T22" fmla="*/ 2147483647 w 61"/>
                <a:gd name="T23" fmla="*/ 2147483647 h 34"/>
                <a:gd name="T24" fmla="*/ 2147483647 w 61"/>
                <a:gd name="T25" fmla="*/ 2147483647 h 34"/>
                <a:gd name="T26" fmla="*/ 2147483647 w 61"/>
                <a:gd name="T27" fmla="*/ 0 h 34"/>
                <a:gd name="T28" fmla="*/ 2147483647 w 61"/>
                <a:gd name="T29" fmla="*/ 2147483647 h 34"/>
                <a:gd name="T30" fmla="*/ 2147483647 w 61"/>
                <a:gd name="T31" fmla="*/ 2147483647 h 34"/>
                <a:gd name="T32" fmla="*/ 2147483647 w 61"/>
                <a:gd name="T33" fmla="*/ 2147483647 h 34"/>
                <a:gd name="T34" fmla="*/ 2147483647 w 61"/>
                <a:gd name="T35" fmla="*/ 2147483647 h 34"/>
                <a:gd name="T36" fmla="*/ 2147483647 w 61"/>
                <a:gd name="T37" fmla="*/ 2147483647 h 34"/>
                <a:gd name="T38" fmla="*/ 2147483647 w 61"/>
                <a:gd name="T39" fmla="*/ 2147483647 h 34"/>
                <a:gd name="T40" fmla="*/ 0 w 61"/>
                <a:gd name="T41" fmla="*/ 2147483647 h 34"/>
                <a:gd name="T42" fmla="*/ 2147483647 w 61"/>
                <a:gd name="T43" fmla="*/ 2147483647 h 34"/>
                <a:gd name="T44" fmla="*/ 0 w 61"/>
                <a:gd name="T45" fmla="*/ 2147483647 h 34"/>
                <a:gd name="T46" fmla="*/ 2147483647 w 61"/>
                <a:gd name="T47" fmla="*/ 2147483647 h 34"/>
                <a:gd name="T48" fmla="*/ 2147483647 w 61"/>
                <a:gd name="T49" fmla="*/ 2147483647 h 34"/>
                <a:gd name="T50" fmla="*/ 2147483647 w 61"/>
                <a:gd name="T51" fmla="*/ 2147483647 h 34"/>
                <a:gd name="T52" fmla="*/ 2147483647 w 61"/>
                <a:gd name="T53" fmla="*/ 2147483647 h 34"/>
                <a:gd name="T54" fmla="*/ 2147483647 w 61"/>
                <a:gd name="T55" fmla="*/ 2147483647 h 34"/>
                <a:gd name="T56" fmla="*/ 2147483647 w 61"/>
                <a:gd name="T57" fmla="*/ 2147483647 h 34"/>
                <a:gd name="T58" fmla="*/ 2147483647 w 61"/>
                <a:gd name="T59" fmla="*/ 2147483647 h 34"/>
                <a:gd name="T60" fmla="*/ 2147483647 w 61"/>
                <a:gd name="T61" fmla="*/ 2147483647 h 34"/>
                <a:gd name="T62" fmla="*/ 2147483647 w 61"/>
                <a:gd name="T63" fmla="*/ 2147483647 h 34"/>
                <a:gd name="T64" fmla="*/ 2147483647 w 61"/>
                <a:gd name="T65" fmla="*/ 2147483647 h 34"/>
                <a:gd name="T66" fmla="*/ 2147483647 w 61"/>
                <a:gd name="T67" fmla="*/ 2147483647 h 34"/>
                <a:gd name="T68" fmla="*/ 2147483647 w 61"/>
                <a:gd name="T69" fmla="*/ 2147483647 h 34"/>
                <a:gd name="T70" fmla="*/ 2147483647 w 61"/>
                <a:gd name="T71" fmla="*/ 2147483647 h 34"/>
                <a:gd name="T72" fmla="*/ 2147483647 w 61"/>
                <a:gd name="T73" fmla="*/ 2147483647 h 34"/>
                <a:gd name="T74" fmla="*/ 2147483647 w 61"/>
                <a:gd name="T75" fmla="*/ 2147483647 h 34"/>
                <a:gd name="T76" fmla="*/ 2147483647 w 61"/>
                <a:gd name="T77" fmla="*/ 2147483647 h 34"/>
                <a:gd name="T78" fmla="*/ 2147483647 w 61"/>
                <a:gd name="T79" fmla="*/ 2147483647 h 34"/>
                <a:gd name="T80" fmla="*/ 2147483647 w 61"/>
                <a:gd name="T81" fmla="*/ 2147483647 h 34"/>
                <a:gd name="T82" fmla="*/ 2147483647 w 61"/>
                <a:gd name="T83" fmla="*/ 2147483647 h 34"/>
                <a:gd name="T84" fmla="*/ 2147483647 w 61"/>
                <a:gd name="T85" fmla="*/ 2147483647 h 34"/>
                <a:gd name="T86" fmla="*/ 2147483647 w 61"/>
                <a:gd name="T87" fmla="*/ 2147483647 h 34"/>
                <a:gd name="T88" fmla="*/ 2147483647 w 61"/>
                <a:gd name="T89" fmla="*/ 2147483647 h 34"/>
                <a:gd name="T90" fmla="*/ 2147483647 w 61"/>
                <a:gd name="T91" fmla="*/ 2147483647 h 34"/>
                <a:gd name="T92" fmla="*/ 2147483647 w 61"/>
                <a:gd name="T93" fmla="*/ 2147483647 h 34"/>
                <a:gd name="T94" fmla="*/ 2147483647 w 61"/>
                <a:gd name="T95" fmla="*/ 2147483647 h 34"/>
                <a:gd name="T96" fmla="*/ 2147483647 w 61"/>
                <a:gd name="T97" fmla="*/ 2147483647 h 34"/>
                <a:gd name="T98" fmla="*/ 2147483647 w 61"/>
                <a:gd name="T99" fmla="*/ 2147483647 h 34"/>
                <a:gd name="T100" fmla="*/ 2147483647 w 61"/>
                <a:gd name="T101" fmla="*/ 2147483647 h 3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61"/>
                <a:gd name="T154" fmla="*/ 0 h 34"/>
                <a:gd name="T155" fmla="*/ 61 w 61"/>
                <a:gd name="T156" fmla="*/ 34 h 34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61" h="34">
                  <a:moveTo>
                    <a:pt x="58" y="11"/>
                  </a:moveTo>
                  <a:lnTo>
                    <a:pt x="57" y="11"/>
                  </a:lnTo>
                  <a:lnTo>
                    <a:pt x="56" y="10"/>
                  </a:lnTo>
                  <a:lnTo>
                    <a:pt x="55" y="10"/>
                  </a:lnTo>
                  <a:lnTo>
                    <a:pt x="55" y="9"/>
                  </a:lnTo>
                  <a:lnTo>
                    <a:pt x="54" y="9"/>
                  </a:lnTo>
                  <a:lnTo>
                    <a:pt x="53" y="8"/>
                  </a:lnTo>
                  <a:lnTo>
                    <a:pt x="52" y="7"/>
                  </a:lnTo>
                  <a:lnTo>
                    <a:pt x="51" y="7"/>
                  </a:lnTo>
                  <a:lnTo>
                    <a:pt x="51" y="6"/>
                  </a:lnTo>
                  <a:lnTo>
                    <a:pt x="50" y="6"/>
                  </a:lnTo>
                  <a:lnTo>
                    <a:pt x="49" y="5"/>
                  </a:lnTo>
                  <a:lnTo>
                    <a:pt x="48" y="5"/>
                  </a:lnTo>
                  <a:lnTo>
                    <a:pt x="47" y="5"/>
                  </a:lnTo>
                  <a:lnTo>
                    <a:pt x="46" y="5"/>
                  </a:lnTo>
                  <a:lnTo>
                    <a:pt x="45" y="5"/>
                  </a:lnTo>
                  <a:lnTo>
                    <a:pt x="45" y="4"/>
                  </a:lnTo>
                  <a:lnTo>
                    <a:pt x="44" y="4"/>
                  </a:lnTo>
                  <a:lnTo>
                    <a:pt x="44" y="3"/>
                  </a:lnTo>
                  <a:lnTo>
                    <a:pt x="44" y="2"/>
                  </a:lnTo>
                  <a:lnTo>
                    <a:pt x="44" y="1"/>
                  </a:lnTo>
                  <a:lnTo>
                    <a:pt x="44" y="0"/>
                  </a:lnTo>
                  <a:lnTo>
                    <a:pt x="43" y="0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1"/>
                  </a:lnTo>
                  <a:lnTo>
                    <a:pt x="36" y="1"/>
                  </a:lnTo>
                  <a:lnTo>
                    <a:pt x="35" y="1"/>
                  </a:lnTo>
                  <a:lnTo>
                    <a:pt x="34" y="1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8" y="1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5" y="1"/>
                  </a:lnTo>
                  <a:lnTo>
                    <a:pt x="23" y="1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2" y="2"/>
                  </a:lnTo>
                  <a:lnTo>
                    <a:pt x="12" y="3"/>
                  </a:lnTo>
                  <a:lnTo>
                    <a:pt x="11" y="3"/>
                  </a:lnTo>
                  <a:lnTo>
                    <a:pt x="10" y="4"/>
                  </a:lnTo>
                  <a:lnTo>
                    <a:pt x="9" y="5"/>
                  </a:lnTo>
                  <a:lnTo>
                    <a:pt x="8" y="6"/>
                  </a:lnTo>
                  <a:lnTo>
                    <a:pt x="7" y="6"/>
                  </a:lnTo>
                  <a:lnTo>
                    <a:pt x="6" y="7"/>
                  </a:lnTo>
                  <a:lnTo>
                    <a:pt x="5" y="7"/>
                  </a:lnTo>
                  <a:lnTo>
                    <a:pt x="4" y="8"/>
                  </a:lnTo>
                  <a:lnTo>
                    <a:pt x="3" y="9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1" y="12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1" y="17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0" y="19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2" y="22"/>
                  </a:lnTo>
                  <a:lnTo>
                    <a:pt x="3" y="22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7" y="20"/>
                  </a:lnTo>
                  <a:lnTo>
                    <a:pt x="8" y="19"/>
                  </a:lnTo>
                  <a:lnTo>
                    <a:pt x="9" y="19"/>
                  </a:lnTo>
                  <a:lnTo>
                    <a:pt x="11" y="19"/>
                  </a:lnTo>
                  <a:lnTo>
                    <a:pt x="12" y="19"/>
                  </a:lnTo>
                  <a:lnTo>
                    <a:pt x="13" y="19"/>
                  </a:lnTo>
                  <a:lnTo>
                    <a:pt x="14" y="20"/>
                  </a:lnTo>
                  <a:lnTo>
                    <a:pt x="15" y="20"/>
                  </a:lnTo>
                  <a:lnTo>
                    <a:pt x="17" y="20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21"/>
                  </a:lnTo>
                  <a:lnTo>
                    <a:pt x="25" y="21"/>
                  </a:lnTo>
                  <a:lnTo>
                    <a:pt x="25" y="22"/>
                  </a:lnTo>
                  <a:lnTo>
                    <a:pt x="26" y="22"/>
                  </a:lnTo>
                  <a:lnTo>
                    <a:pt x="25" y="23"/>
                  </a:lnTo>
                  <a:lnTo>
                    <a:pt x="24" y="24"/>
                  </a:lnTo>
                  <a:lnTo>
                    <a:pt x="23" y="25"/>
                  </a:lnTo>
                  <a:lnTo>
                    <a:pt x="23" y="26"/>
                  </a:lnTo>
                  <a:lnTo>
                    <a:pt x="24" y="26"/>
                  </a:lnTo>
                  <a:lnTo>
                    <a:pt x="24" y="27"/>
                  </a:lnTo>
                  <a:lnTo>
                    <a:pt x="25" y="28"/>
                  </a:lnTo>
                  <a:lnTo>
                    <a:pt x="24" y="29"/>
                  </a:lnTo>
                  <a:lnTo>
                    <a:pt x="25" y="29"/>
                  </a:lnTo>
                  <a:lnTo>
                    <a:pt x="26" y="29"/>
                  </a:lnTo>
                  <a:lnTo>
                    <a:pt x="27" y="29"/>
                  </a:lnTo>
                  <a:lnTo>
                    <a:pt x="29" y="29"/>
                  </a:lnTo>
                  <a:lnTo>
                    <a:pt x="30" y="29"/>
                  </a:lnTo>
                  <a:lnTo>
                    <a:pt x="30" y="30"/>
                  </a:lnTo>
                  <a:lnTo>
                    <a:pt x="31" y="30"/>
                  </a:lnTo>
                  <a:lnTo>
                    <a:pt x="31" y="31"/>
                  </a:lnTo>
                  <a:lnTo>
                    <a:pt x="31" y="33"/>
                  </a:lnTo>
                  <a:lnTo>
                    <a:pt x="32" y="32"/>
                  </a:lnTo>
                  <a:lnTo>
                    <a:pt x="33" y="32"/>
                  </a:lnTo>
                  <a:lnTo>
                    <a:pt x="34" y="33"/>
                  </a:lnTo>
                  <a:lnTo>
                    <a:pt x="35" y="33"/>
                  </a:lnTo>
                  <a:lnTo>
                    <a:pt x="36" y="34"/>
                  </a:lnTo>
                  <a:lnTo>
                    <a:pt x="37" y="33"/>
                  </a:lnTo>
                  <a:lnTo>
                    <a:pt x="38" y="33"/>
                  </a:lnTo>
                  <a:lnTo>
                    <a:pt x="39" y="33"/>
                  </a:lnTo>
                  <a:lnTo>
                    <a:pt x="39" y="32"/>
                  </a:lnTo>
                  <a:lnTo>
                    <a:pt x="41" y="31"/>
                  </a:lnTo>
                  <a:lnTo>
                    <a:pt x="42" y="31"/>
                  </a:lnTo>
                  <a:lnTo>
                    <a:pt x="43" y="31"/>
                  </a:lnTo>
                  <a:lnTo>
                    <a:pt x="45" y="31"/>
                  </a:lnTo>
                  <a:lnTo>
                    <a:pt x="47" y="31"/>
                  </a:lnTo>
                  <a:lnTo>
                    <a:pt x="48" y="31"/>
                  </a:lnTo>
                  <a:lnTo>
                    <a:pt x="50" y="30"/>
                  </a:lnTo>
                  <a:lnTo>
                    <a:pt x="51" y="29"/>
                  </a:lnTo>
                  <a:lnTo>
                    <a:pt x="50" y="28"/>
                  </a:lnTo>
                  <a:lnTo>
                    <a:pt x="50" y="27"/>
                  </a:lnTo>
                  <a:lnTo>
                    <a:pt x="50" y="26"/>
                  </a:lnTo>
                  <a:lnTo>
                    <a:pt x="50" y="25"/>
                  </a:lnTo>
                  <a:lnTo>
                    <a:pt x="51" y="24"/>
                  </a:lnTo>
                  <a:lnTo>
                    <a:pt x="51" y="23"/>
                  </a:lnTo>
                  <a:lnTo>
                    <a:pt x="51" y="22"/>
                  </a:lnTo>
                  <a:lnTo>
                    <a:pt x="52" y="21"/>
                  </a:lnTo>
                  <a:lnTo>
                    <a:pt x="53" y="20"/>
                  </a:lnTo>
                  <a:lnTo>
                    <a:pt x="54" y="20"/>
                  </a:lnTo>
                  <a:lnTo>
                    <a:pt x="55" y="20"/>
                  </a:lnTo>
                  <a:lnTo>
                    <a:pt x="58" y="19"/>
                  </a:lnTo>
                  <a:lnTo>
                    <a:pt x="60" y="18"/>
                  </a:lnTo>
                  <a:lnTo>
                    <a:pt x="61" y="18"/>
                  </a:lnTo>
                  <a:lnTo>
                    <a:pt x="61" y="17"/>
                  </a:lnTo>
                  <a:lnTo>
                    <a:pt x="60" y="16"/>
                  </a:lnTo>
                  <a:lnTo>
                    <a:pt x="59" y="16"/>
                  </a:lnTo>
                  <a:lnTo>
                    <a:pt x="58" y="16"/>
                  </a:lnTo>
                  <a:lnTo>
                    <a:pt x="58" y="15"/>
                  </a:lnTo>
                  <a:lnTo>
                    <a:pt x="57" y="15"/>
                  </a:lnTo>
                  <a:lnTo>
                    <a:pt x="56" y="15"/>
                  </a:lnTo>
                  <a:lnTo>
                    <a:pt x="56" y="14"/>
                  </a:lnTo>
                  <a:lnTo>
                    <a:pt x="57" y="14"/>
                  </a:lnTo>
                  <a:lnTo>
                    <a:pt x="57" y="13"/>
                  </a:lnTo>
                  <a:lnTo>
                    <a:pt x="57" y="12"/>
                  </a:lnTo>
                  <a:lnTo>
                    <a:pt x="58" y="12"/>
                  </a:lnTo>
                  <a:lnTo>
                    <a:pt x="58" y="11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51" name="Luxembourg">
              <a:extLst>
                <a:ext uri="{FF2B5EF4-FFF2-40B4-BE49-F238E27FC236}">
                  <a16:creationId xmlns:a16="http://schemas.microsoft.com/office/drawing/2014/main" id="{0C53E417-965B-6D4E-A28E-51A640E13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450" y="3326075"/>
              <a:ext cx="15625" cy="22000"/>
            </a:xfrm>
            <a:custGeom>
              <a:avLst/>
              <a:gdLst>
                <a:gd name="T0" fmla="*/ 2147483647 w 7"/>
                <a:gd name="T1" fmla="*/ 0 h 8"/>
                <a:gd name="T2" fmla="*/ 2147483647 w 7"/>
                <a:gd name="T3" fmla="*/ 2147483647 h 8"/>
                <a:gd name="T4" fmla="*/ 2147483647 w 7"/>
                <a:gd name="T5" fmla="*/ 2147483647 h 8"/>
                <a:gd name="T6" fmla="*/ 2147483647 w 7"/>
                <a:gd name="T7" fmla="*/ 2147483647 h 8"/>
                <a:gd name="T8" fmla="*/ 2147483647 w 7"/>
                <a:gd name="T9" fmla="*/ 2147483647 h 8"/>
                <a:gd name="T10" fmla="*/ 2147483647 w 7"/>
                <a:gd name="T11" fmla="*/ 2147483647 h 8"/>
                <a:gd name="T12" fmla="*/ 2147483647 w 7"/>
                <a:gd name="T13" fmla="*/ 2147483647 h 8"/>
                <a:gd name="T14" fmla="*/ 2147483647 w 7"/>
                <a:gd name="T15" fmla="*/ 2147483647 h 8"/>
                <a:gd name="T16" fmla="*/ 2147483647 w 7"/>
                <a:gd name="T17" fmla="*/ 2147483647 h 8"/>
                <a:gd name="T18" fmla="*/ 2147483647 w 7"/>
                <a:gd name="T19" fmla="*/ 2147483647 h 8"/>
                <a:gd name="T20" fmla="*/ 2147483647 w 7"/>
                <a:gd name="T21" fmla="*/ 2147483647 h 8"/>
                <a:gd name="T22" fmla="*/ 2147483647 w 7"/>
                <a:gd name="T23" fmla="*/ 2147483647 h 8"/>
                <a:gd name="T24" fmla="*/ 0 w 7"/>
                <a:gd name="T25" fmla="*/ 2147483647 h 8"/>
                <a:gd name="T26" fmla="*/ 2147483647 w 7"/>
                <a:gd name="T27" fmla="*/ 2147483647 h 8"/>
                <a:gd name="T28" fmla="*/ 2147483647 w 7"/>
                <a:gd name="T29" fmla="*/ 2147483647 h 8"/>
                <a:gd name="T30" fmla="*/ 2147483647 w 7"/>
                <a:gd name="T31" fmla="*/ 2147483647 h 8"/>
                <a:gd name="T32" fmla="*/ 2147483647 w 7"/>
                <a:gd name="T33" fmla="*/ 0 h 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"/>
                <a:gd name="T52" fmla="*/ 0 h 8"/>
                <a:gd name="T53" fmla="*/ 7 w 7"/>
                <a:gd name="T54" fmla="*/ 8 h 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" h="8">
                  <a:moveTo>
                    <a:pt x="4" y="0"/>
                  </a:moveTo>
                  <a:lnTo>
                    <a:pt x="6" y="1"/>
                  </a:lnTo>
                  <a:lnTo>
                    <a:pt x="5" y="2"/>
                  </a:lnTo>
                  <a:lnTo>
                    <a:pt x="5" y="3"/>
                  </a:lnTo>
                  <a:lnTo>
                    <a:pt x="6" y="4"/>
                  </a:lnTo>
                  <a:lnTo>
                    <a:pt x="7" y="5"/>
                  </a:lnTo>
                  <a:lnTo>
                    <a:pt x="7" y="7"/>
                  </a:lnTo>
                  <a:lnTo>
                    <a:pt x="6" y="8"/>
                  </a:lnTo>
                  <a:lnTo>
                    <a:pt x="5" y="8"/>
                  </a:lnTo>
                  <a:lnTo>
                    <a:pt x="4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0" y="4"/>
                  </a:lnTo>
                  <a:lnTo>
                    <a:pt x="1" y="2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6A8F5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52" name="Macedonia">
              <a:extLst>
                <a:ext uri="{FF2B5EF4-FFF2-40B4-BE49-F238E27FC236}">
                  <a16:creationId xmlns:a16="http://schemas.microsoft.com/office/drawing/2014/main" id="{CBA91148-93A0-E44B-89E7-D611CECDD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487" y="3548531"/>
              <a:ext cx="51339" cy="41557"/>
            </a:xfrm>
            <a:custGeom>
              <a:avLst/>
              <a:gdLst>
                <a:gd name="T0" fmla="*/ 2147483647 w 23"/>
                <a:gd name="T1" fmla="*/ 2147483647 h 17"/>
                <a:gd name="T2" fmla="*/ 2147483647 w 23"/>
                <a:gd name="T3" fmla="*/ 2147483647 h 17"/>
                <a:gd name="T4" fmla="*/ 2147483647 w 23"/>
                <a:gd name="T5" fmla="*/ 0 h 17"/>
                <a:gd name="T6" fmla="*/ 2147483647 w 23"/>
                <a:gd name="T7" fmla="*/ 0 h 17"/>
                <a:gd name="T8" fmla="*/ 2147483647 w 23"/>
                <a:gd name="T9" fmla="*/ 2147483647 h 17"/>
                <a:gd name="T10" fmla="*/ 2147483647 w 23"/>
                <a:gd name="T11" fmla="*/ 2147483647 h 17"/>
                <a:gd name="T12" fmla="*/ 2147483647 w 23"/>
                <a:gd name="T13" fmla="*/ 2147483647 h 17"/>
                <a:gd name="T14" fmla="*/ 2147483647 w 23"/>
                <a:gd name="T15" fmla="*/ 2147483647 h 17"/>
                <a:gd name="T16" fmla="*/ 2147483647 w 23"/>
                <a:gd name="T17" fmla="*/ 2147483647 h 17"/>
                <a:gd name="T18" fmla="*/ 2147483647 w 23"/>
                <a:gd name="T19" fmla="*/ 2147483647 h 17"/>
                <a:gd name="T20" fmla="*/ 2147483647 w 23"/>
                <a:gd name="T21" fmla="*/ 2147483647 h 17"/>
                <a:gd name="T22" fmla="*/ 2147483647 w 23"/>
                <a:gd name="T23" fmla="*/ 2147483647 h 17"/>
                <a:gd name="T24" fmla="*/ 0 w 23"/>
                <a:gd name="T25" fmla="*/ 2147483647 h 17"/>
                <a:gd name="T26" fmla="*/ 0 w 23"/>
                <a:gd name="T27" fmla="*/ 2147483647 h 17"/>
                <a:gd name="T28" fmla="*/ 2147483647 w 23"/>
                <a:gd name="T29" fmla="*/ 2147483647 h 17"/>
                <a:gd name="T30" fmla="*/ 2147483647 w 23"/>
                <a:gd name="T31" fmla="*/ 2147483647 h 17"/>
                <a:gd name="T32" fmla="*/ 2147483647 w 23"/>
                <a:gd name="T33" fmla="*/ 2147483647 h 17"/>
                <a:gd name="T34" fmla="*/ 2147483647 w 23"/>
                <a:gd name="T35" fmla="*/ 2147483647 h 17"/>
                <a:gd name="T36" fmla="*/ 2147483647 w 23"/>
                <a:gd name="T37" fmla="*/ 2147483647 h 17"/>
                <a:gd name="T38" fmla="*/ 2147483647 w 23"/>
                <a:gd name="T39" fmla="*/ 2147483647 h 17"/>
                <a:gd name="T40" fmla="*/ 2147483647 w 23"/>
                <a:gd name="T41" fmla="*/ 2147483647 h 17"/>
                <a:gd name="T42" fmla="*/ 2147483647 w 23"/>
                <a:gd name="T43" fmla="*/ 2147483647 h 17"/>
                <a:gd name="T44" fmla="*/ 2147483647 w 23"/>
                <a:gd name="T45" fmla="*/ 2147483647 h 17"/>
                <a:gd name="T46" fmla="*/ 2147483647 w 23"/>
                <a:gd name="T47" fmla="*/ 2147483647 h 17"/>
                <a:gd name="T48" fmla="*/ 2147483647 w 23"/>
                <a:gd name="T49" fmla="*/ 2147483647 h 17"/>
                <a:gd name="T50" fmla="*/ 2147483647 w 23"/>
                <a:gd name="T51" fmla="*/ 2147483647 h 17"/>
                <a:gd name="T52" fmla="*/ 2147483647 w 23"/>
                <a:gd name="T53" fmla="*/ 2147483647 h 1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3"/>
                <a:gd name="T82" fmla="*/ 0 h 17"/>
                <a:gd name="T83" fmla="*/ 23 w 23"/>
                <a:gd name="T84" fmla="*/ 17 h 1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3" h="17">
                  <a:moveTo>
                    <a:pt x="22" y="4"/>
                  </a:moveTo>
                  <a:lnTo>
                    <a:pt x="18" y="1"/>
                  </a:lnTo>
                  <a:lnTo>
                    <a:pt x="17" y="0"/>
                  </a:lnTo>
                  <a:lnTo>
                    <a:pt x="13" y="0"/>
                  </a:lnTo>
                  <a:lnTo>
                    <a:pt x="12" y="1"/>
                  </a:lnTo>
                  <a:lnTo>
                    <a:pt x="10" y="1"/>
                  </a:lnTo>
                  <a:lnTo>
                    <a:pt x="8" y="1"/>
                  </a:lnTo>
                  <a:lnTo>
                    <a:pt x="7" y="2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2" y="14"/>
                  </a:lnTo>
                  <a:lnTo>
                    <a:pt x="4" y="16"/>
                  </a:lnTo>
                  <a:lnTo>
                    <a:pt x="5" y="17"/>
                  </a:lnTo>
                  <a:lnTo>
                    <a:pt x="6" y="17"/>
                  </a:lnTo>
                  <a:lnTo>
                    <a:pt x="8" y="16"/>
                  </a:lnTo>
                  <a:lnTo>
                    <a:pt x="11" y="16"/>
                  </a:lnTo>
                  <a:lnTo>
                    <a:pt x="13" y="14"/>
                  </a:lnTo>
                  <a:lnTo>
                    <a:pt x="16" y="13"/>
                  </a:lnTo>
                  <a:lnTo>
                    <a:pt x="19" y="13"/>
                  </a:lnTo>
                  <a:lnTo>
                    <a:pt x="22" y="11"/>
                  </a:lnTo>
                  <a:lnTo>
                    <a:pt x="23" y="11"/>
                  </a:lnTo>
                  <a:lnTo>
                    <a:pt x="23" y="8"/>
                  </a:lnTo>
                  <a:lnTo>
                    <a:pt x="22" y="4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53" name="Moldova">
              <a:extLst>
                <a:ext uri="{FF2B5EF4-FFF2-40B4-BE49-F238E27FC236}">
                  <a16:creationId xmlns:a16="http://schemas.microsoft.com/office/drawing/2014/main" id="{9DB72AE1-CD24-2D49-8FFF-D32826875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1023" y="3372520"/>
              <a:ext cx="66966" cy="75783"/>
            </a:xfrm>
            <a:custGeom>
              <a:avLst/>
              <a:gdLst>
                <a:gd name="T0" fmla="*/ 0 w 30"/>
                <a:gd name="T1" fmla="*/ 2147483647 h 31"/>
                <a:gd name="T2" fmla="*/ 2147483647 w 30"/>
                <a:gd name="T3" fmla="*/ 2147483647 h 31"/>
                <a:gd name="T4" fmla="*/ 2147483647 w 30"/>
                <a:gd name="T5" fmla="*/ 2147483647 h 31"/>
                <a:gd name="T6" fmla="*/ 2147483647 w 30"/>
                <a:gd name="T7" fmla="*/ 2147483647 h 31"/>
                <a:gd name="T8" fmla="*/ 2147483647 w 30"/>
                <a:gd name="T9" fmla="*/ 2147483647 h 31"/>
                <a:gd name="T10" fmla="*/ 2147483647 w 30"/>
                <a:gd name="T11" fmla="*/ 2147483647 h 31"/>
                <a:gd name="T12" fmla="*/ 2147483647 w 30"/>
                <a:gd name="T13" fmla="*/ 2147483647 h 31"/>
                <a:gd name="T14" fmla="*/ 2147483647 w 30"/>
                <a:gd name="T15" fmla="*/ 2147483647 h 31"/>
                <a:gd name="T16" fmla="*/ 2147483647 w 30"/>
                <a:gd name="T17" fmla="*/ 2147483647 h 31"/>
                <a:gd name="T18" fmla="*/ 2147483647 w 30"/>
                <a:gd name="T19" fmla="*/ 2147483647 h 31"/>
                <a:gd name="T20" fmla="*/ 2147483647 w 30"/>
                <a:gd name="T21" fmla="*/ 2147483647 h 31"/>
                <a:gd name="T22" fmla="*/ 2147483647 w 30"/>
                <a:gd name="T23" fmla="*/ 2147483647 h 31"/>
                <a:gd name="T24" fmla="*/ 2147483647 w 30"/>
                <a:gd name="T25" fmla="*/ 2147483647 h 31"/>
                <a:gd name="T26" fmla="*/ 2147483647 w 30"/>
                <a:gd name="T27" fmla="*/ 2147483647 h 31"/>
                <a:gd name="T28" fmla="*/ 2147483647 w 30"/>
                <a:gd name="T29" fmla="*/ 2147483647 h 31"/>
                <a:gd name="T30" fmla="*/ 2147483647 w 30"/>
                <a:gd name="T31" fmla="*/ 2147483647 h 31"/>
                <a:gd name="T32" fmla="*/ 2147483647 w 30"/>
                <a:gd name="T33" fmla="*/ 2147483647 h 31"/>
                <a:gd name="T34" fmla="*/ 2147483647 w 30"/>
                <a:gd name="T35" fmla="*/ 2147483647 h 31"/>
                <a:gd name="T36" fmla="*/ 2147483647 w 30"/>
                <a:gd name="T37" fmla="*/ 2147483647 h 31"/>
                <a:gd name="T38" fmla="*/ 2147483647 w 30"/>
                <a:gd name="T39" fmla="*/ 2147483647 h 31"/>
                <a:gd name="T40" fmla="*/ 2147483647 w 30"/>
                <a:gd name="T41" fmla="*/ 2147483647 h 31"/>
                <a:gd name="T42" fmla="*/ 2147483647 w 30"/>
                <a:gd name="T43" fmla="*/ 2147483647 h 31"/>
                <a:gd name="T44" fmla="*/ 2147483647 w 30"/>
                <a:gd name="T45" fmla="*/ 2147483647 h 31"/>
                <a:gd name="T46" fmla="*/ 2147483647 w 30"/>
                <a:gd name="T47" fmla="*/ 2147483647 h 31"/>
                <a:gd name="T48" fmla="*/ 2147483647 w 30"/>
                <a:gd name="T49" fmla="*/ 2147483647 h 31"/>
                <a:gd name="T50" fmla="*/ 2147483647 w 30"/>
                <a:gd name="T51" fmla="*/ 2147483647 h 31"/>
                <a:gd name="T52" fmla="*/ 2147483647 w 30"/>
                <a:gd name="T53" fmla="*/ 2147483647 h 31"/>
                <a:gd name="T54" fmla="*/ 2147483647 w 30"/>
                <a:gd name="T55" fmla="*/ 2147483647 h 31"/>
                <a:gd name="T56" fmla="*/ 2147483647 w 30"/>
                <a:gd name="T57" fmla="*/ 2147483647 h 31"/>
                <a:gd name="T58" fmla="*/ 2147483647 w 30"/>
                <a:gd name="T59" fmla="*/ 2147483647 h 31"/>
                <a:gd name="T60" fmla="*/ 2147483647 w 30"/>
                <a:gd name="T61" fmla="*/ 0 h 31"/>
                <a:gd name="T62" fmla="*/ 2147483647 w 30"/>
                <a:gd name="T63" fmla="*/ 0 h 31"/>
                <a:gd name="T64" fmla="*/ 2147483647 w 30"/>
                <a:gd name="T65" fmla="*/ 0 h 31"/>
                <a:gd name="T66" fmla="*/ 2147483647 w 30"/>
                <a:gd name="T67" fmla="*/ 2147483647 h 31"/>
                <a:gd name="T68" fmla="*/ 0 w 30"/>
                <a:gd name="T69" fmla="*/ 2147483647 h 3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0"/>
                <a:gd name="T106" fmla="*/ 0 h 31"/>
                <a:gd name="T107" fmla="*/ 30 w 30"/>
                <a:gd name="T108" fmla="*/ 31 h 3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0" h="31">
                  <a:moveTo>
                    <a:pt x="0" y="3"/>
                  </a:moveTo>
                  <a:lnTo>
                    <a:pt x="0" y="4"/>
                  </a:lnTo>
                  <a:lnTo>
                    <a:pt x="0" y="5"/>
                  </a:lnTo>
                  <a:lnTo>
                    <a:pt x="2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6" y="11"/>
                  </a:lnTo>
                  <a:lnTo>
                    <a:pt x="7" y="12"/>
                  </a:lnTo>
                  <a:lnTo>
                    <a:pt x="8" y="13"/>
                  </a:lnTo>
                  <a:lnTo>
                    <a:pt x="9" y="14"/>
                  </a:lnTo>
                  <a:lnTo>
                    <a:pt x="10" y="15"/>
                  </a:lnTo>
                  <a:lnTo>
                    <a:pt x="10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2" y="20"/>
                  </a:lnTo>
                  <a:lnTo>
                    <a:pt x="12" y="21"/>
                  </a:lnTo>
                  <a:lnTo>
                    <a:pt x="13" y="22"/>
                  </a:lnTo>
                  <a:lnTo>
                    <a:pt x="13" y="24"/>
                  </a:lnTo>
                  <a:lnTo>
                    <a:pt x="12" y="25"/>
                  </a:lnTo>
                  <a:lnTo>
                    <a:pt x="12" y="26"/>
                  </a:lnTo>
                  <a:lnTo>
                    <a:pt x="12" y="27"/>
                  </a:lnTo>
                  <a:lnTo>
                    <a:pt x="12" y="28"/>
                  </a:lnTo>
                  <a:lnTo>
                    <a:pt x="13" y="29"/>
                  </a:lnTo>
                  <a:lnTo>
                    <a:pt x="13" y="30"/>
                  </a:lnTo>
                  <a:lnTo>
                    <a:pt x="13" y="31"/>
                  </a:lnTo>
                  <a:lnTo>
                    <a:pt x="14" y="31"/>
                  </a:lnTo>
                  <a:lnTo>
                    <a:pt x="15" y="31"/>
                  </a:lnTo>
                  <a:lnTo>
                    <a:pt x="17" y="31"/>
                  </a:lnTo>
                  <a:lnTo>
                    <a:pt x="18" y="30"/>
                  </a:lnTo>
                  <a:lnTo>
                    <a:pt x="19" y="30"/>
                  </a:lnTo>
                  <a:lnTo>
                    <a:pt x="20" y="29"/>
                  </a:lnTo>
                  <a:lnTo>
                    <a:pt x="21" y="29"/>
                  </a:lnTo>
                  <a:lnTo>
                    <a:pt x="22" y="29"/>
                  </a:lnTo>
                  <a:lnTo>
                    <a:pt x="22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4" y="27"/>
                  </a:lnTo>
                  <a:lnTo>
                    <a:pt x="24" y="26"/>
                  </a:lnTo>
                  <a:lnTo>
                    <a:pt x="24" y="25"/>
                  </a:lnTo>
                  <a:lnTo>
                    <a:pt x="25" y="25"/>
                  </a:lnTo>
                  <a:lnTo>
                    <a:pt x="25" y="24"/>
                  </a:lnTo>
                  <a:lnTo>
                    <a:pt x="26" y="24"/>
                  </a:lnTo>
                  <a:lnTo>
                    <a:pt x="27" y="24"/>
                  </a:lnTo>
                  <a:lnTo>
                    <a:pt x="28" y="24"/>
                  </a:lnTo>
                  <a:lnTo>
                    <a:pt x="28" y="23"/>
                  </a:lnTo>
                  <a:lnTo>
                    <a:pt x="29" y="23"/>
                  </a:lnTo>
                  <a:lnTo>
                    <a:pt x="30" y="23"/>
                  </a:lnTo>
                  <a:lnTo>
                    <a:pt x="30" y="20"/>
                  </a:lnTo>
                  <a:lnTo>
                    <a:pt x="30" y="17"/>
                  </a:lnTo>
                  <a:lnTo>
                    <a:pt x="29" y="15"/>
                  </a:lnTo>
                  <a:lnTo>
                    <a:pt x="29" y="13"/>
                  </a:lnTo>
                  <a:lnTo>
                    <a:pt x="27" y="10"/>
                  </a:lnTo>
                  <a:lnTo>
                    <a:pt x="26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0" y="2"/>
                  </a:lnTo>
                  <a:lnTo>
                    <a:pt x="15" y="1"/>
                  </a:lnTo>
                  <a:lnTo>
                    <a:pt x="13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grpSp>
          <p:nvGrpSpPr>
            <p:cNvPr id="54" name="Netherlands">
              <a:extLst>
                <a:ext uri="{FF2B5EF4-FFF2-40B4-BE49-F238E27FC236}">
                  <a16:creationId xmlns:a16="http://schemas.microsoft.com/office/drawing/2014/main" id="{D1820621-03FC-B74F-A796-347F75A035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0039" y="3228291"/>
              <a:ext cx="73660" cy="83116"/>
              <a:chOff x="16040100" y="4800600"/>
              <a:chExt cx="33" cy="34"/>
            </a:xfrm>
            <a:solidFill>
              <a:srgbClr val="002B69">
                <a:alpha val="91000"/>
              </a:srgbClr>
            </a:solidFill>
          </p:grpSpPr>
          <p:sp>
            <p:nvSpPr>
              <p:cNvPr id="126" name="D551">
                <a:extLst>
                  <a:ext uri="{FF2B5EF4-FFF2-40B4-BE49-F238E27FC236}">
                    <a16:creationId xmlns:a16="http://schemas.microsoft.com/office/drawing/2014/main" id="{3D47BD18-C6CF-E64E-A368-27CFB9B3DD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40112" y="4800603"/>
                <a:ext cx="2" cy="4"/>
              </a:xfrm>
              <a:custGeom>
                <a:avLst/>
                <a:gdLst>
                  <a:gd name="T0" fmla="*/ 2 w 2"/>
                  <a:gd name="T1" fmla="*/ 2 h 4"/>
                  <a:gd name="T2" fmla="*/ 1 w 2"/>
                  <a:gd name="T3" fmla="*/ 3 h 4"/>
                  <a:gd name="T4" fmla="*/ 0 w 2"/>
                  <a:gd name="T5" fmla="*/ 4 h 4"/>
                  <a:gd name="T6" fmla="*/ 0 w 2"/>
                  <a:gd name="T7" fmla="*/ 2 h 4"/>
                  <a:gd name="T8" fmla="*/ 2 w 2"/>
                  <a:gd name="T9" fmla="*/ 1 h 4"/>
                  <a:gd name="T10" fmla="*/ 2 w 2"/>
                  <a:gd name="T11" fmla="*/ 0 h 4"/>
                  <a:gd name="T12" fmla="*/ 2 w 2"/>
                  <a:gd name="T13" fmla="*/ 2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"/>
                  <a:gd name="T22" fmla="*/ 0 h 4"/>
                  <a:gd name="T23" fmla="*/ 2 w 2"/>
                  <a:gd name="T24" fmla="*/ 4 h 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" h="4">
                    <a:moveTo>
                      <a:pt x="2" y="2"/>
                    </a:moveTo>
                    <a:lnTo>
                      <a:pt x="1" y="3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27" name="D552">
                <a:extLst>
                  <a:ext uri="{FF2B5EF4-FFF2-40B4-BE49-F238E27FC236}">
                    <a16:creationId xmlns:a16="http://schemas.microsoft.com/office/drawing/2014/main" id="{BC8AC74D-AFD7-DB4F-80FF-ADD3E18536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40100" y="4800600"/>
                <a:ext cx="33" cy="34"/>
              </a:xfrm>
              <a:custGeom>
                <a:avLst/>
                <a:gdLst>
                  <a:gd name="T0" fmla="*/ 22 w 33"/>
                  <a:gd name="T1" fmla="*/ 30 h 34"/>
                  <a:gd name="T2" fmla="*/ 23 w 33"/>
                  <a:gd name="T3" fmla="*/ 27 h 34"/>
                  <a:gd name="T4" fmla="*/ 23 w 33"/>
                  <a:gd name="T5" fmla="*/ 23 h 34"/>
                  <a:gd name="T6" fmla="*/ 24 w 33"/>
                  <a:gd name="T7" fmla="*/ 19 h 34"/>
                  <a:gd name="T8" fmla="*/ 29 w 33"/>
                  <a:gd name="T9" fmla="*/ 18 h 34"/>
                  <a:gd name="T10" fmla="*/ 32 w 33"/>
                  <a:gd name="T11" fmla="*/ 14 h 34"/>
                  <a:gd name="T12" fmla="*/ 29 w 33"/>
                  <a:gd name="T13" fmla="*/ 12 h 34"/>
                  <a:gd name="T14" fmla="*/ 32 w 33"/>
                  <a:gd name="T15" fmla="*/ 7 h 34"/>
                  <a:gd name="T16" fmla="*/ 33 w 33"/>
                  <a:gd name="T17" fmla="*/ 3 h 34"/>
                  <a:gd name="T18" fmla="*/ 32 w 33"/>
                  <a:gd name="T19" fmla="*/ 1 h 34"/>
                  <a:gd name="T20" fmla="*/ 30 w 33"/>
                  <a:gd name="T21" fmla="*/ 0 h 34"/>
                  <a:gd name="T22" fmla="*/ 27 w 33"/>
                  <a:gd name="T23" fmla="*/ 1 h 34"/>
                  <a:gd name="T24" fmla="*/ 24 w 33"/>
                  <a:gd name="T25" fmla="*/ 1 h 34"/>
                  <a:gd name="T26" fmla="*/ 21 w 33"/>
                  <a:gd name="T27" fmla="*/ 1 h 34"/>
                  <a:gd name="T28" fmla="*/ 19 w 33"/>
                  <a:gd name="T29" fmla="*/ 2 h 34"/>
                  <a:gd name="T30" fmla="*/ 18 w 33"/>
                  <a:gd name="T31" fmla="*/ 4 h 34"/>
                  <a:gd name="T32" fmla="*/ 17 w 33"/>
                  <a:gd name="T33" fmla="*/ 6 h 34"/>
                  <a:gd name="T34" fmla="*/ 18 w 33"/>
                  <a:gd name="T35" fmla="*/ 7 h 34"/>
                  <a:gd name="T36" fmla="*/ 19 w 33"/>
                  <a:gd name="T37" fmla="*/ 9 h 34"/>
                  <a:gd name="T38" fmla="*/ 18 w 33"/>
                  <a:gd name="T39" fmla="*/ 11 h 34"/>
                  <a:gd name="T40" fmla="*/ 17 w 33"/>
                  <a:gd name="T41" fmla="*/ 13 h 34"/>
                  <a:gd name="T42" fmla="*/ 18 w 33"/>
                  <a:gd name="T43" fmla="*/ 15 h 34"/>
                  <a:gd name="T44" fmla="*/ 16 w 33"/>
                  <a:gd name="T45" fmla="*/ 14 h 34"/>
                  <a:gd name="T46" fmla="*/ 14 w 33"/>
                  <a:gd name="T47" fmla="*/ 13 h 34"/>
                  <a:gd name="T48" fmla="*/ 14 w 33"/>
                  <a:gd name="T49" fmla="*/ 10 h 34"/>
                  <a:gd name="T50" fmla="*/ 16 w 33"/>
                  <a:gd name="T51" fmla="*/ 9 h 34"/>
                  <a:gd name="T52" fmla="*/ 14 w 33"/>
                  <a:gd name="T53" fmla="*/ 8 h 34"/>
                  <a:gd name="T54" fmla="*/ 11 w 33"/>
                  <a:gd name="T55" fmla="*/ 10 h 34"/>
                  <a:gd name="T56" fmla="*/ 9 w 33"/>
                  <a:gd name="T57" fmla="*/ 17 h 34"/>
                  <a:gd name="T58" fmla="*/ 7 w 33"/>
                  <a:gd name="T59" fmla="*/ 18 h 34"/>
                  <a:gd name="T60" fmla="*/ 6 w 33"/>
                  <a:gd name="T61" fmla="*/ 21 h 34"/>
                  <a:gd name="T62" fmla="*/ 10 w 33"/>
                  <a:gd name="T63" fmla="*/ 22 h 34"/>
                  <a:gd name="T64" fmla="*/ 13 w 33"/>
                  <a:gd name="T65" fmla="*/ 22 h 34"/>
                  <a:gd name="T66" fmla="*/ 7 w 33"/>
                  <a:gd name="T67" fmla="*/ 24 h 34"/>
                  <a:gd name="T68" fmla="*/ 3 w 33"/>
                  <a:gd name="T69" fmla="*/ 25 h 34"/>
                  <a:gd name="T70" fmla="*/ 7 w 33"/>
                  <a:gd name="T71" fmla="*/ 26 h 34"/>
                  <a:gd name="T72" fmla="*/ 5 w 33"/>
                  <a:gd name="T73" fmla="*/ 26 h 34"/>
                  <a:gd name="T74" fmla="*/ 0 w 33"/>
                  <a:gd name="T75" fmla="*/ 26 h 34"/>
                  <a:gd name="T76" fmla="*/ 4 w 33"/>
                  <a:gd name="T77" fmla="*/ 28 h 34"/>
                  <a:gd name="T78" fmla="*/ 11 w 33"/>
                  <a:gd name="T79" fmla="*/ 25 h 34"/>
                  <a:gd name="T80" fmla="*/ 15 w 33"/>
                  <a:gd name="T81" fmla="*/ 26 h 34"/>
                  <a:gd name="T82" fmla="*/ 18 w 33"/>
                  <a:gd name="T83" fmla="*/ 28 h 34"/>
                  <a:gd name="T84" fmla="*/ 19 w 33"/>
                  <a:gd name="T85" fmla="*/ 31 h 34"/>
                  <a:gd name="T86" fmla="*/ 23 w 33"/>
                  <a:gd name="T87" fmla="*/ 34 h 34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3"/>
                  <a:gd name="T133" fmla="*/ 0 h 34"/>
                  <a:gd name="T134" fmla="*/ 33 w 33"/>
                  <a:gd name="T135" fmla="*/ 34 h 34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3" h="34">
                    <a:moveTo>
                      <a:pt x="23" y="33"/>
                    </a:moveTo>
                    <a:lnTo>
                      <a:pt x="23" y="32"/>
                    </a:lnTo>
                    <a:lnTo>
                      <a:pt x="22" y="30"/>
                    </a:lnTo>
                    <a:lnTo>
                      <a:pt x="22" y="29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3" y="26"/>
                    </a:lnTo>
                    <a:lnTo>
                      <a:pt x="23" y="24"/>
                    </a:lnTo>
                    <a:lnTo>
                      <a:pt x="23" y="23"/>
                    </a:lnTo>
                    <a:lnTo>
                      <a:pt x="23" y="20"/>
                    </a:lnTo>
                    <a:lnTo>
                      <a:pt x="23" y="19"/>
                    </a:lnTo>
                    <a:lnTo>
                      <a:pt x="24" y="19"/>
                    </a:lnTo>
                    <a:lnTo>
                      <a:pt x="27" y="20"/>
                    </a:lnTo>
                    <a:lnTo>
                      <a:pt x="28" y="20"/>
                    </a:lnTo>
                    <a:lnTo>
                      <a:pt x="29" y="18"/>
                    </a:lnTo>
                    <a:lnTo>
                      <a:pt x="29" y="17"/>
                    </a:lnTo>
                    <a:lnTo>
                      <a:pt x="31" y="16"/>
                    </a:lnTo>
                    <a:lnTo>
                      <a:pt x="32" y="14"/>
                    </a:lnTo>
                    <a:lnTo>
                      <a:pt x="32" y="13"/>
                    </a:lnTo>
                    <a:lnTo>
                      <a:pt x="31" y="12"/>
                    </a:lnTo>
                    <a:lnTo>
                      <a:pt x="29" y="12"/>
                    </a:lnTo>
                    <a:lnTo>
                      <a:pt x="29" y="10"/>
                    </a:lnTo>
                    <a:lnTo>
                      <a:pt x="31" y="9"/>
                    </a:lnTo>
                    <a:lnTo>
                      <a:pt x="32" y="7"/>
                    </a:lnTo>
                    <a:lnTo>
                      <a:pt x="32" y="6"/>
                    </a:lnTo>
                    <a:lnTo>
                      <a:pt x="32" y="4"/>
                    </a:lnTo>
                    <a:lnTo>
                      <a:pt x="33" y="3"/>
                    </a:lnTo>
                    <a:lnTo>
                      <a:pt x="33" y="2"/>
                    </a:lnTo>
                    <a:lnTo>
                      <a:pt x="32" y="2"/>
                    </a:lnTo>
                    <a:lnTo>
                      <a:pt x="32" y="1"/>
                    </a:lnTo>
                    <a:lnTo>
                      <a:pt x="31" y="1"/>
                    </a:lnTo>
                    <a:lnTo>
                      <a:pt x="30" y="1"/>
                    </a:lnTo>
                    <a:lnTo>
                      <a:pt x="30" y="0"/>
                    </a:lnTo>
                    <a:lnTo>
                      <a:pt x="29" y="0"/>
                    </a:lnTo>
                    <a:lnTo>
                      <a:pt x="28" y="0"/>
                    </a:lnTo>
                    <a:lnTo>
                      <a:pt x="27" y="1"/>
                    </a:lnTo>
                    <a:lnTo>
                      <a:pt x="26" y="1"/>
                    </a:lnTo>
                    <a:lnTo>
                      <a:pt x="25" y="1"/>
                    </a:lnTo>
                    <a:lnTo>
                      <a:pt x="24" y="1"/>
                    </a:lnTo>
                    <a:lnTo>
                      <a:pt x="23" y="1"/>
                    </a:lnTo>
                    <a:lnTo>
                      <a:pt x="22" y="1"/>
                    </a:lnTo>
                    <a:lnTo>
                      <a:pt x="21" y="1"/>
                    </a:lnTo>
                    <a:lnTo>
                      <a:pt x="21" y="2"/>
                    </a:lnTo>
                    <a:lnTo>
                      <a:pt x="20" y="2"/>
                    </a:lnTo>
                    <a:lnTo>
                      <a:pt x="19" y="2"/>
                    </a:lnTo>
                    <a:lnTo>
                      <a:pt x="19" y="3"/>
                    </a:lnTo>
                    <a:lnTo>
                      <a:pt x="18" y="3"/>
                    </a:lnTo>
                    <a:lnTo>
                      <a:pt x="18" y="4"/>
                    </a:lnTo>
                    <a:lnTo>
                      <a:pt x="17" y="4"/>
                    </a:lnTo>
                    <a:lnTo>
                      <a:pt x="17" y="5"/>
                    </a:lnTo>
                    <a:lnTo>
                      <a:pt x="17" y="6"/>
                    </a:lnTo>
                    <a:lnTo>
                      <a:pt x="18" y="6"/>
                    </a:lnTo>
                    <a:lnTo>
                      <a:pt x="17" y="6"/>
                    </a:lnTo>
                    <a:lnTo>
                      <a:pt x="18" y="7"/>
                    </a:lnTo>
                    <a:lnTo>
                      <a:pt x="19" y="7"/>
                    </a:lnTo>
                    <a:lnTo>
                      <a:pt x="19" y="8"/>
                    </a:lnTo>
                    <a:lnTo>
                      <a:pt x="19" y="9"/>
                    </a:lnTo>
                    <a:lnTo>
                      <a:pt x="19" y="10"/>
                    </a:lnTo>
                    <a:lnTo>
                      <a:pt x="18" y="10"/>
                    </a:lnTo>
                    <a:lnTo>
                      <a:pt x="18" y="11"/>
                    </a:lnTo>
                    <a:lnTo>
                      <a:pt x="18" y="12"/>
                    </a:lnTo>
                    <a:lnTo>
                      <a:pt x="17" y="12"/>
                    </a:lnTo>
                    <a:lnTo>
                      <a:pt x="17" y="13"/>
                    </a:lnTo>
                    <a:lnTo>
                      <a:pt x="18" y="13"/>
                    </a:lnTo>
                    <a:lnTo>
                      <a:pt x="18" y="14"/>
                    </a:lnTo>
                    <a:lnTo>
                      <a:pt x="18" y="15"/>
                    </a:lnTo>
                    <a:lnTo>
                      <a:pt x="17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5" y="14"/>
                    </a:lnTo>
                    <a:lnTo>
                      <a:pt x="14" y="14"/>
                    </a:lnTo>
                    <a:lnTo>
                      <a:pt x="14" y="13"/>
                    </a:lnTo>
                    <a:lnTo>
                      <a:pt x="14" y="12"/>
                    </a:lnTo>
                    <a:lnTo>
                      <a:pt x="14" y="11"/>
                    </a:lnTo>
                    <a:lnTo>
                      <a:pt x="14" y="10"/>
                    </a:lnTo>
                    <a:lnTo>
                      <a:pt x="15" y="10"/>
                    </a:lnTo>
                    <a:lnTo>
                      <a:pt x="16" y="10"/>
                    </a:lnTo>
                    <a:lnTo>
                      <a:pt x="16" y="9"/>
                    </a:lnTo>
                    <a:lnTo>
                      <a:pt x="15" y="9"/>
                    </a:lnTo>
                    <a:lnTo>
                      <a:pt x="15" y="8"/>
                    </a:lnTo>
                    <a:lnTo>
                      <a:pt x="14" y="8"/>
                    </a:lnTo>
                    <a:lnTo>
                      <a:pt x="14" y="7"/>
                    </a:lnTo>
                    <a:lnTo>
                      <a:pt x="13" y="8"/>
                    </a:lnTo>
                    <a:lnTo>
                      <a:pt x="11" y="10"/>
                    </a:lnTo>
                    <a:lnTo>
                      <a:pt x="11" y="13"/>
                    </a:lnTo>
                    <a:lnTo>
                      <a:pt x="10" y="15"/>
                    </a:lnTo>
                    <a:lnTo>
                      <a:pt x="9" y="17"/>
                    </a:lnTo>
                    <a:lnTo>
                      <a:pt x="8" y="17"/>
                    </a:lnTo>
                    <a:lnTo>
                      <a:pt x="8" y="18"/>
                    </a:lnTo>
                    <a:lnTo>
                      <a:pt x="7" y="18"/>
                    </a:lnTo>
                    <a:lnTo>
                      <a:pt x="7" y="19"/>
                    </a:lnTo>
                    <a:lnTo>
                      <a:pt x="6" y="19"/>
                    </a:lnTo>
                    <a:lnTo>
                      <a:pt x="6" y="21"/>
                    </a:lnTo>
                    <a:lnTo>
                      <a:pt x="7" y="21"/>
                    </a:lnTo>
                    <a:lnTo>
                      <a:pt x="9" y="22"/>
                    </a:lnTo>
                    <a:lnTo>
                      <a:pt x="10" y="22"/>
                    </a:lnTo>
                    <a:lnTo>
                      <a:pt x="11" y="22"/>
                    </a:lnTo>
                    <a:lnTo>
                      <a:pt x="12" y="21"/>
                    </a:lnTo>
                    <a:lnTo>
                      <a:pt x="13" y="22"/>
                    </a:lnTo>
                    <a:lnTo>
                      <a:pt x="12" y="22"/>
                    </a:lnTo>
                    <a:lnTo>
                      <a:pt x="9" y="23"/>
                    </a:lnTo>
                    <a:lnTo>
                      <a:pt x="7" y="24"/>
                    </a:lnTo>
                    <a:lnTo>
                      <a:pt x="5" y="24"/>
                    </a:lnTo>
                    <a:lnTo>
                      <a:pt x="4" y="24"/>
                    </a:lnTo>
                    <a:lnTo>
                      <a:pt x="3" y="25"/>
                    </a:lnTo>
                    <a:lnTo>
                      <a:pt x="4" y="26"/>
                    </a:lnTo>
                    <a:lnTo>
                      <a:pt x="6" y="26"/>
                    </a:lnTo>
                    <a:lnTo>
                      <a:pt x="7" y="26"/>
                    </a:lnTo>
                    <a:lnTo>
                      <a:pt x="8" y="26"/>
                    </a:lnTo>
                    <a:lnTo>
                      <a:pt x="7" y="26"/>
                    </a:lnTo>
                    <a:lnTo>
                      <a:pt x="5" y="26"/>
                    </a:lnTo>
                    <a:lnTo>
                      <a:pt x="3" y="27"/>
                    </a:lnTo>
                    <a:lnTo>
                      <a:pt x="2" y="26"/>
                    </a:lnTo>
                    <a:lnTo>
                      <a:pt x="0" y="26"/>
                    </a:lnTo>
                    <a:lnTo>
                      <a:pt x="1" y="27"/>
                    </a:lnTo>
                    <a:lnTo>
                      <a:pt x="3" y="28"/>
                    </a:lnTo>
                    <a:lnTo>
                      <a:pt x="4" y="28"/>
                    </a:lnTo>
                    <a:lnTo>
                      <a:pt x="6" y="27"/>
                    </a:lnTo>
                    <a:lnTo>
                      <a:pt x="9" y="26"/>
                    </a:lnTo>
                    <a:lnTo>
                      <a:pt x="11" y="25"/>
                    </a:lnTo>
                    <a:lnTo>
                      <a:pt x="13" y="25"/>
                    </a:lnTo>
                    <a:lnTo>
                      <a:pt x="14" y="26"/>
                    </a:lnTo>
                    <a:lnTo>
                      <a:pt x="15" y="26"/>
                    </a:lnTo>
                    <a:lnTo>
                      <a:pt x="15" y="27"/>
                    </a:lnTo>
                    <a:lnTo>
                      <a:pt x="16" y="27"/>
                    </a:lnTo>
                    <a:lnTo>
                      <a:pt x="18" y="28"/>
                    </a:lnTo>
                    <a:lnTo>
                      <a:pt x="19" y="28"/>
                    </a:lnTo>
                    <a:lnTo>
                      <a:pt x="20" y="30"/>
                    </a:lnTo>
                    <a:lnTo>
                      <a:pt x="19" y="31"/>
                    </a:lnTo>
                    <a:lnTo>
                      <a:pt x="20" y="33"/>
                    </a:lnTo>
                    <a:lnTo>
                      <a:pt x="21" y="34"/>
                    </a:lnTo>
                    <a:lnTo>
                      <a:pt x="23" y="34"/>
                    </a:lnTo>
                    <a:lnTo>
                      <a:pt x="23" y="33"/>
                    </a:lnTo>
                    <a:close/>
                  </a:path>
                </a:pathLst>
              </a:custGeom>
              <a:solidFill>
                <a:srgbClr val="06A8F5"/>
              </a:solidFill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28" name="D553">
                <a:extLst>
                  <a:ext uri="{FF2B5EF4-FFF2-40B4-BE49-F238E27FC236}">
                    <a16:creationId xmlns:a16="http://schemas.microsoft.com/office/drawing/2014/main" id="{D7F69F6F-D906-BF4D-A241-5D3005122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40105" y="4800621"/>
                <a:ext cx="3" cy="1"/>
              </a:xfrm>
              <a:custGeom>
                <a:avLst/>
                <a:gdLst>
                  <a:gd name="T0" fmla="*/ 1 w 3"/>
                  <a:gd name="T1" fmla="*/ 1 h 1"/>
                  <a:gd name="T2" fmla="*/ 2 w 3"/>
                  <a:gd name="T3" fmla="*/ 1 h 1"/>
                  <a:gd name="T4" fmla="*/ 3 w 3"/>
                  <a:gd name="T5" fmla="*/ 1 h 1"/>
                  <a:gd name="T6" fmla="*/ 2 w 3"/>
                  <a:gd name="T7" fmla="*/ 1 h 1"/>
                  <a:gd name="T8" fmla="*/ 2 w 3"/>
                  <a:gd name="T9" fmla="*/ 0 h 1"/>
                  <a:gd name="T10" fmla="*/ 1 w 3"/>
                  <a:gd name="T11" fmla="*/ 0 h 1"/>
                  <a:gd name="T12" fmla="*/ 0 w 3"/>
                  <a:gd name="T13" fmla="*/ 0 h 1"/>
                  <a:gd name="T14" fmla="*/ 1 w 3"/>
                  <a:gd name="T15" fmla="*/ 1 h 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"/>
                  <a:gd name="T25" fmla="*/ 0 h 1"/>
                  <a:gd name="T26" fmla="*/ 3 w 3"/>
                  <a:gd name="T27" fmla="*/ 1 h 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" h="1">
                    <a:moveTo>
                      <a:pt x="1" y="1"/>
                    </a:moveTo>
                    <a:lnTo>
                      <a:pt x="2" y="1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29" name="D554">
                <a:extLst>
                  <a:ext uri="{FF2B5EF4-FFF2-40B4-BE49-F238E27FC236}">
                    <a16:creationId xmlns:a16="http://schemas.microsoft.com/office/drawing/2014/main" id="{839D70BF-D1A6-4244-8865-6F98469122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40103" y="4800622"/>
                <a:ext cx="2" cy="1"/>
              </a:xfrm>
              <a:custGeom>
                <a:avLst/>
                <a:gdLst>
                  <a:gd name="T0" fmla="*/ 1 w 2"/>
                  <a:gd name="T1" fmla="*/ 0 h 1"/>
                  <a:gd name="T2" fmla="*/ 2 w 2"/>
                  <a:gd name="T3" fmla="*/ 1 h 1"/>
                  <a:gd name="T4" fmla="*/ 2 w 2"/>
                  <a:gd name="T5" fmla="*/ 0 h 1"/>
                  <a:gd name="T6" fmla="*/ 1 w 2"/>
                  <a:gd name="T7" fmla="*/ 0 h 1"/>
                  <a:gd name="T8" fmla="*/ 0 w 2"/>
                  <a:gd name="T9" fmla="*/ 0 h 1"/>
                  <a:gd name="T10" fmla="*/ 1 w 2"/>
                  <a:gd name="T11" fmla="*/ 0 h 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"/>
                  <a:gd name="T19" fmla="*/ 0 h 1"/>
                  <a:gd name="T20" fmla="*/ 2 w 2"/>
                  <a:gd name="T21" fmla="*/ 1 h 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" h="1">
                    <a:moveTo>
                      <a:pt x="1" y="0"/>
                    </a:moveTo>
                    <a:lnTo>
                      <a:pt x="2" y="1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30" name="D555">
                <a:extLst>
                  <a:ext uri="{FF2B5EF4-FFF2-40B4-BE49-F238E27FC236}">
                    <a16:creationId xmlns:a16="http://schemas.microsoft.com/office/drawing/2014/main" id="{A2A5FF97-A202-8041-A65E-43906BA888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40101" y="4800624"/>
                <a:ext cx="1" cy="1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0 w 1"/>
                  <a:gd name="T5" fmla="*/ 1 h 1"/>
                  <a:gd name="T6" fmla="*/ 0 w 1"/>
                  <a:gd name="T7" fmla="*/ 0 h 1"/>
                  <a:gd name="T8" fmla="*/ 1 w 1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"/>
                  <a:gd name="T16" fmla="*/ 0 h 1"/>
                  <a:gd name="T17" fmla="*/ 1 w 1"/>
                  <a:gd name="T18" fmla="*/ 1 h 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" h="1">
                    <a:moveTo>
                      <a:pt x="1" y="0"/>
                    </a:moveTo>
                    <a:lnTo>
                      <a:pt x="1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grpSp>
          <p:nvGrpSpPr>
            <p:cNvPr id="55" name="Norway">
              <a:extLst>
                <a:ext uri="{FF2B5EF4-FFF2-40B4-BE49-F238E27FC236}">
                  <a16:creationId xmlns:a16="http://schemas.microsoft.com/office/drawing/2014/main" id="{6411D85E-19C5-1145-9A2B-044DAFE6AF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4593" y="2602477"/>
              <a:ext cx="544646" cy="481583"/>
              <a:chOff x="16144875" y="2362200"/>
              <a:chExt cx="244" cy="197"/>
            </a:xfrm>
            <a:solidFill>
              <a:srgbClr val="002B69">
                <a:alpha val="91000"/>
              </a:srgbClr>
            </a:solidFill>
          </p:grpSpPr>
          <p:sp>
            <p:nvSpPr>
              <p:cNvPr id="104" name="D586">
                <a:extLst>
                  <a:ext uri="{FF2B5EF4-FFF2-40B4-BE49-F238E27FC236}">
                    <a16:creationId xmlns:a16="http://schemas.microsoft.com/office/drawing/2014/main" id="{540807C9-412D-124C-B380-8BE4FA28AE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878" y="2362201"/>
                <a:ext cx="241" cy="196"/>
              </a:xfrm>
              <a:custGeom>
                <a:avLst/>
                <a:gdLst>
                  <a:gd name="T0" fmla="*/ 68 w 241"/>
                  <a:gd name="T1" fmla="*/ 162 h 196"/>
                  <a:gd name="T2" fmla="*/ 64 w 241"/>
                  <a:gd name="T3" fmla="*/ 132 h 196"/>
                  <a:gd name="T4" fmla="*/ 82 w 241"/>
                  <a:gd name="T5" fmla="*/ 111 h 196"/>
                  <a:gd name="T6" fmla="*/ 93 w 241"/>
                  <a:gd name="T7" fmla="*/ 79 h 196"/>
                  <a:gd name="T8" fmla="*/ 107 w 241"/>
                  <a:gd name="T9" fmla="*/ 54 h 196"/>
                  <a:gd name="T10" fmla="*/ 126 w 241"/>
                  <a:gd name="T11" fmla="*/ 42 h 196"/>
                  <a:gd name="T12" fmla="*/ 140 w 241"/>
                  <a:gd name="T13" fmla="*/ 35 h 196"/>
                  <a:gd name="T14" fmla="*/ 156 w 241"/>
                  <a:gd name="T15" fmla="*/ 32 h 196"/>
                  <a:gd name="T16" fmla="*/ 184 w 241"/>
                  <a:gd name="T17" fmla="*/ 39 h 196"/>
                  <a:gd name="T18" fmla="*/ 203 w 241"/>
                  <a:gd name="T19" fmla="*/ 19 h 196"/>
                  <a:gd name="T20" fmla="*/ 225 w 241"/>
                  <a:gd name="T21" fmla="*/ 28 h 196"/>
                  <a:gd name="T22" fmla="*/ 230 w 241"/>
                  <a:gd name="T23" fmla="*/ 28 h 196"/>
                  <a:gd name="T24" fmla="*/ 239 w 241"/>
                  <a:gd name="T25" fmla="*/ 24 h 196"/>
                  <a:gd name="T26" fmla="*/ 230 w 241"/>
                  <a:gd name="T27" fmla="*/ 23 h 196"/>
                  <a:gd name="T28" fmla="*/ 223 w 241"/>
                  <a:gd name="T29" fmla="*/ 16 h 196"/>
                  <a:gd name="T30" fmla="*/ 233 w 241"/>
                  <a:gd name="T31" fmla="*/ 9 h 196"/>
                  <a:gd name="T32" fmla="*/ 221 w 241"/>
                  <a:gd name="T33" fmla="*/ 4 h 196"/>
                  <a:gd name="T34" fmla="*/ 211 w 241"/>
                  <a:gd name="T35" fmla="*/ 5 h 196"/>
                  <a:gd name="T36" fmla="*/ 205 w 241"/>
                  <a:gd name="T37" fmla="*/ 8 h 196"/>
                  <a:gd name="T38" fmla="*/ 196 w 241"/>
                  <a:gd name="T39" fmla="*/ 5 h 196"/>
                  <a:gd name="T40" fmla="*/ 186 w 241"/>
                  <a:gd name="T41" fmla="*/ 13 h 196"/>
                  <a:gd name="T42" fmla="*/ 185 w 241"/>
                  <a:gd name="T43" fmla="*/ 2 h 196"/>
                  <a:gd name="T44" fmla="*/ 171 w 241"/>
                  <a:gd name="T45" fmla="*/ 13 h 196"/>
                  <a:gd name="T46" fmla="*/ 160 w 241"/>
                  <a:gd name="T47" fmla="*/ 16 h 196"/>
                  <a:gd name="T48" fmla="*/ 157 w 241"/>
                  <a:gd name="T49" fmla="*/ 18 h 196"/>
                  <a:gd name="T50" fmla="*/ 146 w 241"/>
                  <a:gd name="T51" fmla="*/ 20 h 196"/>
                  <a:gd name="T52" fmla="*/ 138 w 241"/>
                  <a:gd name="T53" fmla="*/ 21 h 196"/>
                  <a:gd name="T54" fmla="*/ 134 w 241"/>
                  <a:gd name="T55" fmla="*/ 30 h 196"/>
                  <a:gd name="T56" fmla="*/ 124 w 241"/>
                  <a:gd name="T57" fmla="*/ 29 h 196"/>
                  <a:gd name="T58" fmla="*/ 117 w 241"/>
                  <a:gd name="T59" fmla="*/ 36 h 196"/>
                  <a:gd name="T60" fmla="*/ 112 w 241"/>
                  <a:gd name="T61" fmla="*/ 42 h 196"/>
                  <a:gd name="T62" fmla="*/ 105 w 241"/>
                  <a:gd name="T63" fmla="*/ 48 h 196"/>
                  <a:gd name="T64" fmla="*/ 96 w 241"/>
                  <a:gd name="T65" fmla="*/ 52 h 196"/>
                  <a:gd name="T66" fmla="*/ 92 w 241"/>
                  <a:gd name="T67" fmla="*/ 58 h 196"/>
                  <a:gd name="T68" fmla="*/ 81 w 241"/>
                  <a:gd name="T69" fmla="*/ 69 h 196"/>
                  <a:gd name="T70" fmla="*/ 74 w 241"/>
                  <a:gd name="T71" fmla="*/ 78 h 196"/>
                  <a:gd name="T72" fmla="*/ 71 w 241"/>
                  <a:gd name="T73" fmla="*/ 85 h 196"/>
                  <a:gd name="T74" fmla="*/ 66 w 241"/>
                  <a:gd name="T75" fmla="*/ 92 h 196"/>
                  <a:gd name="T76" fmla="*/ 58 w 241"/>
                  <a:gd name="T77" fmla="*/ 100 h 196"/>
                  <a:gd name="T78" fmla="*/ 50 w 241"/>
                  <a:gd name="T79" fmla="*/ 107 h 196"/>
                  <a:gd name="T80" fmla="*/ 50 w 241"/>
                  <a:gd name="T81" fmla="*/ 117 h 196"/>
                  <a:gd name="T82" fmla="*/ 48 w 241"/>
                  <a:gd name="T83" fmla="*/ 119 h 196"/>
                  <a:gd name="T84" fmla="*/ 38 w 241"/>
                  <a:gd name="T85" fmla="*/ 120 h 196"/>
                  <a:gd name="T86" fmla="*/ 27 w 241"/>
                  <a:gd name="T87" fmla="*/ 124 h 196"/>
                  <a:gd name="T88" fmla="*/ 22 w 241"/>
                  <a:gd name="T89" fmla="*/ 132 h 196"/>
                  <a:gd name="T90" fmla="*/ 13 w 241"/>
                  <a:gd name="T91" fmla="*/ 135 h 196"/>
                  <a:gd name="T92" fmla="*/ 4 w 241"/>
                  <a:gd name="T93" fmla="*/ 139 h 196"/>
                  <a:gd name="T94" fmla="*/ 10 w 241"/>
                  <a:gd name="T95" fmla="*/ 141 h 196"/>
                  <a:gd name="T96" fmla="*/ 2 w 241"/>
                  <a:gd name="T97" fmla="*/ 147 h 196"/>
                  <a:gd name="T98" fmla="*/ 14 w 241"/>
                  <a:gd name="T99" fmla="*/ 149 h 196"/>
                  <a:gd name="T100" fmla="*/ 24 w 241"/>
                  <a:gd name="T101" fmla="*/ 151 h 196"/>
                  <a:gd name="T102" fmla="*/ 1 w 241"/>
                  <a:gd name="T103" fmla="*/ 154 h 196"/>
                  <a:gd name="T104" fmla="*/ 3 w 241"/>
                  <a:gd name="T105" fmla="*/ 163 h 196"/>
                  <a:gd name="T106" fmla="*/ 9 w 241"/>
                  <a:gd name="T107" fmla="*/ 165 h 196"/>
                  <a:gd name="T108" fmla="*/ 7 w 241"/>
                  <a:gd name="T109" fmla="*/ 170 h 196"/>
                  <a:gd name="T110" fmla="*/ 3 w 241"/>
                  <a:gd name="T111" fmla="*/ 178 h 196"/>
                  <a:gd name="T112" fmla="*/ 8 w 241"/>
                  <a:gd name="T113" fmla="*/ 182 h 196"/>
                  <a:gd name="T114" fmla="*/ 18 w 241"/>
                  <a:gd name="T115" fmla="*/ 194 h 196"/>
                  <a:gd name="T116" fmla="*/ 44 w 241"/>
                  <a:gd name="T117" fmla="*/ 182 h 196"/>
                  <a:gd name="T118" fmla="*/ 50 w 241"/>
                  <a:gd name="T119" fmla="*/ 174 h 196"/>
                  <a:gd name="T120" fmla="*/ 55 w 241"/>
                  <a:gd name="T121" fmla="*/ 180 h 19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41"/>
                  <a:gd name="T184" fmla="*/ 0 h 196"/>
                  <a:gd name="T185" fmla="*/ 241 w 241"/>
                  <a:gd name="T186" fmla="*/ 196 h 19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41" h="196">
                    <a:moveTo>
                      <a:pt x="57" y="182"/>
                    </a:moveTo>
                    <a:lnTo>
                      <a:pt x="57" y="184"/>
                    </a:lnTo>
                    <a:lnTo>
                      <a:pt x="58" y="183"/>
                    </a:lnTo>
                    <a:lnTo>
                      <a:pt x="58" y="184"/>
                    </a:lnTo>
                    <a:lnTo>
                      <a:pt x="60" y="183"/>
                    </a:lnTo>
                    <a:lnTo>
                      <a:pt x="61" y="178"/>
                    </a:lnTo>
                    <a:lnTo>
                      <a:pt x="60" y="177"/>
                    </a:lnTo>
                    <a:lnTo>
                      <a:pt x="60" y="175"/>
                    </a:lnTo>
                    <a:lnTo>
                      <a:pt x="61" y="174"/>
                    </a:lnTo>
                    <a:lnTo>
                      <a:pt x="62" y="172"/>
                    </a:lnTo>
                    <a:lnTo>
                      <a:pt x="62" y="170"/>
                    </a:lnTo>
                    <a:lnTo>
                      <a:pt x="64" y="170"/>
                    </a:lnTo>
                    <a:lnTo>
                      <a:pt x="67" y="169"/>
                    </a:lnTo>
                    <a:lnTo>
                      <a:pt x="68" y="167"/>
                    </a:lnTo>
                    <a:lnTo>
                      <a:pt x="68" y="166"/>
                    </a:lnTo>
                    <a:lnTo>
                      <a:pt x="67" y="165"/>
                    </a:lnTo>
                    <a:lnTo>
                      <a:pt x="68" y="162"/>
                    </a:lnTo>
                    <a:lnTo>
                      <a:pt x="69" y="161"/>
                    </a:lnTo>
                    <a:lnTo>
                      <a:pt x="68" y="160"/>
                    </a:lnTo>
                    <a:lnTo>
                      <a:pt x="67" y="157"/>
                    </a:lnTo>
                    <a:lnTo>
                      <a:pt x="65" y="155"/>
                    </a:lnTo>
                    <a:lnTo>
                      <a:pt x="66" y="154"/>
                    </a:lnTo>
                    <a:lnTo>
                      <a:pt x="68" y="153"/>
                    </a:lnTo>
                    <a:lnTo>
                      <a:pt x="70" y="152"/>
                    </a:lnTo>
                    <a:lnTo>
                      <a:pt x="71" y="150"/>
                    </a:lnTo>
                    <a:lnTo>
                      <a:pt x="71" y="147"/>
                    </a:lnTo>
                    <a:lnTo>
                      <a:pt x="67" y="145"/>
                    </a:lnTo>
                    <a:lnTo>
                      <a:pt x="66" y="143"/>
                    </a:lnTo>
                    <a:lnTo>
                      <a:pt x="65" y="141"/>
                    </a:lnTo>
                    <a:lnTo>
                      <a:pt x="65" y="138"/>
                    </a:lnTo>
                    <a:lnTo>
                      <a:pt x="66" y="136"/>
                    </a:lnTo>
                    <a:lnTo>
                      <a:pt x="65" y="134"/>
                    </a:lnTo>
                    <a:lnTo>
                      <a:pt x="64" y="134"/>
                    </a:lnTo>
                    <a:lnTo>
                      <a:pt x="64" y="132"/>
                    </a:lnTo>
                    <a:lnTo>
                      <a:pt x="65" y="131"/>
                    </a:lnTo>
                    <a:lnTo>
                      <a:pt x="65" y="130"/>
                    </a:lnTo>
                    <a:lnTo>
                      <a:pt x="65" y="129"/>
                    </a:lnTo>
                    <a:lnTo>
                      <a:pt x="65" y="127"/>
                    </a:lnTo>
                    <a:lnTo>
                      <a:pt x="66" y="126"/>
                    </a:lnTo>
                    <a:lnTo>
                      <a:pt x="67" y="125"/>
                    </a:lnTo>
                    <a:lnTo>
                      <a:pt x="66" y="124"/>
                    </a:lnTo>
                    <a:lnTo>
                      <a:pt x="65" y="123"/>
                    </a:lnTo>
                    <a:lnTo>
                      <a:pt x="64" y="120"/>
                    </a:lnTo>
                    <a:lnTo>
                      <a:pt x="65" y="118"/>
                    </a:lnTo>
                    <a:lnTo>
                      <a:pt x="66" y="116"/>
                    </a:lnTo>
                    <a:lnTo>
                      <a:pt x="68" y="114"/>
                    </a:lnTo>
                    <a:lnTo>
                      <a:pt x="70" y="113"/>
                    </a:lnTo>
                    <a:lnTo>
                      <a:pt x="73" y="111"/>
                    </a:lnTo>
                    <a:lnTo>
                      <a:pt x="77" y="111"/>
                    </a:lnTo>
                    <a:lnTo>
                      <a:pt x="80" y="111"/>
                    </a:lnTo>
                    <a:lnTo>
                      <a:pt x="82" y="111"/>
                    </a:lnTo>
                    <a:lnTo>
                      <a:pt x="84" y="110"/>
                    </a:lnTo>
                    <a:lnTo>
                      <a:pt x="84" y="108"/>
                    </a:lnTo>
                    <a:lnTo>
                      <a:pt x="84" y="106"/>
                    </a:lnTo>
                    <a:lnTo>
                      <a:pt x="83" y="105"/>
                    </a:lnTo>
                    <a:lnTo>
                      <a:pt x="81" y="103"/>
                    </a:lnTo>
                    <a:lnTo>
                      <a:pt x="80" y="102"/>
                    </a:lnTo>
                    <a:lnTo>
                      <a:pt x="82" y="100"/>
                    </a:lnTo>
                    <a:lnTo>
                      <a:pt x="84" y="98"/>
                    </a:lnTo>
                    <a:lnTo>
                      <a:pt x="86" y="95"/>
                    </a:lnTo>
                    <a:lnTo>
                      <a:pt x="87" y="94"/>
                    </a:lnTo>
                    <a:lnTo>
                      <a:pt x="88" y="88"/>
                    </a:lnTo>
                    <a:lnTo>
                      <a:pt x="88" y="84"/>
                    </a:lnTo>
                    <a:lnTo>
                      <a:pt x="88" y="82"/>
                    </a:lnTo>
                    <a:lnTo>
                      <a:pt x="88" y="80"/>
                    </a:lnTo>
                    <a:lnTo>
                      <a:pt x="89" y="80"/>
                    </a:lnTo>
                    <a:lnTo>
                      <a:pt x="91" y="80"/>
                    </a:lnTo>
                    <a:lnTo>
                      <a:pt x="93" y="79"/>
                    </a:lnTo>
                    <a:lnTo>
                      <a:pt x="94" y="78"/>
                    </a:lnTo>
                    <a:lnTo>
                      <a:pt x="95" y="77"/>
                    </a:lnTo>
                    <a:lnTo>
                      <a:pt x="95" y="75"/>
                    </a:lnTo>
                    <a:lnTo>
                      <a:pt x="96" y="73"/>
                    </a:lnTo>
                    <a:lnTo>
                      <a:pt x="98" y="71"/>
                    </a:lnTo>
                    <a:lnTo>
                      <a:pt x="100" y="69"/>
                    </a:lnTo>
                    <a:lnTo>
                      <a:pt x="101" y="68"/>
                    </a:lnTo>
                    <a:lnTo>
                      <a:pt x="104" y="66"/>
                    </a:lnTo>
                    <a:lnTo>
                      <a:pt x="105" y="65"/>
                    </a:lnTo>
                    <a:lnTo>
                      <a:pt x="105" y="64"/>
                    </a:lnTo>
                    <a:lnTo>
                      <a:pt x="105" y="63"/>
                    </a:lnTo>
                    <a:lnTo>
                      <a:pt x="104" y="61"/>
                    </a:lnTo>
                    <a:lnTo>
                      <a:pt x="103" y="60"/>
                    </a:lnTo>
                    <a:lnTo>
                      <a:pt x="103" y="59"/>
                    </a:lnTo>
                    <a:lnTo>
                      <a:pt x="106" y="57"/>
                    </a:lnTo>
                    <a:lnTo>
                      <a:pt x="107" y="56"/>
                    </a:lnTo>
                    <a:lnTo>
                      <a:pt x="107" y="54"/>
                    </a:lnTo>
                    <a:lnTo>
                      <a:pt x="108" y="52"/>
                    </a:lnTo>
                    <a:lnTo>
                      <a:pt x="109" y="51"/>
                    </a:lnTo>
                    <a:lnTo>
                      <a:pt x="111" y="50"/>
                    </a:lnTo>
                    <a:lnTo>
                      <a:pt x="112" y="49"/>
                    </a:lnTo>
                    <a:lnTo>
                      <a:pt x="114" y="49"/>
                    </a:lnTo>
                    <a:lnTo>
                      <a:pt x="116" y="49"/>
                    </a:lnTo>
                    <a:lnTo>
                      <a:pt x="118" y="51"/>
                    </a:lnTo>
                    <a:lnTo>
                      <a:pt x="119" y="51"/>
                    </a:lnTo>
                    <a:lnTo>
                      <a:pt x="120" y="49"/>
                    </a:lnTo>
                    <a:lnTo>
                      <a:pt x="121" y="47"/>
                    </a:lnTo>
                    <a:lnTo>
                      <a:pt x="121" y="46"/>
                    </a:lnTo>
                    <a:lnTo>
                      <a:pt x="121" y="45"/>
                    </a:lnTo>
                    <a:lnTo>
                      <a:pt x="121" y="43"/>
                    </a:lnTo>
                    <a:lnTo>
                      <a:pt x="122" y="42"/>
                    </a:lnTo>
                    <a:lnTo>
                      <a:pt x="123" y="42"/>
                    </a:lnTo>
                    <a:lnTo>
                      <a:pt x="124" y="42"/>
                    </a:lnTo>
                    <a:lnTo>
                      <a:pt x="126" y="42"/>
                    </a:lnTo>
                    <a:lnTo>
                      <a:pt x="128" y="42"/>
                    </a:lnTo>
                    <a:lnTo>
                      <a:pt x="130" y="42"/>
                    </a:lnTo>
                    <a:lnTo>
                      <a:pt x="131" y="42"/>
                    </a:lnTo>
                    <a:lnTo>
                      <a:pt x="133" y="43"/>
                    </a:lnTo>
                    <a:lnTo>
                      <a:pt x="134" y="43"/>
                    </a:lnTo>
                    <a:lnTo>
                      <a:pt x="136" y="43"/>
                    </a:lnTo>
                    <a:lnTo>
                      <a:pt x="137" y="44"/>
                    </a:lnTo>
                    <a:lnTo>
                      <a:pt x="138" y="43"/>
                    </a:lnTo>
                    <a:lnTo>
                      <a:pt x="139" y="43"/>
                    </a:lnTo>
                    <a:lnTo>
                      <a:pt x="139" y="42"/>
                    </a:lnTo>
                    <a:lnTo>
                      <a:pt x="138" y="42"/>
                    </a:lnTo>
                    <a:lnTo>
                      <a:pt x="138" y="40"/>
                    </a:lnTo>
                    <a:lnTo>
                      <a:pt x="139" y="39"/>
                    </a:lnTo>
                    <a:lnTo>
                      <a:pt x="139" y="38"/>
                    </a:lnTo>
                    <a:lnTo>
                      <a:pt x="140" y="37"/>
                    </a:lnTo>
                    <a:lnTo>
                      <a:pt x="140" y="36"/>
                    </a:lnTo>
                    <a:lnTo>
                      <a:pt x="140" y="35"/>
                    </a:lnTo>
                    <a:lnTo>
                      <a:pt x="139" y="34"/>
                    </a:lnTo>
                    <a:lnTo>
                      <a:pt x="139" y="33"/>
                    </a:lnTo>
                    <a:lnTo>
                      <a:pt x="140" y="33"/>
                    </a:lnTo>
                    <a:lnTo>
                      <a:pt x="141" y="33"/>
                    </a:lnTo>
                    <a:lnTo>
                      <a:pt x="142" y="33"/>
                    </a:lnTo>
                    <a:lnTo>
                      <a:pt x="143" y="33"/>
                    </a:lnTo>
                    <a:lnTo>
                      <a:pt x="144" y="33"/>
                    </a:lnTo>
                    <a:lnTo>
                      <a:pt x="144" y="32"/>
                    </a:lnTo>
                    <a:lnTo>
                      <a:pt x="146" y="32"/>
                    </a:lnTo>
                    <a:lnTo>
                      <a:pt x="147" y="32"/>
                    </a:lnTo>
                    <a:lnTo>
                      <a:pt x="149" y="32"/>
                    </a:lnTo>
                    <a:lnTo>
                      <a:pt x="148" y="31"/>
                    </a:lnTo>
                    <a:lnTo>
                      <a:pt x="148" y="30"/>
                    </a:lnTo>
                    <a:lnTo>
                      <a:pt x="150" y="29"/>
                    </a:lnTo>
                    <a:lnTo>
                      <a:pt x="152" y="29"/>
                    </a:lnTo>
                    <a:lnTo>
                      <a:pt x="155" y="31"/>
                    </a:lnTo>
                    <a:lnTo>
                      <a:pt x="156" y="32"/>
                    </a:lnTo>
                    <a:lnTo>
                      <a:pt x="158" y="34"/>
                    </a:lnTo>
                    <a:lnTo>
                      <a:pt x="160" y="35"/>
                    </a:lnTo>
                    <a:lnTo>
                      <a:pt x="160" y="37"/>
                    </a:lnTo>
                    <a:lnTo>
                      <a:pt x="161" y="38"/>
                    </a:lnTo>
                    <a:lnTo>
                      <a:pt x="163" y="38"/>
                    </a:lnTo>
                    <a:lnTo>
                      <a:pt x="166" y="39"/>
                    </a:lnTo>
                    <a:lnTo>
                      <a:pt x="168" y="39"/>
                    </a:lnTo>
                    <a:lnTo>
                      <a:pt x="170" y="39"/>
                    </a:lnTo>
                    <a:lnTo>
                      <a:pt x="171" y="39"/>
                    </a:lnTo>
                    <a:lnTo>
                      <a:pt x="173" y="38"/>
                    </a:lnTo>
                    <a:lnTo>
                      <a:pt x="174" y="37"/>
                    </a:lnTo>
                    <a:lnTo>
                      <a:pt x="176" y="36"/>
                    </a:lnTo>
                    <a:lnTo>
                      <a:pt x="177" y="37"/>
                    </a:lnTo>
                    <a:lnTo>
                      <a:pt x="179" y="38"/>
                    </a:lnTo>
                    <a:lnTo>
                      <a:pt x="179" y="39"/>
                    </a:lnTo>
                    <a:lnTo>
                      <a:pt x="181" y="40"/>
                    </a:lnTo>
                    <a:lnTo>
                      <a:pt x="184" y="39"/>
                    </a:lnTo>
                    <a:lnTo>
                      <a:pt x="186" y="38"/>
                    </a:lnTo>
                    <a:lnTo>
                      <a:pt x="187" y="36"/>
                    </a:lnTo>
                    <a:lnTo>
                      <a:pt x="189" y="35"/>
                    </a:lnTo>
                    <a:lnTo>
                      <a:pt x="192" y="34"/>
                    </a:lnTo>
                    <a:lnTo>
                      <a:pt x="192" y="33"/>
                    </a:lnTo>
                    <a:lnTo>
                      <a:pt x="192" y="32"/>
                    </a:lnTo>
                    <a:lnTo>
                      <a:pt x="192" y="31"/>
                    </a:lnTo>
                    <a:lnTo>
                      <a:pt x="192" y="29"/>
                    </a:lnTo>
                    <a:lnTo>
                      <a:pt x="192" y="28"/>
                    </a:lnTo>
                    <a:lnTo>
                      <a:pt x="192" y="26"/>
                    </a:lnTo>
                    <a:lnTo>
                      <a:pt x="192" y="25"/>
                    </a:lnTo>
                    <a:lnTo>
                      <a:pt x="193" y="23"/>
                    </a:lnTo>
                    <a:lnTo>
                      <a:pt x="194" y="21"/>
                    </a:lnTo>
                    <a:lnTo>
                      <a:pt x="196" y="20"/>
                    </a:lnTo>
                    <a:lnTo>
                      <a:pt x="198" y="19"/>
                    </a:lnTo>
                    <a:lnTo>
                      <a:pt x="200" y="19"/>
                    </a:lnTo>
                    <a:lnTo>
                      <a:pt x="203" y="19"/>
                    </a:lnTo>
                    <a:lnTo>
                      <a:pt x="205" y="19"/>
                    </a:lnTo>
                    <a:lnTo>
                      <a:pt x="207" y="18"/>
                    </a:lnTo>
                    <a:lnTo>
                      <a:pt x="209" y="17"/>
                    </a:lnTo>
                    <a:lnTo>
                      <a:pt x="211" y="17"/>
                    </a:lnTo>
                    <a:lnTo>
                      <a:pt x="213" y="17"/>
                    </a:lnTo>
                    <a:lnTo>
                      <a:pt x="214" y="17"/>
                    </a:lnTo>
                    <a:lnTo>
                      <a:pt x="215" y="18"/>
                    </a:lnTo>
                    <a:lnTo>
                      <a:pt x="216" y="19"/>
                    </a:lnTo>
                    <a:lnTo>
                      <a:pt x="217" y="20"/>
                    </a:lnTo>
                    <a:lnTo>
                      <a:pt x="219" y="21"/>
                    </a:lnTo>
                    <a:lnTo>
                      <a:pt x="220" y="21"/>
                    </a:lnTo>
                    <a:lnTo>
                      <a:pt x="222" y="22"/>
                    </a:lnTo>
                    <a:lnTo>
                      <a:pt x="223" y="23"/>
                    </a:lnTo>
                    <a:lnTo>
                      <a:pt x="224" y="24"/>
                    </a:lnTo>
                    <a:lnTo>
                      <a:pt x="225" y="26"/>
                    </a:lnTo>
                    <a:lnTo>
                      <a:pt x="225" y="27"/>
                    </a:lnTo>
                    <a:lnTo>
                      <a:pt x="225" y="28"/>
                    </a:lnTo>
                    <a:lnTo>
                      <a:pt x="224" y="28"/>
                    </a:lnTo>
                    <a:lnTo>
                      <a:pt x="223" y="29"/>
                    </a:lnTo>
                    <a:lnTo>
                      <a:pt x="221" y="30"/>
                    </a:lnTo>
                    <a:lnTo>
                      <a:pt x="221" y="31"/>
                    </a:lnTo>
                    <a:lnTo>
                      <a:pt x="221" y="32"/>
                    </a:lnTo>
                    <a:lnTo>
                      <a:pt x="223" y="33"/>
                    </a:lnTo>
                    <a:lnTo>
                      <a:pt x="224" y="33"/>
                    </a:lnTo>
                    <a:lnTo>
                      <a:pt x="224" y="32"/>
                    </a:lnTo>
                    <a:lnTo>
                      <a:pt x="225" y="32"/>
                    </a:lnTo>
                    <a:lnTo>
                      <a:pt x="225" y="31"/>
                    </a:lnTo>
                    <a:lnTo>
                      <a:pt x="225" y="30"/>
                    </a:lnTo>
                    <a:lnTo>
                      <a:pt x="226" y="30"/>
                    </a:lnTo>
                    <a:lnTo>
                      <a:pt x="227" y="30"/>
                    </a:lnTo>
                    <a:lnTo>
                      <a:pt x="227" y="29"/>
                    </a:lnTo>
                    <a:lnTo>
                      <a:pt x="228" y="29"/>
                    </a:lnTo>
                    <a:lnTo>
                      <a:pt x="229" y="29"/>
                    </a:lnTo>
                    <a:lnTo>
                      <a:pt x="230" y="28"/>
                    </a:lnTo>
                    <a:lnTo>
                      <a:pt x="231" y="28"/>
                    </a:lnTo>
                    <a:lnTo>
                      <a:pt x="232" y="28"/>
                    </a:lnTo>
                    <a:lnTo>
                      <a:pt x="232" y="27"/>
                    </a:lnTo>
                    <a:lnTo>
                      <a:pt x="232" y="26"/>
                    </a:lnTo>
                    <a:lnTo>
                      <a:pt x="232" y="25"/>
                    </a:lnTo>
                    <a:lnTo>
                      <a:pt x="233" y="25"/>
                    </a:lnTo>
                    <a:lnTo>
                      <a:pt x="233" y="24"/>
                    </a:lnTo>
                    <a:lnTo>
                      <a:pt x="234" y="24"/>
                    </a:lnTo>
                    <a:lnTo>
                      <a:pt x="234" y="25"/>
                    </a:lnTo>
                    <a:lnTo>
                      <a:pt x="235" y="25"/>
                    </a:lnTo>
                    <a:lnTo>
                      <a:pt x="236" y="25"/>
                    </a:lnTo>
                    <a:lnTo>
                      <a:pt x="236" y="26"/>
                    </a:lnTo>
                    <a:lnTo>
                      <a:pt x="237" y="26"/>
                    </a:lnTo>
                    <a:lnTo>
                      <a:pt x="238" y="26"/>
                    </a:lnTo>
                    <a:lnTo>
                      <a:pt x="238" y="25"/>
                    </a:lnTo>
                    <a:lnTo>
                      <a:pt x="239" y="25"/>
                    </a:lnTo>
                    <a:lnTo>
                      <a:pt x="239" y="24"/>
                    </a:lnTo>
                    <a:lnTo>
                      <a:pt x="240" y="24"/>
                    </a:lnTo>
                    <a:lnTo>
                      <a:pt x="240" y="23"/>
                    </a:lnTo>
                    <a:lnTo>
                      <a:pt x="240" y="22"/>
                    </a:lnTo>
                    <a:lnTo>
                      <a:pt x="239" y="22"/>
                    </a:lnTo>
                    <a:lnTo>
                      <a:pt x="237" y="22"/>
                    </a:lnTo>
                    <a:lnTo>
                      <a:pt x="237" y="21"/>
                    </a:lnTo>
                    <a:lnTo>
                      <a:pt x="236" y="21"/>
                    </a:lnTo>
                    <a:lnTo>
                      <a:pt x="235" y="22"/>
                    </a:lnTo>
                    <a:lnTo>
                      <a:pt x="235" y="24"/>
                    </a:lnTo>
                    <a:lnTo>
                      <a:pt x="234" y="24"/>
                    </a:lnTo>
                    <a:lnTo>
                      <a:pt x="234" y="23"/>
                    </a:lnTo>
                    <a:lnTo>
                      <a:pt x="233" y="23"/>
                    </a:lnTo>
                    <a:lnTo>
                      <a:pt x="232" y="22"/>
                    </a:lnTo>
                    <a:lnTo>
                      <a:pt x="232" y="23"/>
                    </a:lnTo>
                    <a:lnTo>
                      <a:pt x="232" y="24"/>
                    </a:lnTo>
                    <a:lnTo>
                      <a:pt x="231" y="23"/>
                    </a:lnTo>
                    <a:lnTo>
                      <a:pt x="230" y="23"/>
                    </a:lnTo>
                    <a:lnTo>
                      <a:pt x="229" y="23"/>
                    </a:lnTo>
                    <a:lnTo>
                      <a:pt x="227" y="24"/>
                    </a:lnTo>
                    <a:lnTo>
                      <a:pt x="228" y="22"/>
                    </a:lnTo>
                    <a:lnTo>
                      <a:pt x="229" y="22"/>
                    </a:lnTo>
                    <a:lnTo>
                      <a:pt x="230" y="21"/>
                    </a:lnTo>
                    <a:lnTo>
                      <a:pt x="231" y="21"/>
                    </a:lnTo>
                    <a:lnTo>
                      <a:pt x="230" y="20"/>
                    </a:lnTo>
                    <a:lnTo>
                      <a:pt x="229" y="20"/>
                    </a:lnTo>
                    <a:lnTo>
                      <a:pt x="226" y="20"/>
                    </a:lnTo>
                    <a:lnTo>
                      <a:pt x="227" y="19"/>
                    </a:lnTo>
                    <a:lnTo>
                      <a:pt x="226" y="19"/>
                    </a:lnTo>
                    <a:lnTo>
                      <a:pt x="223" y="18"/>
                    </a:lnTo>
                    <a:lnTo>
                      <a:pt x="222" y="17"/>
                    </a:lnTo>
                    <a:lnTo>
                      <a:pt x="219" y="16"/>
                    </a:lnTo>
                    <a:lnTo>
                      <a:pt x="219" y="15"/>
                    </a:lnTo>
                    <a:lnTo>
                      <a:pt x="221" y="15"/>
                    </a:lnTo>
                    <a:lnTo>
                      <a:pt x="223" y="16"/>
                    </a:lnTo>
                    <a:lnTo>
                      <a:pt x="224" y="16"/>
                    </a:lnTo>
                    <a:lnTo>
                      <a:pt x="225" y="16"/>
                    </a:lnTo>
                    <a:lnTo>
                      <a:pt x="227" y="16"/>
                    </a:lnTo>
                    <a:lnTo>
                      <a:pt x="229" y="17"/>
                    </a:lnTo>
                    <a:lnTo>
                      <a:pt x="231" y="17"/>
                    </a:lnTo>
                    <a:lnTo>
                      <a:pt x="233" y="16"/>
                    </a:lnTo>
                    <a:lnTo>
                      <a:pt x="235" y="15"/>
                    </a:lnTo>
                    <a:lnTo>
                      <a:pt x="236" y="14"/>
                    </a:lnTo>
                    <a:lnTo>
                      <a:pt x="237" y="14"/>
                    </a:lnTo>
                    <a:lnTo>
                      <a:pt x="239" y="13"/>
                    </a:lnTo>
                    <a:lnTo>
                      <a:pt x="241" y="12"/>
                    </a:lnTo>
                    <a:lnTo>
                      <a:pt x="240" y="11"/>
                    </a:lnTo>
                    <a:lnTo>
                      <a:pt x="238" y="10"/>
                    </a:lnTo>
                    <a:lnTo>
                      <a:pt x="237" y="10"/>
                    </a:lnTo>
                    <a:lnTo>
                      <a:pt x="237" y="9"/>
                    </a:lnTo>
                    <a:lnTo>
                      <a:pt x="234" y="9"/>
                    </a:lnTo>
                    <a:lnTo>
                      <a:pt x="233" y="9"/>
                    </a:lnTo>
                    <a:lnTo>
                      <a:pt x="234" y="8"/>
                    </a:lnTo>
                    <a:lnTo>
                      <a:pt x="233" y="7"/>
                    </a:lnTo>
                    <a:lnTo>
                      <a:pt x="232" y="7"/>
                    </a:lnTo>
                    <a:lnTo>
                      <a:pt x="231" y="6"/>
                    </a:lnTo>
                    <a:lnTo>
                      <a:pt x="230" y="7"/>
                    </a:lnTo>
                    <a:lnTo>
                      <a:pt x="228" y="7"/>
                    </a:lnTo>
                    <a:lnTo>
                      <a:pt x="228" y="6"/>
                    </a:lnTo>
                    <a:lnTo>
                      <a:pt x="226" y="7"/>
                    </a:lnTo>
                    <a:lnTo>
                      <a:pt x="225" y="7"/>
                    </a:lnTo>
                    <a:lnTo>
                      <a:pt x="224" y="7"/>
                    </a:lnTo>
                    <a:lnTo>
                      <a:pt x="224" y="6"/>
                    </a:lnTo>
                    <a:lnTo>
                      <a:pt x="225" y="6"/>
                    </a:lnTo>
                    <a:lnTo>
                      <a:pt x="224" y="5"/>
                    </a:lnTo>
                    <a:lnTo>
                      <a:pt x="224" y="4"/>
                    </a:lnTo>
                    <a:lnTo>
                      <a:pt x="223" y="4"/>
                    </a:lnTo>
                    <a:lnTo>
                      <a:pt x="222" y="4"/>
                    </a:lnTo>
                    <a:lnTo>
                      <a:pt x="221" y="4"/>
                    </a:lnTo>
                    <a:lnTo>
                      <a:pt x="219" y="4"/>
                    </a:lnTo>
                    <a:lnTo>
                      <a:pt x="218" y="5"/>
                    </a:lnTo>
                    <a:lnTo>
                      <a:pt x="218" y="7"/>
                    </a:lnTo>
                    <a:lnTo>
                      <a:pt x="217" y="9"/>
                    </a:lnTo>
                    <a:lnTo>
                      <a:pt x="218" y="10"/>
                    </a:lnTo>
                    <a:lnTo>
                      <a:pt x="216" y="11"/>
                    </a:lnTo>
                    <a:lnTo>
                      <a:pt x="215" y="11"/>
                    </a:lnTo>
                    <a:lnTo>
                      <a:pt x="214" y="10"/>
                    </a:lnTo>
                    <a:lnTo>
                      <a:pt x="213" y="10"/>
                    </a:lnTo>
                    <a:lnTo>
                      <a:pt x="212" y="10"/>
                    </a:lnTo>
                    <a:lnTo>
                      <a:pt x="214" y="9"/>
                    </a:lnTo>
                    <a:lnTo>
                      <a:pt x="215" y="8"/>
                    </a:lnTo>
                    <a:lnTo>
                      <a:pt x="214" y="7"/>
                    </a:lnTo>
                    <a:lnTo>
                      <a:pt x="212" y="8"/>
                    </a:lnTo>
                    <a:lnTo>
                      <a:pt x="210" y="8"/>
                    </a:lnTo>
                    <a:lnTo>
                      <a:pt x="213" y="6"/>
                    </a:lnTo>
                    <a:lnTo>
                      <a:pt x="211" y="5"/>
                    </a:lnTo>
                    <a:lnTo>
                      <a:pt x="212" y="4"/>
                    </a:lnTo>
                    <a:lnTo>
                      <a:pt x="215" y="5"/>
                    </a:lnTo>
                    <a:lnTo>
                      <a:pt x="217" y="3"/>
                    </a:lnTo>
                    <a:lnTo>
                      <a:pt x="217" y="2"/>
                    </a:lnTo>
                    <a:lnTo>
                      <a:pt x="215" y="2"/>
                    </a:lnTo>
                    <a:lnTo>
                      <a:pt x="215" y="1"/>
                    </a:lnTo>
                    <a:lnTo>
                      <a:pt x="214" y="0"/>
                    </a:lnTo>
                    <a:lnTo>
                      <a:pt x="213" y="0"/>
                    </a:lnTo>
                    <a:lnTo>
                      <a:pt x="211" y="1"/>
                    </a:lnTo>
                    <a:lnTo>
                      <a:pt x="210" y="0"/>
                    </a:lnTo>
                    <a:lnTo>
                      <a:pt x="209" y="0"/>
                    </a:lnTo>
                    <a:lnTo>
                      <a:pt x="208" y="2"/>
                    </a:lnTo>
                    <a:lnTo>
                      <a:pt x="208" y="3"/>
                    </a:lnTo>
                    <a:lnTo>
                      <a:pt x="207" y="5"/>
                    </a:lnTo>
                    <a:lnTo>
                      <a:pt x="206" y="6"/>
                    </a:lnTo>
                    <a:lnTo>
                      <a:pt x="205" y="7"/>
                    </a:lnTo>
                    <a:lnTo>
                      <a:pt x="205" y="8"/>
                    </a:lnTo>
                    <a:lnTo>
                      <a:pt x="204" y="8"/>
                    </a:lnTo>
                    <a:lnTo>
                      <a:pt x="204" y="9"/>
                    </a:lnTo>
                    <a:lnTo>
                      <a:pt x="204" y="10"/>
                    </a:lnTo>
                    <a:lnTo>
                      <a:pt x="202" y="10"/>
                    </a:lnTo>
                    <a:lnTo>
                      <a:pt x="200" y="11"/>
                    </a:lnTo>
                    <a:lnTo>
                      <a:pt x="199" y="12"/>
                    </a:lnTo>
                    <a:lnTo>
                      <a:pt x="199" y="10"/>
                    </a:lnTo>
                    <a:lnTo>
                      <a:pt x="200" y="8"/>
                    </a:lnTo>
                    <a:lnTo>
                      <a:pt x="199" y="7"/>
                    </a:lnTo>
                    <a:lnTo>
                      <a:pt x="200" y="6"/>
                    </a:lnTo>
                    <a:lnTo>
                      <a:pt x="200" y="5"/>
                    </a:lnTo>
                    <a:lnTo>
                      <a:pt x="200" y="4"/>
                    </a:lnTo>
                    <a:lnTo>
                      <a:pt x="200" y="3"/>
                    </a:lnTo>
                    <a:lnTo>
                      <a:pt x="199" y="2"/>
                    </a:lnTo>
                    <a:lnTo>
                      <a:pt x="198" y="3"/>
                    </a:lnTo>
                    <a:lnTo>
                      <a:pt x="197" y="4"/>
                    </a:lnTo>
                    <a:lnTo>
                      <a:pt x="196" y="5"/>
                    </a:lnTo>
                    <a:lnTo>
                      <a:pt x="194" y="7"/>
                    </a:lnTo>
                    <a:lnTo>
                      <a:pt x="193" y="9"/>
                    </a:lnTo>
                    <a:lnTo>
                      <a:pt x="192" y="9"/>
                    </a:lnTo>
                    <a:lnTo>
                      <a:pt x="191" y="10"/>
                    </a:lnTo>
                    <a:lnTo>
                      <a:pt x="190" y="11"/>
                    </a:lnTo>
                    <a:lnTo>
                      <a:pt x="189" y="12"/>
                    </a:lnTo>
                    <a:lnTo>
                      <a:pt x="188" y="14"/>
                    </a:lnTo>
                    <a:lnTo>
                      <a:pt x="189" y="13"/>
                    </a:lnTo>
                    <a:lnTo>
                      <a:pt x="188" y="15"/>
                    </a:lnTo>
                    <a:lnTo>
                      <a:pt x="187" y="16"/>
                    </a:lnTo>
                    <a:lnTo>
                      <a:pt x="186" y="17"/>
                    </a:lnTo>
                    <a:lnTo>
                      <a:pt x="184" y="17"/>
                    </a:lnTo>
                    <a:lnTo>
                      <a:pt x="184" y="16"/>
                    </a:lnTo>
                    <a:lnTo>
                      <a:pt x="184" y="15"/>
                    </a:lnTo>
                    <a:lnTo>
                      <a:pt x="185" y="14"/>
                    </a:lnTo>
                    <a:lnTo>
                      <a:pt x="186" y="14"/>
                    </a:lnTo>
                    <a:lnTo>
                      <a:pt x="186" y="13"/>
                    </a:lnTo>
                    <a:lnTo>
                      <a:pt x="186" y="12"/>
                    </a:lnTo>
                    <a:lnTo>
                      <a:pt x="186" y="11"/>
                    </a:lnTo>
                    <a:lnTo>
                      <a:pt x="186" y="10"/>
                    </a:lnTo>
                    <a:lnTo>
                      <a:pt x="187" y="10"/>
                    </a:lnTo>
                    <a:lnTo>
                      <a:pt x="187" y="9"/>
                    </a:lnTo>
                    <a:lnTo>
                      <a:pt x="189" y="7"/>
                    </a:lnTo>
                    <a:lnTo>
                      <a:pt x="190" y="6"/>
                    </a:lnTo>
                    <a:lnTo>
                      <a:pt x="191" y="6"/>
                    </a:lnTo>
                    <a:lnTo>
                      <a:pt x="192" y="4"/>
                    </a:lnTo>
                    <a:lnTo>
                      <a:pt x="191" y="4"/>
                    </a:lnTo>
                    <a:lnTo>
                      <a:pt x="191" y="3"/>
                    </a:lnTo>
                    <a:lnTo>
                      <a:pt x="189" y="4"/>
                    </a:lnTo>
                    <a:lnTo>
                      <a:pt x="188" y="5"/>
                    </a:lnTo>
                    <a:lnTo>
                      <a:pt x="187" y="5"/>
                    </a:lnTo>
                    <a:lnTo>
                      <a:pt x="186" y="4"/>
                    </a:lnTo>
                    <a:lnTo>
                      <a:pt x="185" y="3"/>
                    </a:lnTo>
                    <a:lnTo>
                      <a:pt x="185" y="2"/>
                    </a:lnTo>
                    <a:lnTo>
                      <a:pt x="184" y="2"/>
                    </a:lnTo>
                    <a:lnTo>
                      <a:pt x="183" y="3"/>
                    </a:lnTo>
                    <a:lnTo>
                      <a:pt x="182" y="2"/>
                    </a:lnTo>
                    <a:lnTo>
                      <a:pt x="181" y="2"/>
                    </a:lnTo>
                    <a:lnTo>
                      <a:pt x="181" y="4"/>
                    </a:lnTo>
                    <a:lnTo>
                      <a:pt x="181" y="5"/>
                    </a:lnTo>
                    <a:lnTo>
                      <a:pt x="179" y="4"/>
                    </a:lnTo>
                    <a:lnTo>
                      <a:pt x="178" y="4"/>
                    </a:lnTo>
                    <a:lnTo>
                      <a:pt x="179" y="6"/>
                    </a:lnTo>
                    <a:lnTo>
                      <a:pt x="181" y="7"/>
                    </a:lnTo>
                    <a:lnTo>
                      <a:pt x="179" y="8"/>
                    </a:lnTo>
                    <a:lnTo>
                      <a:pt x="178" y="9"/>
                    </a:lnTo>
                    <a:lnTo>
                      <a:pt x="178" y="10"/>
                    </a:lnTo>
                    <a:lnTo>
                      <a:pt x="177" y="10"/>
                    </a:lnTo>
                    <a:lnTo>
                      <a:pt x="174" y="10"/>
                    </a:lnTo>
                    <a:lnTo>
                      <a:pt x="172" y="12"/>
                    </a:lnTo>
                    <a:lnTo>
                      <a:pt x="171" y="13"/>
                    </a:lnTo>
                    <a:lnTo>
                      <a:pt x="170" y="14"/>
                    </a:lnTo>
                    <a:lnTo>
                      <a:pt x="169" y="14"/>
                    </a:lnTo>
                    <a:lnTo>
                      <a:pt x="169" y="15"/>
                    </a:lnTo>
                    <a:lnTo>
                      <a:pt x="169" y="16"/>
                    </a:lnTo>
                    <a:lnTo>
                      <a:pt x="169" y="17"/>
                    </a:lnTo>
                    <a:lnTo>
                      <a:pt x="168" y="19"/>
                    </a:lnTo>
                    <a:lnTo>
                      <a:pt x="167" y="19"/>
                    </a:lnTo>
                    <a:lnTo>
                      <a:pt x="166" y="18"/>
                    </a:lnTo>
                    <a:lnTo>
                      <a:pt x="166" y="17"/>
                    </a:lnTo>
                    <a:lnTo>
                      <a:pt x="167" y="17"/>
                    </a:lnTo>
                    <a:lnTo>
                      <a:pt x="165" y="16"/>
                    </a:lnTo>
                    <a:lnTo>
                      <a:pt x="166" y="15"/>
                    </a:lnTo>
                    <a:lnTo>
                      <a:pt x="164" y="15"/>
                    </a:lnTo>
                    <a:lnTo>
                      <a:pt x="162" y="15"/>
                    </a:lnTo>
                    <a:lnTo>
                      <a:pt x="161" y="15"/>
                    </a:lnTo>
                    <a:lnTo>
                      <a:pt x="161" y="16"/>
                    </a:lnTo>
                    <a:lnTo>
                      <a:pt x="160" y="16"/>
                    </a:lnTo>
                    <a:lnTo>
                      <a:pt x="159" y="16"/>
                    </a:lnTo>
                    <a:lnTo>
                      <a:pt x="159" y="15"/>
                    </a:lnTo>
                    <a:lnTo>
                      <a:pt x="159" y="14"/>
                    </a:lnTo>
                    <a:lnTo>
                      <a:pt x="158" y="14"/>
                    </a:lnTo>
                    <a:lnTo>
                      <a:pt x="158" y="13"/>
                    </a:lnTo>
                    <a:lnTo>
                      <a:pt x="156" y="14"/>
                    </a:lnTo>
                    <a:lnTo>
                      <a:pt x="156" y="13"/>
                    </a:lnTo>
                    <a:lnTo>
                      <a:pt x="155" y="14"/>
                    </a:lnTo>
                    <a:lnTo>
                      <a:pt x="155" y="16"/>
                    </a:lnTo>
                    <a:lnTo>
                      <a:pt x="154" y="15"/>
                    </a:lnTo>
                    <a:lnTo>
                      <a:pt x="153" y="13"/>
                    </a:lnTo>
                    <a:lnTo>
                      <a:pt x="153" y="15"/>
                    </a:lnTo>
                    <a:lnTo>
                      <a:pt x="153" y="16"/>
                    </a:lnTo>
                    <a:lnTo>
                      <a:pt x="154" y="16"/>
                    </a:lnTo>
                    <a:lnTo>
                      <a:pt x="156" y="17"/>
                    </a:lnTo>
                    <a:lnTo>
                      <a:pt x="157" y="17"/>
                    </a:lnTo>
                    <a:lnTo>
                      <a:pt x="157" y="18"/>
                    </a:lnTo>
                    <a:lnTo>
                      <a:pt x="156" y="19"/>
                    </a:lnTo>
                    <a:lnTo>
                      <a:pt x="156" y="20"/>
                    </a:lnTo>
                    <a:lnTo>
                      <a:pt x="157" y="21"/>
                    </a:lnTo>
                    <a:lnTo>
                      <a:pt x="157" y="23"/>
                    </a:lnTo>
                    <a:lnTo>
                      <a:pt x="156" y="22"/>
                    </a:lnTo>
                    <a:lnTo>
                      <a:pt x="154" y="20"/>
                    </a:lnTo>
                    <a:lnTo>
                      <a:pt x="153" y="19"/>
                    </a:lnTo>
                    <a:lnTo>
                      <a:pt x="151" y="18"/>
                    </a:lnTo>
                    <a:lnTo>
                      <a:pt x="150" y="18"/>
                    </a:lnTo>
                    <a:lnTo>
                      <a:pt x="151" y="20"/>
                    </a:lnTo>
                    <a:lnTo>
                      <a:pt x="150" y="20"/>
                    </a:lnTo>
                    <a:lnTo>
                      <a:pt x="149" y="21"/>
                    </a:lnTo>
                    <a:lnTo>
                      <a:pt x="148" y="21"/>
                    </a:lnTo>
                    <a:lnTo>
                      <a:pt x="147" y="21"/>
                    </a:lnTo>
                    <a:lnTo>
                      <a:pt x="147" y="20"/>
                    </a:lnTo>
                    <a:lnTo>
                      <a:pt x="148" y="19"/>
                    </a:lnTo>
                    <a:lnTo>
                      <a:pt x="146" y="20"/>
                    </a:lnTo>
                    <a:lnTo>
                      <a:pt x="145" y="21"/>
                    </a:lnTo>
                    <a:lnTo>
                      <a:pt x="145" y="22"/>
                    </a:lnTo>
                    <a:lnTo>
                      <a:pt x="144" y="22"/>
                    </a:lnTo>
                    <a:lnTo>
                      <a:pt x="144" y="24"/>
                    </a:lnTo>
                    <a:lnTo>
                      <a:pt x="143" y="25"/>
                    </a:lnTo>
                    <a:lnTo>
                      <a:pt x="142" y="26"/>
                    </a:lnTo>
                    <a:lnTo>
                      <a:pt x="141" y="28"/>
                    </a:lnTo>
                    <a:lnTo>
                      <a:pt x="139" y="29"/>
                    </a:lnTo>
                    <a:lnTo>
                      <a:pt x="140" y="28"/>
                    </a:lnTo>
                    <a:lnTo>
                      <a:pt x="141" y="27"/>
                    </a:lnTo>
                    <a:lnTo>
                      <a:pt x="141" y="26"/>
                    </a:lnTo>
                    <a:lnTo>
                      <a:pt x="141" y="23"/>
                    </a:lnTo>
                    <a:lnTo>
                      <a:pt x="142" y="21"/>
                    </a:lnTo>
                    <a:lnTo>
                      <a:pt x="141" y="19"/>
                    </a:lnTo>
                    <a:lnTo>
                      <a:pt x="140" y="20"/>
                    </a:lnTo>
                    <a:lnTo>
                      <a:pt x="139" y="20"/>
                    </a:lnTo>
                    <a:lnTo>
                      <a:pt x="138" y="21"/>
                    </a:lnTo>
                    <a:lnTo>
                      <a:pt x="137" y="23"/>
                    </a:lnTo>
                    <a:lnTo>
                      <a:pt x="136" y="25"/>
                    </a:lnTo>
                    <a:lnTo>
                      <a:pt x="135" y="27"/>
                    </a:lnTo>
                    <a:lnTo>
                      <a:pt x="135" y="26"/>
                    </a:lnTo>
                    <a:lnTo>
                      <a:pt x="135" y="24"/>
                    </a:lnTo>
                    <a:lnTo>
                      <a:pt x="135" y="23"/>
                    </a:lnTo>
                    <a:lnTo>
                      <a:pt x="135" y="22"/>
                    </a:lnTo>
                    <a:lnTo>
                      <a:pt x="134" y="22"/>
                    </a:lnTo>
                    <a:lnTo>
                      <a:pt x="132" y="22"/>
                    </a:lnTo>
                    <a:lnTo>
                      <a:pt x="131" y="22"/>
                    </a:lnTo>
                    <a:lnTo>
                      <a:pt x="130" y="23"/>
                    </a:lnTo>
                    <a:lnTo>
                      <a:pt x="129" y="24"/>
                    </a:lnTo>
                    <a:lnTo>
                      <a:pt x="129" y="25"/>
                    </a:lnTo>
                    <a:lnTo>
                      <a:pt x="130" y="26"/>
                    </a:lnTo>
                    <a:lnTo>
                      <a:pt x="131" y="28"/>
                    </a:lnTo>
                    <a:lnTo>
                      <a:pt x="133" y="28"/>
                    </a:lnTo>
                    <a:lnTo>
                      <a:pt x="134" y="30"/>
                    </a:lnTo>
                    <a:lnTo>
                      <a:pt x="134" y="31"/>
                    </a:lnTo>
                    <a:lnTo>
                      <a:pt x="132" y="31"/>
                    </a:lnTo>
                    <a:lnTo>
                      <a:pt x="132" y="30"/>
                    </a:lnTo>
                    <a:lnTo>
                      <a:pt x="131" y="29"/>
                    </a:lnTo>
                    <a:lnTo>
                      <a:pt x="129" y="28"/>
                    </a:lnTo>
                    <a:lnTo>
                      <a:pt x="128" y="27"/>
                    </a:lnTo>
                    <a:lnTo>
                      <a:pt x="126" y="26"/>
                    </a:lnTo>
                    <a:lnTo>
                      <a:pt x="125" y="26"/>
                    </a:lnTo>
                    <a:lnTo>
                      <a:pt x="124" y="26"/>
                    </a:lnTo>
                    <a:lnTo>
                      <a:pt x="125" y="27"/>
                    </a:lnTo>
                    <a:lnTo>
                      <a:pt x="126" y="28"/>
                    </a:lnTo>
                    <a:lnTo>
                      <a:pt x="128" y="29"/>
                    </a:lnTo>
                    <a:lnTo>
                      <a:pt x="127" y="30"/>
                    </a:lnTo>
                    <a:lnTo>
                      <a:pt x="126" y="30"/>
                    </a:lnTo>
                    <a:lnTo>
                      <a:pt x="125" y="29"/>
                    </a:lnTo>
                    <a:lnTo>
                      <a:pt x="124" y="30"/>
                    </a:lnTo>
                    <a:lnTo>
                      <a:pt x="124" y="29"/>
                    </a:lnTo>
                    <a:lnTo>
                      <a:pt x="122" y="29"/>
                    </a:lnTo>
                    <a:lnTo>
                      <a:pt x="123" y="27"/>
                    </a:lnTo>
                    <a:lnTo>
                      <a:pt x="122" y="26"/>
                    </a:lnTo>
                    <a:lnTo>
                      <a:pt x="121" y="27"/>
                    </a:lnTo>
                    <a:lnTo>
                      <a:pt x="121" y="28"/>
                    </a:lnTo>
                    <a:lnTo>
                      <a:pt x="120" y="29"/>
                    </a:lnTo>
                    <a:lnTo>
                      <a:pt x="120" y="30"/>
                    </a:lnTo>
                    <a:lnTo>
                      <a:pt x="120" y="31"/>
                    </a:lnTo>
                    <a:lnTo>
                      <a:pt x="121" y="31"/>
                    </a:lnTo>
                    <a:lnTo>
                      <a:pt x="120" y="32"/>
                    </a:lnTo>
                    <a:lnTo>
                      <a:pt x="119" y="32"/>
                    </a:lnTo>
                    <a:lnTo>
                      <a:pt x="117" y="33"/>
                    </a:lnTo>
                    <a:lnTo>
                      <a:pt x="116" y="33"/>
                    </a:lnTo>
                    <a:lnTo>
                      <a:pt x="116" y="34"/>
                    </a:lnTo>
                    <a:lnTo>
                      <a:pt x="116" y="35"/>
                    </a:lnTo>
                    <a:lnTo>
                      <a:pt x="116" y="36"/>
                    </a:lnTo>
                    <a:lnTo>
                      <a:pt x="117" y="36"/>
                    </a:lnTo>
                    <a:lnTo>
                      <a:pt x="118" y="37"/>
                    </a:lnTo>
                    <a:lnTo>
                      <a:pt x="117" y="36"/>
                    </a:lnTo>
                    <a:lnTo>
                      <a:pt x="117" y="38"/>
                    </a:lnTo>
                    <a:lnTo>
                      <a:pt x="115" y="38"/>
                    </a:lnTo>
                    <a:lnTo>
                      <a:pt x="114" y="38"/>
                    </a:lnTo>
                    <a:lnTo>
                      <a:pt x="115" y="39"/>
                    </a:lnTo>
                    <a:lnTo>
                      <a:pt x="115" y="40"/>
                    </a:lnTo>
                    <a:lnTo>
                      <a:pt x="113" y="39"/>
                    </a:lnTo>
                    <a:lnTo>
                      <a:pt x="112" y="40"/>
                    </a:lnTo>
                    <a:lnTo>
                      <a:pt x="111" y="40"/>
                    </a:lnTo>
                    <a:lnTo>
                      <a:pt x="108" y="40"/>
                    </a:lnTo>
                    <a:lnTo>
                      <a:pt x="107" y="41"/>
                    </a:lnTo>
                    <a:lnTo>
                      <a:pt x="106" y="42"/>
                    </a:lnTo>
                    <a:lnTo>
                      <a:pt x="108" y="43"/>
                    </a:lnTo>
                    <a:lnTo>
                      <a:pt x="110" y="42"/>
                    </a:lnTo>
                    <a:lnTo>
                      <a:pt x="111" y="42"/>
                    </a:lnTo>
                    <a:lnTo>
                      <a:pt x="112" y="42"/>
                    </a:lnTo>
                    <a:lnTo>
                      <a:pt x="113" y="43"/>
                    </a:lnTo>
                    <a:lnTo>
                      <a:pt x="115" y="42"/>
                    </a:lnTo>
                    <a:lnTo>
                      <a:pt x="116" y="42"/>
                    </a:lnTo>
                    <a:lnTo>
                      <a:pt x="116" y="43"/>
                    </a:lnTo>
                    <a:lnTo>
                      <a:pt x="115" y="43"/>
                    </a:lnTo>
                    <a:lnTo>
                      <a:pt x="114" y="44"/>
                    </a:lnTo>
                    <a:lnTo>
                      <a:pt x="113" y="45"/>
                    </a:lnTo>
                    <a:lnTo>
                      <a:pt x="112" y="45"/>
                    </a:lnTo>
                    <a:lnTo>
                      <a:pt x="111" y="44"/>
                    </a:lnTo>
                    <a:lnTo>
                      <a:pt x="109" y="44"/>
                    </a:lnTo>
                    <a:lnTo>
                      <a:pt x="107" y="44"/>
                    </a:lnTo>
                    <a:lnTo>
                      <a:pt x="106" y="44"/>
                    </a:lnTo>
                    <a:lnTo>
                      <a:pt x="104" y="44"/>
                    </a:lnTo>
                    <a:lnTo>
                      <a:pt x="104" y="45"/>
                    </a:lnTo>
                    <a:lnTo>
                      <a:pt x="104" y="46"/>
                    </a:lnTo>
                    <a:lnTo>
                      <a:pt x="105" y="47"/>
                    </a:lnTo>
                    <a:lnTo>
                      <a:pt x="105" y="48"/>
                    </a:lnTo>
                    <a:lnTo>
                      <a:pt x="104" y="48"/>
                    </a:lnTo>
                    <a:lnTo>
                      <a:pt x="105" y="49"/>
                    </a:lnTo>
                    <a:lnTo>
                      <a:pt x="105" y="51"/>
                    </a:lnTo>
                    <a:lnTo>
                      <a:pt x="104" y="50"/>
                    </a:lnTo>
                    <a:lnTo>
                      <a:pt x="104" y="51"/>
                    </a:lnTo>
                    <a:lnTo>
                      <a:pt x="103" y="52"/>
                    </a:lnTo>
                    <a:lnTo>
                      <a:pt x="102" y="50"/>
                    </a:lnTo>
                    <a:lnTo>
                      <a:pt x="102" y="49"/>
                    </a:lnTo>
                    <a:lnTo>
                      <a:pt x="102" y="47"/>
                    </a:lnTo>
                    <a:lnTo>
                      <a:pt x="100" y="48"/>
                    </a:lnTo>
                    <a:lnTo>
                      <a:pt x="100" y="49"/>
                    </a:lnTo>
                    <a:lnTo>
                      <a:pt x="98" y="49"/>
                    </a:lnTo>
                    <a:lnTo>
                      <a:pt x="100" y="50"/>
                    </a:lnTo>
                    <a:lnTo>
                      <a:pt x="99" y="50"/>
                    </a:lnTo>
                    <a:lnTo>
                      <a:pt x="98" y="50"/>
                    </a:lnTo>
                    <a:lnTo>
                      <a:pt x="97" y="51"/>
                    </a:lnTo>
                    <a:lnTo>
                      <a:pt x="96" y="52"/>
                    </a:lnTo>
                    <a:lnTo>
                      <a:pt x="97" y="53"/>
                    </a:lnTo>
                    <a:lnTo>
                      <a:pt x="98" y="54"/>
                    </a:lnTo>
                    <a:lnTo>
                      <a:pt x="97" y="54"/>
                    </a:lnTo>
                    <a:lnTo>
                      <a:pt x="98" y="55"/>
                    </a:lnTo>
                    <a:lnTo>
                      <a:pt x="97" y="55"/>
                    </a:lnTo>
                    <a:lnTo>
                      <a:pt x="96" y="56"/>
                    </a:lnTo>
                    <a:lnTo>
                      <a:pt x="95" y="57"/>
                    </a:lnTo>
                    <a:lnTo>
                      <a:pt x="94" y="57"/>
                    </a:lnTo>
                    <a:lnTo>
                      <a:pt x="96" y="57"/>
                    </a:lnTo>
                    <a:lnTo>
                      <a:pt x="98" y="57"/>
                    </a:lnTo>
                    <a:lnTo>
                      <a:pt x="99" y="57"/>
                    </a:lnTo>
                    <a:lnTo>
                      <a:pt x="98" y="58"/>
                    </a:lnTo>
                    <a:lnTo>
                      <a:pt x="97" y="58"/>
                    </a:lnTo>
                    <a:lnTo>
                      <a:pt x="96" y="59"/>
                    </a:lnTo>
                    <a:lnTo>
                      <a:pt x="94" y="58"/>
                    </a:lnTo>
                    <a:lnTo>
                      <a:pt x="93" y="58"/>
                    </a:lnTo>
                    <a:lnTo>
                      <a:pt x="92" y="58"/>
                    </a:lnTo>
                    <a:lnTo>
                      <a:pt x="92" y="57"/>
                    </a:lnTo>
                    <a:lnTo>
                      <a:pt x="91" y="57"/>
                    </a:lnTo>
                    <a:lnTo>
                      <a:pt x="89" y="58"/>
                    </a:lnTo>
                    <a:lnTo>
                      <a:pt x="88" y="60"/>
                    </a:lnTo>
                    <a:lnTo>
                      <a:pt x="86" y="61"/>
                    </a:lnTo>
                    <a:lnTo>
                      <a:pt x="86" y="62"/>
                    </a:lnTo>
                    <a:lnTo>
                      <a:pt x="87" y="62"/>
                    </a:lnTo>
                    <a:lnTo>
                      <a:pt x="87" y="63"/>
                    </a:lnTo>
                    <a:lnTo>
                      <a:pt x="86" y="64"/>
                    </a:lnTo>
                    <a:lnTo>
                      <a:pt x="85" y="65"/>
                    </a:lnTo>
                    <a:lnTo>
                      <a:pt x="85" y="66"/>
                    </a:lnTo>
                    <a:lnTo>
                      <a:pt x="84" y="66"/>
                    </a:lnTo>
                    <a:lnTo>
                      <a:pt x="83" y="66"/>
                    </a:lnTo>
                    <a:lnTo>
                      <a:pt x="81" y="66"/>
                    </a:lnTo>
                    <a:lnTo>
                      <a:pt x="81" y="67"/>
                    </a:lnTo>
                    <a:lnTo>
                      <a:pt x="80" y="67"/>
                    </a:lnTo>
                    <a:lnTo>
                      <a:pt x="81" y="69"/>
                    </a:lnTo>
                    <a:lnTo>
                      <a:pt x="80" y="69"/>
                    </a:lnTo>
                    <a:lnTo>
                      <a:pt x="79" y="69"/>
                    </a:lnTo>
                    <a:lnTo>
                      <a:pt x="79" y="70"/>
                    </a:lnTo>
                    <a:lnTo>
                      <a:pt x="77" y="71"/>
                    </a:lnTo>
                    <a:lnTo>
                      <a:pt x="76" y="72"/>
                    </a:lnTo>
                    <a:lnTo>
                      <a:pt x="76" y="73"/>
                    </a:lnTo>
                    <a:lnTo>
                      <a:pt x="78" y="73"/>
                    </a:lnTo>
                    <a:lnTo>
                      <a:pt x="78" y="74"/>
                    </a:lnTo>
                    <a:lnTo>
                      <a:pt x="76" y="74"/>
                    </a:lnTo>
                    <a:lnTo>
                      <a:pt x="75" y="74"/>
                    </a:lnTo>
                    <a:lnTo>
                      <a:pt x="75" y="75"/>
                    </a:lnTo>
                    <a:lnTo>
                      <a:pt x="76" y="76"/>
                    </a:lnTo>
                    <a:lnTo>
                      <a:pt x="77" y="76"/>
                    </a:lnTo>
                    <a:lnTo>
                      <a:pt x="78" y="76"/>
                    </a:lnTo>
                    <a:lnTo>
                      <a:pt x="77" y="77"/>
                    </a:lnTo>
                    <a:lnTo>
                      <a:pt x="76" y="77"/>
                    </a:lnTo>
                    <a:lnTo>
                      <a:pt x="74" y="78"/>
                    </a:lnTo>
                    <a:lnTo>
                      <a:pt x="73" y="78"/>
                    </a:lnTo>
                    <a:lnTo>
                      <a:pt x="73" y="79"/>
                    </a:lnTo>
                    <a:lnTo>
                      <a:pt x="73" y="80"/>
                    </a:lnTo>
                    <a:lnTo>
                      <a:pt x="72" y="80"/>
                    </a:lnTo>
                    <a:lnTo>
                      <a:pt x="70" y="81"/>
                    </a:lnTo>
                    <a:lnTo>
                      <a:pt x="69" y="82"/>
                    </a:lnTo>
                    <a:lnTo>
                      <a:pt x="71" y="82"/>
                    </a:lnTo>
                    <a:lnTo>
                      <a:pt x="72" y="81"/>
                    </a:lnTo>
                    <a:lnTo>
                      <a:pt x="74" y="81"/>
                    </a:lnTo>
                    <a:lnTo>
                      <a:pt x="74" y="82"/>
                    </a:lnTo>
                    <a:lnTo>
                      <a:pt x="75" y="83"/>
                    </a:lnTo>
                    <a:lnTo>
                      <a:pt x="73" y="83"/>
                    </a:lnTo>
                    <a:lnTo>
                      <a:pt x="72" y="82"/>
                    </a:lnTo>
                    <a:lnTo>
                      <a:pt x="71" y="83"/>
                    </a:lnTo>
                    <a:lnTo>
                      <a:pt x="72" y="84"/>
                    </a:lnTo>
                    <a:lnTo>
                      <a:pt x="71" y="84"/>
                    </a:lnTo>
                    <a:lnTo>
                      <a:pt x="71" y="85"/>
                    </a:lnTo>
                    <a:lnTo>
                      <a:pt x="71" y="86"/>
                    </a:lnTo>
                    <a:lnTo>
                      <a:pt x="70" y="86"/>
                    </a:lnTo>
                    <a:lnTo>
                      <a:pt x="69" y="86"/>
                    </a:lnTo>
                    <a:lnTo>
                      <a:pt x="69" y="87"/>
                    </a:lnTo>
                    <a:lnTo>
                      <a:pt x="69" y="88"/>
                    </a:lnTo>
                    <a:lnTo>
                      <a:pt x="70" y="88"/>
                    </a:lnTo>
                    <a:lnTo>
                      <a:pt x="70" y="90"/>
                    </a:lnTo>
                    <a:lnTo>
                      <a:pt x="71" y="91"/>
                    </a:lnTo>
                    <a:lnTo>
                      <a:pt x="69" y="90"/>
                    </a:lnTo>
                    <a:lnTo>
                      <a:pt x="68" y="89"/>
                    </a:lnTo>
                    <a:lnTo>
                      <a:pt x="67" y="88"/>
                    </a:lnTo>
                    <a:lnTo>
                      <a:pt x="67" y="89"/>
                    </a:lnTo>
                    <a:lnTo>
                      <a:pt x="67" y="90"/>
                    </a:lnTo>
                    <a:lnTo>
                      <a:pt x="67" y="91"/>
                    </a:lnTo>
                    <a:lnTo>
                      <a:pt x="66" y="91"/>
                    </a:lnTo>
                    <a:lnTo>
                      <a:pt x="65" y="92"/>
                    </a:lnTo>
                    <a:lnTo>
                      <a:pt x="66" y="92"/>
                    </a:lnTo>
                    <a:lnTo>
                      <a:pt x="67" y="92"/>
                    </a:lnTo>
                    <a:lnTo>
                      <a:pt x="68" y="91"/>
                    </a:lnTo>
                    <a:lnTo>
                      <a:pt x="68" y="92"/>
                    </a:lnTo>
                    <a:lnTo>
                      <a:pt x="68" y="93"/>
                    </a:lnTo>
                    <a:lnTo>
                      <a:pt x="68" y="94"/>
                    </a:lnTo>
                    <a:lnTo>
                      <a:pt x="67" y="94"/>
                    </a:lnTo>
                    <a:lnTo>
                      <a:pt x="66" y="94"/>
                    </a:lnTo>
                    <a:lnTo>
                      <a:pt x="65" y="94"/>
                    </a:lnTo>
                    <a:lnTo>
                      <a:pt x="64" y="95"/>
                    </a:lnTo>
                    <a:lnTo>
                      <a:pt x="64" y="94"/>
                    </a:lnTo>
                    <a:lnTo>
                      <a:pt x="63" y="94"/>
                    </a:lnTo>
                    <a:lnTo>
                      <a:pt x="62" y="96"/>
                    </a:lnTo>
                    <a:lnTo>
                      <a:pt x="62" y="97"/>
                    </a:lnTo>
                    <a:lnTo>
                      <a:pt x="60" y="97"/>
                    </a:lnTo>
                    <a:lnTo>
                      <a:pt x="59" y="98"/>
                    </a:lnTo>
                    <a:lnTo>
                      <a:pt x="59" y="99"/>
                    </a:lnTo>
                    <a:lnTo>
                      <a:pt x="58" y="100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2" y="99"/>
                    </a:lnTo>
                    <a:lnTo>
                      <a:pt x="61" y="100"/>
                    </a:lnTo>
                    <a:lnTo>
                      <a:pt x="59" y="100"/>
                    </a:lnTo>
                    <a:lnTo>
                      <a:pt x="59" y="101"/>
                    </a:lnTo>
                    <a:lnTo>
                      <a:pt x="60" y="103"/>
                    </a:lnTo>
                    <a:lnTo>
                      <a:pt x="59" y="104"/>
                    </a:lnTo>
                    <a:lnTo>
                      <a:pt x="57" y="104"/>
                    </a:lnTo>
                    <a:lnTo>
                      <a:pt x="56" y="103"/>
                    </a:lnTo>
                    <a:lnTo>
                      <a:pt x="55" y="103"/>
                    </a:lnTo>
                    <a:lnTo>
                      <a:pt x="54" y="103"/>
                    </a:lnTo>
                    <a:lnTo>
                      <a:pt x="53" y="104"/>
                    </a:lnTo>
                    <a:lnTo>
                      <a:pt x="52" y="105"/>
                    </a:lnTo>
                    <a:lnTo>
                      <a:pt x="51" y="105"/>
                    </a:lnTo>
                    <a:lnTo>
                      <a:pt x="51" y="106"/>
                    </a:lnTo>
                    <a:lnTo>
                      <a:pt x="50" y="107"/>
                    </a:lnTo>
                    <a:lnTo>
                      <a:pt x="49" y="107"/>
                    </a:lnTo>
                    <a:lnTo>
                      <a:pt x="48" y="108"/>
                    </a:lnTo>
                    <a:lnTo>
                      <a:pt x="48" y="109"/>
                    </a:lnTo>
                    <a:lnTo>
                      <a:pt x="47" y="110"/>
                    </a:lnTo>
                    <a:lnTo>
                      <a:pt x="46" y="110"/>
                    </a:lnTo>
                    <a:lnTo>
                      <a:pt x="47" y="111"/>
                    </a:lnTo>
                    <a:lnTo>
                      <a:pt x="47" y="112"/>
                    </a:lnTo>
                    <a:lnTo>
                      <a:pt x="45" y="113"/>
                    </a:lnTo>
                    <a:lnTo>
                      <a:pt x="43" y="113"/>
                    </a:lnTo>
                    <a:lnTo>
                      <a:pt x="43" y="115"/>
                    </a:lnTo>
                    <a:lnTo>
                      <a:pt x="44" y="115"/>
                    </a:lnTo>
                    <a:lnTo>
                      <a:pt x="46" y="115"/>
                    </a:lnTo>
                    <a:lnTo>
                      <a:pt x="45" y="116"/>
                    </a:lnTo>
                    <a:lnTo>
                      <a:pt x="46" y="118"/>
                    </a:lnTo>
                    <a:lnTo>
                      <a:pt x="47" y="118"/>
                    </a:lnTo>
                    <a:lnTo>
                      <a:pt x="49" y="117"/>
                    </a:lnTo>
                    <a:lnTo>
                      <a:pt x="50" y="117"/>
                    </a:lnTo>
                    <a:lnTo>
                      <a:pt x="52" y="116"/>
                    </a:lnTo>
                    <a:lnTo>
                      <a:pt x="54" y="115"/>
                    </a:lnTo>
                    <a:lnTo>
                      <a:pt x="56" y="114"/>
                    </a:lnTo>
                    <a:lnTo>
                      <a:pt x="57" y="114"/>
                    </a:lnTo>
                    <a:lnTo>
                      <a:pt x="58" y="113"/>
                    </a:lnTo>
                    <a:lnTo>
                      <a:pt x="59" y="113"/>
                    </a:lnTo>
                    <a:lnTo>
                      <a:pt x="58" y="114"/>
                    </a:lnTo>
                    <a:lnTo>
                      <a:pt x="57" y="115"/>
                    </a:lnTo>
                    <a:lnTo>
                      <a:pt x="56" y="115"/>
                    </a:lnTo>
                    <a:lnTo>
                      <a:pt x="55" y="115"/>
                    </a:lnTo>
                    <a:lnTo>
                      <a:pt x="53" y="116"/>
                    </a:lnTo>
                    <a:lnTo>
                      <a:pt x="52" y="117"/>
                    </a:lnTo>
                    <a:lnTo>
                      <a:pt x="53" y="118"/>
                    </a:lnTo>
                    <a:lnTo>
                      <a:pt x="52" y="118"/>
                    </a:lnTo>
                    <a:lnTo>
                      <a:pt x="51" y="119"/>
                    </a:lnTo>
                    <a:lnTo>
                      <a:pt x="49" y="119"/>
                    </a:lnTo>
                    <a:lnTo>
                      <a:pt x="48" y="119"/>
                    </a:lnTo>
                    <a:lnTo>
                      <a:pt x="47" y="119"/>
                    </a:lnTo>
                    <a:lnTo>
                      <a:pt x="48" y="120"/>
                    </a:lnTo>
                    <a:lnTo>
                      <a:pt x="47" y="120"/>
                    </a:lnTo>
                    <a:lnTo>
                      <a:pt x="45" y="120"/>
                    </a:lnTo>
                    <a:lnTo>
                      <a:pt x="45" y="119"/>
                    </a:lnTo>
                    <a:lnTo>
                      <a:pt x="45" y="118"/>
                    </a:lnTo>
                    <a:lnTo>
                      <a:pt x="44" y="117"/>
                    </a:lnTo>
                    <a:lnTo>
                      <a:pt x="43" y="117"/>
                    </a:lnTo>
                    <a:lnTo>
                      <a:pt x="42" y="117"/>
                    </a:lnTo>
                    <a:lnTo>
                      <a:pt x="41" y="117"/>
                    </a:lnTo>
                    <a:lnTo>
                      <a:pt x="40" y="118"/>
                    </a:lnTo>
                    <a:lnTo>
                      <a:pt x="39" y="118"/>
                    </a:lnTo>
                    <a:lnTo>
                      <a:pt x="39" y="119"/>
                    </a:lnTo>
                    <a:lnTo>
                      <a:pt x="40" y="120"/>
                    </a:lnTo>
                    <a:lnTo>
                      <a:pt x="41" y="120"/>
                    </a:lnTo>
                    <a:lnTo>
                      <a:pt x="39" y="121"/>
                    </a:lnTo>
                    <a:lnTo>
                      <a:pt x="38" y="120"/>
                    </a:lnTo>
                    <a:lnTo>
                      <a:pt x="38" y="119"/>
                    </a:lnTo>
                    <a:lnTo>
                      <a:pt x="36" y="119"/>
                    </a:lnTo>
                    <a:lnTo>
                      <a:pt x="35" y="119"/>
                    </a:lnTo>
                    <a:lnTo>
                      <a:pt x="34" y="120"/>
                    </a:lnTo>
                    <a:lnTo>
                      <a:pt x="33" y="120"/>
                    </a:lnTo>
                    <a:lnTo>
                      <a:pt x="32" y="120"/>
                    </a:lnTo>
                    <a:lnTo>
                      <a:pt x="32" y="121"/>
                    </a:lnTo>
                    <a:lnTo>
                      <a:pt x="32" y="122"/>
                    </a:lnTo>
                    <a:lnTo>
                      <a:pt x="31" y="122"/>
                    </a:lnTo>
                    <a:lnTo>
                      <a:pt x="31" y="123"/>
                    </a:lnTo>
                    <a:lnTo>
                      <a:pt x="30" y="123"/>
                    </a:lnTo>
                    <a:lnTo>
                      <a:pt x="29" y="123"/>
                    </a:lnTo>
                    <a:lnTo>
                      <a:pt x="29" y="122"/>
                    </a:lnTo>
                    <a:lnTo>
                      <a:pt x="28" y="122"/>
                    </a:lnTo>
                    <a:lnTo>
                      <a:pt x="28" y="123"/>
                    </a:lnTo>
                    <a:lnTo>
                      <a:pt x="28" y="124"/>
                    </a:lnTo>
                    <a:lnTo>
                      <a:pt x="27" y="124"/>
                    </a:lnTo>
                    <a:lnTo>
                      <a:pt x="26" y="124"/>
                    </a:lnTo>
                    <a:lnTo>
                      <a:pt x="25" y="124"/>
                    </a:lnTo>
                    <a:lnTo>
                      <a:pt x="24" y="124"/>
                    </a:lnTo>
                    <a:lnTo>
                      <a:pt x="23" y="125"/>
                    </a:lnTo>
                    <a:lnTo>
                      <a:pt x="23" y="126"/>
                    </a:lnTo>
                    <a:lnTo>
                      <a:pt x="22" y="127"/>
                    </a:lnTo>
                    <a:lnTo>
                      <a:pt x="21" y="127"/>
                    </a:lnTo>
                    <a:lnTo>
                      <a:pt x="20" y="127"/>
                    </a:lnTo>
                    <a:lnTo>
                      <a:pt x="18" y="128"/>
                    </a:lnTo>
                    <a:lnTo>
                      <a:pt x="19" y="129"/>
                    </a:lnTo>
                    <a:lnTo>
                      <a:pt x="18" y="130"/>
                    </a:lnTo>
                    <a:lnTo>
                      <a:pt x="20" y="130"/>
                    </a:lnTo>
                    <a:lnTo>
                      <a:pt x="22" y="130"/>
                    </a:lnTo>
                    <a:lnTo>
                      <a:pt x="23" y="131"/>
                    </a:lnTo>
                    <a:lnTo>
                      <a:pt x="24" y="131"/>
                    </a:lnTo>
                    <a:lnTo>
                      <a:pt x="23" y="131"/>
                    </a:lnTo>
                    <a:lnTo>
                      <a:pt x="22" y="132"/>
                    </a:lnTo>
                    <a:lnTo>
                      <a:pt x="23" y="133"/>
                    </a:lnTo>
                    <a:lnTo>
                      <a:pt x="22" y="132"/>
                    </a:lnTo>
                    <a:lnTo>
                      <a:pt x="20" y="132"/>
                    </a:lnTo>
                    <a:lnTo>
                      <a:pt x="19" y="132"/>
                    </a:lnTo>
                    <a:lnTo>
                      <a:pt x="18" y="132"/>
                    </a:lnTo>
                    <a:lnTo>
                      <a:pt x="16" y="132"/>
                    </a:lnTo>
                    <a:lnTo>
                      <a:pt x="15" y="132"/>
                    </a:lnTo>
                    <a:lnTo>
                      <a:pt x="14" y="132"/>
                    </a:lnTo>
                    <a:lnTo>
                      <a:pt x="13" y="132"/>
                    </a:lnTo>
                    <a:lnTo>
                      <a:pt x="12" y="133"/>
                    </a:lnTo>
                    <a:lnTo>
                      <a:pt x="13" y="133"/>
                    </a:lnTo>
                    <a:lnTo>
                      <a:pt x="13" y="134"/>
                    </a:lnTo>
                    <a:lnTo>
                      <a:pt x="12" y="134"/>
                    </a:lnTo>
                    <a:lnTo>
                      <a:pt x="14" y="134"/>
                    </a:lnTo>
                    <a:lnTo>
                      <a:pt x="15" y="134"/>
                    </a:lnTo>
                    <a:lnTo>
                      <a:pt x="14" y="135"/>
                    </a:lnTo>
                    <a:lnTo>
                      <a:pt x="13" y="135"/>
                    </a:lnTo>
                    <a:lnTo>
                      <a:pt x="13" y="136"/>
                    </a:lnTo>
                    <a:lnTo>
                      <a:pt x="14" y="137"/>
                    </a:lnTo>
                    <a:lnTo>
                      <a:pt x="14" y="138"/>
                    </a:lnTo>
                    <a:lnTo>
                      <a:pt x="13" y="136"/>
                    </a:lnTo>
                    <a:lnTo>
                      <a:pt x="12" y="136"/>
                    </a:lnTo>
                    <a:lnTo>
                      <a:pt x="10" y="136"/>
                    </a:lnTo>
                    <a:lnTo>
                      <a:pt x="10" y="137"/>
                    </a:lnTo>
                    <a:lnTo>
                      <a:pt x="9" y="138"/>
                    </a:lnTo>
                    <a:lnTo>
                      <a:pt x="9" y="139"/>
                    </a:lnTo>
                    <a:lnTo>
                      <a:pt x="10" y="139"/>
                    </a:lnTo>
                    <a:lnTo>
                      <a:pt x="10" y="140"/>
                    </a:lnTo>
                    <a:lnTo>
                      <a:pt x="9" y="140"/>
                    </a:lnTo>
                    <a:lnTo>
                      <a:pt x="9" y="139"/>
                    </a:lnTo>
                    <a:lnTo>
                      <a:pt x="8" y="138"/>
                    </a:lnTo>
                    <a:lnTo>
                      <a:pt x="7" y="139"/>
                    </a:lnTo>
                    <a:lnTo>
                      <a:pt x="6" y="139"/>
                    </a:lnTo>
                    <a:lnTo>
                      <a:pt x="4" y="139"/>
                    </a:lnTo>
                    <a:lnTo>
                      <a:pt x="4" y="140"/>
                    </a:lnTo>
                    <a:lnTo>
                      <a:pt x="3" y="139"/>
                    </a:lnTo>
                    <a:lnTo>
                      <a:pt x="2" y="138"/>
                    </a:lnTo>
                    <a:lnTo>
                      <a:pt x="1" y="139"/>
                    </a:lnTo>
                    <a:lnTo>
                      <a:pt x="2" y="140"/>
                    </a:lnTo>
                    <a:lnTo>
                      <a:pt x="2" y="141"/>
                    </a:lnTo>
                    <a:lnTo>
                      <a:pt x="1" y="141"/>
                    </a:lnTo>
                    <a:lnTo>
                      <a:pt x="2" y="142"/>
                    </a:lnTo>
                    <a:lnTo>
                      <a:pt x="3" y="142"/>
                    </a:lnTo>
                    <a:lnTo>
                      <a:pt x="4" y="142"/>
                    </a:lnTo>
                    <a:lnTo>
                      <a:pt x="5" y="142"/>
                    </a:lnTo>
                    <a:lnTo>
                      <a:pt x="6" y="142"/>
                    </a:lnTo>
                    <a:lnTo>
                      <a:pt x="8" y="142"/>
                    </a:lnTo>
                    <a:lnTo>
                      <a:pt x="9" y="141"/>
                    </a:lnTo>
                    <a:lnTo>
                      <a:pt x="10" y="141"/>
                    </a:lnTo>
                    <a:lnTo>
                      <a:pt x="11" y="141"/>
                    </a:lnTo>
                    <a:lnTo>
                      <a:pt x="10" y="141"/>
                    </a:lnTo>
                    <a:lnTo>
                      <a:pt x="8" y="142"/>
                    </a:lnTo>
                    <a:lnTo>
                      <a:pt x="9" y="142"/>
                    </a:lnTo>
                    <a:lnTo>
                      <a:pt x="11" y="142"/>
                    </a:lnTo>
                    <a:lnTo>
                      <a:pt x="12" y="142"/>
                    </a:lnTo>
                    <a:lnTo>
                      <a:pt x="11" y="143"/>
                    </a:lnTo>
                    <a:lnTo>
                      <a:pt x="8" y="143"/>
                    </a:lnTo>
                    <a:lnTo>
                      <a:pt x="7" y="143"/>
                    </a:lnTo>
                    <a:lnTo>
                      <a:pt x="6" y="143"/>
                    </a:lnTo>
                    <a:lnTo>
                      <a:pt x="5" y="143"/>
                    </a:lnTo>
                    <a:lnTo>
                      <a:pt x="4" y="143"/>
                    </a:lnTo>
                    <a:lnTo>
                      <a:pt x="2" y="144"/>
                    </a:lnTo>
                    <a:lnTo>
                      <a:pt x="0" y="144"/>
                    </a:lnTo>
                    <a:lnTo>
                      <a:pt x="0" y="145"/>
                    </a:lnTo>
                    <a:lnTo>
                      <a:pt x="0" y="146"/>
                    </a:lnTo>
                    <a:lnTo>
                      <a:pt x="1" y="146"/>
                    </a:lnTo>
                    <a:lnTo>
                      <a:pt x="2" y="146"/>
                    </a:lnTo>
                    <a:lnTo>
                      <a:pt x="2" y="147"/>
                    </a:lnTo>
                    <a:lnTo>
                      <a:pt x="2" y="148"/>
                    </a:lnTo>
                    <a:lnTo>
                      <a:pt x="1" y="148"/>
                    </a:lnTo>
                    <a:lnTo>
                      <a:pt x="0" y="149"/>
                    </a:lnTo>
                    <a:lnTo>
                      <a:pt x="1" y="150"/>
                    </a:lnTo>
                    <a:lnTo>
                      <a:pt x="0" y="151"/>
                    </a:lnTo>
                    <a:lnTo>
                      <a:pt x="0" y="152"/>
                    </a:lnTo>
                    <a:lnTo>
                      <a:pt x="1" y="152"/>
                    </a:lnTo>
                    <a:lnTo>
                      <a:pt x="1" y="153"/>
                    </a:lnTo>
                    <a:lnTo>
                      <a:pt x="2" y="153"/>
                    </a:lnTo>
                    <a:lnTo>
                      <a:pt x="3" y="153"/>
                    </a:lnTo>
                    <a:lnTo>
                      <a:pt x="5" y="153"/>
                    </a:lnTo>
                    <a:lnTo>
                      <a:pt x="7" y="152"/>
                    </a:lnTo>
                    <a:lnTo>
                      <a:pt x="9" y="152"/>
                    </a:lnTo>
                    <a:lnTo>
                      <a:pt x="10" y="152"/>
                    </a:lnTo>
                    <a:lnTo>
                      <a:pt x="12" y="152"/>
                    </a:lnTo>
                    <a:lnTo>
                      <a:pt x="12" y="151"/>
                    </a:lnTo>
                    <a:lnTo>
                      <a:pt x="14" y="149"/>
                    </a:lnTo>
                    <a:lnTo>
                      <a:pt x="14" y="150"/>
                    </a:lnTo>
                    <a:lnTo>
                      <a:pt x="13" y="152"/>
                    </a:lnTo>
                    <a:lnTo>
                      <a:pt x="14" y="152"/>
                    </a:lnTo>
                    <a:lnTo>
                      <a:pt x="16" y="152"/>
                    </a:lnTo>
                    <a:lnTo>
                      <a:pt x="17" y="152"/>
                    </a:lnTo>
                    <a:lnTo>
                      <a:pt x="18" y="152"/>
                    </a:lnTo>
                    <a:lnTo>
                      <a:pt x="20" y="151"/>
                    </a:lnTo>
                    <a:lnTo>
                      <a:pt x="20" y="150"/>
                    </a:lnTo>
                    <a:lnTo>
                      <a:pt x="21" y="148"/>
                    </a:lnTo>
                    <a:lnTo>
                      <a:pt x="23" y="147"/>
                    </a:lnTo>
                    <a:lnTo>
                      <a:pt x="23" y="148"/>
                    </a:lnTo>
                    <a:lnTo>
                      <a:pt x="22" y="150"/>
                    </a:lnTo>
                    <a:lnTo>
                      <a:pt x="21" y="151"/>
                    </a:lnTo>
                    <a:lnTo>
                      <a:pt x="21" y="152"/>
                    </a:lnTo>
                    <a:lnTo>
                      <a:pt x="22" y="151"/>
                    </a:lnTo>
                    <a:lnTo>
                      <a:pt x="23" y="151"/>
                    </a:lnTo>
                    <a:lnTo>
                      <a:pt x="24" y="151"/>
                    </a:lnTo>
                    <a:lnTo>
                      <a:pt x="22" y="153"/>
                    </a:lnTo>
                    <a:lnTo>
                      <a:pt x="19" y="153"/>
                    </a:lnTo>
                    <a:lnTo>
                      <a:pt x="18" y="155"/>
                    </a:lnTo>
                    <a:lnTo>
                      <a:pt x="20" y="156"/>
                    </a:lnTo>
                    <a:lnTo>
                      <a:pt x="19" y="156"/>
                    </a:lnTo>
                    <a:lnTo>
                      <a:pt x="17" y="157"/>
                    </a:lnTo>
                    <a:lnTo>
                      <a:pt x="17" y="155"/>
                    </a:lnTo>
                    <a:lnTo>
                      <a:pt x="17" y="154"/>
                    </a:lnTo>
                    <a:lnTo>
                      <a:pt x="15" y="153"/>
                    </a:lnTo>
                    <a:lnTo>
                      <a:pt x="13" y="153"/>
                    </a:lnTo>
                    <a:lnTo>
                      <a:pt x="11" y="154"/>
                    </a:lnTo>
                    <a:lnTo>
                      <a:pt x="9" y="154"/>
                    </a:lnTo>
                    <a:lnTo>
                      <a:pt x="8" y="154"/>
                    </a:lnTo>
                    <a:lnTo>
                      <a:pt x="6" y="154"/>
                    </a:lnTo>
                    <a:lnTo>
                      <a:pt x="5" y="155"/>
                    </a:lnTo>
                    <a:lnTo>
                      <a:pt x="3" y="154"/>
                    </a:lnTo>
                    <a:lnTo>
                      <a:pt x="1" y="154"/>
                    </a:lnTo>
                    <a:lnTo>
                      <a:pt x="1" y="155"/>
                    </a:lnTo>
                    <a:lnTo>
                      <a:pt x="0" y="156"/>
                    </a:lnTo>
                    <a:lnTo>
                      <a:pt x="0" y="157"/>
                    </a:lnTo>
                    <a:lnTo>
                      <a:pt x="2" y="157"/>
                    </a:lnTo>
                    <a:lnTo>
                      <a:pt x="3" y="158"/>
                    </a:lnTo>
                    <a:lnTo>
                      <a:pt x="3" y="159"/>
                    </a:lnTo>
                    <a:lnTo>
                      <a:pt x="1" y="158"/>
                    </a:lnTo>
                    <a:lnTo>
                      <a:pt x="0" y="157"/>
                    </a:lnTo>
                    <a:lnTo>
                      <a:pt x="0" y="158"/>
                    </a:lnTo>
                    <a:lnTo>
                      <a:pt x="1" y="161"/>
                    </a:lnTo>
                    <a:lnTo>
                      <a:pt x="2" y="161"/>
                    </a:lnTo>
                    <a:lnTo>
                      <a:pt x="5" y="160"/>
                    </a:lnTo>
                    <a:lnTo>
                      <a:pt x="6" y="159"/>
                    </a:lnTo>
                    <a:lnTo>
                      <a:pt x="4" y="161"/>
                    </a:lnTo>
                    <a:lnTo>
                      <a:pt x="3" y="162"/>
                    </a:lnTo>
                    <a:lnTo>
                      <a:pt x="4" y="162"/>
                    </a:lnTo>
                    <a:lnTo>
                      <a:pt x="3" y="163"/>
                    </a:lnTo>
                    <a:lnTo>
                      <a:pt x="2" y="163"/>
                    </a:lnTo>
                    <a:lnTo>
                      <a:pt x="1" y="164"/>
                    </a:lnTo>
                    <a:lnTo>
                      <a:pt x="1" y="165"/>
                    </a:lnTo>
                    <a:lnTo>
                      <a:pt x="2" y="166"/>
                    </a:lnTo>
                    <a:lnTo>
                      <a:pt x="3" y="166"/>
                    </a:lnTo>
                    <a:lnTo>
                      <a:pt x="4" y="166"/>
                    </a:lnTo>
                    <a:lnTo>
                      <a:pt x="5" y="165"/>
                    </a:lnTo>
                    <a:lnTo>
                      <a:pt x="5" y="166"/>
                    </a:lnTo>
                    <a:lnTo>
                      <a:pt x="6" y="167"/>
                    </a:lnTo>
                    <a:lnTo>
                      <a:pt x="6" y="168"/>
                    </a:lnTo>
                    <a:lnTo>
                      <a:pt x="5" y="168"/>
                    </a:lnTo>
                    <a:lnTo>
                      <a:pt x="3" y="169"/>
                    </a:lnTo>
                    <a:lnTo>
                      <a:pt x="4" y="170"/>
                    </a:lnTo>
                    <a:lnTo>
                      <a:pt x="6" y="169"/>
                    </a:lnTo>
                    <a:lnTo>
                      <a:pt x="7" y="168"/>
                    </a:lnTo>
                    <a:lnTo>
                      <a:pt x="7" y="166"/>
                    </a:lnTo>
                    <a:lnTo>
                      <a:pt x="9" y="165"/>
                    </a:lnTo>
                    <a:lnTo>
                      <a:pt x="10" y="164"/>
                    </a:lnTo>
                    <a:lnTo>
                      <a:pt x="12" y="161"/>
                    </a:lnTo>
                    <a:lnTo>
                      <a:pt x="14" y="160"/>
                    </a:lnTo>
                    <a:lnTo>
                      <a:pt x="14" y="161"/>
                    </a:lnTo>
                    <a:lnTo>
                      <a:pt x="16" y="161"/>
                    </a:lnTo>
                    <a:lnTo>
                      <a:pt x="18" y="161"/>
                    </a:lnTo>
                    <a:lnTo>
                      <a:pt x="15" y="162"/>
                    </a:lnTo>
                    <a:lnTo>
                      <a:pt x="15" y="163"/>
                    </a:lnTo>
                    <a:lnTo>
                      <a:pt x="15" y="164"/>
                    </a:lnTo>
                    <a:lnTo>
                      <a:pt x="14" y="163"/>
                    </a:lnTo>
                    <a:lnTo>
                      <a:pt x="12" y="164"/>
                    </a:lnTo>
                    <a:lnTo>
                      <a:pt x="10" y="166"/>
                    </a:lnTo>
                    <a:lnTo>
                      <a:pt x="11" y="166"/>
                    </a:lnTo>
                    <a:lnTo>
                      <a:pt x="11" y="167"/>
                    </a:lnTo>
                    <a:lnTo>
                      <a:pt x="10" y="168"/>
                    </a:lnTo>
                    <a:lnTo>
                      <a:pt x="8" y="169"/>
                    </a:lnTo>
                    <a:lnTo>
                      <a:pt x="7" y="170"/>
                    </a:lnTo>
                    <a:lnTo>
                      <a:pt x="6" y="171"/>
                    </a:lnTo>
                    <a:lnTo>
                      <a:pt x="7" y="171"/>
                    </a:lnTo>
                    <a:lnTo>
                      <a:pt x="10" y="171"/>
                    </a:lnTo>
                    <a:lnTo>
                      <a:pt x="11" y="171"/>
                    </a:lnTo>
                    <a:lnTo>
                      <a:pt x="12" y="171"/>
                    </a:lnTo>
                    <a:lnTo>
                      <a:pt x="10" y="172"/>
                    </a:lnTo>
                    <a:lnTo>
                      <a:pt x="9" y="172"/>
                    </a:lnTo>
                    <a:lnTo>
                      <a:pt x="8" y="173"/>
                    </a:lnTo>
                    <a:lnTo>
                      <a:pt x="7" y="174"/>
                    </a:lnTo>
                    <a:lnTo>
                      <a:pt x="6" y="173"/>
                    </a:lnTo>
                    <a:lnTo>
                      <a:pt x="5" y="174"/>
                    </a:lnTo>
                    <a:lnTo>
                      <a:pt x="4" y="173"/>
                    </a:lnTo>
                    <a:lnTo>
                      <a:pt x="2" y="175"/>
                    </a:lnTo>
                    <a:lnTo>
                      <a:pt x="2" y="176"/>
                    </a:lnTo>
                    <a:lnTo>
                      <a:pt x="2" y="177"/>
                    </a:lnTo>
                    <a:lnTo>
                      <a:pt x="2" y="178"/>
                    </a:lnTo>
                    <a:lnTo>
                      <a:pt x="3" y="178"/>
                    </a:lnTo>
                    <a:lnTo>
                      <a:pt x="4" y="178"/>
                    </a:lnTo>
                    <a:lnTo>
                      <a:pt x="5" y="177"/>
                    </a:lnTo>
                    <a:lnTo>
                      <a:pt x="5" y="178"/>
                    </a:lnTo>
                    <a:lnTo>
                      <a:pt x="6" y="178"/>
                    </a:lnTo>
                    <a:lnTo>
                      <a:pt x="7" y="177"/>
                    </a:lnTo>
                    <a:lnTo>
                      <a:pt x="6" y="176"/>
                    </a:lnTo>
                    <a:lnTo>
                      <a:pt x="8" y="177"/>
                    </a:lnTo>
                    <a:lnTo>
                      <a:pt x="10" y="176"/>
                    </a:lnTo>
                    <a:lnTo>
                      <a:pt x="11" y="175"/>
                    </a:lnTo>
                    <a:lnTo>
                      <a:pt x="12" y="176"/>
                    </a:lnTo>
                    <a:lnTo>
                      <a:pt x="10" y="177"/>
                    </a:lnTo>
                    <a:lnTo>
                      <a:pt x="9" y="178"/>
                    </a:lnTo>
                    <a:lnTo>
                      <a:pt x="10" y="178"/>
                    </a:lnTo>
                    <a:lnTo>
                      <a:pt x="10" y="179"/>
                    </a:lnTo>
                    <a:lnTo>
                      <a:pt x="9" y="180"/>
                    </a:lnTo>
                    <a:lnTo>
                      <a:pt x="9" y="181"/>
                    </a:lnTo>
                    <a:lnTo>
                      <a:pt x="8" y="182"/>
                    </a:lnTo>
                    <a:lnTo>
                      <a:pt x="8" y="183"/>
                    </a:lnTo>
                    <a:lnTo>
                      <a:pt x="7" y="183"/>
                    </a:lnTo>
                    <a:lnTo>
                      <a:pt x="6" y="183"/>
                    </a:lnTo>
                    <a:lnTo>
                      <a:pt x="6" y="182"/>
                    </a:lnTo>
                    <a:lnTo>
                      <a:pt x="5" y="182"/>
                    </a:lnTo>
                    <a:lnTo>
                      <a:pt x="5" y="184"/>
                    </a:lnTo>
                    <a:lnTo>
                      <a:pt x="4" y="187"/>
                    </a:lnTo>
                    <a:lnTo>
                      <a:pt x="6" y="189"/>
                    </a:lnTo>
                    <a:lnTo>
                      <a:pt x="10" y="191"/>
                    </a:lnTo>
                    <a:lnTo>
                      <a:pt x="12" y="192"/>
                    </a:lnTo>
                    <a:lnTo>
                      <a:pt x="14" y="193"/>
                    </a:lnTo>
                    <a:lnTo>
                      <a:pt x="15" y="191"/>
                    </a:lnTo>
                    <a:lnTo>
                      <a:pt x="15" y="193"/>
                    </a:lnTo>
                    <a:lnTo>
                      <a:pt x="15" y="195"/>
                    </a:lnTo>
                    <a:lnTo>
                      <a:pt x="16" y="194"/>
                    </a:lnTo>
                    <a:lnTo>
                      <a:pt x="17" y="195"/>
                    </a:lnTo>
                    <a:lnTo>
                      <a:pt x="18" y="194"/>
                    </a:lnTo>
                    <a:lnTo>
                      <a:pt x="21" y="194"/>
                    </a:lnTo>
                    <a:lnTo>
                      <a:pt x="19" y="195"/>
                    </a:lnTo>
                    <a:lnTo>
                      <a:pt x="22" y="196"/>
                    </a:lnTo>
                    <a:lnTo>
                      <a:pt x="24" y="195"/>
                    </a:lnTo>
                    <a:lnTo>
                      <a:pt x="26" y="194"/>
                    </a:lnTo>
                    <a:lnTo>
                      <a:pt x="27" y="192"/>
                    </a:lnTo>
                    <a:lnTo>
                      <a:pt x="28" y="194"/>
                    </a:lnTo>
                    <a:lnTo>
                      <a:pt x="32" y="192"/>
                    </a:lnTo>
                    <a:lnTo>
                      <a:pt x="34" y="190"/>
                    </a:lnTo>
                    <a:lnTo>
                      <a:pt x="35" y="188"/>
                    </a:lnTo>
                    <a:lnTo>
                      <a:pt x="37" y="188"/>
                    </a:lnTo>
                    <a:lnTo>
                      <a:pt x="38" y="186"/>
                    </a:lnTo>
                    <a:lnTo>
                      <a:pt x="39" y="185"/>
                    </a:lnTo>
                    <a:lnTo>
                      <a:pt x="40" y="184"/>
                    </a:lnTo>
                    <a:lnTo>
                      <a:pt x="42" y="182"/>
                    </a:lnTo>
                    <a:lnTo>
                      <a:pt x="41" y="181"/>
                    </a:lnTo>
                    <a:lnTo>
                      <a:pt x="44" y="182"/>
                    </a:lnTo>
                    <a:lnTo>
                      <a:pt x="46" y="182"/>
                    </a:lnTo>
                    <a:lnTo>
                      <a:pt x="47" y="182"/>
                    </a:lnTo>
                    <a:lnTo>
                      <a:pt x="48" y="181"/>
                    </a:lnTo>
                    <a:lnTo>
                      <a:pt x="48" y="180"/>
                    </a:lnTo>
                    <a:lnTo>
                      <a:pt x="48" y="179"/>
                    </a:lnTo>
                    <a:lnTo>
                      <a:pt x="49" y="179"/>
                    </a:lnTo>
                    <a:lnTo>
                      <a:pt x="49" y="178"/>
                    </a:lnTo>
                    <a:lnTo>
                      <a:pt x="49" y="177"/>
                    </a:lnTo>
                    <a:lnTo>
                      <a:pt x="48" y="176"/>
                    </a:lnTo>
                    <a:lnTo>
                      <a:pt x="47" y="175"/>
                    </a:lnTo>
                    <a:lnTo>
                      <a:pt x="48" y="175"/>
                    </a:lnTo>
                    <a:lnTo>
                      <a:pt x="48" y="174"/>
                    </a:lnTo>
                    <a:lnTo>
                      <a:pt x="48" y="173"/>
                    </a:lnTo>
                    <a:lnTo>
                      <a:pt x="49" y="174"/>
                    </a:lnTo>
                    <a:lnTo>
                      <a:pt x="49" y="175"/>
                    </a:lnTo>
                    <a:lnTo>
                      <a:pt x="50" y="175"/>
                    </a:lnTo>
                    <a:lnTo>
                      <a:pt x="50" y="174"/>
                    </a:lnTo>
                    <a:lnTo>
                      <a:pt x="50" y="173"/>
                    </a:lnTo>
                    <a:lnTo>
                      <a:pt x="49" y="172"/>
                    </a:lnTo>
                    <a:lnTo>
                      <a:pt x="49" y="171"/>
                    </a:lnTo>
                    <a:lnTo>
                      <a:pt x="50" y="171"/>
                    </a:lnTo>
                    <a:lnTo>
                      <a:pt x="50" y="170"/>
                    </a:lnTo>
                    <a:lnTo>
                      <a:pt x="51" y="170"/>
                    </a:lnTo>
                    <a:lnTo>
                      <a:pt x="52" y="171"/>
                    </a:lnTo>
                    <a:lnTo>
                      <a:pt x="52" y="172"/>
                    </a:lnTo>
                    <a:lnTo>
                      <a:pt x="51" y="172"/>
                    </a:lnTo>
                    <a:lnTo>
                      <a:pt x="51" y="173"/>
                    </a:lnTo>
                    <a:lnTo>
                      <a:pt x="51" y="174"/>
                    </a:lnTo>
                    <a:lnTo>
                      <a:pt x="51" y="177"/>
                    </a:lnTo>
                    <a:lnTo>
                      <a:pt x="51" y="178"/>
                    </a:lnTo>
                    <a:lnTo>
                      <a:pt x="52" y="179"/>
                    </a:lnTo>
                    <a:lnTo>
                      <a:pt x="53" y="179"/>
                    </a:lnTo>
                    <a:lnTo>
                      <a:pt x="54" y="179"/>
                    </a:lnTo>
                    <a:lnTo>
                      <a:pt x="55" y="180"/>
                    </a:lnTo>
                    <a:lnTo>
                      <a:pt x="56" y="180"/>
                    </a:lnTo>
                    <a:lnTo>
                      <a:pt x="57" y="181"/>
                    </a:lnTo>
                    <a:lnTo>
                      <a:pt x="57" y="18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05" name="D587">
                <a:extLst>
                  <a:ext uri="{FF2B5EF4-FFF2-40B4-BE49-F238E27FC236}">
                    <a16:creationId xmlns:a16="http://schemas.microsoft.com/office/drawing/2014/main" id="{ECD1FAA8-B1C0-754F-8428-AD9AE8C24B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963" y="2362236"/>
                <a:ext cx="22" cy="12"/>
              </a:xfrm>
              <a:custGeom>
                <a:avLst/>
                <a:gdLst>
                  <a:gd name="T0" fmla="*/ 13 w 22"/>
                  <a:gd name="T1" fmla="*/ 1 h 12"/>
                  <a:gd name="T2" fmla="*/ 12 w 22"/>
                  <a:gd name="T3" fmla="*/ 1 h 12"/>
                  <a:gd name="T4" fmla="*/ 12 w 22"/>
                  <a:gd name="T5" fmla="*/ 2 h 12"/>
                  <a:gd name="T6" fmla="*/ 12 w 22"/>
                  <a:gd name="T7" fmla="*/ 3 h 12"/>
                  <a:gd name="T8" fmla="*/ 12 w 22"/>
                  <a:gd name="T9" fmla="*/ 4 h 12"/>
                  <a:gd name="T10" fmla="*/ 11 w 22"/>
                  <a:gd name="T11" fmla="*/ 4 h 12"/>
                  <a:gd name="T12" fmla="*/ 11 w 22"/>
                  <a:gd name="T13" fmla="*/ 5 h 12"/>
                  <a:gd name="T14" fmla="*/ 11 w 22"/>
                  <a:gd name="T15" fmla="*/ 6 h 12"/>
                  <a:gd name="T16" fmla="*/ 10 w 22"/>
                  <a:gd name="T17" fmla="*/ 6 h 12"/>
                  <a:gd name="T18" fmla="*/ 9 w 22"/>
                  <a:gd name="T19" fmla="*/ 7 h 12"/>
                  <a:gd name="T20" fmla="*/ 8 w 22"/>
                  <a:gd name="T21" fmla="*/ 8 h 12"/>
                  <a:gd name="T22" fmla="*/ 7 w 22"/>
                  <a:gd name="T23" fmla="*/ 8 h 12"/>
                  <a:gd name="T24" fmla="*/ 6 w 22"/>
                  <a:gd name="T25" fmla="*/ 8 h 12"/>
                  <a:gd name="T26" fmla="*/ 5 w 22"/>
                  <a:gd name="T27" fmla="*/ 9 h 12"/>
                  <a:gd name="T28" fmla="*/ 3 w 22"/>
                  <a:gd name="T29" fmla="*/ 9 h 12"/>
                  <a:gd name="T30" fmla="*/ 2 w 22"/>
                  <a:gd name="T31" fmla="*/ 9 h 12"/>
                  <a:gd name="T32" fmla="*/ 1 w 22"/>
                  <a:gd name="T33" fmla="*/ 10 h 12"/>
                  <a:gd name="T34" fmla="*/ 1 w 22"/>
                  <a:gd name="T35" fmla="*/ 11 h 12"/>
                  <a:gd name="T36" fmla="*/ 0 w 22"/>
                  <a:gd name="T37" fmla="*/ 12 h 12"/>
                  <a:gd name="T38" fmla="*/ 1 w 22"/>
                  <a:gd name="T39" fmla="*/ 12 h 12"/>
                  <a:gd name="T40" fmla="*/ 2 w 22"/>
                  <a:gd name="T41" fmla="*/ 12 h 12"/>
                  <a:gd name="T42" fmla="*/ 4 w 22"/>
                  <a:gd name="T43" fmla="*/ 12 h 12"/>
                  <a:gd name="T44" fmla="*/ 5 w 22"/>
                  <a:gd name="T45" fmla="*/ 11 h 12"/>
                  <a:gd name="T46" fmla="*/ 6 w 22"/>
                  <a:gd name="T47" fmla="*/ 11 h 12"/>
                  <a:gd name="T48" fmla="*/ 6 w 22"/>
                  <a:gd name="T49" fmla="*/ 12 h 12"/>
                  <a:gd name="T50" fmla="*/ 7 w 22"/>
                  <a:gd name="T51" fmla="*/ 11 h 12"/>
                  <a:gd name="T52" fmla="*/ 9 w 22"/>
                  <a:gd name="T53" fmla="*/ 10 h 12"/>
                  <a:gd name="T54" fmla="*/ 11 w 22"/>
                  <a:gd name="T55" fmla="*/ 9 h 12"/>
                  <a:gd name="T56" fmla="*/ 12 w 22"/>
                  <a:gd name="T57" fmla="*/ 8 h 12"/>
                  <a:gd name="T58" fmla="*/ 12 w 22"/>
                  <a:gd name="T59" fmla="*/ 9 h 12"/>
                  <a:gd name="T60" fmla="*/ 13 w 22"/>
                  <a:gd name="T61" fmla="*/ 10 h 12"/>
                  <a:gd name="T62" fmla="*/ 14 w 22"/>
                  <a:gd name="T63" fmla="*/ 10 h 12"/>
                  <a:gd name="T64" fmla="*/ 14 w 22"/>
                  <a:gd name="T65" fmla="*/ 9 h 12"/>
                  <a:gd name="T66" fmla="*/ 14 w 22"/>
                  <a:gd name="T67" fmla="*/ 8 h 12"/>
                  <a:gd name="T68" fmla="*/ 15 w 22"/>
                  <a:gd name="T69" fmla="*/ 8 h 12"/>
                  <a:gd name="T70" fmla="*/ 16 w 22"/>
                  <a:gd name="T71" fmla="*/ 7 h 12"/>
                  <a:gd name="T72" fmla="*/ 16 w 22"/>
                  <a:gd name="T73" fmla="*/ 8 h 12"/>
                  <a:gd name="T74" fmla="*/ 17 w 22"/>
                  <a:gd name="T75" fmla="*/ 7 h 12"/>
                  <a:gd name="T76" fmla="*/ 18 w 22"/>
                  <a:gd name="T77" fmla="*/ 6 h 12"/>
                  <a:gd name="T78" fmla="*/ 20 w 22"/>
                  <a:gd name="T79" fmla="*/ 6 h 12"/>
                  <a:gd name="T80" fmla="*/ 21 w 22"/>
                  <a:gd name="T81" fmla="*/ 5 h 12"/>
                  <a:gd name="T82" fmla="*/ 22 w 22"/>
                  <a:gd name="T83" fmla="*/ 4 h 12"/>
                  <a:gd name="T84" fmla="*/ 21 w 22"/>
                  <a:gd name="T85" fmla="*/ 3 h 12"/>
                  <a:gd name="T86" fmla="*/ 20 w 22"/>
                  <a:gd name="T87" fmla="*/ 2 h 12"/>
                  <a:gd name="T88" fmla="*/ 18 w 22"/>
                  <a:gd name="T89" fmla="*/ 1 h 12"/>
                  <a:gd name="T90" fmla="*/ 18 w 22"/>
                  <a:gd name="T91" fmla="*/ 2 h 12"/>
                  <a:gd name="T92" fmla="*/ 18 w 22"/>
                  <a:gd name="T93" fmla="*/ 3 h 12"/>
                  <a:gd name="T94" fmla="*/ 17 w 22"/>
                  <a:gd name="T95" fmla="*/ 3 h 12"/>
                  <a:gd name="T96" fmla="*/ 16 w 22"/>
                  <a:gd name="T97" fmla="*/ 5 h 12"/>
                  <a:gd name="T98" fmla="*/ 15 w 22"/>
                  <a:gd name="T99" fmla="*/ 5 h 12"/>
                  <a:gd name="T100" fmla="*/ 14 w 22"/>
                  <a:gd name="T101" fmla="*/ 6 h 12"/>
                  <a:gd name="T102" fmla="*/ 15 w 22"/>
                  <a:gd name="T103" fmla="*/ 5 h 12"/>
                  <a:gd name="T104" fmla="*/ 16 w 22"/>
                  <a:gd name="T105" fmla="*/ 3 h 12"/>
                  <a:gd name="T106" fmla="*/ 15 w 22"/>
                  <a:gd name="T107" fmla="*/ 3 h 12"/>
                  <a:gd name="T108" fmla="*/ 15 w 22"/>
                  <a:gd name="T109" fmla="*/ 2 h 12"/>
                  <a:gd name="T110" fmla="*/ 15 w 22"/>
                  <a:gd name="T111" fmla="*/ 1 h 12"/>
                  <a:gd name="T112" fmla="*/ 14 w 22"/>
                  <a:gd name="T113" fmla="*/ 0 h 12"/>
                  <a:gd name="T114" fmla="*/ 13 w 22"/>
                  <a:gd name="T115" fmla="*/ 0 h 12"/>
                  <a:gd name="T116" fmla="*/ 13 w 22"/>
                  <a:gd name="T117" fmla="*/ 1 h 1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22"/>
                  <a:gd name="T178" fmla="*/ 0 h 12"/>
                  <a:gd name="T179" fmla="*/ 22 w 22"/>
                  <a:gd name="T180" fmla="*/ 12 h 12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22" h="12">
                    <a:moveTo>
                      <a:pt x="13" y="1"/>
                    </a:moveTo>
                    <a:lnTo>
                      <a:pt x="12" y="1"/>
                    </a:lnTo>
                    <a:lnTo>
                      <a:pt x="12" y="2"/>
                    </a:lnTo>
                    <a:lnTo>
                      <a:pt x="12" y="3"/>
                    </a:lnTo>
                    <a:lnTo>
                      <a:pt x="12" y="4"/>
                    </a:lnTo>
                    <a:lnTo>
                      <a:pt x="11" y="4"/>
                    </a:lnTo>
                    <a:lnTo>
                      <a:pt x="11" y="5"/>
                    </a:lnTo>
                    <a:lnTo>
                      <a:pt x="11" y="6"/>
                    </a:lnTo>
                    <a:lnTo>
                      <a:pt x="10" y="6"/>
                    </a:lnTo>
                    <a:lnTo>
                      <a:pt x="9" y="7"/>
                    </a:lnTo>
                    <a:lnTo>
                      <a:pt x="8" y="8"/>
                    </a:lnTo>
                    <a:lnTo>
                      <a:pt x="7" y="8"/>
                    </a:lnTo>
                    <a:lnTo>
                      <a:pt x="6" y="8"/>
                    </a:lnTo>
                    <a:lnTo>
                      <a:pt x="5" y="9"/>
                    </a:lnTo>
                    <a:lnTo>
                      <a:pt x="3" y="9"/>
                    </a:lnTo>
                    <a:lnTo>
                      <a:pt x="2" y="9"/>
                    </a:lnTo>
                    <a:lnTo>
                      <a:pt x="1" y="10"/>
                    </a:lnTo>
                    <a:lnTo>
                      <a:pt x="1" y="11"/>
                    </a:lnTo>
                    <a:lnTo>
                      <a:pt x="0" y="12"/>
                    </a:lnTo>
                    <a:lnTo>
                      <a:pt x="1" y="12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5" y="11"/>
                    </a:lnTo>
                    <a:lnTo>
                      <a:pt x="6" y="11"/>
                    </a:lnTo>
                    <a:lnTo>
                      <a:pt x="6" y="12"/>
                    </a:lnTo>
                    <a:lnTo>
                      <a:pt x="7" y="11"/>
                    </a:lnTo>
                    <a:lnTo>
                      <a:pt x="9" y="10"/>
                    </a:lnTo>
                    <a:lnTo>
                      <a:pt x="11" y="9"/>
                    </a:lnTo>
                    <a:lnTo>
                      <a:pt x="12" y="8"/>
                    </a:lnTo>
                    <a:lnTo>
                      <a:pt x="12" y="9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4" y="8"/>
                    </a:lnTo>
                    <a:lnTo>
                      <a:pt x="15" y="8"/>
                    </a:lnTo>
                    <a:lnTo>
                      <a:pt x="16" y="7"/>
                    </a:lnTo>
                    <a:lnTo>
                      <a:pt x="16" y="8"/>
                    </a:lnTo>
                    <a:lnTo>
                      <a:pt x="17" y="7"/>
                    </a:lnTo>
                    <a:lnTo>
                      <a:pt x="18" y="6"/>
                    </a:lnTo>
                    <a:lnTo>
                      <a:pt x="20" y="6"/>
                    </a:lnTo>
                    <a:lnTo>
                      <a:pt x="21" y="5"/>
                    </a:lnTo>
                    <a:lnTo>
                      <a:pt x="22" y="4"/>
                    </a:lnTo>
                    <a:lnTo>
                      <a:pt x="21" y="3"/>
                    </a:lnTo>
                    <a:lnTo>
                      <a:pt x="20" y="2"/>
                    </a:lnTo>
                    <a:lnTo>
                      <a:pt x="18" y="1"/>
                    </a:lnTo>
                    <a:lnTo>
                      <a:pt x="18" y="2"/>
                    </a:lnTo>
                    <a:lnTo>
                      <a:pt x="18" y="3"/>
                    </a:lnTo>
                    <a:lnTo>
                      <a:pt x="17" y="3"/>
                    </a:lnTo>
                    <a:lnTo>
                      <a:pt x="16" y="5"/>
                    </a:lnTo>
                    <a:lnTo>
                      <a:pt x="15" y="5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6" y="3"/>
                    </a:lnTo>
                    <a:lnTo>
                      <a:pt x="15" y="3"/>
                    </a:lnTo>
                    <a:lnTo>
                      <a:pt x="15" y="2"/>
                    </a:lnTo>
                    <a:lnTo>
                      <a:pt x="15" y="1"/>
                    </a:lnTo>
                    <a:lnTo>
                      <a:pt x="14" y="0"/>
                    </a:lnTo>
                    <a:lnTo>
                      <a:pt x="13" y="0"/>
                    </a:lnTo>
                    <a:lnTo>
                      <a:pt x="13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06" name="D588">
                <a:extLst>
                  <a:ext uri="{FF2B5EF4-FFF2-40B4-BE49-F238E27FC236}">
                    <a16:creationId xmlns:a16="http://schemas.microsoft.com/office/drawing/2014/main" id="{597CA5CA-294B-2E4C-B1B9-A549079207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965" y="2362236"/>
                <a:ext cx="8" cy="6"/>
              </a:xfrm>
              <a:custGeom>
                <a:avLst/>
                <a:gdLst>
                  <a:gd name="T0" fmla="*/ 0 w 8"/>
                  <a:gd name="T1" fmla="*/ 5 h 6"/>
                  <a:gd name="T2" fmla="*/ 0 w 8"/>
                  <a:gd name="T3" fmla="*/ 6 h 6"/>
                  <a:gd name="T4" fmla="*/ 2 w 8"/>
                  <a:gd name="T5" fmla="*/ 5 h 6"/>
                  <a:gd name="T6" fmla="*/ 3 w 8"/>
                  <a:gd name="T7" fmla="*/ 5 h 6"/>
                  <a:gd name="T8" fmla="*/ 4 w 8"/>
                  <a:gd name="T9" fmla="*/ 4 h 6"/>
                  <a:gd name="T10" fmla="*/ 5 w 8"/>
                  <a:gd name="T11" fmla="*/ 5 h 6"/>
                  <a:gd name="T12" fmla="*/ 6 w 8"/>
                  <a:gd name="T13" fmla="*/ 4 h 6"/>
                  <a:gd name="T14" fmla="*/ 5 w 8"/>
                  <a:gd name="T15" fmla="*/ 4 h 6"/>
                  <a:gd name="T16" fmla="*/ 4 w 8"/>
                  <a:gd name="T17" fmla="*/ 5 h 6"/>
                  <a:gd name="T18" fmla="*/ 4 w 8"/>
                  <a:gd name="T19" fmla="*/ 6 h 6"/>
                  <a:gd name="T20" fmla="*/ 6 w 8"/>
                  <a:gd name="T21" fmla="*/ 6 h 6"/>
                  <a:gd name="T22" fmla="*/ 7 w 8"/>
                  <a:gd name="T23" fmla="*/ 5 h 6"/>
                  <a:gd name="T24" fmla="*/ 8 w 8"/>
                  <a:gd name="T25" fmla="*/ 5 h 6"/>
                  <a:gd name="T26" fmla="*/ 8 w 8"/>
                  <a:gd name="T27" fmla="*/ 4 h 6"/>
                  <a:gd name="T28" fmla="*/ 8 w 8"/>
                  <a:gd name="T29" fmla="*/ 3 h 6"/>
                  <a:gd name="T30" fmla="*/ 8 w 8"/>
                  <a:gd name="T31" fmla="*/ 2 h 6"/>
                  <a:gd name="T32" fmla="*/ 7 w 8"/>
                  <a:gd name="T33" fmla="*/ 1 h 6"/>
                  <a:gd name="T34" fmla="*/ 6 w 8"/>
                  <a:gd name="T35" fmla="*/ 0 h 6"/>
                  <a:gd name="T36" fmla="*/ 6 w 8"/>
                  <a:gd name="T37" fmla="*/ 1 h 6"/>
                  <a:gd name="T38" fmla="*/ 6 w 8"/>
                  <a:gd name="T39" fmla="*/ 2 h 6"/>
                  <a:gd name="T40" fmla="*/ 4 w 8"/>
                  <a:gd name="T41" fmla="*/ 2 h 6"/>
                  <a:gd name="T42" fmla="*/ 4 w 8"/>
                  <a:gd name="T43" fmla="*/ 1 h 6"/>
                  <a:gd name="T44" fmla="*/ 3 w 8"/>
                  <a:gd name="T45" fmla="*/ 2 h 6"/>
                  <a:gd name="T46" fmla="*/ 3 w 8"/>
                  <a:gd name="T47" fmla="*/ 3 h 6"/>
                  <a:gd name="T48" fmla="*/ 2 w 8"/>
                  <a:gd name="T49" fmla="*/ 3 h 6"/>
                  <a:gd name="T50" fmla="*/ 1 w 8"/>
                  <a:gd name="T51" fmla="*/ 3 h 6"/>
                  <a:gd name="T52" fmla="*/ 0 w 8"/>
                  <a:gd name="T53" fmla="*/ 4 h 6"/>
                  <a:gd name="T54" fmla="*/ 1 w 8"/>
                  <a:gd name="T55" fmla="*/ 4 h 6"/>
                  <a:gd name="T56" fmla="*/ 0 w 8"/>
                  <a:gd name="T57" fmla="*/ 4 h 6"/>
                  <a:gd name="T58" fmla="*/ 0 w 8"/>
                  <a:gd name="T59" fmla="*/ 5 h 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8"/>
                  <a:gd name="T91" fmla="*/ 0 h 6"/>
                  <a:gd name="T92" fmla="*/ 8 w 8"/>
                  <a:gd name="T93" fmla="*/ 6 h 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8" h="6">
                    <a:moveTo>
                      <a:pt x="0" y="5"/>
                    </a:moveTo>
                    <a:lnTo>
                      <a:pt x="0" y="6"/>
                    </a:lnTo>
                    <a:lnTo>
                      <a:pt x="2" y="5"/>
                    </a:lnTo>
                    <a:lnTo>
                      <a:pt x="3" y="5"/>
                    </a:lnTo>
                    <a:lnTo>
                      <a:pt x="4" y="4"/>
                    </a:lnTo>
                    <a:lnTo>
                      <a:pt x="5" y="5"/>
                    </a:lnTo>
                    <a:lnTo>
                      <a:pt x="6" y="4"/>
                    </a:lnTo>
                    <a:lnTo>
                      <a:pt x="5" y="4"/>
                    </a:lnTo>
                    <a:lnTo>
                      <a:pt x="4" y="5"/>
                    </a:lnTo>
                    <a:lnTo>
                      <a:pt x="4" y="6"/>
                    </a:lnTo>
                    <a:lnTo>
                      <a:pt x="6" y="6"/>
                    </a:lnTo>
                    <a:lnTo>
                      <a:pt x="7" y="5"/>
                    </a:lnTo>
                    <a:lnTo>
                      <a:pt x="8" y="5"/>
                    </a:lnTo>
                    <a:lnTo>
                      <a:pt x="8" y="4"/>
                    </a:lnTo>
                    <a:lnTo>
                      <a:pt x="8" y="3"/>
                    </a:lnTo>
                    <a:lnTo>
                      <a:pt x="8" y="2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4" y="2"/>
                    </a:lnTo>
                    <a:lnTo>
                      <a:pt x="4" y="1"/>
                    </a:lnTo>
                    <a:lnTo>
                      <a:pt x="3" y="2"/>
                    </a:lnTo>
                    <a:lnTo>
                      <a:pt x="3" y="3"/>
                    </a:lnTo>
                    <a:lnTo>
                      <a:pt x="2" y="3"/>
                    </a:lnTo>
                    <a:lnTo>
                      <a:pt x="1" y="3"/>
                    </a:lnTo>
                    <a:lnTo>
                      <a:pt x="0" y="4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07" name="D589">
                <a:extLst>
                  <a:ext uri="{FF2B5EF4-FFF2-40B4-BE49-F238E27FC236}">
                    <a16:creationId xmlns:a16="http://schemas.microsoft.com/office/drawing/2014/main" id="{C2A6E2D4-F0F2-5248-8D8C-D1427518A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975" y="2362230"/>
                <a:ext cx="6" cy="6"/>
              </a:xfrm>
              <a:custGeom>
                <a:avLst/>
                <a:gdLst>
                  <a:gd name="T0" fmla="*/ 2 w 6"/>
                  <a:gd name="T1" fmla="*/ 3 h 6"/>
                  <a:gd name="T2" fmla="*/ 1 w 6"/>
                  <a:gd name="T3" fmla="*/ 3 h 6"/>
                  <a:gd name="T4" fmla="*/ 0 w 6"/>
                  <a:gd name="T5" fmla="*/ 3 h 6"/>
                  <a:gd name="T6" fmla="*/ 0 w 6"/>
                  <a:gd name="T7" fmla="*/ 5 h 6"/>
                  <a:gd name="T8" fmla="*/ 1 w 6"/>
                  <a:gd name="T9" fmla="*/ 6 h 6"/>
                  <a:gd name="T10" fmla="*/ 3 w 6"/>
                  <a:gd name="T11" fmla="*/ 5 h 6"/>
                  <a:gd name="T12" fmla="*/ 4 w 6"/>
                  <a:gd name="T13" fmla="*/ 5 h 6"/>
                  <a:gd name="T14" fmla="*/ 4 w 6"/>
                  <a:gd name="T15" fmla="*/ 4 h 6"/>
                  <a:gd name="T16" fmla="*/ 5 w 6"/>
                  <a:gd name="T17" fmla="*/ 3 h 6"/>
                  <a:gd name="T18" fmla="*/ 6 w 6"/>
                  <a:gd name="T19" fmla="*/ 2 h 6"/>
                  <a:gd name="T20" fmla="*/ 6 w 6"/>
                  <a:gd name="T21" fmla="*/ 1 h 6"/>
                  <a:gd name="T22" fmla="*/ 5 w 6"/>
                  <a:gd name="T23" fmla="*/ 1 h 6"/>
                  <a:gd name="T24" fmla="*/ 5 w 6"/>
                  <a:gd name="T25" fmla="*/ 0 h 6"/>
                  <a:gd name="T26" fmla="*/ 4 w 6"/>
                  <a:gd name="T27" fmla="*/ 0 h 6"/>
                  <a:gd name="T28" fmla="*/ 3 w 6"/>
                  <a:gd name="T29" fmla="*/ 1 h 6"/>
                  <a:gd name="T30" fmla="*/ 3 w 6"/>
                  <a:gd name="T31" fmla="*/ 2 h 6"/>
                  <a:gd name="T32" fmla="*/ 2 w 6"/>
                  <a:gd name="T33" fmla="*/ 2 h 6"/>
                  <a:gd name="T34" fmla="*/ 2 w 6"/>
                  <a:gd name="T35" fmla="*/ 3 h 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6"/>
                  <a:gd name="T55" fmla="*/ 0 h 6"/>
                  <a:gd name="T56" fmla="*/ 6 w 6"/>
                  <a:gd name="T57" fmla="*/ 6 h 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6" h="6">
                    <a:moveTo>
                      <a:pt x="2" y="3"/>
                    </a:moveTo>
                    <a:lnTo>
                      <a:pt x="1" y="3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1" y="6"/>
                    </a:lnTo>
                    <a:lnTo>
                      <a:pt x="3" y="5"/>
                    </a:lnTo>
                    <a:lnTo>
                      <a:pt x="4" y="5"/>
                    </a:lnTo>
                    <a:lnTo>
                      <a:pt x="4" y="4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1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1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2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08" name="D590">
                <a:extLst>
                  <a:ext uri="{FF2B5EF4-FFF2-40B4-BE49-F238E27FC236}">
                    <a16:creationId xmlns:a16="http://schemas.microsoft.com/office/drawing/2014/main" id="{6FF322D1-828E-F343-92B9-684061CD04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968" y="2362253"/>
                <a:ext cx="5" cy="3"/>
              </a:xfrm>
              <a:custGeom>
                <a:avLst/>
                <a:gdLst>
                  <a:gd name="T0" fmla="*/ 2 w 5"/>
                  <a:gd name="T1" fmla="*/ 2 h 3"/>
                  <a:gd name="T2" fmla="*/ 1 w 5"/>
                  <a:gd name="T3" fmla="*/ 2 h 3"/>
                  <a:gd name="T4" fmla="*/ 0 w 5"/>
                  <a:gd name="T5" fmla="*/ 3 h 3"/>
                  <a:gd name="T6" fmla="*/ 1 w 5"/>
                  <a:gd name="T7" fmla="*/ 3 h 3"/>
                  <a:gd name="T8" fmla="*/ 3 w 5"/>
                  <a:gd name="T9" fmla="*/ 3 h 3"/>
                  <a:gd name="T10" fmla="*/ 4 w 5"/>
                  <a:gd name="T11" fmla="*/ 2 h 3"/>
                  <a:gd name="T12" fmla="*/ 5 w 5"/>
                  <a:gd name="T13" fmla="*/ 1 h 3"/>
                  <a:gd name="T14" fmla="*/ 5 w 5"/>
                  <a:gd name="T15" fmla="*/ 0 h 3"/>
                  <a:gd name="T16" fmla="*/ 4 w 5"/>
                  <a:gd name="T17" fmla="*/ 0 h 3"/>
                  <a:gd name="T18" fmla="*/ 3 w 5"/>
                  <a:gd name="T19" fmla="*/ 1 h 3"/>
                  <a:gd name="T20" fmla="*/ 2 w 5"/>
                  <a:gd name="T21" fmla="*/ 1 h 3"/>
                  <a:gd name="T22" fmla="*/ 1 w 5"/>
                  <a:gd name="T23" fmla="*/ 0 h 3"/>
                  <a:gd name="T24" fmla="*/ 1 w 5"/>
                  <a:gd name="T25" fmla="*/ 1 h 3"/>
                  <a:gd name="T26" fmla="*/ 2 w 5"/>
                  <a:gd name="T27" fmla="*/ 2 h 3"/>
                  <a:gd name="T28" fmla="*/ 2 w 5"/>
                  <a:gd name="T29" fmla="*/ 2 h 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"/>
                  <a:gd name="T46" fmla="*/ 0 h 3"/>
                  <a:gd name="T47" fmla="*/ 5 w 5"/>
                  <a:gd name="T48" fmla="*/ 3 h 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" h="3">
                    <a:moveTo>
                      <a:pt x="2" y="2"/>
                    </a:moveTo>
                    <a:lnTo>
                      <a:pt x="1" y="2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3" y="3"/>
                    </a:lnTo>
                    <a:lnTo>
                      <a:pt x="4" y="2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09" name="D591">
                <a:extLst>
                  <a:ext uri="{FF2B5EF4-FFF2-40B4-BE49-F238E27FC236}">
                    <a16:creationId xmlns:a16="http://schemas.microsoft.com/office/drawing/2014/main" id="{BE1B3521-5944-F940-BD5F-13697B23FC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987" y="2362226"/>
                <a:ext cx="11" cy="9"/>
              </a:xfrm>
              <a:custGeom>
                <a:avLst/>
                <a:gdLst>
                  <a:gd name="T0" fmla="*/ 2 w 11"/>
                  <a:gd name="T1" fmla="*/ 6 h 9"/>
                  <a:gd name="T2" fmla="*/ 2 w 11"/>
                  <a:gd name="T3" fmla="*/ 7 h 9"/>
                  <a:gd name="T4" fmla="*/ 1 w 11"/>
                  <a:gd name="T5" fmla="*/ 7 h 9"/>
                  <a:gd name="T6" fmla="*/ 0 w 11"/>
                  <a:gd name="T7" fmla="*/ 8 h 9"/>
                  <a:gd name="T8" fmla="*/ 1 w 11"/>
                  <a:gd name="T9" fmla="*/ 9 h 9"/>
                  <a:gd name="T10" fmla="*/ 2 w 11"/>
                  <a:gd name="T11" fmla="*/ 8 h 9"/>
                  <a:gd name="T12" fmla="*/ 3 w 11"/>
                  <a:gd name="T13" fmla="*/ 8 h 9"/>
                  <a:gd name="T14" fmla="*/ 5 w 11"/>
                  <a:gd name="T15" fmla="*/ 8 h 9"/>
                  <a:gd name="T16" fmla="*/ 6 w 11"/>
                  <a:gd name="T17" fmla="*/ 6 h 9"/>
                  <a:gd name="T18" fmla="*/ 7 w 11"/>
                  <a:gd name="T19" fmla="*/ 6 h 9"/>
                  <a:gd name="T20" fmla="*/ 7 w 11"/>
                  <a:gd name="T21" fmla="*/ 7 h 9"/>
                  <a:gd name="T22" fmla="*/ 8 w 11"/>
                  <a:gd name="T23" fmla="*/ 7 h 9"/>
                  <a:gd name="T24" fmla="*/ 10 w 11"/>
                  <a:gd name="T25" fmla="*/ 7 h 9"/>
                  <a:gd name="T26" fmla="*/ 10 w 11"/>
                  <a:gd name="T27" fmla="*/ 5 h 9"/>
                  <a:gd name="T28" fmla="*/ 10 w 11"/>
                  <a:gd name="T29" fmla="*/ 4 h 9"/>
                  <a:gd name="T30" fmla="*/ 11 w 11"/>
                  <a:gd name="T31" fmla="*/ 3 h 9"/>
                  <a:gd name="T32" fmla="*/ 10 w 11"/>
                  <a:gd name="T33" fmla="*/ 2 h 9"/>
                  <a:gd name="T34" fmla="*/ 9 w 11"/>
                  <a:gd name="T35" fmla="*/ 1 h 9"/>
                  <a:gd name="T36" fmla="*/ 8 w 11"/>
                  <a:gd name="T37" fmla="*/ 0 h 9"/>
                  <a:gd name="T38" fmla="*/ 7 w 11"/>
                  <a:gd name="T39" fmla="*/ 0 h 9"/>
                  <a:gd name="T40" fmla="*/ 7 w 11"/>
                  <a:gd name="T41" fmla="*/ 1 h 9"/>
                  <a:gd name="T42" fmla="*/ 6 w 11"/>
                  <a:gd name="T43" fmla="*/ 0 h 9"/>
                  <a:gd name="T44" fmla="*/ 7 w 11"/>
                  <a:gd name="T45" fmla="*/ 1 h 9"/>
                  <a:gd name="T46" fmla="*/ 6 w 11"/>
                  <a:gd name="T47" fmla="*/ 2 h 9"/>
                  <a:gd name="T48" fmla="*/ 5 w 11"/>
                  <a:gd name="T49" fmla="*/ 1 h 9"/>
                  <a:gd name="T50" fmla="*/ 4 w 11"/>
                  <a:gd name="T51" fmla="*/ 2 h 9"/>
                  <a:gd name="T52" fmla="*/ 5 w 11"/>
                  <a:gd name="T53" fmla="*/ 2 h 9"/>
                  <a:gd name="T54" fmla="*/ 4 w 11"/>
                  <a:gd name="T55" fmla="*/ 3 h 9"/>
                  <a:gd name="T56" fmla="*/ 2 w 11"/>
                  <a:gd name="T57" fmla="*/ 3 h 9"/>
                  <a:gd name="T58" fmla="*/ 1 w 11"/>
                  <a:gd name="T59" fmla="*/ 4 h 9"/>
                  <a:gd name="T60" fmla="*/ 2 w 11"/>
                  <a:gd name="T61" fmla="*/ 4 h 9"/>
                  <a:gd name="T62" fmla="*/ 1 w 11"/>
                  <a:gd name="T63" fmla="*/ 4 h 9"/>
                  <a:gd name="T64" fmla="*/ 2 w 11"/>
                  <a:gd name="T65" fmla="*/ 5 h 9"/>
                  <a:gd name="T66" fmla="*/ 1 w 11"/>
                  <a:gd name="T67" fmla="*/ 6 h 9"/>
                  <a:gd name="T68" fmla="*/ 0 w 11"/>
                  <a:gd name="T69" fmla="*/ 5 h 9"/>
                  <a:gd name="T70" fmla="*/ 1 w 11"/>
                  <a:gd name="T71" fmla="*/ 6 h 9"/>
                  <a:gd name="T72" fmla="*/ 2 w 11"/>
                  <a:gd name="T73" fmla="*/ 6 h 9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1"/>
                  <a:gd name="T112" fmla="*/ 0 h 9"/>
                  <a:gd name="T113" fmla="*/ 11 w 11"/>
                  <a:gd name="T114" fmla="*/ 9 h 9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1" h="9">
                    <a:moveTo>
                      <a:pt x="2" y="6"/>
                    </a:moveTo>
                    <a:lnTo>
                      <a:pt x="2" y="7"/>
                    </a:lnTo>
                    <a:lnTo>
                      <a:pt x="1" y="7"/>
                    </a:lnTo>
                    <a:lnTo>
                      <a:pt x="0" y="8"/>
                    </a:lnTo>
                    <a:lnTo>
                      <a:pt x="1" y="9"/>
                    </a:lnTo>
                    <a:lnTo>
                      <a:pt x="2" y="8"/>
                    </a:lnTo>
                    <a:lnTo>
                      <a:pt x="3" y="8"/>
                    </a:lnTo>
                    <a:lnTo>
                      <a:pt x="5" y="8"/>
                    </a:lnTo>
                    <a:lnTo>
                      <a:pt x="6" y="6"/>
                    </a:lnTo>
                    <a:lnTo>
                      <a:pt x="7" y="6"/>
                    </a:lnTo>
                    <a:lnTo>
                      <a:pt x="7" y="7"/>
                    </a:lnTo>
                    <a:lnTo>
                      <a:pt x="8" y="7"/>
                    </a:lnTo>
                    <a:lnTo>
                      <a:pt x="10" y="7"/>
                    </a:lnTo>
                    <a:lnTo>
                      <a:pt x="10" y="5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0" y="2"/>
                    </a:lnTo>
                    <a:lnTo>
                      <a:pt x="9" y="1"/>
                    </a:lnTo>
                    <a:lnTo>
                      <a:pt x="8" y="0"/>
                    </a:lnTo>
                    <a:lnTo>
                      <a:pt x="7" y="0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7" y="1"/>
                    </a:lnTo>
                    <a:lnTo>
                      <a:pt x="6" y="2"/>
                    </a:lnTo>
                    <a:lnTo>
                      <a:pt x="5" y="1"/>
                    </a:lnTo>
                    <a:lnTo>
                      <a:pt x="4" y="2"/>
                    </a:lnTo>
                    <a:lnTo>
                      <a:pt x="5" y="2"/>
                    </a:lnTo>
                    <a:lnTo>
                      <a:pt x="4" y="3"/>
                    </a:lnTo>
                    <a:lnTo>
                      <a:pt x="2" y="3"/>
                    </a:lnTo>
                    <a:lnTo>
                      <a:pt x="1" y="4"/>
                    </a:lnTo>
                    <a:lnTo>
                      <a:pt x="2" y="4"/>
                    </a:lnTo>
                    <a:lnTo>
                      <a:pt x="1" y="4"/>
                    </a:lnTo>
                    <a:lnTo>
                      <a:pt x="2" y="5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1" y="6"/>
                    </a:lnTo>
                    <a:lnTo>
                      <a:pt x="2" y="6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10" name="D592">
                <a:extLst>
                  <a:ext uri="{FF2B5EF4-FFF2-40B4-BE49-F238E27FC236}">
                    <a16:creationId xmlns:a16="http://schemas.microsoft.com/office/drawing/2014/main" id="{F07311B5-D59C-3645-850C-E12377461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999" y="2362221"/>
                <a:ext cx="8" cy="5"/>
              </a:xfrm>
              <a:custGeom>
                <a:avLst/>
                <a:gdLst>
                  <a:gd name="T0" fmla="*/ 1 w 8"/>
                  <a:gd name="T1" fmla="*/ 4 h 5"/>
                  <a:gd name="T2" fmla="*/ 0 w 8"/>
                  <a:gd name="T3" fmla="*/ 4 h 5"/>
                  <a:gd name="T4" fmla="*/ 0 w 8"/>
                  <a:gd name="T5" fmla="*/ 5 h 5"/>
                  <a:gd name="T6" fmla="*/ 1 w 8"/>
                  <a:gd name="T7" fmla="*/ 5 h 5"/>
                  <a:gd name="T8" fmla="*/ 2 w 8"/>
                  <a:gd name="T9" fmla="*/ 5 h 5"/>
                  <a:gd name="T10" fmla="*/ 4 w 8"/>
                  <a:gd name="T11" fmla="*/ 5 h 5"/>
                  <a:gd name="T12" fmla="*/ 5 w 8"/>
                  <a:gd name="T13" fmla="*/ 5 h 5"/>
                  <a:gd name="T14" fmla="*/ 7 w 8"/>
                  <a:gd name="T15" fmla="*/ 4 h 5"/>
                  <a:gd name="T16" fmla="*/ 7 w 8"/>
                  <a:gd name="T17" fmla="*/ 3 h 5"/>
                  <a:gd name="T18" fmla="*/ 7 w 8"/>
                  <a:gd name="T19" fmla="*/ 2 h 5"/>
                  <a:gd name="T20" fmla="*/ 8 w 8"/>
                  <a:gd name="T21" fmla="*/ 2 h 5"/>
                  <a:gd name="T22" fmla="*/ 7 w 8"/>
                  <a:gd name="T23" fmla="*/ 1 h 5"/>
                  <a:gd name="T24" fmla="*/ 6 w 8"/>
                  <a:gd name="T25" fmla="*/ 0 h 5"/>
                  <a:gd name="T26" fmla="*/ 6 w 8"/>
                  <a:gd name="T27" fmla="*/ 1 h 5"/>
                  <a:gd name="T28" fmla="*/ 5 w 8"/>
                  <a:gd name="T29" fmla="*/ 2 h 5"/>
                  <a:gd name="T30" fmla="*/ 4 w 8"/>
                  <a:gd name="T31" fmla="*/ 1 h 5"/>
                  <a:gd name="T32" fmla="*/ 4 w 8"/>
                  <a:gd name="T33" fmla="*/ 3 h 5"/>
                  <a:gd name="T34" fmla="*/ 3 w 8"/>
                  <a:gd name="T35" fmla="*/ 3 h 5"/>
                  <a:gd name="T36" fmla="*/ 2 w 8"/>
                  <a:gd name="T37" fmla="*/ 3 h 5"/>
                  <a:gd name="T38" fmla="*/ 1 w 8"/>
                  <a:gd name="T39" fmla="*/ 3 h 5"/>
                  <a:gd name="T40" fmla="*/ 1 w 8"/>
                  <a:gd name="T41" fmla="*/ 4 h 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8"/>
                  <a:gd name="T64" fmla="*/ 0 h 5"/>
                  <a:gd name="T65" fmla="*/ 8 w 8"/>
                  <a:gd name="T66" fmla="*/ 5 h 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8" h="5">
                    <a:moveTo>
                      <a:pt x="1" y="4"/>
                    </a:moveTo>
                    <a:lnTo>
                      <a:pt x="0" y="4"/>
                    </a:lnTo>
                    <a:lnTo>
                      <a:pt x="0" y="5"/>
                    </a:lnTo>
                    <a:lnTo>
                      <a:pt x="1" y="5"/>
                    </a:lnTo>
                    <a:lnTo>
                      <a:pt x="2" y="5"/>
                    </a:lnTo>
                    <a:lnTo>
                      <a:pt x="4" y="5"/>
                    </a:lnTo>
                    <a:lnTo>
                      <a:pt x="5" y="5"/>
                    </a:lnTo>
                    <a:lnTo>
                      <a:pt x="7" y="4"/>
                    </a:lnTo>
                    <a:lnTo>
                      <a:pt x="7" y="3"/>
                    </a:lnTo>
                    <a:lnTo>
                      <a:pt x="7" y="2"/>
                    </a:lnTo>
                    <a:lnTo>
                      <a:pt x="8" y="2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5" y="2"/>
                    </a:lnTo>
                    <a:lnTo>
                      <a:pt x="4" y="1"/>
                    </a:lnTo>
                    <a:lnTo>
                      <a:pt x="4" y="3"/>
                    </a:lnTo>
                    <a:lnTo>
                      <a:pt x="3" y="3"/>
                    </a:lnTo>
                    <a:lnTo>
                      <a:pt x="2" y="3"/>
                    </a:lnTo>
                    <a:lnTo>
                      <a:pt x="1" y="3"/>
                    </a:lnTo>
                    <a:lnTo>
                      <a:pt x="1" y="4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11" name="D593">
                <a:extLst>
                  <a:ext uri="{FF2B5EF4-FFF2-40B4-BE49-F238E27FC236}">
                    <a16:creationId xmlns:a16="http://schemas.microsoft.com/office/drawing/2014/main" id="{EC0A59AD-3E26-D346-B602-D3B424C01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5004" y="2362217"/>
                <a:ext cx="9" cy="5"/>
              </a:xfrm>
              <a:custGeom>
                <a:avLst/>
                <a:gdLst>
                  <a:gd name="T0" fmla="*/ 2 w 9"/>
                  <a:gd name="T1" fmla="*/ 2 h 5"/>
                  <a:gd name="T2" fmla="*/ 2 w 9"/>
                  <a:gd name="T3" fmla="*/ 3 h 5"/>
                  <a:gd name="T4" fmla="*/ 1 w 9"/>
                  <a:gd name="T5" fmla="*/ 3 h 5"/>
                  <a:gd name="T6" fmla="*/ 2 w 9"/>
                  <a:gd name="T7" fmla="*/ 3 h 5"/>
                  <a:gd name="T8" fmla="*/ 3 w 9"/>
                  <a:gd name="T9" fmla="*/ 4 h 5"/>
                  <a:gd name="T10" fmla="*/ 4 w 9"/>
                  <a:gd name="T11" fmla="*/ 5 h 5"/>
                  <a:gd name="T12" fmla="*/ 5 w 9"/>
                  <a:gd name="T13" fmla="*/ 5 h 5"/>
                  <a:gd name="T14" fmla="*/ 6 w 9"/>
                  <a:gd name="T15" fmla="*/ 5 h 5"/>
                  <a:gd name="T16" fmla="*/ 7 w 9"/>
                  <a:gd name="T17" fmla="*/ 4 h 5"/>
                  <a:gd name="T18" fmla="*/ 8 w 9"/>
                  <a:gd name="T19" fmla="*/ 3 h 5"/>
                  <a:gd name="T20" fmla="*/ 9 w 9"/>
                  <a:gd name="T21" fmla="*/ 2 h 5"/>
                  <a:gd name="T22" fmla="*/ 7 w 9"/>
                  <a:gd name="T23" fmla="*/ 2 h 5"/>
                  <a:gd name="T24" fmla="*/ 6 w 9"/>
                  <a:gd name="T25" fmla="*/ 2 h 5"/>
                  <a:gd name="T26" fmla="*/ 5 w 9"/>
                  <a:gd name="T27" fmla="*/ 2 h 5"/>
                  <a:gd name="T28" fmla="*/ 5 w 9"/>
                  <a:gd name="T29" fmla="*/ 3 h 5"/>
                  <a:gd name="T30" fmla="*/ 4 w 9"/>
                  <a:gd name="T31" fmla="*/ 3 h 5"/>
                  <a:gd name="T32" fmla="*/ 5 w 9"/>
                  <a:gd name="T33" fmla="*/ 2 h 5"/>
                  <a:gd name="T34" fmla="*/ 5 w 9"/>
                  <a:gd name="T35" fmla="*/ 1 h 5"/>
                  <a:gd name="T36" fmla="*/ 4 w 9"/>
                  <a:gd name="T37" fmla="*/ 1 h 5"/>
                  <a:gd name="T38" fmla="*/ 2 w 9"/>
                  <a:gd name="T39" fmla="*/ 1 h 5"/>
                  <a:gd name="T40" fmla="*/ 1 w 9"/>
                  <a:gd name="T41" fmla="*/ 0 h 5"/>
                  <a:gd name="T42" fmla="*/ 0 w 9"/>
                  <a:gd name="T43" fmla="*/ 1 h 5"/>
                  <a:gd name="T44" fmla="*/ 1 w 9"/>
                  <a:gd name="T45" fmla="*/ 2 h 5"/>
                  <a:gd name="T46" fmla="*/ 2 w 9"/>
                  <a:gd name="T47" fmla="*/ 1 h 5"/>
                  <a:gd name="T48" fmla="*/ 2 w 9"/>
                  <a:gd name="T49" fmla="*/ 2 h 5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9"/>
                  <a:gd name="T76" fmla="*/ 0 h 5"/>
                  <a:gd name="T77" fmla="*/ 9 w 9"/>
                  <a:gd name="T78" fmla="*/ 5 h 5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9" h="5">
                    <a:moveTo>
                      <a:pt x="2" y="2"/>
                    </a:moveTo>
                    <a:lnTo>
                      <a:pt x="2" y="3"/>
                    </a:lnTo>
                    <a:lnTo>
                      <a:pt x="1" y="3"/>
                    </a:lnTo>
                    <a:lnTo>
                      <a:pt x="2" y="3"/>
                    </a:lnTo>
                    <a:lnTo>
                      <a:pt x="3" y="4"/>
                    </a:lnTo>
                    <a:lnTo>
                      <a:pt x="4" y="5"/>
                    </a:lnTo>
                    <a:lnTo>
                      <a:pt x="5" y="5"/>
                    </a:lnTo>
                    <a:lnTo>
                      <a:pt x="6" y="5"/>
                    </a:lnTo>
                    <a:lnTo>
                      <a:pt x="7" y="4"/>
                    </a:lnTo>
                    <a:lnTo>
                      <a:pt x="8" y="3"/>
                    </a:lnTo>
                    <a:lnTo>
                      <a:pt x="9" y="2"/>
                    </a:lnTo>
                    <a:lnTo>
                      <a:pt x="7" y="2"/>
                    </a:lnTo>
                    <a:lnTo>
                      <a:pt x="6" y="2"/>
                    </a:lnTo>
                    <a:lnTo>
                      <a:pt x="5" y="2"/>
                    </a:lnTo>
                    <a:lnTo>
                      <a:pt x="5" y="3"/>
                    </a:lnTo>
                    <a:lnTo>
                      <a:pt x="4" y="3"/>
                    </a:lnTo>
                    <a:lnTo>
                      <a:pt x="5" y="2"/>
                    </a:lnTo>
                    <a:lnTo>
                      <a:pt x="5" y="1"/>
                    </a:lnTo>
                    <a:lnTo>
                      <a:pt x="4" y="1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1" y="2"/>
                    </a:lnTo>
                    <a:lnTo>
                      <a:pt x="2" y="1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12" name="D594">
                <a:extLst>
                  <a:ext uri="{FF2B5EF4-FFF2-40B4-BE49-F238E27FC236}">
                    <a16:creationId xmlns:a16="http://schemas.microsoft.com/office/drawing/2014/main" id="{3F098619-7872-B742-9F9D-DB00F42DF5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5012" y="2362215"/>
                <a:ext cx="5" cy="3"/>
              </a:xfrm>
              <a:custGeom>
                <a:avLst/>
                <a:gdLst>
                  <a:gd name="T0" fmla="*/ 2 w 5"/>
                  <a:gd name="T1" fmla="*/ 1 h 3"/>
                  <a:gd name="T2" fmla="*/ 2 w 5"/>
                  <a:gd name="T3" fmla="*/ 0 h 3"/>
                  <a:gd name="T4" fmla="*/ 1 w 5"/>
                  <a:gd name="T5" fmla="*/ 0 h 3"/>
                  <a:gd name="T6" fmla="*/ 0 w 5"/>
                  <a:gd name="T7" fmla="*/ 0 h 3"/>
                  <a:gd name="T8" fmla="*/ 1 w 5"/>
                  <a:gd name="T9" fmla="*/ 1 h 3"/>
                  <a:gd name="T10" fmla="*/ 2 w 5"/>
                  <a:gd name="T11" fmla="*/ 2 h 3"/>
                  <a:gd name="T12" fmla="*/ 2 w 5"/>
                  <a:gd name="T13" fmla="*/ 3 h 3"/>
                  <a:gd name="T14" fmla="*/ 3 w 5"/>
                  <a:gd name="T15" fmla="*/ 3 h 3"/>
                  <a:gd name="T16" fmla="*/ 4 w 5"/>
                  <a:gd name="T17" fmla="*/ 3 h 3"/>
                  <a:gd name="T18" fmla="*/ 5 w 5"/>
                  <a:gd name="T19" fmla="*/ 3 h 3"/>
                  <a:gd name="T20" fmla="*/ 5 w 5"/>
                  <a:gd name="T21" fmla="*/ 2 h 3"/>
                  <a:gd name="T22" fmla="*/ 4 w 5"/>
                  <a:gd name="T23" fmla="*/ 2 h 3"/>
                  <a:gd name="T24" fmla="*/ 3 w 5"/>
                  <a:gd name="T25" fmla="*/ 1 h 3"/>
                  <a:gd name="T26" fmla="*/ 2 w 5"/>
                  <a:gd name="T27" fmla="*/ 1 h 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"/>
                  <a:gd name="T43" fmla="*/ 0 h 3"/>
                  <a:gd name="T44" fmla="*/ 5 w 5"/>
                  <a:gd name="T45" fmla="*/ 3 h 3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" h="3">
                    <a:moveTo>
                      <a:pt x="2" y="1"/>
                    </a:moveTo>
                    <a:lnTo>
                      <a:pt x="2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1"/>
                    </a:lnTo>
                    <a:lnTo>
                      <a:pt x="2" y="2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2"/>
                    </a:lnTo>
                    <a:lnTo>
                      <a:pt x="4" y="2"/>
                    </a:lnTo>
                    <a:lnTo>
                      <a:pt x="3" y="1"/>
                    </a:lnTo>
                    <a:lnTo>
                      <a:pt x="2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13" name="D595">
                <a:extLst>
                  <a:ext uri="{FF2B5EF4-FFF2-40B4-BE49-F238E27FC236}">
                    <a16:creationId xmlns:a16="http://schemas.microsoft.com/office/drawing/2014/main" id="{2033C0FA-4F5E-ED40-A461-84B0966A3A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5021" y="2362215"/>
                <a:ext cx="3" cy="3"/>
              </a:xfrm>
              <a:custGeom>
                <a:avLst/>
                <a:gdLst>
                  <a:gd name="T0" fmla="*/ 0 w 3"/>
                  <a:gd name="T1" fmla="*/ 1 h 3"/>
                  <a:gd name="T2" fmla="*/ 0 w 3"/>
                  <a:gd name="T3" fmla="*/ 2 h 3"/>
                  <a:gd name="T4" fmla="*/ 1 w 3"/>
                  <a:gd name="T5" fmla="*/ 3 h 3"/>
                  <a:gd name="T6" fmla="*/ 1 w 3"/>
                  <a:gd name="T7" fmla="*/ 2 h 3"/>
                  <a:gd name="T8" fmla="*/ 1 w 3"/>
                  <a:gd name="T9" fmla="*/ 3 h 3"/>
                  <a:gd name="T10" fmla="*/ 2 w 3"/>
                  <a:gd name="T11" fmla="*/ 3 h 3"/>
                  <a:gd name="T12" fmla="*/ 3 w 3"/>
                  <a:gd name="T13" fmla="*/ 2 h 3"/>
                  <a:gd name="T14" fmla="*/ 3 w 3"/>
                  <a:gd name="T15" fmla="*/ 1 h 3"/>
                  <a:gd name="T16" fmla="*/ 2 w 3"/>
                  <a:gd name="T17" fmla="*/ 1 h 3"/>
                  <a:gd name="T18" fmla="*/ 2 w 3"/>
                  <a:gd name="T19" fmla="*/ 0 h 3"/>
                  <a:gd name="T20" fmla="*/ 0 w 3"/>
                  <a:gd name="T21" fmla="*/ 1 h 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"/>
                  <a:gd name="T34" fmla="*/ 0 h 3"/>
                  <a:gd name="T35" fmla="*/ 3 w 3"/>
                  <a:gd name="T36" fmla="*/ 3 h 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" h="3">
                    <a:moveTo>
                      <a:pt x="0" y="1"/>
                    </a:moveTo>
                    <a:lnTo>
                      <a:pt x="0" y="2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2" y="3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14" name="D596">
                <a:extLst>
                  <a:ext uri="{FF2B5EF4-FFF2-40B4-BE49-F238E27FC236}">
                    <a16:creationId xmlns:a16="http://schemas.microsoft.com/office/drawing/2014/main" id="{D6EC1E57-18C2-8A48-A8DA-DA0F14E2C3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5039" y="2362213"/>
                <a:ext cx="5" cy="2"/>
              </a:xfrm>
              <a:custGeom>
                <a:avLst/>
                <a:gdLst>
                  <a:gd name="T0" fmla="*/ 3 w 5"/>
                  <a:gd name="T1" fmla="*/ 2 h 2"/>
                  <a:gd name="T2" fmla="*/ 4 w 5"/>
                  <a:gd name="T3" fmla="*/ 2 h 2"/>
                  <a:gd name="T4" fmla="*/ 5 w 5"/>
                  <a:gd name="T5" fmla="*/ 2 h 2"/>
                  <a:gd name="T6" fmla="*/ 5 w 5"/>
                  <a:gd name="T7" fmla="*/ 1 h 2"/>
                  <a:gd name="T8" fmla="*/ 4 w 5"/>
                  <a:gd name="T9" fmla="*/ 0 h 2"/>
                  <a:gd name="T10" fmla="*/ 3 w 5"/>
                  <a:gd name="T11" fmla="*/ 0 h 2"/>
                  <a:gd name="T12" fmla="*/ 2 w 5"/>
                  <a:gd name="T13" fmla="*/ 0 h 2"/>
                  <a:gd name="T14" fmla="*/ 1 w 5"/>
                  <a:gd name="T15" fmla="*/ 0 h 2"/>
                  <a:gd name="T16" fmla="*/ 0 w 5"/>
                  <a:gd name="T17" fmla="*/ 0 h 2"/>
                  <a:gd name="T18" fmla="*/ 0 w 5"/>
                  <a:gd name="T19" fmla="*/ 1 h 2"/>
                  <a:gd name="T20" fmla="*/ 2 w 5"/>
                  <a:gd name="T21" fmla="*/ 2 h 2"/>
                  <a:gd name="T22" fmla="*/ 3 w 5"/>
                  <a:gd name="T23" fmla="*/ 2 h 2"/>
                  <a:gd name="T24" fmla="*/ 3 w 5"/>
                  <a:gd name="T25" fmla="*/ 2 h 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"/>
                  <a:gd name="T40" fmla="*/ 0 h 2"/>
                  <a:gd name="T41" fmla="*/ 5 w 5"/>
                  <a:gd name="T42" fmla="*/ 2 h 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" h="2">
                    <a:moveTo>
                      <a:pt x="3" y="2"/>
                    </a:moveTo>
                    <a:lnTo>
                      <a:pt x="4" y="2"/>
                    </a:lnTo>
                    <a:lnTo>
                      <a:pt x="5" y="2"/>
                    </a:lnTo>
                    <a:lnTo>
                      <a:pt x="5" y="1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2" y="2"/>
                    </a:lnTo>
                    <a:lnTo>
                      <a:pt x="3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15" name="D597">
                <a:extLst>
                  <a:ext uri="{FF2B5EF4-FFF2-40B4-BE49-F238E27FC236}">
                    <a16:creationId xmlns:a16="http://schemas.microsoft.com/office/drawing/2014/main" id="{3E2D6405-8080-CC4A-A430-414474BAA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5035" y="2362207"/>
                <a:ext cx="10" cy="4"/>
              </a:xfrm>
              <a:custGeom>
                <a:avLst/>
                <a:gdLst>
                  <a:gd name="T0" fmla="*/ 3 w 10"/>
                  <a:gd name="T1" fmla="*/ 1 h 4"/>
                  <a:gd name="T2" fmla="*/ 2 w 10"/>
                  <a:gd name="T3" fmla="*/ 1 h 4"/>
                  <a:gd name="T4" fmla="*/ 1 w 10"/>
                  <a:gd name="T5" fmla="*/ 2 h 4"/>
                  <a:gd name="T6" fmla="*/ 0 w 10"/>
                  <a:gd name="T7" fmla="*/ 2 h 4"/>
                  <a:gd name="T8" fmla="*/ 2 w 10"/>
                  <a:gd name="T9" fmla="*/ 2 h 4"/>
                  <a:gd name="T10" fmla="*/ 2 w 10"/>
                  <a:gd name="T11" fmla="*/ 3 h 4"/>
                  <a:gd name="T12" fmla="*/ 2 w 10"/>
                  <a:gd name="T13" fmla="*/ 4 h 4"/>
                  <a:gd name="T14" fmla="*/ 3 w 10"/>
                  <a:gd name="T15" fmla="*/ 3 h 4"/>
                  <a:gd name="T16" fmla="*/ 3 w 10"/>
                  <a:gd name="T17" fmla="*/ 4 h 4"/>
                  <a:gd name="T18" fmla="*/ 5 w 10"/>
                  <a:gd name="T19" fmla="*/ 3 h 4"/>
                  <a:gd name="T20" fmla="*/ 5 w 10"/>
                  <a:gd name="T21" fmla="*/ 4 h 4"/>
                  <a:gd name="T22" fmla="*/ 6 w 10"/>
                  <a:gd name="T23" fmla="*/ 4 h 4"/>
                  <a:gd name="T24" fmla="*/ 7 w 10"/>
                  <a:gd name="T25" fmla="*/ 3 h 4"/>
                  <a:gd name="T26" fmla="*/ 8 w 10"/>
                  <a:gd name="T27" fmla="*/ 3 h 4"/>
                  <a:gd name="T28" fmla="*/ 9 w 10"/>
                  <a:gd name="T29" fmla="*/ 3 h 4"/>
                  <a:gd name="T30" fmla="*/ 9 w 10"/>
                  <a:gd name="T31" fmla="*/ 2 h 4"/>
                  <a:gd name="T32" fmla="*/ 10 w 10"/>
                  <a:gd name="T33" fmla="*/ 2 h 4"/>
                  <a:gd name="T34" fmla="*/ 10 w 10"/>
                  <a:gd name="T35" fmla="*/ 1 h 4"/>
                  <a:gd name="T36" fmla="*/ 9 w 10"/>
                  <a:gd name="T37" fmla="*/ 1 h 4"/>
                  <a:gd name="T38" fmla="*/ 8 w 10"/>
                  <a:gd name="T39" fmla="*/ 0 h 4"/>
                  <a:gd name="T40" fmla="*/ 7 w 10"/>
                  <a:gd name="T41" fmla="*/ 0 h 4"/>
                  <a:gd name="T42" fmla="*/ 7 w 10"/>
                  <a:gd name="T43" fmla="*/ 1 h 4"/>
                  <a:gd name="T44" fmla="*/ 6 w 10"/>
                  <a:gd name="T45" fmla="*/ 1 h 4"/>
                  <a:gd name="T46" fmla="*/ 5 w 10"/>
                  <a:gd name="T47" fmla="*/ 1 h 4"/>
                  <a:gd name="T48" fmla="*/ 5 w 10"/>
                  <a:gd name="T49" fmla="*/ 0 h 4"/>
                  <a:gd name="T50" fmla="*/ 5 w 10"/>
                  <a:gd name="T51" fmla="*/ 1 h 4"/>
                  <a:gd name="T52" fmla="*/ 4 w 10"/>
                  <a:gd name="T53" fmla="*/ 1 h 4"/>
                  <a:gd name="T54" fmla="*/ 4 w 10"/>
                  <a:gd name="T55" fmla="*/ 0 h 4"/>
                  <a:gd name="T56" fmla="*/ 4 w 10"/>
                  <a:gd name="T57" fmla="*/ 1 h 4"/>
                  <a:gd name="T58" fmla="*/ 3 w 10"/>
                  <a:gd name="T59" fmla="*/ 1 h 4"/>
                  <a:gd name="T60" fmla="*/ 3 w 10"/>
                  <a:gd name="T61" fmla="*/ 1 h 4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0"/>
                  <a:gd name="T94" fmla="*/ 0 h 4"/>
                  <a:gd name="T95" fmla="*/ 10 w 10"/>
                  <a:gd name="T96" fmla="*/ 4 h 4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0" h="4">
                    <a:moveTo>
                      <a:pt x="3" y="1"/>
                    </a:moveTo>
                    <a:lnTo>
                      <a:pt x="2" y="1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2" y="3"/>
                    </a:lnTo>
                    <a:lnTo>
                      <a:pt x="2" y="4"/>
                    </a:lnTo>
                    <a:lnTo>
                      <a:pt x="3" y="3"/>
                    </a:lnTo>
                    <a:lnTo>
                      <a:pt x="3" y="4"/>
                    </a:lnTo>
                    <a:lnTo>
                      <a:pt x="5" y="3"/>
                    </a:lnTo>
                    <a:lnTo>
                      <a:pt x="5" y="4"/>
                    </a:lnTo>
                    <a:lnTo>
                      <a:pt x="6" y="4"/>
                    </a:lnTo>
                    <a:lnTo>
                      <a:pt x="7" y="3"/>
                    </a:lnTo>
                    <a:lnTo>
                      <a:pt x="8" y="3"/>
                    </a:lnTo>
                    <a:lnTo>
                      <a:pt x="9" y="3"/>
                    </a:lnTo>
                    <a:lnTo>
                      <a:pt x="9" y="2"/>
                    </a:lnTo>
                    <a:lnTo>
                      <a:pt x="10" y="2"/>
                    </a:lnTo>
                    <a:lnTo>
                      <a:pt x="10" y="1"/>
                    </a:lnTo>
                    <a:lnTo>
                      <a:pt x="9" y="1"/>
                    </a:lnTo>
                    <a:lnTo>
                      <a:pt x="8" y="0"/>
                    </a:lnTo>
                    <a:lnTo>
                      <a:pt x="7" y="0"/>
                    </a:lnTo>
                    <a:lnTo>
                      <a:pt x="7" y="1"/>
                    </a:lnTo>
                    <a:lnTo>
                      <a:pt x="6" y="1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5" y="1"/>
                    </a:lnTo>
                    <a:lnTo>
                      <a:pt x="4" y="1"/>
                    </a:lnTo>
                    <a:lnTo>
                      <a:pt x="4" y="0"/>
                    </a:lnTo>
                    <a:lnTo>
                      <a:pt x="4" y="1"/>
                    </a:lnTo>
                    <a:lnTo>
                      <a:pt x="3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16" name="D598">
                <a:extLst>
                  <a:ext uri="{FF2B5EF4-FFF2-40B4-BE49-F238E27FC236}">
                    <a16:creationId xmlns:a16="http://schemas.microsoft.com/office/drawing/2014/main" id="{79B1A069-BB7C-2446-9A38-F8A21A0A51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5044" y="2362210"/>
                <a:ext cx="6" cy="4"/>
              </a:xfrm>
              <a:custGeom>
                <a:avLst/>
                <a:gdLst>
                  <a:gd name="T0" fmla="*/ 5 w 6"/>
                  <a:gd name="T1" fmla="*/ 2 h 4"/>
                  <a:gd name="T2" fmla="*/ 6 w 6"/>
                  <a:gd name="T3" fmla="*/ 1 h 4"/>
                  <a:gd name="T4" fmla="*/ 5 w 6"/>
                  <a:gd name="T5" fmla="*/ 1 h 4"/>
                  <a:gd name="T6" fmla="*/ 5 w 6"/>
                  <a:gd name="T7" fmla="*/ 0 h 4"/>
                  <a:gd name="T8" fmla="*/ 4 w 6"/>
                  <a:gd name="T9" fmla="*/ 0 h 4"/>
                  <a:gd name="T10" fmla="*/ 3 w 6"/>
                  <a:gd name="T11" fmla="*/ 0 h 4"/>
                  <a:gd name="T12" fmla="*/ 2 w 6"/>
                  <a:gd name="T13" fmla="*/ 0 h 4"/>
                  <a:gd name="T14" fmla="*/ 1 w 6"/>
                  <a:gd name="T15" fmla="*/ 1 h 4"/>
                  <a:gd name="T16" fmla="*/ 0 w 6"/>
                  <a:gd name="T17" fmla="*/ 1 h 4"/>
                  <a:gd name="T18" fmla="*/ 0 w 6"/>
                  <a:gd name="T19" fmla="*/ 2 h 4"/>
                  <a:gd name="T20" fmla="*/ 0 w 6"/>
                  <a:gd name="T21" fmla="*/ 3 h 4"/>
                  <a:gd name="T22" fmla="*/ 1 w 6"/>
                  <a:gd name="T23" fmla="*/ 4 h 4"/>
                  <a:gd name="T24" fmla="*/ 2 w 6"/>
                  <a:gd name="T25" fmla="*/ 4 h 4"/>
                  <a:gd name="T26" fmla="*/ 3 w 6"/>
                  <a:gd name="T27" fmla="*/ 4 h 4"/>
                  <a:gd name="T28" fmla="*/ 3 w 6"/>
                  <a:gd name="T29" fmla="*/ 3 h 4"/>
                  <a:gd name="T30" fmla="*/ 4 w 6"/>
                  <a:gd name="T31" fmla="*/ 3 h 4"/>
                  <a:gd name="T32" fmla="*/ 5 w 6"/>
                  <a:gd name="T33" fmla="*/ 2 h 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6"/>
                  <a:gd name="T52" fmla="*/ 0 h 4"/>
                  <a:gd name="T53" fmla="*/ 6 w 6"/>
                  <a:gd name="T54" fmla="*/ 4 h 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6" h="4">
                    <a:moveTo>
                      <a:pt x="5" y="2"/>
                    </a:moveTo>
                    <a:lnTo>
                      <a:pt x="6" y="1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1" y="4"/>
                    </a:lnTo>
                    <a:lnTo>
                      <a:pt x="2" y="4"/>
                    </a:lnTo>
                    <a:lnTo>
                      <a:pt x="3" y="4"/>
                    </a:lnTo>
                    <a:lnTo>
                      <a:pt x="3" y="3"/>
                    </a:lnTo>
                    <a:lnTo>
                      <a:pt x="4" y="3"/>
                    </a:lnTo>
                    <a:lnTo>
                      <a:pt x="5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17" name="D599">
                <a:extLst>
                  <a:ext uri="{FF2B5EF4-FFF2-40B4-BE49-F238E27FC236}">
                    <a16:creationId xmlns:a16="http://schemas.microsoft.com/office/drawing/2014/main" id="{0CB3D33E-6F88-DA4B-892E-ED2266C370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5051" y="2362207"/>
                <a:ext cx="3" cy="4"/>
              </a:xfrm>
              <a:custGeom>
                <a:avLst/>
                <a:gdLst>
                  <a:gd name="T0" fmla="*/ 3 w 3"/>
                  <a:gd name="T1" fmla="*/ 3 h 4"/>
                  <a:gd name="T2" fmla="*/ 3 w 3"/>
                  <a:gd name="T3" fmla="*/ 2 h 4"/>
                  <a:gd name="T4" fmla="*/ 3 w 3"/>
                  <a:gd name="T5" fmla="*/ 1 h 4"/>
                  <a:gd name="T6" fmla="*/ 1 w 3"/>
                  <a:gd name="T7" fmla="*/ 0 h 4"/>
                  <a:gd name="T8" fmla="*/ 0 w 3"/>
                  <a:gd name="T9" fmla="*/ 0 h 4"/>
                  <a:gd name="T10" fmla="*/ 0 w 3"/>
                  <a:gd name="T11" fmla="*/ 2 h 4"/>
                  <a:gd name="T12" fmla="*/ 1 w 3"/>
                  <a:gd name="T13" fmla="*/ 3 h 4"/>
                  <a:gd name="T14" fmla="*/ 1 w 3"/>
                  <a:gd name="T15" fmla="*/ 4 h 4"/>
                  <a:gd name="T16" fmla="*/ 2 w 3"/>
                  <a:gd name="T17" fmla="*/ 3 h 4"/>
                  <a:gd name="T18" fmla="*/ 3 w 3"/>
                  <a:gd name="T19" fmla="*/ 3 h 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"/>
                  <a:gd name="T31" fmla="*/ 0 h 4"/>
                  <a:gd name="T32" fmla="*/ 3 w 3"/>
                  <a:gd name="T33" fmla="*/ 4 h 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" h="4">
                    <a:moveTo>
                      <a:pt x="3" y="3"/>
                    </a:moveTo>
                    <a:lnTo>
                      <a:pt x="3" y="2"/>
                    </a:lnTo>
                    <a:lnTo>
                      <a:pt x="3" y="1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2" y="3"/>
                    </a:lnTo>
                    <a:lnTo>
                      <a:pt x="3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18" name="D600">
                <a:extLst>
                  <a:ext uri="{FF2B5EF4-FFF2-40B4-BE49-F238E27FC236}">
                    <a16:creationId xmlns:a16="http://schemas.microsoft.com/office/drawing/2014/main" id="{115C8445-E680-6641-B46F-92F4F2BE5E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5065" y="2362200"/>
                <a:ext cx="7" cy="3"/>
              </a:xfrm>
              <a:custGeom>
                <a:avLst/>
                <a:gdLst>
                  <a:gd name="T0" fmla="*/ 5 w 7"/>
                  <a:gd name="T1" fmla="*/ 1 h 3"/>
                  <a:gd name="T2" fmla="*/ 4 w 7"/>
                  <a:gd name="T3" fmla="*/ 0 h 3"/>
                  <a:gd name="T4" fmla="*/ 4 w 7"/>
                  <a:gd name="T5" fmla="*/ 1 h 3"/>
                  <a:gd name="T6" fmla="*/ 3 w 7"/>
                  <a:gd name="T7" fmla="*/ 1 h 3"/>
                  <a:gd name="T8" fmla="*/ 2 w 7"/>
                  <a:gd name="T9" fmla="*/ 1 h 3"/>
                  <a:gd name="T10" fmla="*/ 1 w 7"/>
                  <a:gd name="T11" fmla="*/ 1 h 3"/>
                  <a:gd name="T12" fmla="*/ 0 w 7"/>
                  <a:gd name="T13" fmla="*/ 2 h 3"/>
                  <a:gd name="T14" fmla="*/ 2 w 7"/>
                  <a:gd name="T15" fmla="*/ 2 h 3"/>
                  <a:gd name="T16" fmla="*/ 3 w 7"/>
                  <a:gd name="T17" fmla="*/ 2 h 3"/>
                  <a:gd name="T18" fmla="*/ 1 w 7"/>
                  <a:gd name="T19" fmla="*/ 3 h 3"/>
                  <a:gd name="T20" fmla="*/ 2 w 7"/>
                  <a:gd name="T21" fmla="*/ 3 h 3"/>
                  <a:gd name="T22" fmla="*/ 3 w 7"/>
                  <a:gd name="T23" fmla="*/ 3 h 3"/>
                  <a:gd name="T24" fmla="*/ 4 w 7"/>
                  <a:gd name="T25" fmla="*/ 3 h 3"/>
                  <a:gd name="T26" fmla="*/ 5 w 7"/>
                  <a:gd name="T27" fmla="*/ 3 h 3"/>
                  <a:gd name="T28" fmla="*/ 6 w 7"/>
                  <a:gd name="T29" fmla="*/ 3 h 3"/>
                  <a:gd name="T30" fmla="*/ 7 w 7"/>
                  <a:gd name="T31" fmla="*/ 3 h 3"/>
                  <a:gd name="T32" fmla="*/ 7 w 7"/>
                  <a:gd name="T33" fmla="*/ 2 h 3"/>
                  <a:gd name="T34" fmla="*/ 6 w 7"/>
                  <a:gd name="T35" fmla="*/ 2 h 3"/>
                  <a:gd name="T36" fmla="*/ 6 w 7"/>
                  <a:gd name="T37" fmla="*/ 1 h 3"/>
                  <a:gd name="T38" fmla="*/ 5 w 7"/>
                  <a:gd name="T39" fmla="*/ 1 h 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7"/>
                  <a:gd name="T61" fmla="*/ 0 h 3"/>
                  <a:gd name="T62" fmla="*/ 7 w 7"/>
                  <a:gd name="T63" fmla="*/ 3 h 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7" h="3">
                    <a:moveTo>
                      <a:pt x="5" y="1"/>
                    </a:moveTo>
                    <a:lnTo>
                      <a:pt x="4" y="0"/>
                    </a:lnTo>
                    <a:lnTo>
                      <a:pt x="4" y="1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1" y="3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6" y="3"/>
                    </a:lnTo>
                    <a:lnTo>
                      <a:pt x="7" y="3"/>
                    </a:lnTo>
                    <a:lnTo>
                      <a:pt x="7" y="2"/>
                    </a:lnTo>
                    <a:lnTo>
                      <a:pt x="6" y="2"/>
                    </a:lnTo>
                    <a:lnTo>
                      <a:pt x="6" y="1"/>
                    </a:lnTo>
                    <a:lnTo>
                      <a:pt x="5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19" name="D601">
                <a:extLst>
                  <a:ext uri="{FF2B5EF4-FFF2-40B4-BE49-F238E27FC236}">
                    <a16:creationId xmlns:a16="http://schemas.microsoft.com/office/drawing/2014/main" id="{897985D2-E265-6E4D-81E6-192F411A1D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910" y="2362317"/>
                <a:ext cx="7" cy="3"/>
              </a:xfrm>
              <a:custGeom>
                <a:avLst/>
                <a:gdLst>
                  <a:gd name="T0" fmla="*/ 0 w 7"/>
                  <a:gd name="T1" fmla="*/ 3 h 3"/>
                  <a:gd name="T2" fmla="*/ 1 w 7"/>
                  <a:gd name="T3" fmla="*/ 3 h 3"/>
                  <a:gd name="T4" fmla="*/ 3 w 7"/>
                  <a:gd name="T5" fmla="*/ 2 h 3"/>
                  <a:gd name="T6" fmla="*/ 5 w 7"/>
                  <a:gd name="T7" fmla="*/ 2 h 3"/>
                  <a:gd name="T8" fmla="*/ 7 w 7"/>
                  <a:gd name="T9" fmla="*/ 2 h 3"/>
                  <a:gd name="T10" fmla="*/ 6 w 7"/>
                  <a:gd name="T11" fmla="*/ 1 h 3"/>
                  <a:gd name="T12" fmla="*/ 6 w 7"/>
                  <a:gd name="T13" fmla="*/ 0 h 3"/>
                  <a:gd name="T14" fmla="*/ 4 w 7"/>
                  <a:gd name="T15" fmla="*/ 0 h 3"/>
                  <a:gd name="T16" fmla="*/ 3 w 7"/>
                  <a:gd name="T17" fmla="*/ 0 h 3"/>
                  <a:gd name="T18" fmla="*/ 2 w 7"/>
                  <a:gd name="T19" fmla="*/ 1 h 3"/>
                  <a:gd name="T20" fmla="*/ 1 w 7"/>
                  <a:gd name="T21" fmla="*/ 2 h 3"/>
                  <a:gd name="T22" fmla="*/ 0 w 7"/>
                  <a:gd name="T23" fmla="*/ 1 h 3"/>
                  <a:gd name="T24" fmla="*/ 0 w 7"/>
                  <a:gd name="T25" fmla="*/ 2 h 3"/>
                  <a:gd name="T26" fmla="*/ 0 w 7"/>
                  <a:gd name="T27" fmla="*/ 3 h 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7"/>
                  <a:gd name="T43" fmla="*/ 0 h 3"/>
                  <a:gd name="T44" fmla="*/ 7 w 7"/>
                  <a:gd name="T45" fmla="*/ 3 h 3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7" h="3">
                    <a:moveTo>
                      <a:pt x="0" y="3"/>
                    </a:moveTo>
                    <a:lnTo>
                      <a:pt x="1" y="3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7" y="2"/>
                    </a:lnTo>
                    <a:lnTo>
                      <a:pt x="6" y="1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20" name="D602">
                <a:extLst>
                  <a:ext uri="{FF2B5EF4-FFF2-40B4-BE49-F238E27FC236}">
                    <a16:creationId xmlns:a16="http://schemas.microsoft.com/office/drawing/2014/main" id="{CC1A59D8-E3BB-B041-B9FD-3D5FDABF35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875" y="2362354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1 h 2"/>
                  <a:gd name="T4" fmla="*/ 2 w 2"/>
                  <a:gd name="T5" fmla="*/ 2 h 2"/>
                  <a:gd name="T6" fmla="*/ 1 w 2"/>
                  <a:gd name="T7" fmla="*/ 2 h 2"/>
                  <a:gd name="T8" fmla="*/ 0 w 2"/>
                  <a:gd name="T9" fmla="*/ 2 h 2"/>
                  <a:gd name="T10" fmla="*/ 0 w 2"/>
                  <a:gd name="T11" fmla="*/ 1 h 2"/>
                  <a:gd name="T12" fmla="*/ 1 w 2"/>
                  <a:gd name="T13" fmla="*/ 1 h 2"/>
                  <a:gd name="T14" fmla="*/ 1 w 2"/>
                  <a:gd name="T15" fmla="*/ 0 h 2"/>
                  <a:gd name="T16" fmla="*/ 2 w 2"/>
                  <a:gd name="T17" fmla="*/ 0 h 2"/>
                  <a:gd name="T18" fmla="*/ 2 w 2"/>
                  <a:gd name="T19" fmla="*/ 0 h 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2"/>
                  <a:gd name="T32" fmla="*/ 2 w 2"/>
                  <a:gd name="T33" fmla="*/ 2 h 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2">
                    <a:moveTo>
                      <a:pt x="2" y="0"/>
                    </a:moveTo>
                    <a:lnTo>
                      <a:pt x="2" y="1"/>
                    </a:lnTo>
                    <a:lnTo>
                      <a:pt x="2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21" name="D603">
                <a:extLst>
                  <a:ext uri="{FF2B5EF4-FFF2-40B4-BE49-F238E27FC236}">
                    <a16:creationId xmlns:a16="http://schemas.microsoft.com/office/drawing/2014/main" id="{FC430F20-CD55-1245-9507-A74C5BE31E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877" y="2362359"/>
                <a:ext cx="1" cy="1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1 h 1"/>
                  <a:gd name="T4" fmla="*/ 0 w 1"/>
                  <a:gd name="T5" fmla="*/ 0 h 1"/>
                  <a:gd name="T6" fmla="*/ 1 w 1"/>
                  <a:gd name="T7" fmla="*/ 0 h 1"/>
                  <a:gd name="T8" fmla="*/ 1 w 1"/>
                  <a:gd name="T9" fmla="*/ 1 h 1"/>
                  <a:gd name="T10" fmla="*/ 1 w 1"/>
                  <a:gd name="T11" fmla="*/ 1 h 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"/>
                  <a:gd name="T19" fmla="*/ 0 h 1"/>
                  <a:gd name="T20" fmla="*/ 1 w 1"/>
                  <a:gd name="T21" fmla="*/ 1 h 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" h="1">
                    <a:moveTo>
                      <a:pt x="1" y="1"/>
                    </a:move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22" name="D604">
                <a:extLst>
                  <a:ext uri="{FF2B5EF4-FFF2-40B4-BE49-F238E27FC236}">
                    <a16:creationId xmlns:a16="http://schemas.microsoft.com/office/drawing/2014/main" id="{EF2839F2-9C36-6F44-B127-F861397B8F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885" y="2362336"/>
                <a:ext cx="2" cy="2"/>
              </a:xfrm>
              <a:custGeom>
                <a:avLst/>
                <a:gdLst>
                  <a:gd name="T0" fmla="*/ 0 w 2"/>
                  <a:gd name="T1" fmla="*/ 2 h 2"/>
                  <a:gd name="T2" fmla="*/ 0 w 2"/>
                  <a:gd name="T3" fmla="*/ 1 h 2"/>
                  <a:gd name="T4" fmla="*/ 0 w 2"/>
                  <a:gd name="T5" fmla="*/ 0 h 2"/>
                  <a:gd name="T6" fmla="*/ 1 w 2"/>
                  <a:gd name="T7" fmla="*/ 0 h 2"/>
                  <a:gd name="T8" fmla="*/ 2 w 2"/>
                  <a:gd name="T9" fmla="*/ 0 h 2"/>
                  <a:gd name="T10" fmla="*/ 2 w 2"/>
                  <a:gd name="T11" fmla="*/ 1 h 2"/>
                  <a:gd name="T12" fmla="*/ 1 w 2"/>
                  <a:gd name="T13" fmla="*/ 2 h 2"/>
                  <a:gd name="T14" fmla="*/ 0 w 2"/>
                  <a:gd name="T15" fmla="*/ 2 h 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"/>
                  <a:gd name="T25" fmla="*/ 0 h 2"/>
                  <a:gd name="T26" fmla="*/ 2 w 2"/>
                  <a:gd name="T27" fmla="*/ 2 h 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" h="2">
                    <a:moveTo>
                      <a:pt x="0" y="2"/>
                    </a:move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23" name="D605">
                <a:extLst>
                  <a:ext uri="{FF2B5EF4-FFF2-40B4-BE49-F238E27FC236}">
                    <a16:creationId xmlns:a16="http://schemas.microsoft.com/office/drawing/2014/main" id="{FBC3387B-1F12-A946-98A5-A11A1B8518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878" y="2362343"/>
                <a:ext cx="1" cy="2"/>
              </a:xfrm>
              <a:custGeom>
                <a:avLst/>
                <a:gdLst>
                  <a:gd name="T0" fmla="*/ 0 w 1"/>
                  <a:gd name="T1" fmla="*/ 1 h 2"/>
                  <a:gd name="T2" fmla="*/ 0 w 1"/>
                  <a:gd name="T3" fmla="*/ 0 h 2"/>
                  <a:gd name="T4" fmla="*/ 0 w 1"/>
                  <a:gd name="T5" fmla="*/ 1 h 2"/>
                  <a:gd name="T6" fmla="*/ 1 w 1"/>
                  <a:gd name="T7" fmla="*/ 1 h 2"/>
                  <a:gd name="T8" fmla="*/ 0 w 1"/>
                  <a:gd name="T9" fmla="*/ 1 h 2"/>
                  <a:gd name="T10" fmla="*/ 0 w 1"/>
                  <a:gd name="T11" fmla="*/ 2 h 2"/>
                  <a:gd name="T12" fmla="*/ 0 w 1"/>
                  <a:gd name="T13" fmla="*/ 1 h 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2"/>
                  <a:gd name="T23" fmla="*/ 1 w 1"/>
                  <a:gd name="T24" fmla="*/ 2 h 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2">
                    <a:moveTo>
                      <a:pt x="0" y="1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24" name="D606">
                <a:extLst>
                  <a:ext uri="{FF2B5EF4-FFF2-40B4-BE49-F238E27FC236}">
                    <a16:creationId xmlns:a16="http://schemas.microsoft.com/office/drawing/2014/main" id="{0962EB2F-33DE-0F40-B815-BB772DEDE7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880" y="2362370"/>
                <a:ext cx="2" cy="3"/>
              </a:xfrm>
              <a:custGeom>
                <a:avLst/>
                <a:gdLst>
                  <a:gd name="T0" fmla="*/ 1 w 2"/>
                  <a:gd name="T1" fmla="*/ 3 h 3"/>
                  <a:gd name="T2" fmla="*/ 0 w 2"/>
                  <a:gd name="T3" fmla="*/ 3 h 3"/>
                  <a:gd name="T4" fmla="*/ 0 w 2"/>
                  <a:gd name="T5" fmla="*/ 2 h 3"/>
                  <a:gd name="T6" fmla="*/ 0 w 2"/>
                  <a:gd name="T7" fmla="*/ 1 h 3"/>
                  <a:gd name="T8" fmla="*/ 0 w 2"/>
                  <a:gd name="T9" fmla="*/ 0 h 3"/>
                  <a:gd name="T10" fmla="*/ 1 w 2"/>
                  <a:gd name="T11" fmla="*/ 0 h 3"/>
                  <a:gd name="T12" fmla="*/ 1 w 2"/>
                  <a:gd name="T13" fmla="*/ 1 h 3"/>
                  <a:gd name="T14" fmla="*/ 2 w 2"/>
                  <a:gd name="T15" fmla="*/ 1 h 3"/>
                  <a:gd name="T16" fmla="*/ 2 w 2"/>
                  <a:gd name="T17" fmla="*/ 2 h 3"/>
                  <a:gd name="T18" fmla="*/ 2 w 2"/>
                  <a:gd name="T19" fmla="*/ 3 h 3"/>
                  <a:gd name="T20" fmla="*/ 1 w 2"/>
                  <a:gd name="T21" fmla="*/ 3 h 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"/>
                  <a:gd name="T34" fmla="*/ 0 h 3"/>
                  <a:gd name="T35" fmla="*/ 2 w 2"/>
                  <a:gd name="T36" fmla="*/ 3 h 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" h="3">
                    <a:moveTo>
                      <a:pt x="1" y="3"/>
                    </a:move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2" y="2"/>
                    </a:lnTo>
                    <a:lnTo>
                      <a:pt x="2" y="3"/>
                    </a:lnTo>
                    <a:lnTo>
                      <a:pt x="1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25" name="D607">
                <a:extLst>
                  <a:ext uri="{FF2B5EF4-FFF2-40B4-BE49-F238E27FC236}">
                    <a16:creationId xmlns:a16="http://schemas.microsoft.com/office/drawing/2014/main" id="{3F0759E0-2DA2-4A45-BB4A-E5BA660CE9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4879" y="2362379"/>
                <a:ext cx="1" cy="2"/>
              </a:xfrm>
              <a:custGeom>
                <a:avLst/>
                <a:gdLst>
                  <a:gd name="T0" fmla="*/ 0 w 1"/>
                  <a:gd name="T1" fmla="*/ 2 h 2"/>
                  <a:gd name="T2" fmla="*/ 0 w 1"/>
                  <a:gd name="T3" fmla="*/ 1 h 2"/>
                  <a:gd name="T4" fmla="*/ 0 w 1"/>
                  <a:gd name="T5" fmla="*/ 0 h 2"/>
                  <a:gd name="T6" fmla="*/ 1 w 1"/>
                  <a:gd name="T7" fmla="*/ 0 h 2"/>
                  <a:gd name="T8" fmla="*/ 1 w 1"/>
                  <a:gd name="T9" fmla="*/ 1 h 2"/>
                  <a:gd name="T10" fmla="*/ 1 w 1"/>
                  <a:gd name="T11" fmla="*/ 2 h 2"/>
                  <a:gd name="T12" fmla="*/ 0 w 1"/>
                  <a:gd name="T13" fmla="*/ 2 h 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2"/>
                  <a:gd name="T23" fmla="*/ 1 w 1"/>
                  <a:gd name="T24" fmla="*/ 2 h 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2">
                    <a:moveTo>
                      <a:pt x="0" y="2"/>
                    </a:move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sp>
          <p:nvSpPr>
            <p:cNvPr id="56" name="Poland">
              <a:extLst>
                <a:ext uri="{FF2B5EF4-FFF2-40B4-BE49-F238E27FC236}">
                  <a16:creationId xmlns:a16="http://schemas.microsoft.com/office/drawing/2014/main" id="{D985575E-AA10-F34C-9B6E-944ECD228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8791" y="3184288"/>
              <a:ext cx="205358" cy="173565"/>
            </a:xfrm>
            <a:custGeom>
              <a:avLst/>
              <a:gdLst>
                <a:gd name="T0" fmla="*/ 2147483647 w 92"/>
                <a:gd name="T1" fmla="*/ 2147483647 h 71"/>
                <a:gd name="T2" fmla="*/ 2147483647 w 92"/>
                <a:gd name="T3" fmla="*/ 2147483647 h 71"/>
                <a:gd name="T4" fmla="*/ 0 w 92"/>
                <a:gd name="T5" fmla="*/ 2147483647 h 71"/>
                <a:gd name="T6" fmla="*/ 2147483647 w 92"/>
                <a:gd name="T7" fmla="*/ 2147483647 h 71"/>
                <a:gd name="T8" fmla="*/ 2147483647 w 92"/>
                <a:gd name="T9" fmla="*/ 2147483647 h 71"/>
                <a:gd name="T10" fmla="*/ 2147483647 w 92"/>
                <a:gd name="T11" fmla="*/ 2147483647 h 71"/>
                <a:gd name="T12" fmla="*/ 2147483647 w 92"/>
                <a:gd name="T13" fmla="*/ 2147483647 h 71"/>
                <a:gd name="T14" fmla="*/ 2147483647 w 92"/>
                <a:gd name="T15" fmla="*/ 2147483647 h 71"/>
                <a:gd name="T16" fmla="*/ 2147483647 w 92"/>
                <a:gd name="T17" fmla="*/ 2147483647 h 71"/>
                <a:gd name="T18" fmla="*/ 2147483647 w 92"/>
                <a:gd name="T19" fmla="*/ 2147483647 h 71"/>
                <a:gd name="T20" fmla="*/ 2147483647 w 92"/>
                <a:gd name="T21" fmla="*/ 2147483647 h 71"/>
                <a:gd name="T22" fmla="*/ 2147483647 w 92"/>
                <a:gd name="T23" fmla="*/ 2147483647 h 71"/>
                <a:gd name="T24" fmla="*/ 2147483647 w 92"/>
                <a:gd name="T25" fmla="*/ 2147483647 h 71"/>
                <a:gd name="T26" fmla="*/ 2147483647 w 92"/>
                <a:gd name="T27" fmla="*/ 2147483647 h 71"/>
                <a:gd name="T28" fmla="*/ 2147483647 w 92"/>
                <a:gd name="T29" fmla="*/ 2147483647 h 71"/>
                <a:gd name="T30" fmla="*/ 2147483647 w 92"/>
                <a:gd name="T31" fmla="*/ 2147483647 h 71"/>
                <a:gd name="T32" fmla="*/ 2147483647 w 92"/>
                <a:gd name="T33" fmla="*/ 2147483647 h 71"/>
                <a:gd name="T34" fmla="*/ 2147483647 w 92"/>
                <a:gd name="T35" fmla="*/ 2147483647 h 71"/>
                <a:gd name="T36" fmla="*/ 2147483647 w 92"/>
                <a:gd name="T37" fmla="*/ 2147483647 h 71"/>
                <a:gd name="T38" fmla="*/ 2147483647 w 92"/>
                <a:gd name="T39" fmla="*/ 2147483647 h 71"/>
                <a:gd name="T40" fmla="*/ 2147483647 w 92"/>
                <a:gd name="T41" fmla="*/ 2147483647 h 71"/>
                <a:gd name="T42" fmla="*/ 2147483647 w 92"/>
                <a:gd name="T43" fmla="*/ 2147483647 h 71"/>
                <a:gd name="T44" fmla="*/ 2147483647 w 92"/>
                <a:gd name="T45" fmla="*/ 2147483647 h 71"/>
                <a:gd name="T46" fmla="*/ 2147483647 w 92"/>
                <a:gd name="T47" fmla="*/ 2147483647 h 71"/>
                <a:gd name="T48" fmla="*/ 2147483647 w 92"/>
                <a:gd name="T49" fmla="*/ 2147483647 h 71"/>
                <a:gd name="T50" fmla="*/ 2147483647 w 92"/>
                <a:gd name="T51" fmla="*/ 2147483647 h 71"/>
                <a:gd name="T52" fmla="*/ 2147483647 w 92"/>
                <a:gd name="T53" fmla="*/ 2147483647 h 71"/>
                <a:gd name="T54" fmla="*/ 2147483647 w 92"/>
                <a:gd name="T55" fmla="*/ 2147483647 h 71"/>
                <a:gd name="T56" fmla="*/ 2147483647 w 92"/>
                <a:gd name="T57" fmla="*/ 2147483647 h 71"/>
                <a:gd name="T58" fmla="*/ 2147483647 w 92"/>
                <a:gd name="T59" fmla="*/ 2147483647 h 71"/>
                <a:gd name="T60" fmla="*/ 2147483647 w 92"/>
                <a:gd name="T61" fmla="*/ 2147483647 h 71"/>
                <a:gd name="T62" fmla="*/ 2147483647 w 92"/>
                <a:gd name="T63" fmla="*/ 2147483647 h 71"/>
                <a:gd name="T64" fmla="*/ 2147483647 w 92"/>
                <a:gd name="T65" fmla="*/ 2147483647 h 71"/>
                <a:gd name="T66" fmla="*/ 2147483647 w 92"/>
                <a:gd name="T67" fmla="*/ 2147483647 h 71"/>
                <a:gd name="T68" fmla="*/ 2147483647 w 92"/>
                <a:gd name="T69" fmla="*/ 2147483647 h 71"/>
                <a:gd name="T70" fmla="*/ 2147483647 w 92"/>
                <a:gd name="T71" fmla="*/ 2147483647 h 71"/>
                <a:gd name="T72" fmla="*/ 2147483647 w 92"/>
                <a:gd name="T73" fmla="*/ 2147483647 h 71"/>
                <a:gd name="T74" fmla="*/ 2147483647 w 92"/>
                <a:gd name="T75" fmla="*/ 2147483647 h 71"/>
                <a:gd name="T76" fmla="*/ 2147483647 w 92"/>
                <a:gd name="T77" fmla="*/ 2147483647 h 71"/>
                <a:gd name="T78" fmla="*/ 2147483647 w 92"/>
                <a:gd name="T79" fmla="*/ 2147483647 h 71"/>
                <a:gd name="T80" fmla="*/ 2147483647 w 92"/>
                <a:gd name="T81" fmla="*/ 2147483647 h 71"/>
                <a:gd name="T82" fmla="*/ 2147483647 w 92"/>
                <a:gd name="T83" fmla="*/ 2147483647 h 71"/>
                <a:gd name="T84" fmla="*/ 2147483647 w 92"/>
                <a:gd name="T85" fmla="*/ 2147483647 h 71"/>
                <a:gd name="T86" fmla="*/ 2147483647 w 92"/>
                <a:gd name="T87" fmla="*/ 2147483647 h 71"/>
                <a:gd name="T88" fmla="*/ 2147483647 w 92"/>
                <a:gd name="T89" fmla="*/ 2147483647 h 71"/>
                <a:gd name="T90" fmla="*/ 2147483647 w 92"/>
                <a:gd name="T91" fmla="*/ 2147483647 h 71"/>
                <a:gd name="T92" fmla="*/ 2147483647 w 92"/>
                <a:gd name="T93" fmla="*/ 2147483647 h 71"/>
                <a:gd name="T94" fmla="*/ 2147483647 w 92"/>
                <a:gd name="T95" fmla="*/ 0 h 71"/>
                <a:gd name="T96" fmla="*/ 2147483647 w 92"/>
                <a:gd name="T97" fmla="*/ 2147483647 h 71"/>
                <a:gd name="T98" fmla="*/ 2147483647 w 92"/>
                <a:gd name="T99" fmla="*/ 2147483647 h 71"/>
                <a:gd name="T100" fmla="*/ 2147483647 w 92"/>
                <a:gd name="T101" fmla="*/ 2147483647 h 71"/>
                <a:gd name="T102" fmla="*/ 2147483647 w 92"/>
                <a:gd name="T103" fmla="*/ 2147483647 h 71"/>
                <a:gd name="T104" fmla="*/ 2147483647 w 92"/>
                <a:gd name="T105" fmla="*/ 2147483647 h 71"/>
                <a:gd name="T106" fmla="*/ 2147483647 w 92"/>
                <a:gd name="T107" fmla="*/ 2147483647 h 71"/>
                <a:gd name="T108" fmla="*/ 2147483647 w 92"/>
                <a:gd name="T109" fmla="*/ 2147483647 h 71"/>
                <a:gd name="T110" fmla="*/ 2147483647 w 92"/>
                <a:gd name="T111" fmla="*/ 2147483647 h 7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92"/>
                <a:gd name="T169" fmla="*/ 0 h 71"/>
                <a:gd name="T170" fmla="*/ 92 w 92"/>
                <a:gd name="T171" fmla="*/ 71 h 71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92" h="71">
                  <a:moveTo>
                    <a:pt x="0" y="14"/>
                  </a:moveTo>
                  <a:lnTo>
                    <a:pt x="0" y="15"/>
                  </a:lnTo>
                  <a:lnTo>
                    <a:pt x="1" y="17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2" y="20"/>
                  </a:lnTo>
                  <a:lnTo>
                    <a:pt x="1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1" y="27"/>
                  </a:lnTo>
                  <a:lnTo>
                    <a:pt x="2" y="27"/>
                  </a:lnTo>
                  <a:lnTo>
                    <a:pt x="3" y="29"/>
                  </a:lnTo>
                  <a:lnTo>
                    <a:pt x="3" y="30"/>
                  </a:lnTo>
                  <a:lnTo>
                    <a:pt x="3" y="32"/>
                  </a:lnTo>
                  <a:lnTo>
                    <a:pt x="3" y="33"/>
                  </a:lnTo>
                  <a:lnTo>
                    <a:pt x="4" y="36"/>
                  </a:lnTo>
                  <a:lnTo>
                    <a:pt x="4" y="37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5" y="42"/>
                  </a:lnTo>
                  <a:lnTo>
                    <a:pt x="6" y="43"/>
                  </a:lnTo>
                  <a:lnTo>
                    <a:pt x="7" y="43"/>
                  </a:lnTo>
                  <a:lnTo>
                    <a:pt x="7" y="44"/>
                  </a:lnTo>
                  <a:lnTo>
                    <a:pt x="7" y="45"/>
                  </a:lnTo>
                  <a:lnTo>
                    <a:pt x="7" y="47"/>
                  </a:lnTo>
                  <a:lnTo>
                    <a:pt x="6" y="49"/>
                  </a:lnTo>
                  <a:lnTo>
                    <a:pt x="6" y="50"/>
                  </a:lnTo>
                  <a:lnTo>
                    <a:pt x="5" y="50"/>
                  </a:lnTo>
                  <a:lnTo>
                    <a:pt x="7" y="51"/>
                  </a:lnTo>
                  <a:lnTo>
                    <a:pt x="8" y="49"/>
                  </a:lnTo>
                  <a:lnTo>
                    <a:pt x="9" y="49"/>
                  </a:lnTo>
                  <a:lnTo>
                    <a:pt x="11" y="49"/>
                  </a:lnTo>
                  <a:lnTo>
                    <a:pt x="12" y="51"/>
                  </a:lnTo>
                  <a:lnTo>
                    <a:pt x="13" y="51"/>
                  </a:lnTo>
                  <a:lnTo>
                    <a:pt x="15" y="51"/>
                  </a:lnTo>
                  <a:lnTo>
                    <a:pt x="17" y="51"/>
                  </a:lnTo>
                  <a:lnTo>
                    <a:pt x="18" y="53"/>
                  </a:lnTo>
                  <a:lnTo>
                    <a:pt x="20" y="53"/>
                  </a:lnTo>
                  <a:lnTo>
                    <a:pt x="20" y="54"/>
                  </a:lnTo>
                  <a:lnTo>
                    <a:pt x="20" y="55"/>
                  </a:lnTo>
                  <a:lnTo>
                    <a:pt x="19" y="55"/>
                  </a:lnTo>
                  <a:lnTo>
                    <a:pt x="21" y="57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5" y="58"/>
                  </a:lnTo>
                  <a:lnTo>
                    <a:pt x="26" y="57"/>
                  </a:lnTo>
                  <a:lnTo>
                    <a:pt x="25" y="56"/>
                  </a:lnTo>
                  <a:lnTo>
                    <a:pt x="26" y="56"/>
                  </a:lnTo>
                  <a:lnTo>
                    <a:pt x="27" y="56"/>
                  </a:lnTo>
                  <a:lnTo>
                    <a:pt x="28" y="56"/>
                  </a:lnTo>
                  <a:lnTo>
                    <a:pt x="30" y="57"/>
                  </a:lnTo>
                  <a:lnTo>
                    <a:pt x="32" y="57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5" y="60"/>
                  </a:lnTo>
                  <a:lnTo>
                    <a:pt x="37" y="61"/>
                  </a:lnTo>
                  <a:lnTo>
                    <a:pt x="38" y="63"/>
                  </a:lnTo>
                  <a:lnTo>
                    <a:pt x="40" y="65"/>
                  </a:lnTo>
                  <a:lnTo>
                    <a:pt x="43" y="66"/>
                  </a:lnTo>
                  <a:lnTo>
                    <a:pt x="45" y="67"/>
                  </a:lnTo>
                  <a:lnTo>
                    <a:pt x="47" y="67"/>
                  </a:lnTo>
                  <a:lnTo>
                    <a:pt x="49" y="66"/>
                  </a:lnTo>
                  <a:lnTo>
                    <a:pt x="50" y="67"/>
                  </a:lnTo>
                  <a:lnTo>
                    <a:pt x="52" y="68"/>
                  </a:lnTo>
                  <a:lnTo>
                    <a:pt x="53" y="69"/>
                  </a:lnTo>
                  <a:lnTo>
                    <a:pt x="54" y="70"/>
                  </a:lnTo>
                  <a:lnTo>
                    <a:pt x="56" y="69"/>
                  </a:lnTo>
                  <a:lnTo>
                    <a:pt x="58" y="68"/>
                  </a:lnTo>
                  <a:lnTo>
                    <a:pt x="61" y="68"/>
                  </a:lnTo>
                  <a:lnTo>
                    <a:pt x="63" y="69"/>
                  </a:lnTo>
                  <a:lnTo>
                    <a:pt x="64" y="68"/>
                  </a:lnTo>
                  <a:lnTo>
                    <a:pt x="66" y="67"/>
                  </a:lnTo>
                  <a:lnTo>
                    <a:pt x="68" y="67"/>
                  </a:lnTo>
                  <a:lnTo>
                    <a:pt x="70" y="67"/>
                  </a:lnTo>
                  <a:lnTo>
                    <a:pt x="72" y="68"/>
                  </a:lnTo>
                  <a:lnTo>
                    <a:pt x="73" y="69"/>
                  </a:lnTo>
                  <a:lnTo>
                    <a:pt x="75" y="71"/>
                  </a:lnTo>
                  <a:lnTo>
                    <a:pt x="77" y="71"/>
                  </a:lnTo>
                  <a:lnTo>
                    <a:pt x="79" y="71"/>
                  </a:lnTo>
                  <a:lnTo>
                    <a:pt x="79" y="69"/>
                  </a:lnTo>
                  <a:lnTo>
                    <a:pt x="79" y="67"/>
                  </a:lnTo>
                  <a:lnTo>
                    <a:pt x="81" y="64"/>
                  </a:lnTo>
                  <a:lnTo>
                    <a:pt x="82" y="62"/>
                  </a:lnTo>
                  <a:lnTo>
                    <a:pt x="85" y="59"/>
                  </a:lnTo>
                  <a:lnTo>
                    <a:pt x="88" y="57"/>
                  </a:lnTo>
                  <a:lnTo>
                    <a:pt x="91" y="55"/>
                  </a:lnTo>
                  <a:lnTo>
                    <a:pt x="92" y="53"/>
                  </a:lnTo>
                  <a:lnTo>
                    <a:pt x="91" y="51"/>
                  </a:lnTo>
                  <a:lnTo>
                    <a:pt x="91" y="49"/>
                  </a:lnTo>
                  <a:lnTo>
                    <a:pt x="89" y="48"/>
                  </a:lnTo>
                  <a:lnTo>
                    <a:pt x="89" y="47"/>
                  </a:lnTo>
                  <a:lnTo>
                    <a:pt x="89" y="46"/>
                  </a:lnTo>
                  <a:lnTo>
                    <a:pt x="88" y="45"/>
                  </a:lnTo>
                  <a:lnTo>
                    <a:pt x="87" y="43"/>
                  </a:lnTo>
                  <a:lnTo>
                    <a:pt x="86" y="41"/>
                  </a:lnTo>
                  <a:lnTo>
                    <a:pt x="85" y="39"/>
                  </a:lnTo>
                  <a:lnTo>
                    <a:pt x="85" y="37"/>
                  </a:lnTo>
                  <a:lnTo>
                    <a:pt x="86" y="35"/>
                  </a:lnTo>
                  <a:lnTo>
                    <a:pt x="84" y="34"/>
                  </a:lnTo>
                  <a:lnTo>
                    <a:pt x="84" y="32"/>
                  </a:lnTo>
                  <a:lnTo>
                    <a:pt x="85" y="30"/>
                  </a:lnTo>
                  <a:lnTo>
                    <a:pt x="88" y="29"/>
                  </a:lnTo>
                  <a:lnTo>
                    <a:pt x="89" y="27"/>
                  </a:lnTo>
                  <a:lnTo>
                    <a:pt x="91" y="24"/>
                  </a:lnTo>
                  <a:lnTo>
                    <a:pt x="91" y="22"/>
                  </a:lnTo>
                  <a:lnTo>
                    <a:pt x="90" y="19"/>
                  </a:lnTo>
                  <a:lnTo>
                    <a:pt x="88" y="16"/>
                  </a:lnTo>
                  <a:lnTo>
                    <a:pt x="88" y="15"/>
                  </a:lnTo>
                  <a:lnTo>
                    <a:pt x="85" y="12"/>
                  </a:lnTo>
                  <a:lnTo>
                    <a:pt x="86" y="10"/>
                  </a:lnTo>
                  <a:lnTo>
                    <a:pt x="86" y="9"/>
                  </a:lnTo>
                  <a:lnTo>
                    <a:pt x="83" y="7"/>
                  </a:lnTo>
                  <a:lnTo>
                    <a:pt x="80" y="6"/>
                  </a:lnTo>
                  <a:lnTo>
                    <a:pt x="78" y="6"/>
                  </a:lnTo>
                  <a:lnTo>
                    <a:pt x="76" y="6"/>
                  </a:lnTo>
                  <a:lnTo>
                    <a:pt x="74" y="7"/>
                  </a:lnTo>
                  <a:lnTo>
                    <a:pt x="72" y="7"/>
                  </a:lnTo>
                  <a:lnTo>
                    <a:pt x="69" y="7"/>
                  </a:lnTo>
                  <a:lnTo>
                    <a:pt x="67" y="7"/>
                  </a:lnTo>
                  <a:lnTo>
                    <a:pt x="64" y="7"/>
                  </a:lnTo>
                  <a:lnTo>
                    <a:pt x="60" y="7"/>
                  </a:lnTo>
                  <a:lnTo>
                    <a:pt x="58" y="6"/>
                  </a:lnTo>
                  <a:lnTo>
                    <a:pt x="55" y="6"/>
                  </a:lnTo>
                  <a:lnTo>
                    <a:pt x="53" y="6"/>
                  </a:lnTo>
                  <a:lnTo>
                    <a:pt x="50" y="5"/>
                  </a:lnTo>
                  <a:lnTo>
                    <a:pt x="49" y="6"/>
                  </a:lnTo>
                  <a:lnTo>
                    <a:pt x="46" y="6"/>
                  </a:lnTo>
                  <a:lnTo>
                    <a:pt x="44" y="6"/>
                  </a:lnTo>
                  <a:lnTo>
                    <a:pt x="43" y="7"/>
                  </a:lnTo>
                  <a:lnTo>
                    <a:pt x="42" y="7"/>
                  </a:lnTo>
                  <a:lnTo>
                    <a:pt x="41" y="6"/>
                  </a:lnTo>
                  <a:lnTo>
                    <a:pt x="41" y="4"/>
                  </a:lnTo>
                  <a:lnTo>
                    <a:pt x="40" y="2"/>
                  </a:lnTo>
                  <a:lnTo>
                    <a:pt x="40" y="1"/>
                  </a:lnTo>
                  <a:lnTo>
                    <a:pt x="40" y="2"/>
                  </a:lnTo>
                  <a:lnTo>
                    <a:pt x="41" y="2"/>
                  </a:lnTo>
                  <a:lnTo>
                    <a:pt x="43" y="3"/>
                  </a:lnTo>
                  <a:lnTo>
                    <a:pt x="43" y="2"/>
                  </a:lnTo>
                  <a:lnTo>
                    <a:pt x="42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1" y="1"/>
                  </a:lnTo>
                  <a:lnTo>
                    <a:pt x="29" y="1"/>
                  </a:lnTo>
                  <a:lnTo>
                    <a:pt x="27" y="2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21" y="5"/>
                  </a:lnTo>
                  <a:lnTo>
                    <a:pt x="19" y="6"/>
                  </a:lnTo>
                  <a:lnTo>
                    <a:pt x="17" y="7"/>
                  </a:lnTo>
                  <a:lnTo>
                    <a:pt x="15" y="8"/>
                  </a:lnTo>
                  <a:lnTo>
                    <a:pt x="14" y="8"/>
                  </a:lnTo>
                  <a:lnTo>
                    <a:pt x="11" y="9"/>
                  </a:lnTo>
                  <a:lnTo>
                    <a:pt x="8" y="9"/>
                  </a:lnTo>
                  <a:lnTo>
                    <a:pt x="6" y="10"/>
                  </a:lnTo>
                  <a:lnTo>
                    <a:pt x="5" y="11"/>
                  </a:lnTo>
                  <a:lnTo>
                    <a:pt x="4" y="12"/>
                  </a:lnTo>
                  <a:lnTo>
                    <a:pt x="4" y="11"/>
                  </a:lnTo>
                  <a:lnTo>
                    <a:pt x="2" y="12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2" y="15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57" name="Portugal">
              <a:extLst>
                <a:ext uri="{FF2B5EF4-FFF2-40B4-BE49-F238E27FC236}">
                  <a16:creationId xmlns:a16="http://schemas.microsoft.com/office/drawing/2014/main" id="{E9D0F985-9445-3648-A721-94620CD55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413" y="3555864"/>
              <a:ext cx="66966" cy="134452"/>
            </a:xfrm>
            <a:custGeom>
              <a:avLst/>
              <a:gdLst>
                <a:gd name="T0" fmla="*/ 2147483647 w 30"/>
                <a:gd name="T1" fmla="*/ 2147483647 h 55"/>
                <a:gd name="T2" fmla="*/ 2147483647 w 30"/>
                <a:gd name="T3" fmla="*/ 2147483647 h 55"/>
                <a:gd name="T4" fmla="*/ 2147483647 w 30"/>
                <a:gd name="T5" fmla="*/ 2147483647 h 55"/>
                <a:gd name="T6" fmla="*/ 2147483647 w 30"/>
                <a:gd name="T7" fmla="*/ 2147483647 h 55"/>
                <a:gd name="T8" fmla="*/ 2147483647 w 30"/>
                <a:gd name="T9" fmla="*/ 2147483647 h 55"/>
                <a:gd name="T10" fmla="*/ 2147483647 w 30"/>
                <a:gd name="T11" fmla="*/ 2147483647 h 55"/>
                <a:gd name="T12" fmla="*/ 2147483647 w 30"/>
                <a:gd name="T13" fmla="*/ 2147483647 h 55"/>
                <a:gd name="T14" fmla="*/ 2147483647 w 30"/>
                <a:gd name="T15" fmla="*/ 2147483647 h 55"/>
                <a:gd name="T16" fmla="*/ 2147483647 w 30"/>
                <a:gd name="T17" fmla="*/ 2147483647 h 55"/>
                <a:gd name="T18" fmla="*/ 2147483647 w 30"/>
                <a:gd name="T19" fmla="*/ 2147483647 h 55"/>
                <a:gd name="T20" fmla="*/ 2147483647 w 30"/>
                <a:gd name="T21" fmla="*/ 2147483647 h 55"/>
                <a:gd name="T22" fmla="*/ 2147483647 w 30"/>
                <a:gd name="T23" fmla="*/ 2147483647 h 55"/>
                <a:gd name="T24" fmla="*/ 2147483647 w 30"/>
                <a:gd name="T25" fmla="*/ 2147483647 h 55"/>
                <a:gd name="T26" fmla="*/ 2147483647 w 30"/>
                <a:gd name="T27" fmla="*/ 2147483647 h 55"/>
                <a:gd name="T28" fmla="*/ 2147483647 w 30"/>
                <a:gd name="T29" fmla="*/ 2147483647 h 55"/>
                <a:gd name="T30" fmla="*/ 2147483647 w 30"/>
                <a:gd name="T31" fmla="*/ 2147483647 h 55"/>
                <a:gd name="T32" fmla="*/ 2147483647 w 30"/>
                <a:gd name="T33" fmla="*/ 2147483647 h 55"/>
                <a:gd name="T34" fmla="*/ 2147483647 w 30"/>
                <a:gd name="T35" fmla="*/ 2147483647 h 55"/>
                <a:gd name="T36" fmla="*/ 2147483647 w 30"/>
                <a:gd name="T37" fmla="*/ 2147483647 h 55"/>
                <a:gd name="T38" fmla="*/ 2147483647 w 30"/>
                <a:gd name="T39" fmla="*/ 2147483647 h 55"/>
                <a:gd name="T40" fmla="*/ 2147483647 w 30"/>
                <a:gd name="T41" fmla="*/ 2147483647 h 55"/>
                <a:gd name="T42" fmla="*/ 2147483647 w 30"/>
                <a:gd name="T43" fmla="*/ 2147483647 h 55"/>
                <a:gd name="T44" fmla="*/ 2147483647 w 30"/>
                <a:gd name="T45" fmla="*/ 2147483647 h 55"/>
                <a:gd name="T46" fmla="*/ 2147483647 w 30"/>
                <a:gd name="T47" fmla="*/ 2147483647 h 55"/>
                <a:gd name="T48" fmla="*/ 2147483647 w 30"/>
                <a:gd name="T49" fmla="*/ 2147483647 h 55"/>
                <a:gd name="T50" fmla="*/ 2147483647 w 30"/>
                <a:gd name="T51" fmla="*/ 2147483647 h 55"/>
                <a:gd name="T52" fmla="*/ 2147483647 w 30"/>
                <a:gd name="T53" fmla="*/ 2147483647 h 55"/>
                <a:gd name="T54" fmla="*/ 2147483647 w 30"/>
                <a:gd name="T55" fmla="*/ 2147483647 h 55"/>
                <a:gd name="T56" fmla="*/ 2147483647 w 30"/>
                <a:gd name="T57" fmla="*/ 2147483647 h 55"/>
                <a:gd name="T58" fmla="*/ 2147483647 w 30"/>
                <a:gd name="T59" fmla="*/ 2147483647 h 55"/>
                <a:gd name="T60" fmla="*/ 2147483647 w 30"/>
                <a:gd name="T61" fmla="*/ 2147483647 h 55"/>
                <a:gd name="T62" fmla="*/ 2147483647 w 30"/>
                <a:gd name="T63" fmla="*/ 2147483647 h 55"/>
                <a:gd name="T64" fmla="*/ 2147483647 w 30"/>
                <a:gd name="T65" fmla="*/ 2147483647 h 55"/>
                <a:gd name="T66" fmla="*/ 2147483647 w 30"/>
                <a:gd name="T67" fmla="*/ 2147483647 h 55"/>
                <a:gd name="T68" fmla="*/ 2147483647 w 30"/>
                <a:gd name="T69" fmla="*/ 2147483647 h 55"/>
                <a:gd name="T70" fmla="*/ 0 w 30"/>
                <a:gd name="T71" fmla="*/ 2147483647 h 55"/>
                <a:gd name="T72" fmla="*/ 2147483647 w 30"/>
                <a:gd name="T73" fmla="*/ 2147483647 h 55"/>
                <a:gd name="T74" fmla="*/ 2147483647 w 30"/>
                <a:gd name="T75" fmla="*/ 2147483647 h 55"/>
                <a:gd name="T76" fmla="*/ 2147483647 w 30"/>
                <a:gd name="T77" fmla="*/ 2147483647 h 55"/>
                <a:gd name="T78" fmla="*/ 2147483647 w 30"/>
                <a:gd name="T79" fmla="*/ 2147483647 h 55"/>
                <a:gd name="T80" fmla="*/ 2147483647 w 30"/>
                <a:gd name="T81" fmla="*/ 2147483647 h 55"/>
                <a:gd name="T82" fmla="*/ 2147483647 w 30"/>
                <a:gd name="T83" fmla="*/ 2147483647 h 55"/>
                <a:gd name="T84" fmla="*/ 2147483647 w 30"/>
                <a:gd name="T85" fmla="*/ 2147483647 h 55"/>
                <a:gd name="T86" fmla="*/ 2147483647 w 30"/>
                <a:gd name="T87" fmla="*/ 2147483647 h 55"/>
                <a:gd name="T88" fmla="*/ 2147483647 w 30"/>
                <a:gd name="T89" fmla="*/ 2147483647 h 55"/>
                <a:gd name="T90" fmla="*/ 2147483647 w 30"/>
                <a:gd name="T91" fmla="*/ 2147483647 h 55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30"/>
                <a:gd name="T139" fmla="*/ 0 h 55"/>
                <a:gd name="T140" fmla="*/ 30 w 30"/>
                <a:gd name="T141" fmla="*/ 55 h 55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30" h="55">
                  <a:moveTo>
                    <a:pt x="8" y="2"/>
                  </a:moveTo>
                  <a:lnTo>
                    <a:pt x="10" y="1"/>
                  </a:lnTo>
                  <a:lnTo>
                    <a:pt x="13" y="0"/>
                  </a:lnTo>
                  <a:lnTo>
                    <a:pt x="13" y="1"/>
                  </a:lnTo>
                  <a:lnTo>
                    <a:pt x="13" y="2"/>
                  </a:lnTo>
                  <a:lnTo>
                    <a:pt x="14" y="3"/>
                  </a:lnTo>
                  <a:lnTo>
                    <a:pt x="16" y="3"/>
                  </a:lnTo>
                  <a:lnTo>
                    <a:pt x="18" y="3"/>
                  </a:lnTo>
                  <a:lnTo>
                    <a:pt x="20" y="3"/>
                  </a:lnTo>
                  <a:lnTo>
                    <a:pt x="22" y="2"/>
                  </a:lnTo>
                  <a:lnTo>
                    <a:pt x="25" y="2"/>
                  </a:lnTo>
                  <a:lnTo>
                    <a:pt x="28" y="3"/>
                  </a:lnTo>
                  <a:lnTo>
                    <a:pt x="29" y="4"/>
                  </a:lnTo>
                  <a:lnTo>
                    <a:pt x="30" y="6"/>
                  </a:lnTo>
                  <a:lnTo>
                    <a:pt x="30" y="7"/>
                  </a:lnTo>
                  <a:lnTo>
                    <a:pt x="29" y="9"/>
                  </a:lnTo>
                  <a:lnTo>
                    <a:pt x="27" y="11"/>
                  </a:lnTo>
                  <a:lnTo>
                    <a:pt x="25" y="12"/>
                  </a:lnTo>
                  <a:lnTo>
                    <a:pt x="25" y="14"/>
                  </a:lnTo>
                  <a:lnTo>
                    <a:pt x="25" y="16"/>
                  </a:lnTo>
                  <a:lnTo>
                    <a:pt x="25" y="18"/>
                  </a:lnTo>
                  <a:lnTo>
                    <a:pt x="24" y="20"/>
                  </a:lnTo>
                  <a:lnTo>
                    <a:pt x="24" y="21"/>
                  </a:lnTo>
                  <a:lnTo>
                    <a:pt x="25" y="23"/>
                  </a:lnTo>
                  <a:lnTo>
                    <a:pt x="25" y="24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20" y="30"/>
                  </a:lnTo>
                  <a:lnTo>
                    <a:pt x="21" y="32"/>
                  </a:lnTo>
                  <a:lnTo>
                    <a:pt x="22" y="33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7"/>
                  </a:lnTo>
                  <a:lnTo>
                    <a:pt x="21" y="39"/>
                  </a:lnTo>
                  <a:lnTo>
                    <a:pt x="21" y="41"/>
                  </a:lnTo>
                  <a:lnTo>
                    <a:pt x="23" y="43"/>
                  </a:lnTo>
                  <a:lnTo>
                    <a:pt x="23" y="44"/>
                  </a:lnTo>
                  <a:lnTo>
                    <a:pt x="22" y="46"/>
                  </a:lnTo>
                  <a:lnTo>
                    <a:pt x="20" y="47"/>
                  </a:lnTo>
                  <a:lnTo>
                    <a:pt x="19" y="49"/>
                  </a:lnTo>
                  <a:lnTo>
                    <a:pt x="19" y="51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19" y="54"/>
                  </a:lnTo>
                  <a:lnTo>
                    <a:pt x="18" y="54"/>
                  </a:lnTo>
                  <a:lnTo>
                    <a:pt x="17" y="55"/>
                  </a:lnTo>
                  <a:lnTo>
                    <a:pt x="15" y="55"/>
                  </a:lnTo>
                  <a:lnTo>
                    <a:pt x="13" y="55"/>
                  </a:lnTo>
                  <a:lnTo>
                    <a:pt x="12" y="55"/>
                  </a:lnTo>
                  <a:lnTo>
                    <a:pt x="10" y="55"/>
                  </a:lnTo>
                  <a:lnTo>
                    <a:pt x="8" y="55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5" y="53"/>
                  </a:lnTo>
                  <a:lnTo>
                    <a:pt x="6" y="51"/>
                  </a:lnTo>
                  <a:lnTo>
                    <a:pt x="7" y="49"/>
                  </a:lnTo>
                  <a:lnTo>
                    <a:pt x="6" y="48"/>
                  </a:lnTo>
                  <a:lnTo>
                    <a:pt x="6" y="47"/>
                  </a:lnTo>
                  <a:lnTo>
                    <a:pt x="7" y="46"/>
                  </a:lnTo>
                  <a:lnTo>
                    <a:pt x="6" y="45"/>
                  </a:lnTo>
                  <a:lnTo>
                    <a:pt x="7" y="43"/>
                  </a:lnTo>
                  <a:lnTo>
                    <a:pt x="7" y="41"/>
                  </a:lnTo>
                  <a:lnTo>
                    <a:pt x="7" y="40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3" y="39"/>
                  </a:lnTo>
                  <a:lnTo>
                    <a:pt x="2" y="38"/>
                  </a:lnTo>
                  <a:lnTo>
                    <a:pt x="0" y="37"/>
                  </a:lnTo>
                  <a:lnTo>
                    <a:pt x="0" y="36"/>
                  </a:lnTo>
                  <a:lnTo>
                    <a:pt x="1" y="35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2" y="30"/>
                  </a:lnTo>
                  <a:lnTo>
                    <a:pt x="3" y="29"/>
                  </a:lnTo>
                  <a:lnTo>
                    <a:pt x="4" y="27"/>
                  </a:lnTo>
                  <a:lnTo>
                    <a:pt x="4" y="26"/>
                  </a:lnTo>
                  <a:lnTo>
                    <a:pt x="5" y="24"/>
                  </a:lnTo>
                  <a:lnTo>
                    <a:pt x="6" y="22"/>
                  </a:lnTo>
                  <a:lnTo>
                    <a:pt x="6" y="20"/>
                  </a:lnTo>
                  <a:lnTo>
                    <a:pt x="6" y="18"/>
                  </a:lnTo>
                  <a:lnTo>
                    <a:pt x="7" y="16"/>
                  </a:lnTo>
                  <a:lnTo>
                    <a:pt x="7" y="15"/>
                  </a:lnTo>
                  <a:lnTo>
                    <a:pt x="7" y="13"/>
                  </a:lnTo>
                  <a:lnTo>
                    <a:pt x="8" y="11"/>
                  </a:lnTo>
                  <a:lnTo>
                    <a:pt x="8" y="10"/>
                  </a:lnTo>
                  <a:lnTo>
                    <a:pt x="7" y="8"/>
                  </a:lnTo>
                  <a:lnTo>
                    <a:pt x="7" y="5"/>
                  </a:lnTo>
                  <a:lnTo>
                    <a:pt x="6" y="3"/>
                  </a:lnTo>
                  <a:lnTo>
                    <a:pt x="8" y="2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58" name="Romania">
              <a:extLst>
                <a:ext uri="{FF2B5EF4-FFF2-40B4-BE49-F238E27FC236}">
                  <a16:creationId xmlns:a16="http://schemas.microsoft.com/office/drawing/2014/main" id="{45B31886-435D-0849-85A8-CAB3EFED0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3791" y="3382299"/>
              <a:ext cx="196429" cy="132007"/>
            </a:xfrm>
            <a:custGeom>
              <a:avLst/>
              <a:gdLst>
                <a:gd name="T0" fmla="*/ 2147483647 w 88"/>
                <a:gd name="T1" fmla="*/ 2147483647 h 54"/>
                <a:gd name="T2" fmla="*/ 2147483647 w 88"/>
                <a:gd name="T3" fmla="*/ 2147483647 h 54"/>
                <a:gd name="T4" fmla="*/ 2147483647 w 88"/>
                <a:gd name="T5" fmla="*/ 2147483647 h 54"/>
                <a:gd name="T6" fmla="*/ 2147483647 w 88"/>
                <a:gd name="T7" fmla="*/ 2147483647 h 54"/>
                <a:gd name="T8" fmla="*/ 2147483647 w 88"/>
                <a:gd name="T9" fmla="*/ 2147483647 h 54"/>
                <a:gd name="T10" fmla="*/ 2147483647 w 88"/>
                <a:gd name="T11" fmla="*/ 2147483647 h 54"/>
                <a:gd name="T12" fmla="*/ 2147483647 w 88"/>
                <a:gd name="T13" fmla="*/ 2147483647 h 54"/>
                <a:gd name="T14" fmla="*/ 2147483647 w 88"/>
                <a:gd name="T15" fmla="*/ 2147483647 h 54"/>
                <a:gd name="T16" fmla="*/ 2147483647 w 88"/>
                <a:gd name="T17" fmla="*/ 2147483647 h 54"/>
                <a:gd name="T18" fmla="*/ 2147483647 w 88"/>
                <a:gd name="T19" fmla="*/ 2147483647 h 54"/>
                <a:gd name="T20" fmla="*/ 2147483647 w 88"/>
                <a:gd name="T21" fmla="*/ 2147483647 h 54"/>
                <a:gd name="T22" fmla="*/ 2147483647 w 88"/>
                <a:gd name="T23" fmla="*/ 2147483647 h 54"/>
                <a:gd name="T24" fmla="*/ 2147483647 w 88"/>
                <a:gd name="T25" fmla="*/ 2147483647 h 54"/>
                <a:gd name="T26" fmla="*/ 2147483647 w 88"/>
                <a:gd name="T27" fmla="*/ 2147483647 h 54"/>
                <a:gd name="T28" fmla="*/ 2147483647 w 88"/>
                <a:gd name="T29" fmla="*/ 2147483647 h 54"/>
                <a:gd name="T30" fmla="*/ 2147483647 w 88"/>
                <a:gd name="T31" fmla="*/ 2147483647 h 54"/>
                <a:gd name="T32" fmla="*/ 2147483647 w 88"/>
                <a:gd name="T33" fmla="*/ 2147483647 h 54"/>
                <a:gd name="T34" fmla="*/ 2147483647 w 88"/>
                <a:gd name="T35" fmla="*/ 2147483647 h 54"/>
                <a:gd name="T36" fmla="*/ 2147483647 w 88"/>
                <a:gd name="T37" fmla="*/ 2147483647 h 54"/>
                <a:gd name="T38" fmla="*/ 2147483647 w 88"/>
                <a:gd name="T39" fmla="*/ 2147483647 h 54"/>
                <a:gd name="T40" fmla="*/ 2147483647 w 88"/>
                <a:gd name="T41" fmla="*/ 2147483647 h 54"/>
                <a:gd name="T42" fmla="*/ 2147483647 w 88"/>
                <a:gd name="T43" fmla="*/ 2147483647 h 54"/>
                <a:gd name="T44" fmla="*/ 2147483647 w 88"/>
                <a:gd name="T45" fmla="*/ 2147483647 h 54"/>
                <a:gd name="T46" fmla="*/ 2147483647 w 88"/>
                <a:gd name="T47" fmla="*/ 2147483647 h 54"/>
                <a:gd name="T48" fmla="*/ 2147483647 w 88"/>
                <a:gd name="T49" fmla="*/ 2147483647 h 54"/>
                <a:gd name="T50" fmla="*/ 2147483647 w 88"/>
                <a:gd name="T51" fmla="*/ 2147483647 h 54"/>
                <a:gd name="T52" fmla="*/ 2147483647 w 88"/>
                <a:gd name="T53" fmla="*/ 2147483647 h 54"/>
                <a:gd name="T54" fmla="*/ 2147483647 w 88"/>
                <a:gd name="T55" fmla="*/ 2147483647 h 54"/>
                <a:gd name="T56" fmla="*/ 2147483647 w 88"/>
                <a:gd name="T57" fmla="*/ 2147483647 h 54"/>
                <a:gd name="T58" fmla="*/ 2147483647 w 88"/>
                <a:gd name="T59" fmla="*/ 2147483647 h 54"/>
                <a:gd name="T60" fmla="*/ 2147483647 w 88"/>
                <a:gd name="T61" fmla="*/ 2147483647 h 54"/>
                <a:gd name="T62" fmla="*/ 2147483647 w 88"/>
                <a:gd name="T63" fmla="*/ 2147483647 h 54"/>
                <a:gd name="T64" fmla="*/ 2147483647 w 88"/>
                <a:gd name="T65" fmla="*/ 2147483647 h 54"/>
                <a:gd name="T66" fmla="*/ 2147483647 w 88"/>
                <a:gd name="T67" fmla="*/ 2147483647 h 54"/>
                <a:gd name="T68" fmla="*/ 2147483647 w 88"/>
                <a:gd name="T69" fmla="*/ 2147483647 h 54"/>
                <a:gd name="T70" fmla="*/ 2147483647 w 88"/>
                <a:gd name="T71" fmla="*/ 2147483647 h 54"/>
                <a:gd name="T72" fmla="*/ 2147483647 w 88"/>
                <a:gd name="T73" fmla="*/ 2147483647 h 54"/>
                <a:gd name="T74" fmla="*/ 2147483647 w 88"/>
                <a:gd name="T75" fmla="*/ 2147483647 h 54"/>
                <a:gd name="T76" fmla="*/ 2147483647 w 88"/>
                <a:gd name="T77" fmla="*/ 2147483647 h 54"/>
                <a:gd name="T78" fmla="*/ 2147483647 w 88"/>
                <a:gd name="T79" fmla="*/ 2147483647 h 54"/>
                <a:gd name="T80" fmla="*/ 2147483647 w 88"/>
                <a:gd name="T81" fmla="*/ 2147483647 h 54"/>
                <a:gd name="T82" fmla="*/ 2147483647 w 88"/>
                <a:gd name="T83" fmla="*/ 0 h 54"/>
                <a:gd name="T84" fmla="*/ 2147483647 w 88"/>
                <a:gd name="T85" fmla="*/ 2147483647 h 54"/>
                <a:gd name="T86" fmla="*/ 2147483647 w 88"/>
                <a:gd name="T87" fmla="*/ 2147483647 h 54"/>
                <a:gd name="T88" fmla="*/ 2147483647 w 88"/>
                <a:gd name="T89" fmla="*/ 2147483647 h 54"/>
                <a:gd name="T90" fmla="*/ 2147483647 w 88"/>
                <a:gd name="T91" fmla="*/ 2147483647 h 54"/>
                <a:gd name="T92" fmla="*/ 2147483647 w 88"/>
                <a:gd name="T93" fmla="*/ 2147483647 h 54"/>
                <a:gd name="T94" fmla="*/ 2147483647 w 88"/>
                <a:gd name="T95" fmla="*/ 2147483647 h 54"/>
                <a:gd name="T96" fmla="*/ 2147483647 w 88"/>
                <a:gd name="T97" fmla="*/ 2147483647 h 54"/>
                <a:gd name="T98" fmla="*/ 2147483647 w 88"/>
                <a:gd name="T99" fmla="*/ 2147483647 h 54"/>
                <a:gd name="T100" fmla="*/ 2147483647 w 88"/>
                <a:gd name="T101" fmla="*/ 2147483647 h 54"/>
                <a:gd name="T102" fmla="*/ 2147483647 w 88"/>
                <a:gd name="T103" fmla="*/ 2147483647 h 54"/>
                <a:gd name="T104" fmla="*/ 2147483647 w 88"/>
                <a:gd name="T105" fmla="*/ 2147483647 h 54"/>
                <a:gd name="T106" fmla="*/ 2147483647 w 88"/>
                <a:gd name="T107" fmla="*/ 2147483647 h 54"/>
                <a:gd name="T108" fmla="*/ 2147483647 w 88"/>
                <a:gd name="T109" fmla="*/ 2147483647 h 54"/>
                <a:gd name="T110" fmla="*/ 2147483647 w 88"/>
                <a:gd name="T111" fmla="*/ 2147483647 h 54"/>
                <a:gd name="T112" fmla="*/ 2147483647 w 88"/>
                <a:gd name="T113" fmla="*/ 2147483647 h 5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88"/>
                <a:gd name="T172" fmla="*/ 0 h 54"/>
                <a:gd name="T173" fmla="*/ 88 w 88"/>
                <a:gd name="T174" fmla="*/ 54 h 5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88" h="54">
                  <a:moveTo>
                    <a:pt x="0" y="25"/>
                  </a:moveTo>
                  <a:lnTo>
                    <a:pt x="1" y="26"/>
                  </a:lnTo>
                  <a:lnTo>
                    <a:pt x="3" y="27"/>
                  </a:lnTo>
                  <a:lnTo>
                    <a:pt x="5" y="28"/>
                  </a:lnTo>
                  <a:lnTo>
                    <a:pt x="6" y="30"/>
                  </a:lnTo>
                  <a:lnTo>
                    <a:pt x="7" y="33"/>
                  </a:lnTo>
                  <a:lnTo>
                    <a:pt x="8" y="35"/>
                  </a:lnTo>
                  <a:lnTo>
                    <a:pt x="10" y="35"/>
                  </a:lnTo>
                  <a:lnTo>
                    <a:pt x="11" y="36"/>
                  </a:lnTo>
                  <a:lnTo>
                    <a:pt x="12" y="37"/>
                  </a:lnTo>
                  <a:lnTo>
                    <a:pt x="12" y="40"/>
                  </a:lnTo>
                  <a:lnTo>
                    <a:pt x="15" y="42"/>
                  </a:lnTo>
                  <a:lnTo>
                    <a:pt x="17" y="42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3"/>
                  </a:lnTo>
                  <a:lnTo>
                    <a:pt x="21" y="45"/>
                  </a:lnTo>
                  <a:lnTo>
                    <a:pt x="22" y="47"/>
                  </a:lnTo>
                  <a:lnTo>
                    <a:pt x="24" y="48"/>
                  </a:lnTo>
                  <a:lnTo>
                    <a:pt x="26" y="48"/>
                  </a:lnTo>
                  <a:lnTo>
                    <a:pt x="25" y="50"/>
                  </a:lnTo>
                  <a:lnTo>
                    <a:pt x="27" y="52"/>
                  </a:lnTo>
                  <a:lnTo>
                    <a:pt x="29" y="52"/>
                  </a:lnTo>
                  <a:lnTo>
                    <a:pt x="35" y="52"/>
                  </a:lnTo>
                  <a:lnTo>
                    <a:pt x="42" y="52"/>
                  </a:lnTo>
                  <a:lnTo>
                    <a:pt x="45" y="53"/>
                  </a:lnTo>
                  <a:lnTo>
                    <a:pt x="49" y="54"/>
                  </a:lnTo>
                  <a:lnTo>
                    <a:pt x="52" y="53"/>
                  </a:lnTo>
                  <a:lnTo>
                    <a:pt x="55" y="51"/>
                  </a:lnTo>
                  <a:lnTo>
                    <a:pt x="59" y="50"/>
                  </a:lnTo>
                  <a:lnTo>
                    <a:pt x="63" y="48"/>
                  </a:lnTo>
                  <a:lnTo>
                    <a:pt x="66" y="48"/>
                  </a:lnTo>
                  <a:lnTo>
                    <a:pt x="67" y="49"/>
                  </a:lnTo>
                  <a:lnTo>
                    <a:pt x="72" y="50"/>
                  </a:lnTo>
                  <a:lnTo>
                    <a:pt x="76" y="53"/>
                  </a:lnTo>
                  <a:lnTo>
                    <a:pt x="79" y="52"/>
                  </a:lnTo>
                  <a:lnTo>
                    <a:pt x="79" y="51"/>
                  </a:lnTo>
                  <a:lnTo>
                    <a:pt x="79" y="49"/>
                  </a:lnTo>
                  <a:lnTo>
                    <a:pt x="79" y="48"/>
                  </a:lnTo>
                  <a:lnTo>
                    <a:pt x="79" y="47"/>
                  </a:lnTo>
                  <a:lnTo>
                    <a:pt x="79" y="45"/>
                  </a:lnTo>
                  <a:lnTo>
                    <a:pt x="80" y="44"/>
                  </a:lnTo>
                  <a:lnTo>
                    <a:pt x="80" y="42"/>
                  </a:lnTo>
                  <a:lnTo>
                    <a:pt x="81" y="40"/>
                  </a:lnTo>
                  <a:lnTo>
                    <a:pt x="81" y="39"/>
                  </a:lnTo>
                  <a:lnTo>
                    <a:pt x="82" y="39"/>
                  </a:lnTo>
                  <a:lnTo>
                    <a:pt x="82" y="40"/>
                  </a:lnTo>
                  <a:lnTo>
                    <a:pt x="82" y="41"/>
                  </a:lnTo>
                  <a:lnTo>
                    <a:pt x="81" y="42"/>
                  </a:lnTo>
                  <a:lnTo>
                    <a:pt x="80" y="44"/>
                  </a:lnTo>
                  <a:lnTo>
                    <a:pt x="81" y="44"/>
                  </a:lnTo>
                  <a:lnTo>
                    <a:pt x="82" y="43"/>
                  </a:lnTo>
                  <a:lnTo>
                    <a:pt x="83" y="42"/>
                  </a:lnTo>
                  <a:lnTo>
                    <a:pt x="85" y="41"/>
                  </a:lnTo>
                  <a:lnTo>
                    <a:pt x="87" y="41"/>
                  </a:lnTo>
                  <a:lnTo>
                    <a:pt x="88" y="39"/>
                  </a:lnTo>
                  <a:lnTo>
                    <a:pt x="88" y="37"/>
                  </a:lnTo>
                  <a:lnTo>
                    <a:pt x="88" y="36"/>
                  </a:lnTo>
                  <a:lnTo>
                    <a:pt x="88" y="35"/>
                  </a:lnTo>
                  <a:lnTo>
                    <a:pt x="88" y="34"/>
                  </a:lnTo>
                  <a:lnTo>
                    <a:pt x="87" y="33"/>
                  </a:lnTo>
                  <a:lnTo>
                    <a:pt x="85" y="33"/>
                  </a:lnTo>
                  <a:lnTo>
                    <a:pt x="84" y="34"/>
                  </a:lnTo>
                  <a:lnTo>
                    <a:pt x="81" y="34"/>
                  </a:lnTo>
                  <a:lnTo>
                    <a:pt x="80" y="35"/>
                  </a:lnTo>
                  <a:lnTo>
                    <a:pt x="78" y="35"/>
                  </a:lnTo>
                  <a:lnTo>
                    <a:pt x="77" y="34"/>
                  </a:lnTo>
                  <a:lnTo>
                    <a:pt x="76" y="33"/>
                  </a:lnTo>
                  <a:lnTo>
                    <a:pt x="74" y="33"/>
                  </a:lnTo>
                  <a:lnTo>
                    <a:pt x="74" y="32"/>
                  </a:lnTo>
                  <a:lnTo>
                    <a:pt x="74" y="30"/>
                  </a:lnTo>
                  <a:lnTo>
                    <a:pt x="74" y="28"/>
                  </a:lnTo>
                  <a:lnTo>
                    <a:pt x="74" y="27"/>
                  </a:lnTo>
                  <a:lnTo>
                    <a:pt x="74" y="24"/>
                  </a:lnTo>
                  <a:lnTo>
                    <a:pt x="74" y="21"/>
                  </a:lnTo>
                  <a:lnTo>
                    <a:pt x="73" y="17"/>
                  </a:lnTo>
                  <a:lnTo>
                    <a:pt x="71" y="14"/>
                  </a:lnTo>
                  <a:lnTo>
                    <a:pt x="69" y="11"/>
                  </a:lnTo>
                  <a:lnTo>
                    <a:pt x="67" y="8"/>
                  </a:lnTo>
                  <a:lnTo>
                    <a:pt x="66" y="6"/>
                  </a:lnTo>
                  <a:lnTo>
                    <a:pt x="65" y="4"/>
                  </a:lnTo>
                  <a:lnTo>
                    <a:pt x="63" y="2"/>
                  </a:lnTo>
                  <a:lnTo>
                    <a:pt x="61" y="0"/>
                  </a:lnTo>
                  <a:lnTo>
                    <a:pt x="58" y="0"/>
                  </a:lnTo>
                  <a:lnTo>
                    <a:pt x="55" y="2"/>
                  </a:lnTo>
                  <a:lnTo>
                    <a:pt x="52" y="3"/>
                  </a:lnTo>
                  <a:lnTo>
                    <a:pt x="50" y="3"/>
                  </a:lnTo>
                  <a:lnTo>
                    <a:pt x="47" y="4"/>
                  </a:lnTo>
                  <a:lnTo>
                    <a:pt x="44" y="6"/>
                  </a:lnTo>
                  <a:lnTo>
                    <a:pt x="42" y="5"/>
                  </a:lnTo>
                  <a:lnTo>
                    <a:pt x="41" y="3"/>
                  </a:lnTo>
                  <a:lnTo>
                    <a:pt x="38" y="3"/>
                  </a:lnTo>
                  <a:lnTo>
                    <a:pt x="35" y="4"/>
                  </a:lnTo>
                  <a:lnTo>
                    <a:pt x="31" y="4"/>
                  </a:lnTo>
                  <a:lnTo>
                    <a:pt x="28" y="3"/>
                  </a:lnTo>
                  <a:lnTo>
                    <a:pt x="25" y="3"/>
                  </a:lnTo>
                  <a:lnTo>
                    <a:pt x="24" y="4"/>
                  </a:lnTo>
                  <a:lnTo>
                    <a:pt x="23" y="5"/>
                  </a:lnTo>
                  <a:lnTo>
                    <a:pt x="22" y="6"/>
                  </a:lnTo>
                  <a:lnTo>
                    <a:pt x="21" y="6"/>
                  </a:lnTo>
                  <a:lnTo>
                    <a:pt x="19" y="7"/>
                  </a:lnTo>
                  <a:lnTo>
                    <a:pt x="17" y="8"/>
                  </a:lnTo>
                  <a:lnTo>
                    <a:pt x="17" y="9"/>
                  </a:lnTo>
                  <a:lnTo>
                    <a:pt x="16" y="11"/>
                  </a:lnTo>
                  <a:lnTo>
                    <a:pt x="15" y="13"/>
                  </a:lnTo>
                  <a:lnTo>
                    <a:pt x="13" y="14"/>
                  </a:lnTo>
                  <a:lnTo>
                    <a:pt x="12" y="16"/>
                  </a:lnTo>
                  <a:lnTo>
                    <a:pt x="11" y="19"/>
                  </a:lnTo>
                  <a:lnTo>
                    <a:pt x="10" y="20"/>
                  </a:lnTo>
                  <a:lnTo>
                    <a:pt x="9" y="23"/>
                  </a:lnTo>
                  <a:lnTo>
                    <a:pt x="6" y="24"/>
                  </a:lnTo>
                  <a:lnTo>
                    <a:pt x="4" y="24"/>
                  </a:lnTo>
                  <a:lnTo>
                    <a:pt x="2" y="25"/>
                  </a:lnTo>
                  <a:lnTo>
                    <a:pt x="1" y="25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grpSp>
          <p:nvGrpSpPr>
            <p:cNvPr id="59" name="Slovenia">
              <a:extLst>
                <a:ext uri="{FF2B5EF4-FFF2-40B4-BE49-F238E27FC236}">
                  <a16:creationId xmlns:a16="http://schemas.microsoft.com/office/drawing/2014/main" id="{16AFC9AE-1A15-E44C-9453-D81BDCE96E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53165" y="3423857"/>
              <a:ext cx="78125" cy="110006"/>
              <a:chOff x="16906875" y="5562600"/>
              <a:chExt cx="35" cy="45"/>
            </a:xfrm>
            <a:solidFill>
              <a:srgbClr val="002B69">
                <a:alpha val="91000"/>
              </a:srgbClr>
            </a:solidFill>
          </p:grpSpPr>
          <p:sp>
            <p:nvSpPr>
              <p:cNvPr id="99" name="D774">
                <a:extLst>
                  <a:ext uri="{FF2B5EF4-FFF2-40B4-BE49-F238E27FC236}">
                    <a16:creationId xmlns:a16="http://schemas.microsoft.com/office/drawing/2014/main" id="{F62F9B3B-F547-F44B-B791-ED1847278D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6875" y="5562600"/>
                <a:ext cx="30" cy="17"/>
              </a:xfrm>
              <a:custGeom>
                <a:avLst/>
                <a:gdLst>
                  <a:gd name="T0" fmla="*/ 28 w 30"/>
                  <a:gd name="T1" fmla="*/ 4 h 17"/>
                  <a:gd name="T2" fmla="*/ 30 w 30"/>
                  <a:gd name="T3" fmla="*/ 4 h 17"/>
                  <a:gd name="T4" fmla="*/ 27 w 30"/>
                  <a:gd name="T5" fmla="*/ 0 h 17"/>
                  <a:gd name="T6" fmla="*/ 25 w 30"/>
                  <a:gd name="T7" fmla="*/ 0 h 17"/>
                  <a:gd name="T8" fmla="*/ 23 w 30"/>
                  <a:gd name="T9" fmla="*/ 1 h 17"/>
                  <a:gd name="T10" fmla="*/ 21 w 30"/>
                  <a:gd name="T11" fmla="*/ 1 h 17"/>
                  <a:gd name="T12" fmla="*/ 19 w 30"/>
                  <a:gd name="T13" fmla="*/ 2 h 17"/>
                  <a:gd name="T14" fmla="*/ 17 w 30"/>
                  <a:gd name="T15" fmla="*/ 2 h 17"/>
                  <a:gd name="T16" fmla="*/ 13 w 30"/>
                  <a:gd name="T17" fmla="*/ 2 h 17"/>
                  <a:gd name="T18" fmla="*/ 12 w 30"/>
                  <a:gd name="T19" fmla="*/ 4 h 17"/>
                  <a:gd name="T20" fmla="*/ 10 w 30"/>
                  <a:gd name="T21" fmla="*/ 4 h 17"/>
                  <a:gd name="T22" fmla="*/ 8 w 30"/>
                  <a:gd name="T23" fmla="*/ 4 h 17"/>
                  <a:gd name="T24" fmla="*/ 5 w 30"/>
                  <a:gd name="T25" fmla="*/ 4 h 17"/>
                  <a:gd name="T26" fmla="*/ 3 w 30"/>
                  <a:gd name="T27" fmla="*/ 4 h 17"/>
                  <a:gd name="T28" fmla="*/ 2 w 30"/>
                  <a:gd name="T29" fmla="*/ 5 h 17"/>
                  <a:gd name="T30" fmla="*/ 0 w 30"/>
                  <a:gd name="T31" fmla="*/ 7 h 17"/>
                  <a:gd name="T32" fmla="*/ 2 w 30"/>
                  <a:gd name="T33" fmla="*/ 7 h 17"/>
                  <a:gd name="T34" fmla="*/ 1 w 30"/>
                  <a:gd name="T35" fmla="*/ 10 h 17"/>
                  <a:gd name="T36" fmla="*/ 2 w 30"/>
                  <a:gd name="T37" fmla="*/ 11 h 17"/>
                  <a:gd name="T38" fmla="*/ 3 w 30"/>
                  <a:gd name="T39" fmla="*/ 12 h 17"/>
                  <a:gd name="T40" fmla="*/ 4 w 30"/>
                  <a:gd name="T41" fmla="*/ 13 h 17"/>
                  <a:gd name="T42" fmla="*/ 5 w 30"/>
                  <a:gd name="T43" fmla="*/ 14 h 17"/>
                  <a:gd name="T44" fmla="*/ 4 w 30"/>
                  <a:gd name="T45" fmla="*/ 15 h 17"/>
                  <a:gd name="T46" fmla="*/ 2 w 30"/>
                  <a:gd name="T47" fmla="*/ 15 h 17"/>
                  <a:gd name="T48" fmla="*/ 3 w 30"/>
                  <a:gd name="T49" fmla="*/ 16 h 17"/>
                  <a:gd name="T50" fmla="*/ 4 w 30"/>
                  <a:gd name="T51" fmla="*/ 17 h 17"/>
                  <a:gd name="T52" fmla="*/ 6 w 30"/>
                  <a:gd name="T53" fmla="*/ 17 h 17"/>
                  <a:gd name="T54" fmla="*/ 7 w 30"/>
                  <a:gd name="T55" fmla="*/ 16 h 17"/>
                  <a:gd name="T56" fmla="*/ 8 w 30"/>
                  <a:gd name="T57" fmla="*/ 17 h 17"/>
                  <a:gd name="T58" fmla="*/ 9 w 30"/>
                  <a:gd name="T59" fmla="*/ 16 h 17"/>
                  <a:gd name="T60" fmla="*/ 11 w 30"/>
                  <a:gd name="T61" fmla="*/ 16 h 17"/>
                  <a:gd name="T62" fmla="*/ 12 w 30"/>
                  <a:gd name="T63" fmla="*/ 15 h 17"/>
                  <a:gd name="T64" fmla="*/ 13 w 30"/>
                  <a:gd name="T65" fmla="*/ 14 h 17"/>
                  <a:gd name="T66" fmla="*/ 14 w 30"/>
                  <a:gd name="T67" fmla="*/ 16 h 17"/>
                  <a:gd name="T68" fmla="*/ 15 w 30"/>
                  <a:gd name="T69" fmla="*/ 15 h 17"/>
                  <a:gd name="T70" fmla="*/ 17 w 30"/>
                  <a:gd name="T71" fmla="*/ 15 h 17"/>
                  <a:gd name="T72" fmla="*/ 18 w 30"/>
                  <a:gd name="T73" fmla="*/ 16 h 17"/>
                  <a:gd name="T74" fmla="*/ 18 w 30"/>
                  <a:gd name="T75" fmla="*/ 14 h 17"/>
                  <a:gd name="T76" fmla="*/ 18 w 30"/>
                  <a:gd name="T77" fmla="*/ 13 h 17"/>
                  <a:gd name="T78" fmla="*/ 20 w 30"/>
                  <a:gd name="T79" fmla="*/ 12 h 17"/>
                  <a:gd name="T80" fmla="*/ 21 w 30"/>
                  <a:gd name="T81" fmla="*/ 11 h 17"/>
                  <a:gd name="T82" fmla="*/ 21 w 30"/>
                  <a:gd name="T83" fmla="*/ 9 h 17"/>
                  <a:gd name="T84" fmla="*/ 20 w 30"/>
                  <a:gd name="T85" fmla="*/ 8 h 17"/>
                  <a:gd name="T86" fmla="*/ 24 w 30"/>
                  <a:gd name="T87" fmla="*/ 6 h 17"/>
                  <a:gd name="T88" fmla="*/ 26 w 30"/>
                  <a:gd name="T89" fmla="*/ 6 h 17"/>
                  <a:gd name="T90" fmla="*/ 26 w 30"/>
                  <a:gd name="T91" fmla="*/ 4 h 17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30"/>
                  <a:gd name="T139" fmla="*/ 0 h 17"/>
                  <a:gd name="T140" fmla="*/ 30 w 30"/>
                  <a:gd name="T141" fmla="*/ 17 h 17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30" h="17">
                    <a:moveTo>
                      <a:pt x="27" y="4"/>
                    </a:moveTo>
                    <a:lnTo>
                      <a:pt x="28" y="4"/>
                    </a:lnTo>
                    <a:lnTo>
                      <a:pt x="29" y="4"/>
                    </a:lnTo>
                    <a:lnTo>
                      <a:pt x="30" y="4"/>
                    </a:lnTo>
                    <a:lnTo>
                      <a:pt x="28" y="2"/>
                    </a:lnTo>
                    <a:lnTo>
                      <a:pt x="27" y="0"/>
                    </a:lnTo>
                    <a:lnTo>
                      <a:pt x="26" y="0"/>
                    </a:lnTo>
                    <a:lnTo>
                      <a:pt x="25" y="0"/>
                    </a:lnTo>
                    <a:lnTo>
                      <a:pt x="23" y="0"/>
                    </a:lnTo>
                    <a:lnTo>
                      <a:pt x="23" y="1"/>
                    </a:lnTo>
                    <a:lnTo>
                      <a:pt x="22" y="1"/>
                    </a:lnTo>
                    <a:lnTo>
                      <a:pt x="21" y="1"/>
                    </a:lnTo>
                    <a:lnTo>
                      <a:pt x="20" y="1"/>
                    </a:lnTo>
                    <a:lnTo>
                      <a:pt x="19" y="2"/>
                    </a:lnTo>
                    <a:lnTo>
                      <a:pt x="18" y="2"/>
                    </a:lnTo>
                    <a:lnTo>
                      <a:pt x="17" y="2"/>
                    </a:lnTo>
                    <a:lnTo>
                      <a:pt x="15" y="2"/>
                    </a:lnTo>
                    <a:lnTo>
                      <a:pt x="13" y="2"/>
                    </a:lnTo>
                    <a:lnTo>
                      <a:pt x="12" y="3"/>
                    </a:lnTo>
                    <a:lnTo>
                      <a:pt x="12" y="4"/>
                    </a:lnTo>
                    <a:lnTo>
                      <a:pt x="11" y="4"/>
                    </a:lnTo>
                    <a:lnTo>
                      <a:pt x="10" y="4"/>
                    </a:lnTo>
                    <a:lnTo>
                      <a:pt x="9" y="4"/>
                    </a:lnTo>
                    <a:lnTo>
                      <a:pt x="8" y="4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3" y="4"/>
                    </a:lnTo>
                    <a:lnTo>
                      <a:pt x="2" y="4"/>
                    </a:lnTo>
                    <a:lnTo>
                      <a:pt x="2" y="5"/>
                    </a:lnTo>
                    <a:lnTo>
                      <a:pt x="1" y="5"/>
                    </a:lnTo>
                    <a:lnTo>
                      <a:pt x="0" y="7"/>
                    </a:lnTo>
                    <a:lnTo>
                      <a:pt x="1" y="7"/>
                    </a:lnTo>
                    <a:lnTo>
                      <a:pt x="2" y="7"/>
                    </a:lnTo>
                    <a:lnTo>
                      <a:pt x="1" y="8"/>
                    </a:lnTo>
                    <a:lnTo>
                      <a:pt x="1" y="10"/>
                    </a:lnTo>
                    <a:lnTo>
                      <a:pt x="2" y="10"/>
                    </a:lnTo>
                    <a:lnTo>
                      <a:pt x="2" y="11"/>
                    </a:lnTo>
                    <a:lnTo>
                      <a:pt x="2" y="12"/>
                    </a:lnTo>
                    <a:lnTo>
                      <a:pt x="3" y="12"/>
                    </a:lnTo>
                    <a:lnTo>
                      <a:pt x="4" y="12"/>
                    </a:lnTo>
                    <a:lnTo>
                      <a:pt x="4" y="13"/>
                    </a:lnTo>
                    <a:lnTo>
                      <a:pt x="5" y="13"/>
                    </a:lnTo>
                    <a:lnTo>
                      <a:pt x="5" y="14"/>
                    </a:lnTo>
                    <a:lnTo>
                      <a:pt x="5" y="15"/>
                    </a:lnTo>
                    <a:lnTo>
                      <a:pt x="4" y="15"/>
                    </a:lnTo>
                    <a:lnTo>
                      <a:pt x="3" y="15"/>
                    </a:lnTo>
                    <a:lnTo>
                      <a:pt x="2" y="15"/>
                    </a:lnTo>
                    <a:lnTo>
                      <a:pt x="2" y="16"/>
                    </a:lnTo>
                    <a:lnTo>
                      <a:pt x="3" y="16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5" y="17"/>
                    </a:lnTo>
                    <a:lnTo>
                      <a:pt x="6" y="17"/>
                    </a:lnTo>
                    <a:lnTo>
                      <a:pt x="6" y="16"/>
                    </a:lnTo>
                    <a:lnTo>
                      <a:pt x="7" y="16"/>
                    </a:lnTo>
                    <a:lnTo>
                      <a:pt x="8" y="16"/>
                    </a:lnTo>
                    <a:lnTo>
                      <a:pt x="8" y="17"/>
                    </a:lnTo>
                    <a:lnTo>
                      <a:pt x="9" y="17"/>
                    </a:lnTo>
                    <a:lnTo>
                      <a:pt x="9" y="16"/>
                    </a:lnTo>
                    <a:lnTo>
                      <a:pt x="10" y="16"/>
                    </a:lnTo>
                    <a:lnTo>
                      <a:pt x="11" y="16"/>
                    </a:lnTo>
                    <a:lnTo>
                      <a:pt x="12" y="16"/>
                    </a:lnTo>
                    <a:lnTo>
                      <a:pt x="12" y="15"/>
                    </a:lnTo>
                    <a:lnTo>
                      <a:pt x="12" y="14"/>
                    </a:lnTo>
                    <a:lnTo>
                      <a:pt x="13" y="14"/>
                    </a:lnTo>
                    <a:lnTo>
                      <a:pt x="14" y="15"/>
                    </a:lnTo>
                    <a:lnTo>
                      <a:pt x="14" y="16"/>
                    </a:lnTo>
                    <a:lnTo>
                      <a:pt x="15" y="16"/>
                    </a:lnTo>
                    <a:lnTo>
                      <a:pt x="15" y="15"/>
                    </a:lnTo>
                    <a:lnTo>
                      <a:pt x="16" y="15"/>
                    </a:lnTo>
                    <a:lnTo>
                      <a:pt x="17" y="15"/>
                    </a:lnTo>
                    <a:lnTo>
                      <a:pt x="17" y="16"/>
                    </a:lnTo>
                    <a:lnTo>
                      <a:pt x="18" y="16"/>
                    </a:lnTo>
                    <a:lnTo>
                      <a:pt x="18" y="15"/>
                    </a:lnTo>
                    <a:lnTo>
                      <a:pt x="18" y="14"/>
                    </a:lnTo>
                    <a:lnTo>
                      <a:pt x="19" y="14"/>
                    </a:lnTo>
                    <a:lnTo>
                      <a:pt x="18" y="13"/>
                    </a:lnTo>
                    <a:lnTo>
                      <a:pt x="19" y="13"/>
                    </a:lnTo>
                    <a:lnTo>
                      <a:pt x="20" y="12"/>
                    </a:lnTo>
                    <a:lnTo>
                      <a:pt x="21" y="12"/>
                    </a:lnTo>
                    <a:lnTo>
                      <a:pt x="21" y="11"/>
                    </a:lnTo>
                    <a:lnTo>
                      <a:pt x="21" y="10"/>
                    </a:lnTo>
                    <a:lnTo>
                      <a:pt x="21" y="9"/>
                    </a:lnTo>
                    <a:lnTo>
                      <a:pt x="20" y="9"/>
                    </a:lnTo>
                    <a:lnTo>
                      <a:pt x="20" y="8"/>
                    </a:lnTo>
                    <a:lnTo>
                      <a:pt x="23" y="6"/>
                    </a:lnTo>
                    <a:lnTo>
                      <a:pt x="24" y="6"/>
                    </a:lnTo>
                    <a:lnTo>
                      <a:pt x="25" y="6"/>
                    </a:lnTo>
                    <a:lnTo>
                      <a:pt x="26" y="6"/>
                    </a:lnTo>
                    <a:lnTo>
                      <a:pt x="26" y="5"/>
                    </a:lnTo>
                    <a:lnTo>
                      <a:pt x="26" y="4"/>
                    </a:lnTo>
                    <a:lnTo>
                      <a:pt x="27" y="4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00" name="D775">
                <a:extLst>
                  <a:ext uri="{FF2B5EF4-FFF2-40B4-BE49-F238E27FC236}">
                    <a16:creationId xmlns:a16="http://schemas.microsoft.com/office/drawing/2014/main" id="{1CC7A88B-9205-CD46-9704-1A601BB15D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6903" y="5562639"/>
                <a:ext cx="4" cy="2"/>
              </a:xfrm>
              <a:custGeom>
                <a:avLst/>
                <a:gdLst>
                  <a:gd name="T0" fmla="*/ 4 w 4"/>
                  <a:gd name="T1" fmla="*/ 1 h 2"/>
                  <a:gd name="T2" fmla="*/ 3 w 4"/>
                  <a:gd name="T3" fmla="*/ 1 h 2"/>
                  <a:gd name="T4" fmla="*/ 2 w 4"/>
                  <a:gd name="T5" fmla="*/ 1 h 2"/>
                  <a:gd name="T6" fmla="*/ 1 w 4"/>
                  <a:gd name="T7" fmla="*/ 1 h 2"/>
                  <a:gd name="T8" fmla="*/ 1 w 4"/>
                  <a:gd name="T9" fmla="*/ 0 h 2"/>
                  <a:gd name="T10" fmla="*/ 0 w 4"/>
                  <a:gd name="T11" fmla="*/ 0 h 2"/>
                  <a:gd name="T12" fmla="*/ 0 w 4"/>
                  <a:gd name="T13" fmla="*/ 1 h 2"/>
                  <a:gd name="T14" fmla="*/ 0 w 4"/>
                  <a:gd name="T15" fmla="*/ 2 h 2"/>
                  <a:gd name="T16" fmla="*/ 1 w 4"/>
                  <a:gd name="T17" fmla="*/ 2 h 2"/>
                  <a:gd name="T18" fmla="*/ 2 w 4"/>
                  <a:gd name="T19" fmla="*/ 2 h 2"/>
                  <a:gd name="T20" fmla="*/ 3 w 4"/>
                  <a:gd name="T21" fmla="*/ 2 h 2"/>
                  <a:gd name="T22" fmla="*/ 4 w 4"/>
                  <a:gd name="T23" fmla="*/ 2 h 2"/>
                  <a:gd name="T24" fmla="*/ 4 w 4"/>
                  <a:gd name="T25" fmla="*/ 1 h 2"/>
                  <a:gd name="T26" fmla="*/ 4 w 4"/>
                  <a:gd name="T27" fmla="*/ 1 h 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4"/>
                  <a:gd name="T43" fmla="*/ 0 h 2"/>
                  <a:gd name="T44" fmla="*/ 4 w 4"/>
                  <a:gd name="T45" fmla="*/ 2 h 2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4" h="2">
                    <a:moveTo>
                      <a:pt x="4" y="1"/>
                    </a:moveTo>
                    <a:lnTo>
                      <a:pt x="3" y="1"/>
                    </a:lnTo>
                    <a:lnTo>
                      <a:pt x="2" y="1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4" y="2"/>
                    </a:lnTo>
                    <a:lnTo>
                      <a:pt x="4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01" name="D776">
                <a:extLst>
                  <a:ext uri="{FF2B5EF4-FFF2-40B4-BE49-F238E27FC236}">
                    <a16:creationId xmlns:a16="http://schemas.microsoft.com/office/drawing/2014/main" id="{F676D398-492A-CE45-82D7-26C5907727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6905" y="5562644"/>
                <a:ext cx="5" cy="1"/>
              </a:xfrm>
              <a:custGeom>
                <a:avLst/>
                <a:gdLst>
                  <a:gd name="T0" fmla="*/ 4 w 5"/>
                  <a:gd name="T1" fmla="*/ 0 h 1"/>
                  <a:gd name="T2" fmla="*/ 3 w 5"/>
                  <a:gd name="T3" fmla="*/ 0 h 1"/>
                  <a:gd name="T4" fmla="*/ 2 w 5"/>
                  <a:gd name="T5" fmla="*/ 0 h 1"/>
                  <a:gd name="T6" fmla="*/ 1 w 5"/>
                  <a:gd name="T7" fmla="*/ 0 h 1"/>
                  <a:gd name="T8" fmla="*/ 0 w 5"/>
                  <a:gd name="T9" fmla="*/ 0 h 1"/>
                  <a:gd name="T10" fmla="*/ 0 w 5"/>
                  <a:gd name="T11" fmla="*/ 1 h 1"/>
                  <a:gd name="T12" fmla="*/ 1 w 5"/>
                  <a:gd name="T13" fmla="*/ 1 h 1"/>
                  <a:gd name="T14" fmla="*/ 2 w 5"/>
                  <a:gd name="T15" fmla="*/ 1 h 1"/>
                  <a:gd name="T16" fmla="*/ 3 w 5"/>
                  <a:gd name="T17" fmla="*/ 1 h 1"/>
                  <a:gd name="T18" fmla="*/ 4 w 5"/>
                  <a:gd name="T19" fmla="*/ 1 h 1"/>
                  <a:gd name="T20" fmla="*/ 5 w 5"/>
                  <a:gd name="T21" fmla="*/ 1 h 1"/>
                  <a:gd name="T22" fmla="*/ 4 w 5"/>
                  <a:gd name="T23" fmla="*/ 0 h 1"/>
                  <a:gd name="T24" fmla="*/ 4 w 5"/>
                  <a:gd name="T25" fmla="*/ 0 h 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"/>
                  <a:gd name="T40" fmla="*/ 0 h 1"/>
                  <a:gd name="T41" fmla="*/ 5 w 5"/>
                  <a:gd name="T42" fmla="*/ 1 h 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" h="1">
                    <a:moveTo>
                      <a:pt x="4" y="0"/>
                    </a:moveTo>
                    <a:lnTo>
                      <a:pt x="3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02" name="D777">
                <a:extLst>
                  <a:ext uri="{FF2B5EF4-FFF2-40B4-BE49-F238E27FC236}">
                    <a16:creationId xmlns:a16="http://schemas.microsoft.com/office/drawing/2014/main" id="{3D3B8A9E-2F91-C848-848C-96833B5ACC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6885" y="5562619"/>
                <a:ext cx="3" cy="3"/>
              </a:xfrm>
              <a:custGeom>
                <a:avLst/>
                <a:gdLst>
                  <a:gd name="T0" fmla="*/ 2 w 3"/>
                  <a:gd name="T1" fmla="*/ 2 h 3"/>
                  <a:gd name="T2" fmla="*/ 1 w 3"/>
                  <a:gd name="T3" fmla="*/ 1 h 3"/>
                  <a:gd name="T4" fmla="*/ 1 w 3"/>
                  <a:gd name="T5" fmla="*/ 0 h 3"/>
                  <a:gd name="T6" fmla="*/ 0 w 3"/>
                  <a:gd name="T7" fmla="*/ 0 h 3"/>
                  <a:gd name="T8" fmla="*/ 0 w 3"/>
                  <a:gd name="T9" fmla="*/ 1 h 3"/>
                  <a:gd name="T10" fmla="*/ 0 w 3"/>
                  <a:gd name="T11" fmla="*/ 2 h 3"/>
                  <a:gd name="T12" fmla="*/ 1 w 3"/>
                  <a:gd name="T13" fmla="*/ 2 h 3"/>
                  <a:gd name="T14" fmla="*/ 2 w 3"/>
                  <a:gd name="T15" fmla="*/ 2 h 3"/>
                  <a:gd name="T16" fmla="*/ 3 w 3"/>
                  <a:gd name="T17" fmla="*/ 3 h 3"/>
                  <a:gd name="T18" fmla="*/ 3 w 3"/>
                  <a:gd name="T19" fmla="*/ 2 h 3"/>
                  <a:gd name="T20" fmla="*/ 2 w 3"/>
                  <a:gd name="T21" fmla="*/ 2 h 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"/>
                  <a:gd name="T34" fmla="*/ 0 h 3"/>
                  <a:gd name="T35" fmla="*/ 3 w 3"/>
                  <a:gd name="T36" fmla="*/ 3 h 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" h="3">
                    <a:moveTo>
                      <a:pt x="2" y="2"/>
                    </a:moveTo>
                    <a:lnTo>
                      <a:pt x="1" y="1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3" y="3"/>
                    </a:lnTo>
                    <a:lnTo>
                      <a:pt x="3" y="2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103" name="D778">
                <a:extLst>
                  <a:ext uri="{FF2B5EF4-FFF2-40B4-BE49-F238E27FC236}">
                    <a16:creationId xmlns:a16="http://schemas.microsoft.com/office/drawing/2014/main" id="{36F8855A-8B1B-A942-98DB-EF6D9FC3D1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6883" y="5562619"/>
                <a:ext cx="2" cy="6"/>
              </a:xfrm>
              <a:custGeom>
                <a:avLst/>
                <a:gdLst>
                  <a:gd name="T0" fmla="*/ 2 w 2"/>
                  <a:gd name="T1" fmla="*/ 5 h 6"/>
                  <a:gd name="T2" fmla="*/ 1 w 2"/>
                  <a:gd name="T3" fmla="*/ 4 h 6"/>
                  <a:gd name="T4" fmla="*/ 1 w 2"/>
                  <a:gd name="T5" fmla="*/ 3 h 6"/>
                  <a:gd name="T6" fmla="*/ 1 w 2"/>
                  <a:gd name="T7" fmla="*/ 2 h 6"/>
                  <a:gd name="T8" fmla="*/ 1 w 2"/>
                  <a:gd name="T9" fmla="*/ 1 h 6"/>
                  <a:gd name="T10" fmla="*/ 1 w 2"/>
                  <a:gd name="T11" fmla="*/ 0 h 6"/>
                  <a:gd name="T12" fmla="*/ 0 w 2"/>
                  <a:gd name="T13" fmla="*/ 0 h 6"/>
                  <a:gd name="T14" fmla="*/ 1 w 2"/>
                  <a:gd name="T15" fmla="*/ 1 h 6"/>
                  <a:gd name="T16" fmla="*/ 1 w 2"/>
                  <a:gd name="T17" fmla="*/ 2 h 6"/>
                  <a:gd name="T18" fmla="*/ 1 w 2"/>
                  <a:gd name="T19" fmla="*/ 3 h 6"/>
                  <a:gd name="T20" fmla="*/ 0 w 2"/>
                  <a:gd name="T21" fmla="*/ 4 h 6"/>
                  <a:gd name="T22" fmla="*/ 1 w 2"/>
                  <a:gd name="T23" fmla="*/ 5 h 6"/>
                  <a:gd name="T24" fmla="*/ 2 w 2"/>
                  <a:gd name="T25" fmla="*/ 6 h 6"/>
                  <a:gd name="T26" fmla="*/ 2 w 2"/>
                  <a:gd name="T27" fmla="*/ 5 h 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"/>
                  <a:gd name="T43" fmla="*/ 0 h 6"/>
                  <a:gd name="T44" fmla="*/ 2 w 2"/>
                  <a:gd name="T45" fmla="*/ 6 h 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" h="6">
                    <a:moveTo>
                      <a:pt x="2" y="5"/>
                    </a:moveTo>
                    <a:lnTo>
                      <a:pt x="1" y="4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2" y="6"/>
                    </a:lnTo>
                    <a:lnTo>
                      <a:pt x="2" y="5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grpSp>
          <p:nvGrpSpPr>
            <p:cNvPr id="60" name="Spain">
              <a:extLst>
                <a:ext uri="{FF2B5EF4-FFF2-40B4-BE49-F238E27FC236}">
                  <a16:creationId xmlns:a16="http://schemas.microsoft.com/office/drawing/2014/main" id="{F9773103-8678-F04A-9A6C-4561DEDA9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8878" y="3514307"/>
              <a:ext cx="279019" cy="200456"/>
              <a:chOff x="14925675" y="5915025"/>
              <a:chExt cx="125" cy="83"/>
            </a:xfrm>
            <a:solidFill>
              <a:srgbClr val="002B69">
                <a:alpha val="91000"/>
              </a:srgbClr>
            </a:solidFill>
          </p:grpSpPr>
          <p:sp>
            <p:nvSpPr>
              <p:cNvPr id="95" name="D802">
                <a:extLst>
                  <a:ext uri="{FF2B5EF4-FFF2-40B4-BE49-F238E27FC236}">
                    <a16:creationId xmlns:a16="http://schemas.microsoft.com/office/drawing/2014/main" id="{B5C47FE0-8727-6146-BF32-278D8D1BD9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5675" y="5915025"/>
                <a:ext cx="116" cy="83"/>
              </a:xfrm>
              <a:custGeom>
                <a:avLst/>
                <a:gdLst>
                  <a:gd name="T0" fmla="*/ 11 w 116"/>
                  <a:gd name="T1" fmla="*/ 19 h 83"/>
                  <a:gd name="T2" fmla="*/ 16 w 116"/>
                  <a:gd name="T3" fmla="*/ 21 h 83"/>
                  <a:gd name="T4" fmla="*/ 26 w 116"/>
                  <a:gd name="T5" fmla="*/ 21 h 83"/>
                  <a:gd name="T6" fmla="*/ 27 w 116"/>
                  <a:gd name="T7" fmla="*/ 27 h 83"/>
                  <a:gd name="T8" fmla="*/ 23 w 116"/>
                  <a:gd name="T9" fmla="*/ 34 h 83"/>
                  <a:gd name="T10" fmla="*/ 23 w 116"/>
                  <a:gd name="T11" fmla="*/ 41 h 83"/>
                  <a:gd name="T12" fmla="*/ 18 w 116"/>
                  <a:gd name="T13" fmla="*/ 46 h 83"/>
                  <a:gd name="T14" fmla="*/ 21 w 116"/>
                  <a:gd name="T15" fmla="*/ 52 h 83"/>
                  <a:gd name="T16" fmla="*/ 19 w 116"/>
                  <a:gd name="T17" fmla="*/ 59 h 83"/>
                  <a:gd name="T18" fmla="*/ 18 w 116"/>
                  <a:gd name="T19" fmla="*/ 65 h 83"/>
                  <a:gd name="T20" fmla="*/ 17 w 116"/>
                  <a:gd name="T21" fmla="*/ 71 h 83"/>
                  <a:gd name="T22" fmla="*/ 23 w 116"/>
                  <a:gd name="T23" fmla="*/ 72 h 83"/>
                  <a:gd name="T24" fmla="*/ 27 w 116"/>
                  <a:gd name="T25" fmla="*/ 77 h 83"/>
                  <a:gd name="T26" fmla="*/ 30 w 116"/>
                  <a:gd name="T27" fmla="*/ 82 h 83"/>
                  <a:gd name="T28" fmla="*/ 36 w 116"/>
                  <a:gd name="T29" fmla="*/ 83 h 83"/>
                  <a:gd name="T30" fmla="*/ 39 w 116"/>
                  <a:gd name="T31" fmla="*/ 80 h 83"/>
                  <a:gd name="T32" fmla="*/ 47 w 116"/>
                  <a:gd name="T33" fmla="*/ 77 h 83"/>
                  <a:gd name="T34" fmla="*/ 56 w 116"/>
                  <a:gd name="T35" fmla="*/ 76 h 83"/>
                  <a:gd name="T36" fmla="*/ 66 w 116"/>
                  <a:gd name="T37" fmla="*/ 76 h 83"/>
                  <a:gd name="T38" fmla="*/ 69 w 116"/>
                  <a:gd name="T39" fmla="*/ 72 h 83"/>
                  <a:gd name="T40" fmla="*/ 75 w 116"/>
                  <a:gd name="T41" fmla="*/ 68 h 83"/>
                  <a:gd name="T42" fmla="*/ 79 w 116"/>
                  <a:gd name="T43" fmla="*/ 65 h 83"/>
                  <a:gd name="T44" fmla="*/ 82 w 116"/>
                  <a:gd name="T45" fmla="*/ 60 h 83"/>
                  <a:gd name="T46" fmla="*/ 87 w 116"/>
                  <a:gd name="T47" fmla="*/ 55 h 83"/>
                  <a:gd name="T48" fmla="*/ 84 w 116"/>
                  <a:gd name="T49" fmla="*/ 52 h 83"/>
                  <a:gd name="T50" fmla="*/ 82 w 116"/>
                  <a:gd name="T51" fmla="*/ 48 h 83"/>
                  <a:gd name="T52" fmla="*/ 87 w 116"/>
                  <a:gd name="T53" fmla="*/ 42 h 83"/>
                  <a:gd name="T54" fmla="*/ 93 w 116"/>
                  <a:gd name="T55" fmla="*/ 34 h 83"/>
                  <a:gd name="T56" fmla="*/ 102 w 116"/>
                  <a:gd name="T57" fmla="*/ 28 h 83"/>
                  <a:gd name="T58" fmla="*/ 114 w 116"/>
                  <a:gd name="T59" fmla="*/ 22 h 83"/>
                  <a:gd name="T60" fmla="*/ 116 w 116"/>
                  <a:gd name="T61" fmla="*/ 16 h 83"/>
                  <a:gd name="T62" fmla="*/ 113 w 116"/>
                  <a:gd name="T63" fmla="*/ 15 h 83"/>
                  <a:gd name="T64" fmla="*/ 104 w 116"/>
                  <a:gd name="T65" fmla="*/ 15 h 83"/>
                  <a:gd name="T66" fmla="*/ 99 w 116"/>
                  <a:gd name="T67" fmla="*/ 15 h 83"/>
                  <a:gd name="T68" fmla="*/ 95 w 116"/>
                  <a:gd name="T69" fmla="*/ 11 h 83"/>
                  <a:gd name="T70" fmla="*/ 89 w 116"/>
                  <a:gd name="T71" fmla="*/ 12 h 83"/>
                  <a:gd name="T72" fmla="*/ 79 w 116"/>
                  <a:gd name="T73" fmla="*/ 10 h 83"/>
                  <a:gd name="T74" fmla="*/ 73 w 116"/>
                  <a:gd name="T75" fmla="*/ 7 h 83"/>
                  <a:gd name="T76" fmla="*/ 69 w 116"/>
                  <a:gd name="T77" fmla="*/ 4 h 83"/>
                  <a:gd name="T78" fmla="*/ 58 w 116"/>
                  <a:gd name="T79" fmla="*/ 4 h 83"/>
                  <a:gd name="T80" fmla="*/ 49 w 116"/>
                  <a:gd name="T81" fmla="*/ 3 h 83"/>
                  <a:gd name="T82" fmla="*/ 37 w 116"/>
                  <a:gd name="T83" fmla="*/ 2 h 83"/>
                  <a:gd name="T84" fmla="*/ 28 w 116"/>
                  <a:gd name="T85" fmla="*/ 2 h 83"/>
                  <a:gd name="T86" fmla="*/ 16 w 116"/>
                  <a:gd name="T87" fmla="*/ 0 h 83"/>
                  <a:gd name="T88" fmla="*/ 9 w 116"/>
                  <a:gd name="T89" fmla="*/ 2 h 83"/>
                  <a:gd name="T90" fmla="*/ 3 w 116"/>
                  <a:gd name="T91" fmla="*/ 5 h 83"/>
                  <a:gd name="T92" fmla="*/ 3 w 116"/>
                  <a:gd name="T93" fmla="*/ 10 h 83"/>
                  <a:gd name="T94" fmla="*/ 3 w 116"/>
                  <a:gd name="T95" fmla="*/ 14 h 83"/>
                  <a:gd name="T96" fmla="*/ 4 w 116"/>
                  <a:gd name="T97" fmla="*/ 17 h 8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16"/>
                  <a:gd name="T148" fmla="*/ 0 h 83"/>
                  <a:gd name="T149" fmla="*/ 116 w 116"/>
                  <a:gd name="T150" fmla="*/ 83 h 8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16" h="83">
                    <a:moveTo>
                      <a:pt x="6" y="20"/>
                    </a:moveTo>
                    <a:lnTo>
                      <a:pt x="8" y="19"/>
                    </a:lnTo>
                    <a:lnTo>
                      <a:pt x="11" y="18"/>
                    </a:lnTo>
                    <a:lnTo>
                      <a:pt x="11" y="19"/>
                    </a:lnTo>
                    <a:lnTo>
                      <a:pt x="11" y="20"/>
                    </a:lnTo>
                    <a:lnTo>
                      <a:pt x="12" y="21"/>
                    </a:lnTo>
                    <a:lnTo>
                      <a:pt x="14" y="21"/>
                    </a:lnTo>
                    <a:lnTo>
                      <a:pt x="16" y="21"/>
                    </a:lnTo>
                    <a:lnTo>
                      <a:pt x="18" y="21"/>
                    </a:lnTo>
                    <a:lnTo>
                      <a:pt x="20" y="20"/>
                    </a:lnTo>
                    <a:lnTo>
                      <a:pt x="23" y="20"/>
                    </a:lnTo>
                    <a:lnTo>
                      <a:pt x="26" y="21"/>
                    </a:lnTo>
                    <a:lnTo>
                      <a:pt x="27" y="22"/>
                    </a:lnTo>
                    <a:lnTo>
                      <a:pt x="28" y="24"/>
                    </a:lnTo>
                    <a:lnTo>
                      <a:pt x="28" y="25"/>
                    </a:lnTo>
                    <a:lnTo>
                      <a:pt x="27" y="27"/>
                    </a:lnTo>
                    <a:lnTo>
                      <a:pt x="25" y="29"/>
                    </a:lnTo>
                    <a:lnTo>
                      <a:pt x="23" y="30"/>
                    </a:lnTo>
                    <a:lnTo>
                      <a:pt x="23" y="32"/>
                    </a:lnTo>
                    <a:lnTo>
                      <a:pt x="23" y="34"/>
                    </a:lnTo>
                    <a:lnTo>
                      <a:pt x="23" y="36"/>
                    </a:lnTo>
                    <a:lnTo>
                      <a:pt x="22" y="38"/>
                    </a:lnTo>
                    <a:lnTo>
                      <a:pt x="22" y="39"/>
                    </a:lnTo>
                    <a:lnTo>
                      <a:pt x="23" y="41"/>
                    </a:lnTo>
                    <a:lnTo>
                      <a:pt x="23" y="42"/>
                    </a:lnTo>
                    <a:lnTo>
                      <a:pt x="21" y="44"/>
                    </a:lnTo>
                    <a:lnTo>
                      <a:pt x="19" y="45"/>
                    </a:lnTo>
                    <a:lnTo>
                      <a:pt x="18" y="46"/>
                    </a:lnTo>
                    <a:lnTo>
                      <a:pt x="18" y="48"/>
                    </a:lnTo>
                    <a:lnTo>
                      <a:pt x="19" y="50"/>
                    </a:lnTo>
                    <a:lnTo>
                      <a:pt x="20" y="51"/>
                    </a:lnTo>
                    <a:lnTo>
                      <a:pt x="21" y="52"/>
                    </a:lnTo>
                    <a:lnTo>
                      <a:pt x="20" y="53"/>
                    </a:lnTo>
                    <a:lnTo>
                      <a:pt x="19" y="55"/>
                    </a:lnTo>
                    <a:lnTo>
                      <a:pt x="19" y="57"/>
                    </a:lnTo>
                    <a:lnTo>
                      <a:pt x="19" y="59"/>
                    </a:lnTo>
                    <a:lnTo>
                      <a:pt x="21" y="61"/>
                    </a:lnTo>
                    <a:lnTo>
                      <a:pt x="21" y="62"/>
                    </a:lnTo>
                    <a:lnTo>
                      <a:pt x="20" y="64"/>
                    </a:lnTo>
                    <a:lnTo>
                      <a:pt x="18" y="65"/>
                    </a:lnTo>
                    <a:lnTo>
                      <a:pt x="17" y="67"/>
                    </a:lnTo>
                    <a:lnTo>
                      <a:pt x="17" y="69"/>
                    </a:lnTo>
                    <a:lnTo>
                      <a:pt x="17" y="70"/>
                    </a:lnTo>
                    <a:lnTo>
                      <a:pt x="17" y="71"/>
                    </a:lnTo>
                    <a:lnTo>
                      <a:pt x="20" y="71"/>
                    </a:lnTo>
                    <a:lnTo>
                      <a:pt x="21" y="71"/>
                    </a:lnTo>
                    <a:lnTo>
                      <a:pt x="22" y="71"/>
                    </a:lnTo>
                    <a:lnTo>
                      <a:pt x="23" y="72"/>
                    </a:lnTo>
                    <a:lnTo>
                      <a:pt x="25" y="73"/>
                    </a:lnTo>
                    <a:lnTo>
                      <a:pt x="26" y="74"/>
                    </a:lnTo>
                    <a:lnTo>
                      <a:pt x="27" y="75"/>
                    </a:lnTo>
                    <a:lnTo>
                      <a:pt x="27" y="77"/>
                    </a:lnTo>
                    <a:lnTo>
                      <a:pt x="28" y="78"/>
                    </a:lnTo>
                    <a:lnTo>
                      <a:pt x="28" y="79"/>
                    </a:lnTo>
                    <a:lnTo>
                      <a:pt x="29" y="80"/>
                    </a:lnTo>
                    <a:lnTo>
                      <a:pt x="30" y="82"/>
                    </a:lnTo>
                    <a:lnTo>
                      <a:pt x="32" y="83"/>
                    </a:lnTo>
                    <a:lnTo>
                      <a:pt x="34" y="83"/>
                    </a:lnTo>
                    <a:lnTo>
                      <a:pt x="35" y="83"/>
                    </a:lnTo>
                    <a:lnTo>
                      <a:pt x="36" y="83"/>
                    </a:lnTo>
                    <a:lnTo>
                      <a:pt x="37" y="83"/>
                    </a:lnTo>
                    <a:lnTo>
                      <a:pt x="37" y="82"/>
                    </a:lnTo>
                    <a:lnTo>
                      <a:pt x="38" y="81"/>
                    </a:lnTo>
                    <a:lnTo>
                      <a:pt x="39" y="80"/>
                    </a:lnTo>
                    <a:lnTo>
                      <a:pt x="41" y="79"/>
                    </a:lnTo>
                    <a:lnTo>
                      <a:pt x="43" y="79"/>
                    </a:lnTo>
                    <a:lnTo>
                      <a:pt x="45" y="77"/>
                    </a:lnTo>
                    <a:lnTo>
                      <a:pt x="47" y="77"/>
                    </a:lnTo>
                    <a:lnTo>
                      <a:pt x="48" y="76"/>
                    </a:lnTo>
                    <a:lnTo>
                      <a:pt x="51" y="76"/>
                    </a:lnTo>
                    <a:lnTo>
                      <a:pt x="54" y="76"/>
                    </a:lnTo>
                    <a:lnTo>
                      <a:pt x="56" y="76"/>
                    </a:lnTo>
                    <a:lnTo>
                      <a:pt x="59" y="77"/>
                    </a:lnTo>
                    <a:lnTo>
                      <a:pt x="61" y="77"/>
                    </a:lnTo>
                    <a:lnTo>
                      <a:pt x="64" y="76"/>
                    </a:lnTo>
                    <a:lnTo>
                      <a:pt x="66" y="76"/>
                    </a:lnTo>
                    <a:lnTo>
                      <a:pt x="67" y="76"/>
                    </a:lnTo>
                    <a:lnTo>
                      <a:pt x="68" y="75"/>
                    </a:lnTo>
                    <a:lnTo>
                      <a:pt x="69" y="74"/>
                    </a:lnTo>
                    <a:lnTo>
                      <a:pt x="69" y="72"/>
                    </a:lnTo>
                    <a:lnTo>
                      <a:pt x="70" y="71"/>
                    </a:lnTo>
                    <a:lnTo>
                      <a:pt x="72" y="69"/>
                    </a:lnTo>
                    <a:lnTo>
                      <a:pt x="73" y="68"/>
                    </a:lnTo>
                    <a:lnTo>
                      <a:pt x="75" y="68"/>
                    </a:lnTo>
                    <a:lnTo>
                      <a:pt x="77" y="67"/>
                    </a:lnTo>
                    <a:lnTo>
                      <a:pt x="79" y="67"/>
                    </a:lnTo>
                    <a:lnTo>
                      <a:pt x="78" y="66"/>
                    </a:lnTo>
                    <a:lnTo>
                      <a:pt x="79" y="65"/>
                    </a:lnTo>
                    <a:lnTo>
                      <a:pt x="79" y="64"/>
                    </a:lnTo>
                    <a:lnTo>
                      <a:pt x="80" y="62"/>
                    </a:lnTo>
                    <a:lnTo>
                      <a:pt x="81" y="61"/>
                    </a:lnTo>
                    <a:lnTo>
                      <a:pt x="82" y="60"/>
                    </a:lnTo>
                    <a:lnTo>
                      <a:pt x="83" y="59"/>
                    </a:lnTo>
                    <a:lnTo>
                      <a:pt x="84" y="58"/>
                    </a:lnTo>
                    <a:lnTo>
                      <a:pt x="86" y="56"/>
                    </a:lnTo>
                    <a:lnTo>
                      <a:pt x="87" y="55"/>
                    </a:lnTo>
                    <a:lnTo>
                      <a:pt x="87" y="54"/>
                    </a:lnTo>
                    <a:lnTo>
                      <a:pt x="85" y="53"/>
                    </a:lnTo>
                    <a:lnTo>
                      <a:pt x="84" y="53"/>
                    </a:lnTo>
                    <a:lnTo>
                      <a:pt x="84" y="52"/>
                    </a:lnTo>
                    <a:lnTo>
                      <a:pt x="83" y="51"/>
                    </a:lnTo>
                    <a:lnTo>
                      <a:pt x="83" y="50"/>
                    </a:lnTo>
                    <a:lnTo>
                      <a:pt x="82" y="49"/>
                    </a:lnTo>
                    <a:lnTo>
                      <a:pt x="82" y="48"/>
                    </a:lnTo>
                    <a:lnTo>
                      <a:pt x="83" y="47"/>
                    </a:lnTo>
                    <a:lnTo>
                      <a:pt x="83" y="45"/>
                    </a:lnTo>
                    <a:lnTo>
                      <a:pt x="85" y="43"/>
                    </a:lnTo>
                    <a:lnTo>
                      <a:pt x="87" y="42"/>
                    </a:lnTo>
                    <a:lnTo>
                      <a:pt x="88" y="39"/>
                    </a:lnTo>
                    <a:lnTo>
                      <a:pt x="89" y="37"/>
                    </a:lnTo>
                    <a:lnTo>
                      <a:pt x="91" y="35"/>
                    </a:lnTo>
                    <a:lnTo>
                      <a:pt x="93" y="34"/>
                    </a:lnTo>
                    <a:lnTo>
                      <a:pt x="93" y="33"/>
                    </a:lnTo>
                    <a:lnTo>
                      <a:pt x="95" y="30"/>
                    </a:lnTo>
                    <a:lnTo>
                      <a:pt x="98" y="29"/>
                    </a:lnTo>
                    <a:lnTo>
                      <a:pt x="102" y="28"/>
                    </a:lnTo>
                    <a:lnTo>
                      <a:pt x="105" y="27"/>
                    </a:lnTo>
                    <a:lnTo>
                      <a:pt x="107" y="25"/>
                    </a:lnTo>
                    <a:lnTo>
                      <a:pt x="111" y="24"/>
                    </a:lnTo>
                    <a:lnTo>
                      <a:pt x="114" y="22"/>
                    </a:lnTo>
                    <a:lnTo>
                      <a:pt x="115" y="20"/>
                    </a:lnTo>
                    <a:lnTo>
                      <a:pt x="115" y="19"/>
                    </a:lnTo>
                    <a:lnTo>
                      <a:pt x="114" y="17"/>
                    </a:lnTo>
                    <a:lnTo>
                      <a:pt x="116" y="16"/>
                    </a:lnTo>
                    <a:lnTo>
                      <a:pt x="115" y="16"/>
                    </a:lnTo>
                    <a:lnTo>
                      <a:pt x="115" y="15"/>
                    </a:lnTo>
                    <a:lnTo>
                      <a:pt x="114" y="15"/>
                    </a:lnTo>
                    <a:lnTo>
                      <a:pt x="113" y="15"/>
                    </a:lnTo>
                    <a:lnTo>
                      <a:pt x="111" y="15"/>
                    </a:lnTo>
                    <a:lnTo>
                      <a:pt x="109" y="15"/>
                    </a:lnTo>
                    <a:lnTo>
                      <a:pt x="106" y="15"/>
                    </a:lnTo>
                    <a:lnTo>
                      <a:pt x="104" y="15"/>
                    </a:lnTo>
                    <a:lnTo>
                      <a:pt x="102" y="15"/>
                    </a:lnTo>
                    <a:lnTo>
                      <a:pt x="101" y="14"/>
                    </a:lnTo>
                    <a:lnTo>
                      <a:pt x="100" y="15"/>
                    </a:lnTo>
                    <a:lnTo>
                      <a:pt x="99" y="15"/>
                    </a:lnTo>
                    <a:lnTo>
                      <a:pt x="99" y="14"/>
                    </a:lnTo>
                    <a:lnTo>
                      <a:pt x="97" y="13"/>
                    </a:lnTo>
                    <a:lnTo>
                      <a:pt x="96" y="12"/>
                    </a:lnTo>
                    <a:lnTo>
                      <a:pt x="95" y="11"/>
                    </a:lnTo>
                    <a:lnTo>
                      <a:pt x="94" y="11"/>
                    </a:lnTo>
                    <a:lnTo>
                      <a:pt x="92" y="11"/>
                    </a:lnTo>
                    <a:lnTo>
                      <a:pt x="90" y="12"/>
                    </a:lnTo>
                    <a:lnTo>
                      <a:pt x="89" y="12"/>
                    </a:lnTo>
                    <a:lnTo>
                      <a:pt x="87" y="12"/>
                    </a:lnTo>
                    <a:lnTo>
                      <a:pt x="84" y="11"/>
                    </a:lnTo>
                    <a:lnTo>
                      <a:pt x="81" y="11"/>
                    </a:lnTo>
                    <a:lnTo>
                      <a:pt x="79" y="10"/>
                    </a:lnTo>
                    <a:lnTo>
                      <a:pt x="78" y="9"/>
                    </a:lnTo>
                    <a:lnTo>
                      <a:pt x="76" y="8"/>
                    </a:lnTo>
                    <a:lnTo>
                      <a:pt x="74" y="8"/>
                    </a:lnTo>
                    <a:lnTo>
                      <a:pt x="73" y="7"/>
                    </a:lnTo>
                    <a:lnTo>
                      <a:pt x="71" y="6"/>
                    </a:lnTo>
                    <a:lnTo>
                      <a:pt x="70" y="5"/>
                    </a:lnTo>
                    <a:lnTo>
                      <a:pt x="69" y="5"/>
                    </a:lnTo>
                    <a:lnTo>
                      <a:pt x="69" y="4"/>
                    </a:lnTo>
                    <a:lnTo>
                      <a:pt x="67" y="4"/>
                    </a:lnTo>
                    <a:lnTo>
                      <a:pt x="64" y="4"/>
                    </a:lnTo>
                    <a:lnTo>
                      <a:pt x="62" y="4"/>
                    </a:lnTo>
                    <a:lnTo>
                      <a:pt x="58" y="4"/>
                    </a:lnTo>
                    <a:lnTo>
                      <a:pt x="57" y="4"/>
                    </a:lnTo>
                    <a:lnTo>
                      <a:pt x="53" y="3"/>
                    </a:lnTo>
                    <a:lnTo>
                      <a:pt x="51" y="3"/>
                    </a:lnTo>
                    <a:lnTo>
                      <a:pt x="49" y="3"/>
                    </a:lnTo>
                    <a:lnTo>
                      <a:pt x="46" y="4"/>
                    </a:lnTo>
                    <a:lnTo>
                      <a:pt x="43" y="3"/>
                    </a:lnTo>
                    <a:lnTo>
                      <a:pt x="39" y="3"/>
                    </a:lnTo>
                    <a:lnTo>
                      <a:pt x="37" y="2"/>
                    </a:lnTo>
                    <a:lnTo>
                      <a:pt x="35" y="2"/>
                    </a:lnTo>
                    <a:lnTo>
                      <a:pt x="32" y="1"/>
                    </a:lnTo>
                    <a:lnTo>
                      <a:pt x="30" y="1"/>
                    </a:lnTo>
                    <a:lnTo>
                      <a:pt x="28" y="2"/>
                    </a:lnTo>
                    <a:lnTo>
                      <a:pt x="25" y="2"/>
                    </a:lnTo>
                    <a:lnTo>
                      <a:pt x="21" y="2"/>
                    </a:lnTo>
                    <a:lnTo>
                      <a:pt x="18" y="1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9" y="2"/>
                    </a:lnTo>
                    <a:lnTo>
                      <a:pt x="9" y="3"/>
                    </a:lnTo>
                    <a:lnTo>
                      <a:pt x="8" y="5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6"/>
                    </a:lnTo>
                    <a:lnTo>
                      <a:pt x="0" y="8"/>
                    </a:lnTo>
                    <a:lnTo>
                      <a:pt x="1" y="10"/>
                    </a:lnTo>
                    <a:lnTo>
                      <a:pt x="3" y="10"/>
                    </a:lnTo>
                    <a:lnTo>
                      <a:pt x="2" y="12"/>
                    </a:lnTo>
                    <a:lnTo>
                      <a:pt x="3" y="12"/>
                    </a:lnTo>
                    <a:lnTo>
                      <a:pt x="4" y="12"/>
                    </a:lnTo>
                    <a:lnTo>
                      <a:pt x="3" y="14"/>
                    </a:lnTo>
                    <a:lnTo>
                      <a:pt x="5" y="15"/>
                    </a:lnTo>
                    <a:lnTo>
                      <a:pt x="4" y="16"/>
                    </a:lnTo>
                    <a:lnTo>
                      <a:pt x="6" y="16"/>
                    </a:lnTo>
                    <a:lnTo>
                      <a:pt x="4" y="17"/>
                    </a:lnTo>
                    <a:lnTo>
                      <a:pt x="4" y="19"/>
                    </a:lnTo>
                    <a:lnTo>
                      <a:pt x="4" y="21"/>
                    </a:lnTo>
                    <a:lnTo>
                      <a:pt x="6" y="2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96" name="D803">
                <a:extLst>
                  <a:ext uri="{FF2B5EF4-FFF2-40B4-BE49-F238E27FC236}">
                    <a16:creationId xmlns:a16="http://schemas.microsoft.com/office/drawing/2014/main" id="{0A23F689-3E2A-CE48-87E7-1AA49DD97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5772" y="5915076"/>
                <a:ext cx="3" cy="3"/>
              </a:xfrm>
              <a:custGeom>
                <a:avLst/>
                <a:gdLst>
                  <a:gd name="T0" fmla="*/ 1 w 3"/>
                  <a:gd name="T1" fmla="*/ 1 h 3"/>
                  <a:gd name="T2" fmla="*/ 0 w 3"/>
                  <a:gd name="T3" fmla="*/ 2 h 3"/>
                  <a:gd name="T4" fmla="*/ 1 w 3"/>
                  <a:gd name="T5" fmla="*/ 3 h 3"/>
                  <a:gd name="T6" fmla="*/ 2 w 3"/>
                  <a:gd name="T7" fmla="*/ 2 h 3"/>
                  <a:gd name="T8" fmla="*/ 3 w 3"/>
                  <a:gd name="T9" fmla="*/ 1 h 3"/>
                  <a:gd name="T10" fmla="*/ 2 w 3"/>
                  <a:gd name="T11" fmla="*/ 0 h 3"/>
                  <a:gd name="T12" fmla="*/ 1 w 3"/>
                  <a:gd name="T13" fmla="*/ 1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"/>
                  <a:gd name="T22" fmla="*/ 0 h 3"/>
                  <a:gd name="T23" fmla="*/ 3 w 3"/>
                  <a:gd name="T24" fmla="*/ 3 h 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" h="3">
                    <a:moveTo>
                      <a:pt x="1" y="1"/>
                    </a:moveTo>
                    <a:lnTo>
                      <a:pt x="0" y="2"/>
                    </a:lnTo>
                    <a:lnTo>
                      <a:pt x="1" y="3"/>
                    </a:lnTo>
                    <a:lnTo>
                      <a:pt x="2" y="2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97" name="D804">
                <a:extLst>
                  <a:ext uri="{FF2B5EF4-FFF2-40B4-BE49-F238E27FC236}">
                    <a16:creationId xmlns:a16="http://schemas.microsoft.com/office/drawing/2014/main" id="{4ECF7F18-03CF-0E4C-BC67-87656FCFF6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5783" y="5915067"/>
                <a:ext cx="9" cy="7"/>
              </a:xfrm>
              <a:custGeom>
                <a:avLst/>
                <a:gdLst>
                  <a:gd name="T0" fmla="*/ 7 w 9"/>
                  <a:gd name="T1" fmla="*/ 0 h 7"/>
                  <a:gd name="T2" fmla="*/ 6 w 9"/>
                  <a:gd name="T3" fmla="*/ 0 h 7"/>
                  <a:gd name="T4" fmla="*/ 4 w 9"/>
                  <a:gd name="T5" fmla="*/ 1 h 7"/>
                  <a:gd name="T6" fmla="*/ 1 w 9"/>
                  <a:gd name="T7" fmla="*/ 2 h 7"/>
                  <a:gd name="T8" fmla="*/ 0 w 9"/>
                  <a:gd name="T9" fmla="*/ 4 h 7"/>
                  <a:gd name="T10" fmla="*/ 1 w 9"/>
                  <a:gd name="T11" fmla="*/ 5 h 7"/>
                  <a:gd name="T12" fmla="*/ 1 w 9"/>
                  <a:gd name="T13" fmla="*/ 4 h 7"/>
                  <a:gd name="T14" fmla="*/ 3 w 9"/>
                  <a:gd name="T15" fmla="*/ 4 h 7"/>
                  <a:gd name="T16" fmla="*/ 3 w 9"/>
                  <a:gd name="T17" fmla="*/ 6 h 7"/>
                  <a:gd name="T18" fmla="*/ 5 w 9"/>
                  <a:gd name="T19" fmla="*/ 6 h 7"/>
                  <a:gd name="T20" fmla="*/ 6 w 9"/>
                  <a:gd name="T21" fmla="*/ 7 h 7"/>
                  <a:gd name="T22" fmla="*/ 8 w 9"/>
                  <a:gd name="T23" fmla="*/ 5 h 7"/>
                  <a:gd name="T24" fmla="*/ 9 w 9"/>
                  <a:gd name="T25" fmla="*/ 3 h 7"/>
                  <a:gd name="T26" fmla="*/ 8 w 9"/>
                  <a:gd name="T27" fmla="*/ 2 h 7"/>
                  <a:gd name="T28" fmla="*/ 7 w 9"/>
                  <a:gd name="T29" fmla="*/ 2 h 7"/>
                  <a:gd name="T30" fmla="*/ 6 w 9"/>
                  <a:gd name="T31" fmla="*/ 1 h 7"/>
                  <a:gd name="T32" fmla="*/ 7 w 9"/>
                  <a:gd name="T33" fmla="*/ 0 h 7"/>
                  <a:gd name="T34" fmla="*/ 7 w 9"/>
                  <a:gd name="T35" fmla="*/ 0 h 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"/>
                  <a:gd name="T55" fmla="*/ 0 h 7"/>
                  <a:gd name="T56" fmla="*/ 9 w 9"/>
                  <a:gd name="T57" fmla="*/ 7 h 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" h="7">
                    <a:moveTo>
                      <a:pt x="7" y="0"/>
                    </a:moveTo>
                    <a:lnTo>
                      <a:pt x="6" y="0"/>
                    </a:lnTo>
                    <a:lnTo>
                      <a:pt x="4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3" y="4"/>
                    </a:lnTo>
                    <a:lnTo>
                      <a:pt x="3" y="6"/>
                    </a:lnTo>
                    <a:lnTo>
                      <a:pt x="5" y="6"/>
                    </a:lnTo>
                    <a:lnTo>
                      <a:pt x="6" y="7"/>
                    </a:lnTo>
                    <a:lnTo>
                      <a:pt x="8" y="5"/>
                    </a:lnTo>
                    <a:lnTo>
                      <a:pt x="9" y="3"/>
                    </a:lnTo>
                    <a:lnTo>
                      <a:pt x="8" y="2"/>
                    </a:lnTo>
                    <a:lnTo>
                      <a:pt x="7" y="2"/>
                    </a:lnTo>
                    <a:lnTo>
                      <a:pt x="6" y="1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98" name="D805">
                <a:extLst>
                  <a:ext uri="{FF2B5EF4-FFF2-40B4-BE49-F238E27FC236}">
                    <a16:creationId xmlns:a16="http://schemas.microsoft.com/office/drawing/2014/main" id="{B0C56B4D-A9C9-1049-9903-15AB7DDB1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5796" y="5915066"/>
                <a:ext cx="4" cy="2"/>
              </a:xfrm>
              <a:custGeom>
                <a:avLst/>
                <a:gdLst>
                  <a:gd name="T0" fmla="*/ 3 w 4"/>
                  <a:gd name="T1" fmla="*/ 0 h 2"/>
                  <a:gd name="T2" fmla="*/ 2 w 4"/>
                  <a:gd name="T3" fmla="*/ 0 h 2"/>
                  <a:gd name="T4" fmla="*/ 1 w 4"/>
                  <a:gd name="T5" fmla="*/ 0 h 2"/>
                  <a:gd name="T6" fmla="*/ 0 w 4"/>
                  <a:gd name="T7" fmla="*/ 0 h 2"/>
                  <a:gd name="T8" fmla="*/ 1 w 4"/>
                  <a:gd name="T9" fmla="*/ 1 h 2"/>
                  <a:gd name="T10" fmla="*/ 3 w 4"/>
                  <a:gd name="T11" fmla="*/ 2 h 2"/>
                  <a:gd name="T12" fmla="*/ 4 w 4"/>
                  <a:gd name="T13" fmla="*/ 2 h 2"/>
                  <a:gd name="T14" fmla="*/ 4 w 4"/>
                  <a:gd name="T15" fmla="*/ 1 h 2"/>
                  <a:gd name="T16" fmla="*/ 3 w 4"/>
                  <a:gd name="T17" fmla="*/ 0 h 2"/>
                  <a:gd name="T18" fmla="*/ 3 w 4"/>
                  <a:gd name="T19" fmla="*/ 0 h 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"/>
                  <a:gd name="T31" fmla="*/ 0 h 2"/>
                  <a:gd name="T32" fmla="*/ 4 w 4"/>
                  <a:gd name="T33" fmla="*/ 2 h 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" h="2">
                    <a:moveTo>
                      <a:pt x="3" y="0"/>
                    </a:moveTo>
                    <a:lnTo>
                      <a:pt x="2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1"/>
                    </a:lnTo>
                    <a:lnTo>
                      <a:pt x="3" y="2"/>
                    </a:lnTo>
                    <a:lnTo>
                      <a:pt x="4" y="2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grpSp>
          <p:nvGrpSpPr>
            <p:cNvPr id="61" name="Sweden">
              <a:extLst>
                <a:ext uri="{FF2B5EF4-FFF2-40B4-BE49-F238E27FC236}">
                  <a16:creationId xmlns:a16="http://schemas.microsoft.com/office/drawing/2014/main" id="{E73C8545-A1FC-1342-99F6-C845804B8E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4057" y="2685593"/>
              <a:ext cx="270089" cy="481583"/>
              <a:chOff x="16697325" y="2686050"/>
              <a:chExt cx="121" cy="197"/>
            </a:xfrm>
            <a:solidFill>
              <a:srgbClr val="002B69">
                <a:alpha val="91000"/>
              </a:srgbClr>
            </a:solidFill>
          </p:grpSpPr>
          <p:sp>
            <p:nvSpPr>
              <p:cNvPr id="92" name="D830">
                <a:extLst>
                  <a:ext uri="{FF2B5EF4-FFF2-40B4-BE49-F238E27FC236}">
                    <a16:creationId xmlns:a16="http://schemas.microsoft.com/office/drawing/2014/main" id="{C701D4EE-A0BD-0E44-8120-224CBD2EE5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97325" y="2686050"/>
                <a:ext cx="121" cy="197"/>
              </a:xfrm>
              <a:custGeom>
                <a:avLst/>
                <a:gdLst>
                  <a:gd name="T0" fmla="*/ 113 w 121"/>
                  <a:gd name="T1" fmla="*/ 51 h 197"/>
                  <a:gd name="T2" fmla="*/ 107 w 121"/>
                  <a:gd name="T3" fmla="*/ 51 h 197"/>
                  <a:gd name="T4" fmla="*/ 103 w 121"/>
                  <a:gd name="T5" fmla="*/ 53 h 197"/>
                  <a:gd name="T6" fmla="*/ 101 w 121"/>
                  <a:gd name="T7" fmla="*/ 57 h 197"/>
                  <a:gd name="T8" fmla="*/ 97 w 121"/>
                  <a:gd name="T9" fmla="*/ 60 h 197"/>
                  <a:gd name="T10" fmla="*/ 95 w 121"/>
                  <a:gd name="T11" fmla="*/ 68 h 197"/>
                  <a:gd name="T12" fmla="*/ 96 w 121"/>
                  <a:gd name="T13" fmla="*/ 73 h 197"/>
                  <a:gd name="T14" fmla="*/ 91 w 121"/>
                  <a:gd name="T15" fmla="*/ 77 h 197"/>
                  <a:gd name="T16" fmla="*/ 85 w 121"/>
                  <a:gd name="T17" fmla="*/ 83 h 197"/>
                  <a:gd name="T18" fmla="*/ 76 w 121"/>
                  <a:gd name="T19" fmla="*/ 86 h 197"/>
                  <a:gd name="T20" fmla="*/ 70 w 121"/>
                  <a:gd name="T21" fmla="*/ 91 h 197"/>
                  <a:gd name="T22" fmla="*/ 67 w 121"/>
                  <a:gd name="T23" fmla="*/ 94 h 197"/>
                  <a:gd name="T24" fmla="*/ 62 w 121"/>
                  <a:gd name="T25" fmla="*/ 95 h 197"/>
                  <a:gd name="T26" fmla="*/ 58 w 121"/>
                  <a:gd name="T27" fmla="*/ 100 h 197"/>
                  <a:gd name="T28" fmla="*/ 58 w 121"/>
                  <a:gd name="T29" fmla="*/ 110 h 197"/>
                  <a:gd name="T30" fmla="*/ 56 w 121"/>
                  <a:gd name="T31" fmla="*/ 115 h 197"/>
                  <a:gd name="T32" fmla="*/ 57 w 121"/>
                  <a:gd name="T33" fmla="*/ 125 h 197"/>
                  <a:gd name="T34" fmla="*/ 51 w 121"/>
                  <a:gd name="T35" fmla="*/ 132 h 197"/>
                  <a:gd name="T36" fmla="*/ 57 w 121"/>
                  <a:gd name="T37" fmla="*/ 131 h 197"/>
                  <a:gd name="T38" fmla="*/ 64 w 121"/>
                  <a:gd name="T39" fmla="*/ 129 h 197"/>
                  <a:gd name="T40" fmla="*/ 71 w 121"/>
                  <a:gd name="T41" fmla="*/ 135 h 197"/>
                  <a:gd name="T42" fmla="*/ 67 w 121"/>
                  <a:gd name="T43" fmla="*/ 143 h 197"/>
                  <a:gd name="T44" fmla="*/ 56 w 121"/>
                  <a:gd name="T45" fmla="*/ 143 h 197"/>
                  <a:gd name="T46" fmla="*/ 49 w 121"/>
                  <a:gd name="T47" fmla="*/ 143 h 197"/>
                  <a:gd name="T48" fmla="*/ 63 w 121"/>
                  <a:gd name="T49" fmla="*/ 145 h 197"/>
                  <a:gd name="T50" fmla="*/ 66 w 121"/>
                  <a:gd name="T51" fmla="*/ 145 h 197"/>
                  <a:gd name="T52" fmla="*/ 60 w 121"/>
                  <a:gd name="T53" fmla="*/ 148 h 197"/>
                  <a:gd name="T54" fmla="*/ 53 w 121"/>
                  <a:gd name="T55" fmla="*/ 154 h 197"/>
                  <a:gd name="T56" fmla="*/ 53 w 121"/>
                  <a:gd name="T57" fmla="*/ 157 h 197"/>
                  <a:gd name="T58" fmla="*/ 52 w 121"/>
                  <a:gd name="T59" fmla="*/ 161 h 197"/>
                  <a:gd name="T60" fmla="*/ 51 w 121"/>
                  <a:gd name="T61" fmla="*/ 165 h 197"/>
                  <a:gd name="T62" fmla="*/ 49 w 121"/>
                  <a:gd name="T63" fmla="*/ 177 h 197"/>
                  <a:gd name="T64" fmla="*/ 37 w 121"/>
                  <a:gd name="T65" fmla="*/ 187 h 197"/>
                  <a:gd name="T66" fmla="*/ 29 w 121"/>
                  <a:gd name="T67" fmla="*/ 197 h 197"/>
                  <a:gd name="T68" fmla="*/ 17 w 121"/>
                  <a:gd name="T69" fmla="*/ 196 h 197"/>
                  <a:gd name="T70" fmla="*/ 13 w 121"/>
                  <a:gd name="T71" fmla="*/ 186 h 197"/>
                  <a:gd name="T72" fmla="*/ 17 w 121"/>
                  <a:gd name="T73" fmla="*/ 183 h 197"/>
                  <a:gd name="T74" fmla="*/ 9 w 121"/>
                  <a:gd name="T75" fmla="*/ 171 h 197"/>
                  <a:gd name="T76" fmla="*/ 6 w 121"/>
                  <a:gd name="T77" fmla="*/ 165 h 197"/>
                  <a:gd name="T78" fmla="*/ 4 w 121"/>
                  <a:gd name="T79" fmla="*/ 159 h 197"/>
                  <a:gd name="T80" fmla="*/ 1 w 121"/>
                  <a:gd name="T81" fmla="*/ 156 h 197"/>
                  <a:gd name="T82" fmla="*/ 2 w 121"/>
                  <a:gd name="T83" fmla="*/ 149 h 197"/>
                  <a:gd name="T84" fmla="*/ 6 w 121"/>
                  <a:gd name="T85" fmla="*/ 141 h 197"/>
                  <a:gd name="T86" fmla="*/ 13 w 121"/>
                  <a:gd name="T87" fmla="*/ 129 h 197"/>
                  <a:gd name="T88" fmla="*/ 16 w 121"/>
                  <a:gd name="T89" fmla="*/ 117 h 197"/>
                  <a:gd name="T90" fmla="*/ 9 w 121"/>
                  <a:gd name="T91" fmla="*/ 101 h 197"/>
                  <a:gd name="T92" fmla="*/ 11 w 121"/>
                  <a:gd name="T93" fmla="*/ 91 h 197"/>
                  <a:gd name="T94" fmla="*/ 22 w 121"/>
                  <a:gd name="T95" fmla="*/ 78 h 197"/>
                  <a:gd name="T96" fmla="*/ 25 w 121"/>
                  <a:gd name="T97" fmla="*/ 69 h 197"/>
                  <a:gd name="T98" fmla="*/ 33 w 121"/>
                  <a:gd name="T99" fmla="*/ 47 h 197"/>
                  <a:gd name="T100" fmla="*/ 43 w 121"/>
                  <a:gd name="T101" fmla="*/ 38 h 197"/>
                  <a:gd name="T102" fmla="*/ 48 w 121"/>
                  <a:gd name="T103" fmla="*/ 27 h 197"/>
                  <a:gd name="T104" fmla="*/ 57 w 121"/>
                  <a:gd name="T105" fmla="*/ 16 h 197"/>
                  <a:gd name="T106" fmla="*/ 66 w 121"/>
                  <a:gd name="T107" fmla="*/ 12 h 197"/>
                  <a:gd name="T108" fmla="*/ 76 w 121"/>
                  <a:gd name="T109" fmla="*/ 9 h 197"/>
                  <a:gd name="T110" fmla="*/ 83 w 121"/>
                  <a:gd name="T111" fmla="*/ 9 h 197"/>
                  <a:gd name="T112" fmla="*/ 84 w 121"/>
                  <a:gd name="T113" fmla="*/ 0 h 197"/>
                  <a:gd name="T114" fmla="*/ 92 w 121"/>
                  <a:gd name="T115" fmla="*/ 2 h 197"/>
                  <a:gd name="T116" fmla="*/ 113 w 121"/>
                  <a:gd name="T117" fmla="*/ 14 h 197"/>
                  <a:gd name="T118" fmla="*/ 117 w 121"/>
                  <a:gd name="T119" fmla="*/ 26 h 197"/>
                  <a:gd name="T120" fmla="*/ 120 w 121"/>
                  <a:gd name="T121" fmla="*/ 39 h 19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21"/>
                  <a:gd name="T184" fmla="*/ 0 h 197"/>
                  <a:gd name="T185" fmla="*/ 121 w 121"/>
                  <a:gd name="T186" fmla="*/ 197 h 19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21" h="197">
                    <a:moveTo>
                      <a:pt x="121" y="51"/>
                    </a:moveTo>
                    <a:lnTo>
                      <a:pt x="120" y="51"/>
                    </a:lnTo>
                    <a:lnTo>
                      <a:pt x="120" y="52"/>
                    </a:lnTo>
                    <a:lnTo>
                      <a:pt x="119" y="51"/>
                    </a:lnTo>
                    <a:lnTo>
                      <a:pt x="117" y="51"/>
                    </a:lnTo>
                    <a:lnTo>
                      <a:pt x="116" y="51"/>
                    </a:lnTo>
                    <a:lnTo>
                      <a:pt x="114" y="51"/>
                    </a:lnTo>
                    <a:lnTo>
                      <a:pt x="113" y="51"/>
                    </a:lnTo>
                    <a:lnTo>
                      <a:pt x="112" y="52"/>
                    </a:lnTo>
                    <a:lnTo>
                      <a:pt x="111" y="52"/>
                    </a:lnTo>
                    <a:lnTo>
                      <a:pt x="110" y="52"/>
                    </a:lnTo>
                    <a:lnTo>
                      <a:pt x="110" y="51"/>
                    </a:lnTo>
                    <a:lnTo>
                      <a:pt x="109" y="50"/>
                    </a:lnTo>
                    <a:lnTo>
                      <a:pt x="108" y="50"/>
                    </a:lnTo>
                    <a:lnTo>
                      <a:pt x="108" y="51"/>
                    </a:lnTo>
                    <a:lnTo>
                      <a:pt x="107" y="51"/>
                    </a:lnTo>
                    <a:lnTo>
                      <a:pt x="106" y="51"/>
                    </a:lnTo>
                    <a:lnTo>
                      <a:pt x="106" y="50"/>
                    </a:lnTo>
                    <a:lnTo>
                      <a:pt x="105" y="50"/>
                    </a:lnTo>
                    <a:lnTo>
                      <a:pt x="105" y="51"/>
                    </a:lnTo>
                    <a:lnTo>
                      <a:pt x="105" y="53"/>
                    </a:lnTo>
                    <a:lnTo>
                      <a:pt x="104" y="53"/>
                    </a:lnTo>
                    <a:lnTo>
                      <a:pt x="104" y="54"/>
                    </a:lnTo>
                    <a:lnTo>
                      <a:pt x="103" y="53"/>
                    </a:lnTo>
                    <a:lnTo>
                      <a:pt x="102" y="53"/>
                    </a:lnTo>
                    <a:lnTo>
                      <a:pt x="101" y="53"/>
                    </a:lnTo>
                    <a:lnTo>
                      <a:pt x="102" y="54"/>
                    </a:lnTo>
                    <a:lnTo>
                      <a:pt x="103" y="55"/>
                    </a:lnTo>
                    <a:lnTo>
                      <a:pt x="102" y="55"/>
                    </a:lnTo>
                    <a:lnTo>
                      <a:pt x="101" y="55"/>
                    </a:lnTo>
                    <a:lnTo>
                      <a:pt x="101" y="56"/>
                    </a:lnTo>
                    <a:lnTo>
                      <a:pt x="101" y="57"/>
                    </a:lnTo>
                    <a:lnTo>
                      <a:pt x="100" y="57"/>
                    </a:lnTo>
                    <a:lnTo>
                      <a:pt x="99" y="57"/>
                    </a:lnTo>
                    <a:lnTo>
                      <a:pt x="98" y="57"/>
                    </a:lnTo>
                    <a:lnTo>
                      <a:pt x="98" y="58"/>
                    </a:lnTo>
                    <a:lnTo>
                      <a:pt x="96" y="58"/>
                    </a:lnTo>
                    <a:lnTo>
                      <a:pt x="96" y="59"/>
                    </a:lnTo>
                    <a:lnTo>
                      <a:pt x="97" y="59"/>
                    </a:lnTo>
                    <a:lnTo>
                      <a:pt x="97" y="60"/>
                    </a:lnTo>
                    <a:lnTo>
                      <a:pt x="98" y="61"/>
                    </a:lnTo>
                    <a:lnTo>
                      <a:pt x="97" y="62"/>
                    </a:lnTo>
                    <a:lnTo>
                      <a:pt x="97" y="63"/>
                    </a:lnTo>
                    <a:lnTo>
                      <a:pt x="96" y="64"/>
                    </a:lnTo>
                    <a:lnTo>
                      <a:pt x="95" y="65"/>
                    </a:lnTo>
                    <a:lnTo>
                      <a:pt x="94" y="66"/>
                    </a:lnTo>
                    <a:lnTo>
                      <a:pt x="94" y="67"/>
                    </a:lnTo>
                    <a:lnTo>
                      <a:pt x="95" y="68"/>
                    </a:lnTo>
                    <a:lnTo>
                      <a:pt x="94" y="68"/>
                    </a:lnTo>
                    <a:lnTo>
                      <a:pt x="95" y="69"/>
                    </a:lnTo>
                    <a:lnTo>
                      <a:pt x="96" y="70"/>
                    </a:lnTo>
                    <a:lnTo>
                      <a:pt x="97" y="71"/>
                    </a:lnTo>
                    <a:lnTo>
                      <a:pt x="98" y="72"/>
                    </a:lnTo>
                    <a:lnTo>
                      <a:pt x="97" y="73"/>
                    </a:lnTo>
                    <a:lnTo>
                      <a:pt x="96" y="74"/>
                    </a:lnTo>
                    <a:lnTo>
                      <a:pt x="96" y="73"/>
                    </a:lnTo>
                    <a:lnTo>
                      <a:pt x="96" y="72"/>
                    </a:lnTo>
                    <a:lnTo>
                      <a:pt x="95" y="73"/>
                    </a:lnTo>
                    <a:lnTo>
                      <a:pt x="95" y="74"/>
                    </a:lnTo>
                    <a:lnTo>
                      <a:pt x="94" y="74"/>
                    </a:lnTo>
                    <a:lnTo>
                      <a:pt x="94" y="75"/>
                    </a:lnTo>
                    <a:lnTo>
                      <a:pt x="93" y="76"/>
                    </a:lnTo>
                    <a:lnTo>
                      <a:pt x="92" y="77"/>
                    </a:lnTo>
                    <a:lnTo>
                      <a:pt x="91" y="77"/>
                    </a:lnTo>
                    <a:lnTo>
                      <a:pt x="91" y="78"/>
                    </a:lnTo>
                    <a:lnTo>
                      <a:pt x="90" y="80"/>
                    </a:lnTo>
                    <a:lnTo>
                      <a:pt x="89" y="81"/>
                    </a:lnTo>
                    <a:lnTo>
                      <a:pt x="88" y="81"/>
                    </a:lnTo>
                    <a:lnTo>
                      <a:pt x="88" y="82"/>
                    </a:lnTo>
                    <a:lnTo>
                      <a:pt x="87" y="82"/>
                    </a:lnTo>
                    <a:lnTo>
                      <a:pt x="86" y="83"/>
                    </a:lnTo>
                    <a:lnTo>
                      <a:pt x="85" y="83"/>
                    </a:lnTo>
                    <a:lnTo>
                      <a:pt x="84" y="83"/>
                    </a:lnTo>
                    <a:lnTo>
                      <a:pt x="82" y="84"/>
                    </a:lnTo>
                    <a:lnTo>
                      <a:pt x="82" y="85"/>
                    </a:lnTo>
                    <a:lnTo>
                      <a:pt x="81" y="85"/>
                    </a:lnTo>
                    <a:lnTo>
                      <a:pt x="80" y="86"/>
                    </a:lnTo>
                    <a:lnTo>
                      <a:pt x="79" y="85"/>
                    </a:lnTo>
                    <a:lnTo>
                      <a:pt x="78" y="86"/>
                    </a:lnTo>
                    <a:lnTo>
                      <a:pt x="76" y="86"/>
                    </a:lnTo>
                    <a:lnTo>
                      <a:pt x="76" y="88"/>
                    </a:lnTo>
                    <a:lnTo>
                      <a:pt x="75" y="88"/>
                    </a:lnTo>
                    <a:lnTo>
                      <a:pt x="74" y="89"/>
                    </a:lnTo>
                    <a:lnTo>
                      <a:pt x="72" y="88"/>
                    </a:lnTo>
                    <a:lnTo>
                      <a:pt x="71" y="89"/>
                    </a:lnTo>
                    <a:lnTo>
                      <a:pt x="71" y="90"/>
                    </a:lnTo>
                    <a:lnTo>
                      <a:pt x="70" y="90"/>
                    </a:lnTo>
                    <a:lnTo>
                      <a:pt x="70" y="91"/>
                    </a:lnTo>
                    <a:lnTo>
                      <a:pt x="68" y="92"/>
                    </a:lnTo>
                    <a:lnTo>
                      <a:pt x="69" y="92"/>
                    </a:lnTo>
                    <a:lnTo>
                      <a:pt x="68" y="93"/>
                    </a:lnTo>
                    <a:lnTo>
                      <a:pt x="67" y="93"/>
                    </a:lnTo>
                    <a:lnTo>
                      <a:pt x="66" y="93"/>
                    </a:lnTo>
                    <a:lnTo>
                      <a:pt x="67" y="93"/>
                    </a:lnTo>
                    <a:lnTo>
                      <a:pt x="68" y="94"/>
                    </a:lnTo>
                    <a:lnTo>
                      <a:pt x="67" y="94"/>
                    </a:lnTo>
                    <a:lnTo>
                      <a:pt x="67" y="95"/>
                    </a:lnTo>
                    <a:lnTo>
                      <a:pt x="66" y="95"/>
                    </a:lnTo>
                    <a:lnTo>
                      <a:pt x="65" y="96"/>
                    </a:lnTo>
                    <a:lnTo>
                      <a:pt x="64" y="96"/>
                    </a:lnTo>
                    <a:lnTo>
                      <a:pt x="63" y="95"/>
                    </a:lnTo>
                    <a:lnTo>
                      <a:pt x="62" y="95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3" y="97"/>
                    </a:lnTo>
                    <a:lnTo>
                      <a:pt x="63" y="98"/>
                    </a:lnTo>
                    <a:lnTo>
                      <a:pt x="62" y="98"/>
                    </a:lnTo>
                    <a:lnTo>
                      <a:pt x="63" y="99"/>
                    </a:lnTo>
                    <a:lnTo>
                      <a:pt x="62" y="100"/>
                    </a:lnTo>
                    <a:lnTo>
                      <a:pt x="61" y="101"/>
                    </a:lnTo>
                    <a:lnTo>
                      <a:pt x="59" y="100"/>
                    </a:lnTo>
                    <a:lnTo>
                      <a:pt x="58" y="100"/>
                    </a:lnTo>
                    <a:lnTo>
                      <a:pt x="58" y="102"/>
                    </a:lnTo>
                    <a:lnTo>
                      <a:pt x="58" y="103"/>
                    </a:lnTo>
                    <a:lnTo>
                      <a:pt x="60" y="104"/>
                    </a:lnTo>
                    <a:lnTo>
                      <a:pt x="59" y="105"/>
                    </a:lnTo>
                    <a:lnTo>
                      <a:pt x="59" y="106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8" y="110"/>
                    </a:lnTo>
                    <a:lnTo>
                      <a:pt x="59" y="111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6" y="111"/>
                    </a:lnTo>
                    <a:lnTo>
                      <a:pt x="56" y="112"/>
                    </a:lnTo>
                    <a:lnTo>
                      <a:pt x="56" y="113"/>
                    </a:lnTo>
                    <a:lnTo>
                      <a:pt x="55" y="114"/>
                    </a:lnTo>
                    <a:lnTo>
                      <a:pt x="56" y="115"/>
                    </a:lnTo>
                    <a:lnTo>
                      <a:pt x="56" y="116"/>
                    </a:lnTo>
                    <a:lnTo>
                      <a:pt x="56" y="117"/>
                    </a:lnTo>
                    <a:lnTo>
                      <a:pt x="56" y="118"/>
                    </a:lnTo>
                    <a:lnTo>
                      <a:pt x="56" y="119"/>
                    </a:lnTo>
                    <a:lnTo>
                      <a:pt x="56" y="121"/>
                    </a:lnTo>
                    <a:lnTo>
                      <a:pt x="56" y="122"/>
                    </a:lnTo>
                    <a:lnTo>
                      <a:pt x="57" y="123"/>
                    </a:lnTo>
                    <a:lnTo>
                      <a:pt x="57" y="125"/>
                    </a:lnTo>
                    <a:lnTo>
                      <a:pt x="56" y="126"/>
                    </a:lnTo>
                    <a:lnTo>
                      <a:pt x="58" y="126"/>
                    </a:lnTo>
                    <a:lnTo>
                      <a:pt x="58" y="128"/>
                    </a:lnTo>
                    <a:lnTo>
                      <a:pt x="57" y="129"/>
                    </a:lnTo>
                    <a:lnTo>
                      <a:pt x="56" y="130"/>
                    </a:lnTo>
                    <a:lnTo>
                      <a:pt x="54" y="131"/>
                    </a:lnTo>
                    <a:lnTo>
                      <a:pt x="53" y="131"/>
                    </a:lnTo>
                    <a:lnTo>
                      <a:pt x="51" y="132"/>
                    </a:lnTo>
                    <a:lnTo>
                      <a:pt x="49" y="133"/>
                    </a:lnTo>
                    <a:lnTo>
                      <a:pt x="48" y="133"/>
                    </a:lnTo>
                    <a:lnTo>
                      <a:pt x="49" y="134"/>
                    </a:lnTo>
                    <a:lnTo>
                      <a:pt x="51" y="133"/>
                    </a:lnTo>
                    <a:lnTo>
                      <a:pt x="53" y="133"/>
                    </a:lnTo>
                    <a:lnTo>
                      <a:pt x="54" y="133"/>
                    </a:lnTo>
                    <a:lnTo>
                      <a:pt x="55" y="132"/>
                    </a:lnTo>
                    <a:lnTo>
                      <a:pt x="57" y="131"/>
                    </a:lnTo>
                    <a:lnTo>
                      <a:pt x="58" y="129"/>
                    </a:lnTo>
                    <a:lnTo>
                      <a:pt x="59" y="128"/>
                    </a:lnTo>
                    <a:lnTo>
                      <a:pt x="59" y="127"/>
                    </a:lnTo>
                    <a:lnTo>
                      <a:pt x="60" y="127"/>
                    </a:lnTo>
                    <a:lnTo>
                      <a:pt x="61" y="128"/>
                    </a:lnTo>
                    <a:lnTo>
                      <a:pt x="62" y="128"/>
                    </a:lnTo>
                    <a:lnTo>
                      <a:pt x="64" y="128"/>
                    </a:lnTo>
                    <a:lnTo>
                      <a:pt x="64" y="129"/>
                    </a:lnTo>
                    <a:lnTo>
                      <a:pt x="65" y="130"/>
                    </a:lnTo>
                    <a:lnTo>
                      <a:pt x="66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8" y="133"/>
                    </a:lnTo>
                    <a:lnTo>
                      <a:pt x="69" y="134"/>
                    </a:lnTo>
                    <a:lnTo>
                      <a:pt x="71" y="135"/>
                    </a:lnTo>
                    <a:lnTo>
                      <a:pt x="72" y="136"/>
                    </a:lnTo>
                    <a:lnTo>
                      <a:pt x="72" y="137"/>
                    </a:lnTo>
                    <a:lnTo>
                      <a:pt x="71" y="138"/>
                    </a:lnTo>
                    <a:lnTo>
                      <a:pt x="71" y="139"/>
                    </a:lnTo>
                    <a:lnTo>
                      <a:pt x="70" y="140"/>
                    </a:lnTo>
                    <a:lnTo>
                      <a:pt x="69" y="141"/>
                    </a:lnTo>
                    <a:lnTo>
                      <a:pt x="69" y="142"/>
                    </a:lnTo>
                    <a:lnTo>
                      <a:pt x="67" y="143"/>
                    </a:lnTo>
                    <a:lnTo>
                      <a:pt x="64" y="144"/>
                    </a:lnTo>
                    <a:lnTo>
                      <a:pt x="63" y="144"/>
                    </a:lnTo>
                    <a:lnTo>
                      <a:pt x="62" y="144"/>
                    </a:lnTo>
                    <a:lnTo>
                      <a:pt x="61" y="142"/>
                    </a:lnTo>
                    <a:lnTo>
                      <a:pt x="60" y="143"/>
                    </a:lnTo>
                    <a:lnTo>
                      <a:pt x="59" y="142"/>
                    </a:lnTo>
                    <a:lnTo>
                      <a:pt x="58" y="142"/>
                    </a:lnTo>
                    <a:lnTo>
                      <a:pt x="56" y="143"/>
                    </a:lnTo>
                    <a:lnTo>
                      <a:pt x="55" y="141"/>
                    </a:lnTo>
                    <a:lnTo>
                      <a:pt x="55" y="142"/>
                    </a:lnTo>
                    <a:lnTo>
                      <a:pt x="53" y="141"/>
                    </a:lnTo>
                    <a:lnTo>
                      <a:pt x="51" y="142"/>
                    </a:lnTo>
                    <a:lnTo>
                      <a:pt x="50" y="141"/>
                    </a:lnTo>
                    <a:lnTo>
                      <a:pt x="49" y="142"/>
                    </a:lnTo>
                    <a:lnTo>
                      <a:pt x="48" y="143"/>
                    </a:lnTo>
                    <a:lnTo>
                      <a:pt x="49" y="143"/>
                    </a:lnTo>
                    <a:lnTo>
                      <a:pt x="52" y="143"/>
                    </a:lnTo>
                    <a:lnTo>
                      <a:pt x="54" y="143"/>
                    </a:lnTo>
                    <a:lnTo>
                      <a:pt x="56" y="144"/>
                    </a:lnTo>
                    <a:lnTo>
                      <a:pt x="57" y="145"/>
                    </a:lnTo>
                    <a:lnTo>
                      <a:pt x="57" y="146"/>
                    </a:lnTo>
                    <a:lnTo>
                      <a:pt x="58" y="145"/>
                    </a:lnTo>
                    <a:lnTo>
                      <a:pt x="60" y="145"/>
                    </a:lnTo>
                    <a:lnTo>
                      <a:pt x="63" y="145"/>
                    </a:lnTo>
                    <a:lnTo>
                      <a:pt x="66" y="145"/>
                    </a:lnTo>
                    <a:lnTo>
                      <a:pt x="68" y="144"/>
                    </a:lnTo>
                    <a:lnTo>
                      <a:pt x="69" y="144"/>
                    </a:lnTo>
                    <a:lnTo>
                      <a:pt x="69" y="145"/>
                    </a:lnTo>
                    <a:lnTo>
                      <a:pt x="68" y="145"/>
                    </a:lnTo>
                    <a:lnTo>
                      <a:pt x="68" y="146"/>
                    </a:lnTo>
                    <a:lnTo>
                      <a:pt x="67" y="146"/>
                    </a:lnTo>
                    <a:lnTo>
                      <a:pt x="66" y="145"/>
                    </a:lnTo>
                    <a:lnTo>
                      <a:pt x="66" y="146"/>
                    </a:lnTo>
                    <a:lnTo>
                      <a:pt x="67" y="147"/>
                    </a:lnTo>
                    <a:lnTo>
                      <a:pt x="64" y="149"/>
                    </a:lnTo>
                    <a:lnTo>
                      <a:pt x="63" y="150"/>
                    </a:lnTo>
                    <a:lnTo>
                      <a:pt x="62" y="150"/>
                    </a:lnTo>
                    <a:lnTo>
                      <a:pt x="61" y="150"/>
                    </a:lnTo>
                    <a:lnTo>
                      <a:pt x="61" y="149"/>
                    </a:lnTo>
                    <a:lnTo>
                      <a:pt x="60" y="148"/>
                    </a:lnTo>
                    <a:lnTo>
                      <a:pt x="60" y="150"/>
                    </a:lnTo>
                    <a:lnTo>
                      <a:pt x="59" y="151"/>
                    </a:lnTo>
                    <a:lnTo>
                      <a:pt x="58" y="152"/>
                    </a:lnTo>
                    <a:lnTo>
                      <a:pt x="57" y="152"/>
                    </a:lnTo>
                    <a:lnTo>
                      <a:pt x="56" y="152"/>
                    </a:lnTo>
                    <a:lnTo>
                      <a:pt x="55" y="152"/>
                    </a:lnTo>
                    <a:lnTo>
                      <a:pt x="54" y="154"/>
                    </a:lnTo>
                    <a:lnTo>
                      <a:pt x="53" y="154"/>
                    </a:lnTo>
                    <a:lnTo>
                      <a:pt x="51" y="154"/>
                    </a:lnTo>
                    <a:lnTo>
                      <a:pt x="47" y="154"/>
                    </a:lnTo>
                    <a:lnTo>
                      <a:pt x="48" y="154"/>
                    </a:lnTo>
                    <a:lnTo>
                      <a:pt x="49" y="154"/>
                    </a:lnTo>
                    <a:lnTo>
                      <a:pt x="50" y="155"/>
                    </a:lnTo>
                    <a:lnTo>
                      <a:pt x="52" y="155"/>
                    </a:lnTo>
                    <a:lnTo>
                      <a:pt x="53" y="156"/>
                    </a:lnTo>
                    <a:lnTo>
                      <a:pt x="53" y="157"/>
                    </a:lnTo>
                    <a:lnTo>
                      <a:pt x="51" y="157"/>
                    </a:lnTo>
                    <a:lnTo>
                      <a:pt x="50" y="156"/>
                    </a:lnTo>
                    <a:lnTo>
                      <a:pt x="49" y="156"/>
                    </a:lnTo>
                    <a:lnTo>
                      <a:pt x="51" y="157"/>
                    </a:lnTo>
                    <a:lnTo>
                      <a:pt x="52" y="158"/>
                    </a:lnTo>
                    <a:lnTo>
                      <a:pt x="52" y="159"/>
                    </a:lnTo>
                    <a:lnTo>
                      <a:pt x="52" y="160"/>
                    </a:lnTo>
                    <a:lnTo>
                      <a:pt x="52" y="161"/>
                    </a:lnTo>
                    <a:lnTo>
                      <a:pt x="52" y="162"/>
                    </a:lnTo>
                    <a:lnTo>
                      <a:pt x="51" y="163"/>
                    </a:lnTo>
                    <a:lnTo>
                      <a:pt x="52" y="164"/>
                    </a:lnTo>
                    <a:lnTo>
                      <a:pt x="51" y="164"/>
                    </a:lnTo>
                    <a:lnTo>
                      <a:pt x="50" y="163"/>
                    </a:lnTo>
                    <a:lnTo>
                      <a:pt x="50" y="164"/>
                    </a:lnTo>
                    <a:lnTo>
                      <a:pt x="50" y="165"/>
                    </a:lnTo>
                    <a:lnTo>
                      <a:pt x="51" y="165"/>
                    </a:lnTo>
                    <a:lnTo>
                      <a:pt x="51" y="167"/>
                    </a:lnTo>
                    <a:lnTo>
                      <a:pt x="50" y="168"/>
                    </a:lnTo>
                    <a:lnTo>
                      <a:pt x="51" y="169"/>
                    </a:lnTo>
                    <a:lnTo>
                      <a:pt x="51" y="170"/>
                    </a:lnTo>
                    <a:lnTo>
                      <a:pt x="50" y="172"/>
                    </a:lnTo>
                    <a:lnTo>
                      <a:pt x="49" y="173"/>
                    </a:lnTo>
                    <a:lnTo>
                      <a:pt x="50" y="175"/>
                    </a:lnTo>
                    <a:lnTo>
                      <a:pt x="49" y="177"/>
                    </a:lnTo>
                    <a:lnTo>
                      <a:pt x="49" y="179"/>
                    </a:lnTo>
                    <a:lnTo>
                      <a:pt x="47" y="182"/>
                    </a:lnTo>
                    <a:lnTo>
                      <a:pt x="46" y="185"/>
                    </a:lnTo>
                    <a:lnTo>
                      <a:pt x="45" y="187"/>
                    </a:lnTo>
                    <a:lnTo>
                      <a:pt x="43" y="187"/>
                    </a:lnTo>
                    <a:lnTo>
                      <a:pt x="41" y="187"/>
                    </a:lnTo>
                    <a:lnTo>
                      <a:pt x="39" y="187"/>
                    </a:lnTo>
                    <a:lnTo>
                      <a:pt x="37" y="187"/>
                    </a:lnTo>
                    <a:lnTo>
                      <a:pt x="35" y="187"/>
                    </a:lnTo>
                    <a:lnTo>
                      <a:pt x="33" y="187"/>
                    </a:lnTo>
                    <a:lnTo>
                      <a:pt x="33" y="189"/>
                    </a:lnTo>
                    <a:lnTo>
                      <a:pt x="31" y="188"/>
                    </a:lnTo>
                    <a:lnTo>
                      <a:pt x="30" y="190"/>
                    </a:lnTo>
                    <a:lnTo>
                      <a:pt x="29" y="192"/>
                    </a:lnTo>
                    <a:lnTo>
                      <a:pt x="30" y="195"/>
                    </a:lnTo>
                    <a:lnTo>
                      <a:pt x="29" y="197"/>
                    </a:lnTo>
                    <a:lnTo>
                      <a:pt x="28" y="197"/>
                    </a:lnTo>
                    <a:lnTo>
                      <a:pt x="26" y="196"/>
                    </a:lnTo>
                    <a:lnTo>
                      <a:pt x="23" y="197"/>
                    </a:lnTo>
                    <a:lnTo>
                      <a:pt x="20" y="197"/>
                    </a:lnTo>
                    <a:lnTo>
                      <a:pt x="18" y="197"/>
                    </a:lnTo>
                    <a:lnTo>
                      <a:pt x="16" y="197"/>
                    </a:lnTo>
                    <a:lnTo>
                      <a:pt x="16" y="196"/>
                    </a:lnTo>
                    <a:lnTo>
                      <a:pt x="17" y="196"/>
                    </a:lnTo>
                    <a:lnTo>
                      <a:pt x="17" y="195"/>
                    </a:lnTo>
                    <a:lnTo>
                      <a:pt x="18" y="194"/>
                    </a:lnTo>
                    <a:lnTo>
                      <a:pt x="17" y="193"/>
                    </a:lnTo>
                    <a:lnTo>
                      <a:pt x="16" y="191"/>
                    </a:lnTo>
                    <a:lnTo>
                      <a:pt x="15" y="189"/>
                    </a:lnTo>
                    <a:lnTo>
                      <a:pt x="14" y="188"/>
                    </a:lnTo>
                    <a:lnTo>
                      <a:pt x="13" y="187"/>
                    </a:lnTo>
                    <a:lnTo>
                      <a:pt x="13" y="186"/>
                    </a:lnTo>
                    <a:lnTo>
                      <a:pt x="14" y="186"/>
                    </a:lnTo>
                    <a:lnTo>
                      <a:pt x="16" y="186"/>
                    </a:lnTo>
                    <a:lnTo>
                      <a:pt x="15" y="186"/>
                    </a:lnTo>
                    <a:lnTo>
                      <a:pt x="15" y="185"/>
                    </a:lnTo>
                    <a:lnTo>
                      <a:pt x="14" y="184"/>
                    </a:lnTo>
                    <a:lnTo>
                      <a:pt x="15" y="184"/>
                    </a:lnTo>
                    <a:lnTo>
                      <a:pt x="16" y="184"/>
                    </a:lnTo>
                    <a:lnTo>
                      <a:pt x="17" y="183"/>
                    </a:lnTo>
                    <a:lnTo>
                      <a:pt x="17" y="182"/>
                    </a:lnTo>
                    <a:lnTo>
                      <a:pt x="16" y="181"/>
                    </a:lnTo>
                    <a:lnTo>
                      <a:pt x="14" y="180"/>
                    </a:lnTo>
                    <a:lnTo>
                      <a:pt x="13" y="178"/>
                    </a:lnTo>
                    <a:lnTo>
                      <a:pt x="11" y="177"/>
                    </a:lnTo>
                    <a:lnTo>
                      <a:pt x="10" y="175"/>
                    </a:lnTo>
                    <a:lnTo>
                      <a:pt x="10" y="173"/>
                    </a:lnTo>
                    <a:lnTo>
                      <a:pt x="9" y="171"/>
                    </a:lnTo>
                    <a:lnTo>
                      <a:pt x="8" y="171"/>
                    </a:lnTo>
                    <a:lnTo>
                      <a:pt x="7" y="171"/>
                    </a:lnTo>
                    <a:lnTo>
                      <a:pt x="8" y="170"/>
                    </a:lnTo>
                    <a:lnTo>
                      <a:pt x="7" y="169"/>
                    </a:lnTo>
                    <a:lnTo>
                      <a:pt x="7" y="168"/>
                    </a:lnTo>
                    <a:lnTo>
                      <a:pt x="8" y="167"/>
                    </a:lnTo>
                    <a:lnTo>
                      <a:pt x="8" y="165"/>
                    </a:lnTo>
                    <a:lnTo>
                      <a:pt x="6" y="165"/>
                    </a:lnTo>
                    <a:lnTo>
                      <a:pt x="6" y="164"/>
                    </a:lnTo>
                    <a:lnTo>
                      <a:pt x="6" y="163"/>
                    </a:lnTo>
                    <a:lnTo>
                      <a:pt x="6" y="162"/>
                    </a:lnTo>
                    <a:lnTo>
                      <a:pt x="5" y="162"/>
                    </a:lnTo>
                    <a:lnTo>
                      <a:pt x="3" y="161"/>
                    </a:lnTo>
                    <a:lnTo>
                      <a:pt x="5" y="160"/>
                    </a:lnTo>
                    <a:lnTo>
                      <a:pt x="5" y="159"/>
                    </a:lnTo>
                    <a:lnTo>
                      <a:pt x="4" y="159"/>
                    </a:lnTo>
                    <a:lnTo>
                      <a:pt x="5" y="158"/>
                    </a:lnTo>
                    <a:lnTo>
                      <a:pt x="4" y="157"/>
                    </a:lnTo>
                    <a:lnTo>
                      <a:pt x="4" y="158"/>
                    </a:lnTo>
                    <a:lnTo>
                      <a:pt x="3" y="159"/>
                    </a:lnTo>
                    <a:lnTo>
                      <a:pt x="3" y="158"/>
                    </a:lnTo>
                    <a:lnTo>
                      <a:pt x="3" y="157"/>
                    </a:lnTo>
                    <a:lnTo>
                      <a:pt x="2" y="157"/>
                    </a:lnTo>
                    <a:lnTo>
                      <a:pt x="1" y="156"/>
                    </a:lnTo>
                    <a:lnTo>
                      <a:pt x="1" y="155"/>
                    </a:lnTo>
                    <a:lnTo>
                      <a:pt x="1" y="153"/>
                    </a:lnTo>
                    <a:lnTo>
                      <a:pt x="1" y="152"/>
                    </a:lnTo>
                    <a:lnTo>
                      <a:pt x="0" y="151"/>
                    </a:lnTo>
                    <a:lnTo>
                      <a:pt x="0" y="150"/>
                    </a:lnTo>
                    <a:lnTo>
                      <a:pt x="1" y="148"/>
                    </a:lnTo>
                    <a:lnTo>
                      <a:pt x="2" y="148"/>
                    </a:lnTo>
                    <a:lnTo>
                      <a:pt x="2" y="149"/>
                    </a:lnTo>
                    <a:lnTo>
                      <a:pt x="2" y="151"/>
                    </a:lnTo>
                    <a:lnTo>
                      <a:pt x="3" y="150"/>
                    </a:lnTo>
                    <a:lnTo>
                      <a:pt x="3" y="151"/>
                    </a:lnTo>
                    <a:lnTo>
                      <a:pt x="5" y="150"/>
                    </a:lnTo>
                    <a:lnTo>
                      <a:pt x="6" y="145"/>
                    </a:lnTo>
                    <a:lnTo>
                      <a:pt x="5" y="144"/>
                    </a:lnTo>
                    <a:lnTo>
                      <a:pt x="5" y="142"/>
                    </a:lnTo>
                    <a:lnTo>
                      <a:pt x="6" y="141"/>
                    </a:lnTo>
                    <a:lnTo>
                      <a:pt x="7" y="139"/>
                    </a:lnTo>
                    <a:lnTo>
                      <a:pt x="7" y="137"/>
                    </a:lnTo>
                    <a:lnTo>
                      <a:pt x="9" y="137"/>
                    </a:lnTo>
                    <a:lnTo>
                      <a:pt x="12" y="136"/>
                    </a:lnTo>
                    <a:lnTo>
                      <a:pt x="13" y="134"/>
                    </a:lnTo>
                    <a:lnTo>
                      <a:pt x="13" y="133"/>
                    </a:lnTo>
                    <a:lnTo>
                      <a:pt x="12" y="132"/>
                    </a:lnTo>
                    <a:lnTo>
                      <a:pt x="13" y="129"/>
                    </a:lnTo>
                    <a:lnTo>
                      <a:pt x="14" y="128"/>
                    </a:lnTo>
                    <a:lnTo>
                      <a:pt x="13" y="127"/>
                    </a:lnTo>
                    <a:lnTo>
                      <a:pt x="12" y="124"/>
                    </a:lnTo>
                    <a:lnTo>
                      <a:pt x="10" y="122"/>
                    </a:lnTo>
                    <a:lnTo>
                      <a:pt x="11" y="121"/>
                    </a:lnTo>
                    <a:lnTo>
                      <a:pt x="13" y="120"/>
                    </a:lnTo>
                    <a:lnTo>
                      <a:pt x="15" y="119"/>
                    </a:lnTo>
                    <a:lnTo>
                      <a:pt x="16" y="117"/>
                    </a:lnTo>
                    <a:lnTo>
                      <a:pt x="16" y="114"/>
                    </a:lnTo>
                    <a:lnTo>
                      <a:pt x="12" y="112"/>
                    </a:lnTo>
                    <a:lnTo>
                      <a:pt x="11" y="110"/>
                    </a:lnTo>
                    <a:lnTo>
                      <a:pt x="10" y="108"/>
                    </a:lnTo>
                    <a:lnTo>
                      <a:pt x="10" y="105"/>
                    </a:lnTo>
                    <a:lnTo>
                      <a:pt x="11" y="103"/>
                    </a:lnTo>
                    <a:lnTo>
                      <a:pt x="10" y="101"/>
                    </a:lnTo>
                    <a:lnTo>
                      <a:pt x="9" y="101"/>
                    </a:lnTo>
                    <a:lnTo>
                      <a:pt x="9" y="99"/>
                    </a:lnTo>
                    <a:lnTo>
                      <a:pt x="10" y="98"/>
                    </a:lnTo>
                    <a:lnTo>
                      <a:pt x="10" y="97"/>
                    </a:lnTo>
                    <a:lnTo>
                      <a:pt x="10" y="96"/>
                    </a:lnTo>
                    <a:lnTo>
                      <a:pt x="10" y="94"/>
                    </a:lnTo>
                    <a:lnTo>
                      <a:pt x="11" y="93"/>
                    </a:lnTo>
                    <a:lnTo>
                      <a:pt x="12" y="92"/>
                    </a:lnTo>
                    <a:lnTo>
                      <a:pt x="11" y="91"/>
                    </a:lnTo>
                    <a:lnTo>
                      <a:pt x="10" y="90"/>
                    </a:lnTo>
                    <a:lnTo>
                      <a:pt x="9" y="87"/>
                    </a:lnTo>
                    <a:lnTo>
                      <a:pt x="10" y="85"/>
                    </a:lnTo>
                    <a:lnTo>
                      <a:pt x="11" y="83"/>
                    </a:lnTo>
                    <a:lnTo>
                      <a:pt x="13" y="81"/>
                    </a:lnTo>
                    <a:lnTo>
                      <a:pt x="15" y="80"/>
                    </a:lnTo>
                    <a:lnTo>
                      <a:pt x="18" y="78"/>
                    </a:lnTo>
                    <a:lnTo>
                      <a:pt x="22" y="78"/>
                    </a:lnTo>
                    <a:lnTo>
                      <a:pt x="25" y="78"/>
                    </a:lnTo>
                    <a:lnTo>
                      <a:pt x="27" y="78"/>
                    </a:lnTo>
                    <a:lnTo>
                      <a:pt x="29" y="77"/>
                    </a:lnTo>
                    <a:lnTo>
                      <a:pt x="29" y="75"/>
                    </a:lnTo>
                    <a:lnTo>
                      <a:pt x="29" y="73"/>
                    </a:lnTo>
                    <a:lnTo>
                      <a:pt x="28" y="72"/>
                    </a:lnTo>
                    <a:lnTo>
                      <a:pt x="26" y="70"/>
                    </a:lnTo>
                    <a:lnTo>
                      <a:pt x="25" y="69"/>
                    </a:lnTo>
                    <a:lnTo>
                      <a:pt x="27" y="67"/>
                    </a:lnTo>
                    <a:lnTo>
                      <a:pt x="29" y="65"/>
                    </a:lnTo>
                    <a:lnTo>
                      <a:pt x="31" y="62"/>
                    </a:lnTo>
                    <a:lnTo>
                      <a:pt x="32" y="61"/>
                    </a:lnTo>
                    <a:lnTo>
                      <a:pt x="33" y="55"/>
                    </a:lnTo>
                    <a:lnTo>
                      <a:pt x="33" y="51"/>
                    </a:lnTo>
                    <a:lnTo>
                      <a:pt x="33" y="49"/>
                    </a:lnTo>
                    <a:lnTo>
                      <a:pt x="33" y="47"/>
                    </a:lnTo>
                    <a:lnTo>
                      <a:pt x="34" y="47"/>
                    </a:lnTo>
                    <a:lnTo>
                      <a:pt x="36" y="47"/>
                    </a:lnTo>
                    <a:lnTo>
                      <a:pt x="38" y="46"/>
                    </a:lnTo>
                    <a:lnTo>
                      <a:pt x="39" y="45"/>
                    </a:lnTo>
                    <a:lnTo>
                      <a:pt x="40" y="44"/>
                    </a:lnTo>
                    <a:lnTo>
                      <a:pt x="40" y="42"/>
                    </a:lnTo>
                    <a:lnTo>
                      <a:pt x="41" y="40"/>
                    </a:lnTo>
                    <a:lnTo>
                      <a:pt x="43" y="38"/>
                    </a:lnTo>
                    <a:lnTo>
                      <a:pt x="45" y="36"/>
                    </a:lnTo>
                    <a:lnTo>
                      <a:pt x="46" y="35"/>
                    </a:lnTo>
                    <a:lnTo>
                      <a:pt x="49" y="33"/>
                    </a:lnTo>
                    <a:lnTo>
                      <a:pt x="50" y="32"/>
                    </a:lnTo>
                    <a:lnTo>
                      <a:pt x="50" y="31"/>
                    </a:lnTo>
                    <a:lnTo>
                      <a:pt x="50" y="30"/>
                    </a:lnTo>
                    <a:lnTo>
                      <a:pt x="49" y="28"/>
                    </a:lnTo>
                    <a:lnTo>
                      <a:pt x="48" y="27"/>
                    </a:lnTo>
                    <a:lnTo>
                      <a:pt x="48" y="26"/>
                    </a:lnTo>
                    <a:lnTo>
                      <a:pt x="51" y="24"/>
                    </a:lnTo>
                    <a:lnTo>
                      <a:pt x="52" y="23"/>
                    </a:lnTo>
                    <a:lnTo>
                      <a:pt x="52" y="21"/>
                    </a:lnTo>
                    <a:lnTo>
                      <a:pt x="53" y="19"/>
                    </a:lnTo>
                    <a:lnTo>
                      <a:pt x="54" y="18"/>
                    </a:lnTo>
                    <a:lnTo>
                      <a:pt x="56" y="17"/>
                    </a:lnTo>
                    <a:lnTo>
                      <a:pt x="57" y="16"/>
                    </a:lnTo>
                    <a:lnTo>
                      <a:pt x="59" y="16"/>
                    </a:lnTo>
                    <a:lnTo>
                      <a:pt x="61" y="16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5" y="16"/>
                    </a:lnTo>
                    <a:lnTo>
                      <a:pt x="66" y="14"/>
                    </a:lnTo>
                    <a:lnTo>
                      <a:pt x="66" y="13"/>
                    </a:lnTo>
                    <a:lnTo>
                      <a:pt x="66" y="12"/>
                    </a:lnTo>
                    <a:lnTo>
                      <a:pt x="66" y="10"/>
                    </a:lnTo>
                    <a:lnTo>
                      <a:pt x="67" y="9"/>
                    </a:lnTo>
                    <a:lnTo>
                      <a:pt x="68" y="9"/>
                    </a:lnTo>
                    <a:lnTo>
                      <a:pt x="69" y="9"/>
                    </a:lnTo>
                    <a:lnTo>
                      <a:pt x="71" y="9"/>
                    </a:lnTo>
                    <a:lnTo>
                      <a:pt x="73" y="9"/>
                    </a:lnTo>
                    <a:lnTo>
                      <a:pt x="75" y="9"/>
                    </a:lnTo>
                    <a:lnTo>
                      <a:pt x="76" y="9"/>
                    </a:lnTo>
                    <a:lnTo>
                      <a:pt x="78" y="10"/>
                    </a:lnTo>
                    <a:lnTo>
                      <a:pt x="79" y="10"/>
                    </a:lnTo>
                    <a:lnTo>
                      <a:pt x="81" y="10"/>
                    </a:lnTo>
                    <a:lnTo>
                      <a:pt x="82" y="11"/>
                    </a:lnTo>
                    <a:lnTo>
                      <a:pt x="83" y="10"/>
                    </a:lnTo>
                    <a:lnTo>
                      <a:pt x="84" y="10"/>
                    </a:lnTo>
                    <a:lnTo>
                      <a:pt x="84" y="9"/>
                    </a:lnTo>
                    <a:lnTo>
                      <a:pt x="83" y="9"/>
                    </a:lnTo>
                    <a:lnTo>
                      <a:pt x="83" y="7"/>
                    </a:lnTo>
                    <a:lnTo>
                      <a:pt x="84" y="6"/>
                    </a:lnTo>
                    <a:lnTo>
                      <a:pt x="84" y="5"/>
                    </a:lnTo>
                    <a:lnTo>
                      <a:pt x="85" y="4"/>
                    </a:lnTo>
                    <a:lnTo>
                      <a:pt x="85" y="3"/>
                    </a:lnTo>
                    <a:lnTo>
                      <a:pt x="85" y="2"/>
                    </a:lnTo>
                    <a:lnTo>
                      <a:pt x="84" y="1"/>
                    </a:lnTo>
                    <a:lnTo>
                      <a:pt x="84" y="0"/>
                    </a:lnTo>
                    <a:lnTo>
                      <a:pt x="85" y="0"/>
                    </a:lnTo>
                    <a:lnTo>
                      <a:pt x="86" y="0"/>
                    </a:lnTo>
                    <a:lnTo>
                      <a:pt x="87" y="0"/>
                    </a:lnTo>
                    <a:lnTo>
                      <a:pt x="88" y="0"/>
                    </a:lnTo>
                    <a:lnTo>
                      <a:pt x="89" y="0"/>
                    </a:lnTo>
                    <a:lnTo>
                      <a:pt x="90" y="1"/>
                    </a:lnTo>
                    <a:lnTo>
                      <a:pt x="91" y="2"/>
                    </a:lnTo>
                    <a:lnTo>
                      <a:pt x="92" y="2"/>
                    </a:lnTo>
                    <a:lnTo>
                      <a:pt x="94" y="4"/>
                    </a:lnTo>
                    <a:lnTo>
                      <a:pt x="97" y="6"/>
                    </a:lnTo>
                    <a:lnTo>
                      <a:pt x="99" y="7"/>
                    </a:lnTo>
                    <a:lnTo>
                      <a:pt x="102" y="9"/>
                    </a:lnTo>
                    <a:lnTo>
                      <a:pt x="105" y="9"/>
                    </a:lnTo>
                    <a:lnTo>
                      <a:pt x="108" y="10"/>
                    </a:lnTo>
                    <a:lnTo>
                      <a:pt x="111" y="12"/>
                    </a:lnTo>
                    <a:lnTo>
                      <a:pt x="113" y="14"/>
                    </a:lnTo>
                    <a:lnTo>
                      <a:pt x="115" y="16"/>
                    </a:lnTo>
                    <a:lnTo>
                      <a:pt x="116" y="18"/>
                    </a:lnTo>
                    <a:lnTo>
                      <a:pt x="117" y="19"/>
                    </a:lnTo>
                    <a:lnTo>
                      <a:pt x="116" y="20"/>
                    </a:lnTo>
                    <a:lnTo>
                      <a:pt x="116" y="22"/>
                    </a:lnTo>
                    <a:lnTo>
                      <a:pt x="116" y="24"/>
                    </a:lnTo>
                    <a:lnTo>
                      <a:pt x="116" y="26"/>
                    </a:lnTo>
                    <a:lnTo>
                      <a:pt x="117" y="26"/>
                    </a:lnTo>
                    <a:lnTo>
                      <a:pt x="117" y="28"/>
                    </a:lnTo>
                    <a:lnTo>
                      <a:pt x="117" y="29"/>
                    </a:lnTo>
                    <a:lnTo>
                      <a:pt x="116" y="30"/>
                    </a:lnTo>
                    <a:lnTo>
                      <a:pt x="116" y="32"/>
                    </a:lnTo>
                    <a:lnTo>
                      <a:pt x="118" y="34"/>
                    </a:lnTo>
                    <a:lnTo>
                      <a:pt x="119" y="36"/>
                    </a:lnTo>
                    <a:lnTo>
                      <a:pt x="120" y="37"/>
                    </a:lnTo>
                    <a:lnTo>
                      <a:pt x="120" y="39"/>
                    </a:lnTo>
                    <a:lnTo>
                      <a:pt x="120" y="40"/>
                    </a:lnTo>
                    <a:lnTo>
                      <a:pt x="118" y="41"/>
                    </a:lnTo>
                    <a:lnTo>
                      <a:pt x="118" y="43"/>
                    </a:lnTo>
                    <a:lnTo>
                      <a:pt x="118" y="46"/>
                    </a:lnTo>
                    <a:lnTo>
                      <a:pt x="120" y="48"/>
                    </a:lnTo>
                    <a:lnTo>
                      <a:pt x="121" y="49"/>
                    </a:lnTo>
                    <a:lnTo>
                      <a:pt x="121" y="5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93" name="D831">
                <a:extLst>
                  <a:ext uri="{FF2B5EF4-FFF2-40B4-BE49-F238E27FC236}">
                    <a16:creationId xmlns:a16="http://schemas.microsoft.com/office/drawing/2014/main" id="{D2D1ABF3-A39D-F74E-B2F0-5F6C9F9ABB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97374" y="2686221"/>
                <a:ext cx="6" cy="15"/>
              </a:xfrm>
              <a:custGeom>
                <a:avLst/>
                <a:gdLst>
                  <a:gd name="T0" fmla="*/ 0 w 6"/>
                  <a:gd name="T1" fmla="*/ 14 h 15"/>
                  <a:gd name="T2" fmla="*/ 0 w 6"/>
                  <a:gd name="T3" fmla="*/ 13 h 15"/>
                  <a:gd name="T4" fmla="*/ 0 w 6"/>
                  <a:gd name="T5" fmla="*/ 12 h 15"/>
                  <a:gd name="T6" fmla="*/ 1 w 6"/>
                  <a:gd name="T7" fmla="*/ 10 h 15"/>
                  <a:gd name="T8" fmla="*/ 2 w 6"/>
                  <a:gd name="T9" fmla="*/ 7 h 15"/>
                  <a:gd name="T10" fmla="*/ 3 w 6"/>
                  <a:gd name="T11" fmla="*/ 6 h 15"/>
                  <a:gd name="T12" fmla="*/ 4 w 6"/>
                  <a:gd name="T13" fmla="*/ 3 h 15"/>
                  <a:gd name="T14" fmla="*/ 5 w 6"/>
                  <a:gd name="T15" fmla="*/ 2 h 15"/>
                  <a:gd name="T16" fmla="*/ 5 w 6"/>
                  <a:gd name="T17" fmla="*/ 1 h 15"/>
                  <a:gd name="T18" fmla="*/ 6 w 6"/>
                  <a:gd name="T19" fmla="*/ 0 h 15"/>
                  <a:gd name="T20" fmla="*/ 6 w 6"/>
                  <a:gd name="T21" fmla="*/ 1 h 15"/>
                  <a:gd name="T22" fmla="*/ 5 w 6"/>
                  <a:gd name="T23" fmla="*/ 1 h 15"/>
                  <a:gd name="T24" fmla="*/ 5 w 6"/>
                  <a:gd name="T25" fmla="*/ 3 h 15"/>
                  <a:gd name="T26" fmla="*/ 4 w 6"/>
                  <a:gd name="T27" fmla="*/ 6 h 15"/>
                  <a:gd name="T28" fmla="*/ 3 w 6"/>
                  <a:gd name="T29" fmla="*/ 7 h 15"/>
                  <a:gd name="T30" fmla="*/ 2 w 6"/>
                  <a:gd name="T31" fmla="*/ 10 h 15"/>
                  <a:gd name="T32" fmla="*/ 2 w 6"/>
                  <a:gd name="T33" fmla="*/ 12 h 15"/>
                  <a:gd name="T34" fmla="*/ 1 w 6"/>
                  <a:gd name="T35" fmla="*/ 14 h 15"/>
                  <a:gd name="T36" fmla="*/ 0 w 6"/>
                  <a:gd name="T37" fmla="*/ 14 h 15"/>
                  <a:gd name="T38" fmla="*/ 0 w 6"/>
                  <a:gd name="T39" fmla="*/ 15 h 15"/>
                  <a:gd name="T40" fmla="*/ 0 w 6"/>
                  <a:gd name="T41" fmla="*/ 14 h 1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"/>
                  <a:gd name="T64" fmla="*/ 0 h 15"/>
                  <a:gd name="T65" fmla="*/ 6 w 6"/>
                  <a:gd name="T66" fmla="*/ 15 h 1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" h="15">
                    <a:moveTo>
                      <a:pt x="0" y="14"/>
                    </a:moveTo>
                    <a:lnTo>
                      <a:pt x="0" y="13"/>
                    </a:lnTo>
                    <a:lnTo>
                      <a:pt x="0" y="12"/>
                    </a:lnTo>
                    <a:lnTo>
                      <a:pt x="1" y="10"/>
                    </a:lnTo>
                    <a:lnTo>
                      <a:pt x="2" y="7"/>
                    </a:lnTo>
                    <a:lnTo>
                      <a:pt x="3" y="6"/>
                    </a:lnTo>
                    <a:lnTo>
                      <a:pt x="4" y="3"/>
                    </a:lnTo>
                    <a:lnTo>
                      <a:pt x="5" y="2"/>
                    </a:lnTo>
                    <a:lnTo>
                      <a:pt x="5" y="1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5" y="1"/>
                    </a:lnTo>
                    <a:lnTo>
                      <a:pt x="5" y="3"/>
                    </a:lnTo>
                    <a:lnTo>
                      <a:pt x="4" y="6"/>
                    </a:lnTo>
                    <a:lnTo>
                      <a:pt x="3" y="7"/>
                    </a:lnTo>
                    <a:lnTo>
                      <a:pt x="2" y="10"/>
                    </a:lnTo>
                    <a:lnTo>
                      <a:pt x="2" y="12"/>
                    </a:lnTo>
                    <a:lnTo>
                      <a:pt x="1" y="14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0" y="14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94" name="D832">
                <a:extLst>
                  <a:ext uri="{FF2B5EF4-FFF2-40B4-BE49-F238E27FC236}">
                    <a16:creationId xmlns:a16="http://schemas.microsoft.com/office/drawing/2014/main" id="{0B715CDC-3FB9-7747-9A3C-085D318BA6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97390" y="2686214"/>
                <a:ext cx="8" cy="13"/>
              </a:xfrm>
              <a:custGeom>
                <a:avLst/>
                <a:gdLst>
                  <a:gd name="T0" fmla="*/ 1 w 8"/>
                  <a:gd name="T1" fmla="*/ 12 h 13"/>
                  <a:gd name="T2" fmla="*/ 1 w 8"/>
                  <a:gd name="T3" fmla="*/ 11 h 13"/>
                  <a:gd name="T4" fmla="*/ 0 w 8"/>
                  <a:gd name="T5" fmla="*/ 11 h 13"/>
                  <a:gd name="T6" fmla="*/ 1 w 8"/>
                  <a:gd name="T7" fmla="*/ 10 h 13"/>
                  <a:gd name="T8" fmla="*/ 0 w 8"/>
                  <a:gd name="T9" fmla="*/ 9 h 13"/>
                  <a:gd name="T10" fmla="*/ 0 w 8"/>
                  <a:gd name="T11" fmla="*/ 8 h 13"/>
                  <a:gd name="T12" fmla="*/ 0 w 8"/>
                  <a:gd name="T13" fmla="*/ 7 h 13"/>
                  <a:gd name="T14" fmla="*/ 0 w 8"/>
                  <a:gd name="T15" fmla="*/ 6 h 13"/>
                  <a:gd name="T16" fmla="*/ 1 w 8"/>
                  <a:gd name="T17" fmla="*/ 5 h 13"/>
                  <a:gd name="T18" fmla="*/ 2 w 8"/>
                  <a:gd name="T19" fmla="*/ 3 h 13"/>
                  <a:gd name="T20" fmla="*/ 4 w 8"/>
                  <a:gd name="T21" fmla="*/ 1 h 13"/>
                  <a:gd name="T22" fmla="*/ 5 w 8"/>
                  <a:gd name="T23" fmla="*/ 0 h 13"/>
                  <a:gd name="T24" fmla="*/ 6 w 8"/>
                  <a:gd name="T25" fmla="*/ 1 h 13"/>
                  <a:gd name="T26" fmla="*/ 7 w 8"/>
                  <a:gd name="T27" fmla="*/ 0 h 13"/>
                  <a:gd name="T28" fmla="*/ 8 w 8"/>
                  <a:gd name="T29" fmla="*/ 0 h 13"/>
                  <a:gd name="T30" fmla="*/ 8 w 8"/>
                  <a:gd name="T31" fmla="*/ 1 h 13"/>
                  <a:gd name="T32" fmla="*/ 8 w 8"/>
                  <a:gd name="T33" fmla="*/ 2 h 13"/>
                  <a:gd name="T34" fmla="*/ 7 w 8"/>
                  <a:gd name="T35" fmla="*/ 2 h 13"/>
                  <a:gd name="T36" fmla="*/ 7 w 8"/>
                  <a:gd name="T37" fmla="*/ 3 h 13"/>
                  <a:gd name="T38" fmla="*/ 7 w 8"/>
                  <a:gd name="T39" fmla="*/ 5 h 13"/>
                  <a:gd name="T40" fmla="*/ 7 w 8"/>
                  <a:gd name="T41" fmla="*/ 7 h 13"/>
                  <a:gd name="T42" fmla="*/ 6 w 8"/>
                  <a:gd name="T43" fmla="*/ 7 h 13"/>
                  <a:gd name="T44" fmla="*/ 5 w 8"/>
                  <a:gd name="T45" fmla="*/ 8 h 13"/>
                  <a:gd name="T46" fmla="*/ 4 w 8"/>
                  <a:gd name="T47" fmla="*/ 9 h 13"/>
                  <a:gd name="T48" fmla="*/ 3 w 8"/>
                  <a:gd name="T49" fmla="*/ 10 h 13"/>
                  <a:gd name="T50" fmla="*/ 2 w 8"/>
                  <a:gd name="T51" fmla="*/ 11 h 13"/>
                  <a:gd name="T52" fmla="*/ 1 w 8"/>
                  <a:gd name="T53" fmla="*/ 12 h 13"/>
                  <a:gd name="T54" fmla="*/ 0 w 8"/>
                  <a:gd name="T55" fmla="*/ 13 h 13"/>
                  <a:gd name="T56" fmla="*/ 1 w 8"/>
                  <a:gd name="T57" fmla="*/ 12 h 13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8"/>
                  <a:gd name="T88" fmla="*/ 0 h 13"/>
                  <a:gd name="T89" fmla="*/ 8 w 8"/>
                  <a:gd name="T90" fmla="*/ 13 h 13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8" h="13">
                    <a:moveTo>
                      <a:pt x="1" y="12"/>
                    </a:moveTo>
                    <a:lnTo>
                      <a:pt x="1" y="11"/>
                    </a:lnTo>
                    <a:lnTo>
                      <a:pt x="0" y="11"/>
                    </a:lnTo>
                    <a:lnTo>
                      <a:pt x="1" y="10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1" y="5"/>
                    </a:lnTo>
                    <a:lnTo>
                      <a:pt x="2" y="3"/>
                    </a:lnTo>
                    <a:lnTo>
                      <a:pt x="4" y="1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7" y="0"/>
                    </a:lnTo>
                    <a:lnTo>
                      <a:pt x="8" y="0"/>
                    </a:lnTo>
                    <a:lnTo>
                      <a:pt x="8" y="1"/>
                    </a:lnTo>
                    <a:lnTo>
                      <a:pt x="8" y="2"/>
                    </a:lnTo>
                    <a:lnTo>
                      <a:pt x="7" y="2"/>
                    </a:lnTo>
                    <a:lnTo>
                      <a:pt x="7" y="3"/>
                    </a:lnTo>
                    <a:lnTo>
                      <a:pt x="7" y="5"/>
                    </a:lnTo>
                    <a:lnTo>
                      <a:pt x="7" y="7"/>
                    </a:lnTo>
                    <a:lnTo>
                      <a:pt x="6" y="7"/>
                    </a:lnTo>
                    <a:lnTo>
                      <a:pt x="5" y="8"/>
                    </a:lnTo>
                    <a:lnTo>
                      <a:pt x="4" y="9"/>
                    </a:lnTo>
                    <a:lnTo>
                      <a:pt x="3" y="10"/>
                    </a:lnTo>
                    <a:lnTo>
                      <a:pt x="2" y="11"/>
                    </a:lnTo>
                    <a:lnTo>
                      <a:pt x="1" y="12"/>
                    </a:lnTo>
                    <a:lnTo>
                      <a:pt x="0" y="13"/>
                    </a:lnTo>
                    <a:lnTo>
                      <a:pt x="1" y="1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sp>
          <p:nvSpPr>
            <p:cNvPr id="62" name="Switzerland">
              <a:extLst>
                <a:ext uri="{FF2B5EF4-FFF2-40B4-BE49-F238E27FC236}">
                  <a16:creationId xmlns:a16="http://schemas.microsoft.com/office/drawing/2014/main" id="{06D43773-D475-484B-870A-A6E6B7CA9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378" y="3401857"/>
              <a:ext cx="91518" cy="48891"/>
            </a:xfrm>
            <a:custGeom>
              <a:avLst/>
              <a:gdLst>
                <a:gd name="T0" fmla="*/ 2147483647 w 41"/>
                <a:gd name="T1" fmla="*/ 2147483647 h 20"/>
                <a:gd name="T2" fmla="*/ 2147483647 w 41"/>
                <a:gd name="T3" fmla="*/ 2147483647 h 20"/>
                <a:gd name="T4" fmla="*/ 2147483647 w 41"/>
                <a:gd name="T5" fmla="*/ 2147483647 h 20"/>
                <a:gd name="T6" fmla="*/ 2147483647 w 41"/>
                <a:gd name="T7" fmla="*/ 2147483647 h 20"/>
                <a:gd name="T8" fmla="*/ 2147483647 w 41"/>
                <a:gd name="T9" fmla="*/ 2147483647 h 20"/>
                <a:gd name="T10" fmla="*/ 2147483647 w 41"/>
                <a:gd name="T11" fmla="*/ 2147483647 h 20"/>
                <a:gd name="T12" fmla="*/ 2147483647 w 41"/>
                <a:gd name="T13" fmla="*/ 0 h 20"/>
                <a:gd name="T14" fmla="*/ 2147483647 w 41"/>
                <a:gd name="T15" fmla="*/ 0 h 20"/>
                <a:gd name="T16" fmla="*/ 2147483647 w 41"/>
                <a:gd name="T17" fmla="*/ 0 h 20"/>
                <a:gd name="T18" fmla="*/ 2147483647 w 41"/>
                <a:gd name="T19" fmla="*/ 2147483647 h 20"/>
                <a:gd name="T20" fmla="*/ 2147483647 w 41"/>
                <a:gd name="T21" fmla="*/ 2147483647 h 20"/>
                <a:gd name="T22" fmla="*/ 2147483647 w 41"/>
                <a:gd name="T23" fmla="*/ 2147483647 h 20"/>
                <a:gd name="T24" fmla="*/ 2147483647 w 41"/>
                <a:gd name="T25" fmla="*/ 2147483647 h 20"/>
                <a:gd name="T26" fmla="*/ 2147483647 w 41"/>
                <a:gd name="T27" fmla="*/ 2147483647 h 20"/>
                <a:gd name="T28" fmla="*/ 2147483647 w 41"/>
                <a:gd name="T29" fmla="*/ 2147483647 h 20"/>
                <a:gd name="T30" fmla="*/ 2147483647 w 41"/>
                <a:gd name="T31" fmla="*/ 2147483647 h 20"/>
                <a:gd name="T32" fmla="*/ 2147483647 w 41"/>
                <a:gd name="T33" fmla="*/ 2147483647 h 20"/>
                <a:gd name="T34" fmla="*/ 2147483647 w 41"/>
                <a:gd name="T35" fmla="*/ 2147483647 h 20"/>
                <a:gd name="T36" fmla="*/ 0 w 41"/>
                <a:gd name="T37" fmla="*/ 2147483647 h 20"/>
                <a:gd name="T38" fmla="*/ 0 w 41"/>
                <a:gd name="T39" fmla="*/ 2147483647 h 20"/>
                <a:gd name="T40" fmla="*/ 2147483647 w 41"/>
                <a:gd name="T41" fmla="*/ 2147483647 h 20"/>
                <a:gd name="T42" fmla="*/ 2147483647 w 41"/>
                <a:gd name="T43" fmla="*/ 2147483647 h 20"/>
                <a:gd name="T44" fmla="*/ 2147483647 w 41"/>
                <a:gd name="T45" fmla="*/ 2147483647 h 20"/>
                <a:gd name="T46" fmla="*/ 2147483647 w 41"/>
                <a:gd name="T47" fmla="*/ 2147483647 h 20"/>
                <a:gd name="T48" fmla="*/ 2147483647 w 41"/>
                <a:gd name="T49" fmla="*/ 2147483647 h 20"/>
                <a:gd name="T50" fmla="*/ 2147483647 w 41"/>
                <a:gd name="T51" fmla="*/ 2147483647 h 20"/>
                <a:gd name="T52" fmla="*/ 2147483647 w 41"/>
                <a:gd name="T53" fmla="*/ 2147483647 h 20"/>
                <a:gd name="T54" fmla="*/ 2147483647 w 41"/>
                <a:gd name="T55" fmla="*/ 2147483647 h 20"/>
                <a:gd name="T56" fmla="*/ 2147483647 w 41"/>
                <a:gd name="T57" fmla="*/ 2147483647 h 20"/>
                <a:gd name="T58" fmla="*/ 2147483647 w 41"/>
                <a:gd name="T59" fmla="*/ 2147483647 h 20"/>
                <a:gd name="T60" fmla="*/ 2147483647 w 41"/>
                <a:gd name="T61" fmla="*/ 2147483647 h 20"/>
                <a:gd name="T62" fmla="*/ 2147483647 w 41"/>
                <a:gd name="T63" fmla="*/ 2147483647 h 20"/>
                <a:gd name="T64" fmla="*/ 2147483647 w 41"/>
                <a:gd name="T65" fmla="*/ 2147483647 h 20"/>
                <a:gd name="T66" fmla="*/ 2147483647 w 41"/>
                <a:gd name="T67" fmla="*/ 2147483647 h 20"/>
                <a:gd name="T68" fmla="*/ 2147483647 w 41"/>
                <a:gd name="T69" fmla="*/ 2147483647 h 20"/>
                <a:gd name="T70" fmla="*/ 2147483647 w 41"/>
                <a:gd name="T71" fmla="*/ 2147483647 h 20"/>
                <a:gd name="T72" fmla="*/ 2147483647 w 41"/>
                <a:gd name="T73" fmla="*/ 2147483647 h 20"/>
                <a:gd name="T74" fmla="*/ 2147483647 w 41"/>
                <a:gd name="T75" fmla="*/ 2147483647 h 20"/>
                <a:gd name="T76" fmla="*/ 2147483647 w 41"/>
                <a:gd name="T77" fmla="*/ 2147483647 h 20"/>
                <a:gd name="T78" fmla="*/ 2147483647 w 41"/>
                <a:gd name="T79" fmla="*/ 2147483647 h 20"/>
                <a:gd name="T80" fmla="*/ 2147483647 w 41"/>
                <a:gd name="T81" fmla="*/ 2147483647 h 20"/>
                <a:gd name="T82" fmla="*/ 2147483647 w 41"/>
                <a:gd name="T83" fmla="*/ 2147483647 h 20"/>
                <a:gd name="T84" fmla="*/ 2147483647 w 41"/>
                <a:gd name="T85" fmla="*/ 2147483647 h 2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1"/>
                <a:gd name="T130" fmla="*/ 0 h 20"/>
                <a:gd name="T131" fmla="*/ 41 w 41"/>
                <a:gd name="T132" fmla="*/ 20 h 2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1" h="20">
                  <a:moveTo>
                    <a:pt x="40" y="8"/>
                  </a:moveTo>
                  <a:lnTo>
                    <a:pt x="39" y="8"/>
                  </a:lnTo>
                  <a:lnTo>
                    <a:pt x="38" y="9"/>
                  </a:lnTo>
                  <a:lnTo>
                    <a:pt x="36" y="8"/>
                  </a:lnTo>
                  <a:lnTo>
                    <a:pt x="35" y="8"/>
                  </a:lnTo>
                  <a:lnTo>
                    <a:pt x="34" y="7"/>
                  </a:lnTo>
                  <a:lnTo>
                    <a:pt x="33" y="6"/>
                  </a:lnTo>
                  <a:lnTo>
                    <a:pt x="32" y="5"/>
                  </a:lnTo>
                  <a:lnTo>
                    <a:pt x="33" y="4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1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0" y="1"/>
                  </a:lnTo>
                  <a:lnTo>
                    <a:pt x="9" y="1"/>
                  </a:lnTo>
                  <a:lnTo>
                    <a:pt x="8" y="2"/>
                  </a:lnTo>
                  <a:lnTo>
                    <a:pt x="9" y="3"/>
                  </a:lnTo>
                  <a:lnTo>
                    <a:pt x="8" y="3"/>
                  </a:lnTo>
                  <a:lnTo>
                    <a:pt x="7" y="4"/>
                  </a:lnTo>
                  <a:lnTo>
                    <a:pt x="6" y="6"/>
                  </a:lnTo>
                  <a:lnTo>
                    <a:pt x="5" y="7"/>
                  </a:lnTo>
                  <a:lnTo>
                    <a:pt x="4" y="8"/>
                  </a:lnTo>
                  <a:lnTo>
                    <a:pt x="3" y="9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1" y="11"/>
                  </a:lnTo>
                  <a:lnTo>
                    <a:pt x="1" y="12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1" y="17"/>
                  </a:lnTo>
                  <a:lnTo>
                    <a:pt x="2" y="15"/>
                  </a:lnTo>
                  <a:lnTo>
                    <a:pt x="3" y="14"/>
                  </a:lnTo>
                  <a:lnTo>
                    <a:pt x="5" y="14"/>
                  </a:lnTo>
                  <a:lnTo>
                    <a:pt x="6" y="14"/>
                  </a:lnTo>
                  <a:lnTo>
                    <a:pt x="7" y="14"/>
                  </a:lnTo>
                  <a:lnTo>
                    <a:pt x="7" y="15"/>
                  </a:lnTo>
                  <a:lnTo>
                    <a:pt x="7" y="17"/>
                  </a:lnTo>
                  <a:lnTo>
                    <a:pt x="7" y="18"/>
                  </a:lnTo>
                  <a:lnTo>
                    <a:pt x="8" y="19"/>
                  </a:lnTo>
                  <a:lnTo>
                    <a:pt x="9" y="19"/>
                  </a:lnTo>
                  <a:lnTo>
                    <a:pt x="9" y="20"/>
                  </a:lnTo>
                  <a:lnTo>
                    <a:pt x="10" y="20"/>
                  </a:lnTo>
                  <a:lnTo>
                    <a:pt x="12" y="20"/>
                  </a:lnTo>
                  <a:lnTo>
                    <a:pt x="13" y="20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7" y="19"/>
                  </a:lnTo>
                  <a:lnTo>
                    <a:pt x="18" y="18"/>
                  </a:lnTo>
                  <a:lnTo>
                    <a:pt x="19" y="17"/>
                  </a:lnTo>
                  <a:lnTo>
                    <a:pt x="19" y="16"/>
                  </a:lnTo>
                  <a:lnTo>
                    <a:pt x="20" y="15"/>
                  </a:lnTo>
                  <a:lnTo>
                    <a:pt x="22" y="14"/>
                  </a:lnTo>
                  <a:lnTo>
                    <a:pt x="22" y="15"/>
                  </a:lnTo>
                  <a:lnTo>
                    <a:pt x="23" y="17"/>
                  </a:lnTo>
                  <a:lnTo>
                    <a:pt x="25" y="18"/>
                  </a:lnTo>
                  <a:lnTo>
                    <a:pt x="26" y="19"/>
                  </a:lnTo>
                  <a:lnTo>
                    <a:pt x="27" y="20"/>
                  </a:lnTo>
                  <a:lnTo>
                    <a:pt x="27" y="19"/>
                  </a:lnTo>
                  <a:lnTo>
                    <a:pt x="28" y="18"/>
                  </a:lnTo>
                  <a:lnTo>
                    <a:pt x="29" y="16"/>
                  </a:lnTo>
                  <a:lnTo>
                    <a:pt x="30" y="15"/>
                  </a:lnTo>
                  <a:lnTo>
                    <a:pt x="30" y="13"/>
                  </a:lnTo>
                  <a:lnTo>
                    <a:pt x="31" y="14"/>
                  </a:lnTo>
                  <a:lnTo>
                    <a:pt x="32" y="15"/>
                  </a:lnTo>
                  <a:lnTo>
                    <a:pt x="34" y="15"/>
                  </a:lnTo>
                  <a:lnTo>
                    <a:pt x="36" y="15"/>
                  </a:lnTo>
                  <a:lnTo>
                    <a:pt x="38" y="15"/>
                  </a:lnTo>
                  <a:lnTo>
                    <a:pt x="37" y="14"/>
                  </a:lnTo>
                  <a:lnTo>
                    <a:pt x="37" y="13"/>
                  </a:lnTo>
                  <a:lnTo>
                    <a:pt x="38" y="12"/>
                  </a:lnTo>
                  <a:lnTo>
                    <a:pt x="39" y="12"/>
                  </a:lnTo>
                  <a:lnTo>
                    <a:pt x="40" y="11"/>
                  </a:lnTo>
                  <a:lnTo>
                    <a:pt x="40" y="10"/>
                  </a:lnTo>
                  <a:lnTo>
                    <a:pt x="41" y="9"/>
                  </a:lnTo>
                  <a:lnTo>
                    <a:pt x="40" y="8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63" name="Ukraine">
              <a:extLst>
                <a:ext uri="{FF2B5EF4-FFF2-40B4-BE49-F238E27FC236}">
                  <a16:creationId xmlns:a16="http://schemas.microsoft.com/office/drawing/2014/main" id="{63DA404F-3CB1-1142-B7DA-4C97C41E1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9505" y="3257626"/>
              <a:ext cx="375001" cy="232235"/>
            </a:xfrm>
            <a:custGeom>
              <a:avLst/>
              <a:gdLst>
                <a:gd name="T0" fmla="*/ 2147483647 w 168"/>
                <a:gd name="T1" fmla="*/ 2147483647 h 95"/>
                <a:gd name="T2" fmla="*/ 2147483647 w 168"/>
                <a:gd name="T3" fmla="*/ 2147483647 h 95"/>
                <a:gd name="T4" fmla="*/ 2147483647 w 168"/>
                <a:gd name="T5" fmla="*/ 2147483647 h 95"/>
                <a:gd name="T6" fmla="*/ 2147483647 w 168"/>
                <a:gd name="T7" fmla="*/ 2147483647 h 95"/>
                <a:gd name="T8" fmla="*/ 2147483647 w 168"/>
                <a:gd name="T9" fmla="*/ 2147483647 h 95"/>
                <a:gd name="T10" fmla="*/ 2147483647 w 168"/>
                <a:gd name="T11" fmla="*/ 2147483647 h 95"/>
                <a:gd name="T12" fmla="*/ 2147483647 w 168"/>
                <a:gd name="T13" fmla="*/ 2147483647 h 95"/>
                <a:gd name="T14" fmla="*/ 2147483647 w 168"/>
                <a:gd name="T15" fmla="*/ 2147483647 h 95"/>
                <a:gd name="T16" fmla="*/ 2147483647 w 168"/>
                <a:gd name="T17" fmla="*/ 2147483647 h 95"/>
                <a:gd name="T18" fmla="*/ 2147483647 w 168"/>
                <a:gd name="T19" fmla="*/ 2147483647 h 95"/>
                <a:gd name="T20" fmla="*/ 2147483647 w 168"/>
                <a:gd name="T21" fmla="*/ 2147483647 h 95"/>
                <a:gd name="T22" fmla="*/ 2147483647 w 168"/>
                <a:gd name="T23" fmla="*/ 2147483647 h 95"/>
                <a:gd name="T24" fmla="*/ 2147483647 w 168"/>
                <a:gd name="T25" fmla="*/ 2147483647 h 95"/>
                <a:gd name="T26" fmla="*/ 2147483647 w 168"/>
                <a:gd name="T27" fmla="*/ 2147483647 h 95"/>
                <a:gd name="T28" fmla="*/ 2147483647 w 168"/>
                <a:gd name="T29" fmla="*/ 2147483647 h 95"/>
                <a:gd name="T30" fmla="*/ 2147483647 w 168"/>
                <a:gd name="T31" fmla="*/ 2147483647 h 95"/>
                <a:gd name="T32" fmla="*/ 2147483647 w 168"/>
                <a:gd name="T33" fmla="*/ 2147483647 h 95"/>
                <a:gd name="T34" fmla="*/ 2147483647 w 168"/>
                <a:gd name="T35" fmla="*/ 2147483647 h 95"/>
                <a:gd name="T36" fmla="*/ 2147483647 w 168"/>
                <a:gd name="T37" fmla="*/ 2147483647 h 95"/>
                <a:gd name="T38" fmla="*/ 2147483647 w 168"/>
                <a:gd name="T39" fmla="*/ 2147483647 h 95"/>
                <a:gd name="T40" fmla="*/ 2147483647 w 168"/>
                <a:gd name="T41" fmla="*/ 2147483647 h 95"/>
                <a:gd name="T42" fmla="*/ 2147483647 w 168"/>
                <a:gd name="T43" fmla="*/ 2147483647 h 95"/>
                <a:gd name="T44" fmla="*/ 2147483647 w 168"/>
                <a:gd name="T45" fmla="*/ 2147483647 h 95"/>
                <a:gd name="T46" fmla="*/ 2147483647 w 168"/>
                <a:gd name="T47" fmla="*/ 2147483647 h 95"/>
                <a:gd name="T48" fmla="*/ 2147483647 w 168"/>
                <a:gd name="T49" fmla="*/ 2147483647 h 95"/>
                <a:gd name="T50" fmla="*/ 2147483647 w 168"/>
                <a:gd name="T51" fmla="*/ 2147483647 h 95"/>
                <a:gd name="T52" fmla="*/ 2147483647 w 168"/>
                <a:gd name="T53" fmla="*/ 2147483647 h 95"/>
                <a:gd name="T54" fmla="*/ 2147483647 w 168"/>
                <a:gd name="T55" fmla="*/ 2147483647 h 95"/>
                <a:gd name="T56" fmla="*/ 2147483647 w 168"/>
                <a:gd name="T57" fmla="*/ 2147483647 h 95"/>
                <a:gd name="T58" fmla="*/ 2147483647 w 168"/>
                <a:gd name="T59" fmla="*/ 2147483647 h 95"/>
                <a:gd name="T60" fmla="*/ 2147483647 w 168"/>
                <a:gd name="T61" fmla="*/ 2147483647 h 95"/>
                <a:gd name="T62" fmla="*/ 2147483647 w 168"/>
                <a:gd name="T63" fmla="*/ 2147483647 h 95"/>
                <a:gd name="T64" fmla="*/ 2147483647 w 168"/>
                <a:gd name="T65" fmla="*/ 2147483647 h 95"/>
                <a:gd name="T66" fmla="*/ 2147483647 w 168"/>
                <a:gd name="T67" fmla="*/ 2147483647 h 95"/>
                <a:gd name="T68" fmla="*/ 2147483647 w 168"/>
                <a:gd name="T69" fmla="*/ 2147483647 h 95"/>
                <a:gd name="T70" fmla="*/ 2147483647 w 168"/>
                <a:gd name="T71" fmla="*/ 2147483647 h 95"/>
                <a:gd name="T72" fmla="*/ 2147483647 w 168"/>
                <a:gd name="T73" fmla="*/ 2147483647 h 95"/>
                <a:gd name="T74" fmla="*/ 2147483647 w 168"/>
                <a:gd name="T75" fmla="*/ 2147483647 h 95"/>
                <a:gd name="T76" fmla="*/ 2147483647 w 168"/>
                <a:gd name="T77" fmla="*/ 2147483647 h 95"/>
                <a:gd name="T78" fmla="*/ 2147483647 w 168"/>
                <a:gd name="T79" fmla="*/ 2147483647 h 95"/>
                <a:gd name="T80" fmla="*/ 2147483647 w 168"/>
                <a:gd name="T81" fmla="*/ 2147483647 h 95"/>
                <a:gd name="T82" fmla="*/ 2147483647 w 168"/>
                <a:gd name="T83" fmla="*/ 2147483647 h 95"/>
                <a:gd name="T84" fmla="*/ 2147483647 w 168"/>
                <a:gd name="T85" fmla="*/ 2147483647 h 95"/>
                <a:gd name="T86" fmla="*/ 2147483647 w 168"/>
                <a:gd name="T87" fmla="*/ 2147483647 h 95"/>
                <a:gd name="T88" fmla="*/ 2147483647 w 168"/>
                <a:gd name="T89" fmla="*/ 2147483647 h 95"/>
                <a:gd name="T90" fmla="*/ 2147483647 w 168"/>
                <a:gd name="T91" fmla="*/ 2147483647 h 95"/>
                <a:gd name="T92" fmla="*/ 2147483647 w 168"/>
                <a:gd name="T93" fmla="*/ 2147483647 h 95"/>
                <a:gd name="T94" fmla="*/ 2147483647 w 168"/>
                <a:gd name="T95" fmla="*/ 2147483647 h 95"/>
                <a:gd name="T96" fmla="*/ 2147483647 w 168"/>
                <a:gd name="T97" fmla="*/ 2147483647 h 95"/>
                <a:gd name="T98" fmla="*/ 2147483647 w 168"/>
                <a:gd name="T99" fmla="*/ 2147483647 h 95"/>
                <a:gd name="T100" fmla="*/ 2147483647 w 168"/>
                <a:gd name="T101" fmla="*/ 2147483647 h 95"/>
                <a:gd name="T102" fmla="*/ 2147483647 w 168"/>
                <a:gd name="T103" fmla="*/ 2147483647 h 95"/>
                <a:gd name="T104" fmla="*/ 2147483647 w 168"/>
                <a:gd name="T105" fmla="*/ 2147483647 h 95"/>
                <a:gd name="T106" fmla="*/ 2147483647 w 168"/>
                <a:gd name="T107" fmla="*/ 2147483647 h 95"/>
                <a:gd name="T108" fmla="*/ 2147483647 w 168"/>
                <a:gd name="T109" fmla="*/ 2147483647 h 95"/>
                <a:gd name="T110" fmla="*/ 2147483647 w 168"/>
                <a:gd name="T111" fmla="*/ 2147483647 h 95"/>
                <a:gd name="T112" fmla="*/ 2147483647 w 168"/>
                <a:gd name="T113" fmla="*/ 2147483647 h 95"/>
                <a:gd name="T114" fmla="*/ 2147483647 w 168"/>
                <a:gd name="T115" fmla="*/ 2147483647 h 95"/>
                <a:gd name="T116" fmla="*/ 2147483647 w 168"/>
                <a:gd name="T117" fmla="*/ 2147483647 h 9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68"/>
                <a:gd name="T178" fmla="*/ 0 h 95"/>
                <a:gd name="T179" fmla="*/ 168 w 168"/>
                <a:gd name="T180" fmla="*/ 95 h 95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68" h="95">
                  <a:moveTo>
                    <a:pt x="89" y="3"/>
                  </a:moveTo>
                  <a:lnTo>
                    <a:pt x="88" y="3"/>
                  </a:lnTo>
                  <a:lnTo>
                    <a:pt x="86" y="3"/>
                  </a:lnTo>
                  <a:lnTo>
                    <a:pt x="85" y="3"/>
                  </a:lnTo>
                  <a:lnTo>
                    <a:pt x="84" y="3"/>
                  </a:lnTo>
                  <a:lnTo>
                    <a:pt x="82" y="5"/>
                  </a:lnTo>
                  <a:lnTo>
                    <a:pt x="81" y="5"/>
                  </a:lnTo>
                  <a:lnTo>
                    <a:pt x="79" y="6"/>
                  </a:lnTo>
                  <a:lnTo>
                    <a:pt x="78" y="6"/>
                  </a:lnTo>
                  <a:lnTo>
                    <a:pt x="77" y="6"/>
                  </a:lnTo>
                  <a:lnTo>
                    <a:pt x="76" y="6"/>
                  </a:lnTo>
                  <a:lnTo>
                    <a:pt x="76" y="7"/>
                  </a:lnTo>
                  <a:lnTo>
                    <a:pt x="76" y="8"/>
                  </a:lnTo>
                  <a:lnTo>
                    <a:pt x="77" y="8"/>
                  </a:lnTo>
                  <a:lnTo>
                    <a:pt x="77" y="9"/>
                  </a:lnTo>
                  <a:lnTo>
                    <a:pt x="78" y="9"/>
                  </a:lnTo>
                  <a:lnTo>
                    <a:pt x="78" y="10"/>
                  </a:lnTo>
                  <a:lnTo>
                    <a:pt x="77" y="10"/>
                  </a:lnTo>
                  <a:lnTo>
                    <a:pt x="76" y="10"/>
                  </a:lnTo>
                  <a:lnTo>
                    <a:pt x="75" y="10"/>
                  </a:lnTo>
                  <a:lnTo>
                    <a:pt x="75" y="11"/>
                  </a:lnTo>
                  <a:lnTo>
                    <a:pt x="74" y="11"/>
                  </a:lnTo>
                  <a:lnTo>
                    <a:pt x="73" y="11"/>
                  </a:lnTo>
                  <a:lnTo>
                    <a:pt x="72" y="11"/>
                  </a:lnTo>
                  <a:lnTo>
                    <a:pt x="71" y="11"/>
                  </a:lnTo>
                  <a:lnTo>
                    <a:pt x="69" y="12"/>
                  </a:lnTo>
                  <a:lnTo>
                    <a:pt x="68" y="11"/>
                  </a:lnTo>
                  <a:lnTo>
                    <a:pt x="68" y="10"/>
                  </a:lnTo>
                  <a:lnTo>
                    <a:pt x="67" y="10"/>
                  </a:lnTo>
                  <a:lnTo>
                    <a:pt x="67" y="9"/>
                  </a:lnTo>
                  <a:lnTo>
                    <a:pt x="66" y="9"/>
                  </a:lnTo>
                  <a:lnTo>
                    <a:pt x="65" y="9"/>
                  </a:lnTo>
                  <a:lnTo>
                    <a:pt x="65" y="10"/>
                  </a:lnTo>
                  <a:lnTo>
                    <a:pt x="64" y="10"/>
                  </a:lnTo>
                  <a:lnTo>
                    <a:pt x="62" y="10"/>
                  </a:lnTo>
                  <a:lnTo>
                    <a:pt x="60" y="9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7" y="9"/>
                  </a:lnTo>
                  <a:lnTo>
                    <a:pt x="56" y="9"/>
                  </a:lnTo>
                  <a:lnTo>
                    <a:pt x="55" y="10"/>
                  </a:lnTo>
                  <a:lnTo>
                    <a:pt x="54" y="10"/>
                  </a:lnTo>
                  <a:lnTo>
                    <a:pt x="53" y="9"/>
                  </a:lnTo>
                  <a:lnTo>
                    <a:pt x="52" y="9"/>
                  </a:lnTo>
                  <a:lnTo>
                    <a:pt x="51" y="9"/>
                  </a:lnTo>
                  <a:lnTo>
                    <a:pt x="50" y="8"/>
                  </a:lnTo>
                  <a:lnTo>
                    <a:pt x="48" y="8"/>
                  </a:lnTo>
                  <a:lnTo>
                    <a:pt x="45" y="8"/>
                  </a:lnTo>
                  <a:lnTo>
                    <a:pt x="42" y="8"/>
                  </a:lnTo>
                  <a:lnTo>
                    <a:pt x="40" y="8"/>
                  </a:lnTo>
                  <a:lnTo>
                    <a:pt x="38" y="7"/>
                  </a:lnTo>
                  <a:lnTo>
                    <a:pt x="36" y="6"/>
                  </a:lnTo>
                  <a:lnTo>
                    <a:pt x="35" y="5"/>
                  </a:lnTo>
                  <a:lnTo>
                    <a:pt x="34" y="5"/>
                  </a:lnTo>
                  <a:lnTo>
                    <a:pt x="33" y="5"/>
                  </a:lnTo>
                  <a:lnTo>
                    <a:pt x="32" y="6"/>
                  </a:lnTo>
                  <a:lnTo>
                    <a:pt x="31" y="5"/>
                  </a:lnTo>
                  <a:lnTo>
                    <a:pt x="29" y="5"/>
                  </a:lnTo>
                  <a:lnTo>
                    <a:pt x="28" y="5"/>
                  </a:lnTo>
                  <a:lnTo>
                    <a:pt x="26" y="5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2" y="7"/>
                  </a:lnTo>
                  <a:lnTo>
                    <a:pt x="21" y="7"/>
                  </a:lnTo>
                  <a:lnTo>
                    <a:pt x="21" y="8"/>
                  </a:lnTo>
                  <a:lnTo>
                    <a:pt x="20" y="8"/>
                  </a:lnTo>
                  <a:lnTo>
                    <a:pt x="20" y="9"/>
                  </a:lnTo>
                  <a:lnTo>
                    <a:pt x="18" y="9"/>
                  </a:lnTo>
                  <a:lnTo>
                    <a:pt x="17" y="10"/>
                  </a:lnTo>
                  <a:lnTo>
                    <a:pt x="16" y="10"/>
                  </a:lnTo>
                  <a:lnTo>
                    <a:pt x="15" y="10"/>
                  </a:lnTo>
                  <a:lnTo>
                    <a:pt x="13" y="10"/>
                  </a:lnTo>
                  <a:lnTo>
                    <a:pt x="15" y="13"/>
                  </a:lnTo>
                  <a:lnTo>
                    <a:pt x="15" y="14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6" y="16"/>
                  </a:lnTo>
                  <a:lnTo>
                    <a:pt x="17" y="18"/>
                  </a:lnTo>
                  <a:lnTo>
                    <a:pt x="19" y="20"/>
                  </a:lnTo>
                  <a:lnTo>
                    <a:pt x="19" y="22"/>
                  </a:lnTo>
                  <a:lnTo>
                    <a:pt x="19" y="23"/>
                  </a:lnTo>
                  <a:lnTo>
                    <a:pt x="19" y="24"/>
                  </a:lnTo>
                  <a:lnTo>
                    <a:pt x="19" y="25"/>
                  </a:lnTo>
                  <a:lnTo>
                    <a:pt x="17" y="26"/>
                  </a:lnTo>
                  <a:lnTo>
                    <a:pt x="15" y="27"/>
                  </a:lnTo>
                  <a:lnTo>
                    <a:pt x="14" y="28"/>
                  </a:lnTo>
                  <a:lnTo>
                    <a:pt x="13" y="28"/>
                  </a:lnTo>
                  <a:lnTo>
                    <a:pt x="13" y="30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10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7" y="33"/>
                  </a:lnTo>
                  <a:lnTo>
                    <a:pt x="7" y="34"/>
                  </a:lnTo>
                  <a:lnTo>
                    <a:pt x="7" y="35"/>
                  </a:lnTo>
                  <a:lnTo>
                    <a:pt x="6" y="35"/>
                  </a:lnTo>
                  <a:lnTo>
                    <a:pt x="6" y="36"/>
                  </a:lnTo>
                  <a:lnTo>
                    <a:pt x="6" y="37"/>
                  </a:lnTo>
                  <a:lnTo>
                    <a:pt x="7" y="38"/>
                  </a:lnTo>
                  <a:lnTo>
                    <a:pt x="8" y="38"/>
                  </a:lnTo>
                  <a:lnTo>
                    <a:pt x="8" y="39"/>
                  </a:lnTo>
                  <a:lnTo>
                    <a:pt x="8" y="40"/>
                  </a:lnTo>
                  <a:lnTo>
                    <a:pt x="7" y="40"/>
                  </a:lnTo>
                  <a:lnTo>
                    <a:pt x="6" y="40"/>
                  </a:lnTo>
                  <a:lnTo>
                    <a:pt x="6" y="39"/>
                  </a:lnTo>
                  <a:lnTo>
                    <a:pt x="5" y="38"/>
                  </a:lnTo>
                  <a:lnTo>
                    <a:pt x="4" y="38"/>
                  </a:lnTo>
                  <a:lnTo>
                    <a:pt x="2" y="38"/>
                  </a:lnTo>
                  <a:lnTo>
                    <a:pt x="1" y="38"/>
                  </a:lnTo>
                  <a:lnTo>
                    <a:pt x="0" y="38"/>
                  </a:lnTo>
                  <a:lnTo>
                    <a:pt x="0" y="39"/>
                  </a:lnTo>
                  <a:lnTo>
                    <a:pt x="0" y="40"/>
                  </a:lnTo>
                  <a:lnTo>
                    <a:pt x="0" y="41"/>
                  </a:lnTo>
                  <a:lnTo>
                    <a:pt x="0" y="42"/>
                  </a:lnTo>
                  <a:lnTo>
                    <a:pt x="1" y="45"/>
                  </a:lnTo>
                  <a:lnTo>
                    <a:pt x="1" y="47"/>
                  </a:lnTo>
                  <a:lnTo>
                    <a:pt x="3" y="50"/>
                  </a:lnTo>
                  <a:lnTo>
                    <a:pt x="4" y="52"/>
                  </a:lnTo>
                  <a:lnTo>
                    <a:pt x="5" y="53"/>
                  </a:lnTo>
                  <a:lnTo>
                    <a:pt x="6" y="54"/>
                  </a:lnTo>
                  <a:lnTo>
                    <a:pt x="7" y="54"/>
                  </a:lnTo>
                  <a:lnTo>
                    <a:pt x="7" y="55"/>
                  </a:lnTo>
                  <a:lnTo>
                    <a:pt x="8" y="54"/>
                  </a:lnTo>
                  <a:lnTo>
                    <a:pt x="9" y="54"/>
                  </a:lnTo>
                  <a:lnTo>
                    <a:pt x="9" y="53"/>
                  </a:lnTo>
                  <a:lnTo>
                    <a:pt x="9" y="52"/>
                  </a:lnTo>
                  <a:lnTo>
                    <a:pt x="10" y="52"/>
                  </a:lnTo>
                  <a:lnTo>
                    <a:pt x="11" y="51"/>
                  </a:lnTo>
                  <a:lnTo>
                    <a:pt x="12" y="51"/>
                  </a:lnTo>
                  <a:lnTo>
                    <a:pt x="14" y="51"/>
                  </a:lnTo>
                  <a:lnTo>
                    <a:pt x="15" y="52"/>
                  </a:lnTo>
                  <a:lnTo>
                    <a:pt x="16" y="53"/>
                  </a:lnTo>
                  <a:lnTo>
                    <a:pt x="17" y="53"/>
                  </a:lnTo>
                  <a:lnTo>
                    <a:pt x="18" y="53"/>
                  </a:lnTo>
                  <a:lnTo>
                    <a:pt x="21" y="53"/>
                  </a:lnTo>
                  <a:lnTo>
                    <a:pt x="22" y="53"/>
                  </a:lnTo>
                  <a:lnTo>
                    <a:pt x="23" y="53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4"/>
                  </a:lnTo>
                  <a:lnTo>
                    <a:pt x="27" y="53"/>
                  </a:lnTo>
                  <a:lnTo>
                    <a:pt x="28" y="53"/>
                  </a:lnTo>
                  <a:lnTo>
                    <a:pt x="31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6" y="52"/>
                  </a:lnTo>
                  <a:lnTo>
                    <a:pt x="37" y="52"/>
                  </a:lnTo>
                  <a:lnTo>
                    <a:pt x="38" y="51"/>
                  </a:lnTo>
                  <a:lnTo>
                    <a:pt x="38" y="50"/>
                  </a:lnTo>
                  <a:lnTo>
                    <a:pt x="39" y="50"/>
                  </a:lnTo>
                  <a:lnTo>
                    <a:pt x="41" y="49"/>
                  </a:lnTo>
                  <a:lnTo>
                    <a:pt x="42" y="49"/>
                  </a:lnTo>
                  <a:lnTo>
                    <a:pt x="44" y="48"/>
                  </a:lnTo>
                  <a:lnTo>
                    <a:pt x="45" y="47"/>
                  </a:lnTo>
                  <a:lnTo>
                    <a:pt x="46" y="47"/>
                  </a:lnTo>
                  <a:lnTo>
                    <a:pt x="48" y="47"/>
                  </a:lnTo>
                  <a:lnTo>
                    <a:pt x="49" y="47"/>
                  </a:lnTo>
                  <a:lnTo>
                    <a:pt x="51" y="47"/>
                  </a:lnTo>
                  <a:lnTo>
                    <a:pt x="54" y="47"/>
                  </a:lnTo>
                  <a:lnTo>
                    <a:pt x="56" y="48"/>
                  </a:lnTo>
                  <a:lnTo>
                    <a:pt x="61" y="49"/>
                  </a:lnTo>
                  <a:lnTo>
                    <a:pt x="64" y="50"/>
                  </a:lnTo>
                  <a:lnTo>
                    <a:pt x="66" y="52"/>
                  </a:lnTo>
                  <a:lnTo>
                    <a:pt x="67" y="54"/>
                  </a:lnTo>
                  <a:lnTo>
                    <a:pt x="68" y="57"/>
                  </a:lnTo>
                  <a:lnTo>
                    <a:pt x="70" y="60"/>
                  </a:lnTo>
                  <a:lnTo>
                    <a:pt x="70" y="62"/>
                  </a:lnTo>
                  <a:lnTo>
                    <a:pt x="71" y="64"/>
                  </a:lnTo>
                  <a:lnTo>
                    <a:pt x="71" y="67"/>
                  </a:lnTo>
                  <a:lnTo>
                    <a:pt x="71" y="70"/>
                  </a:lnTo>
                  <a:lnTo>
                    <a:pt x="70" y="70"/>
                  </a:lnTo>
                  <a:lnTo>
                    <a:pt x="69" y="70"/>
                  </a:lnTo>
                  <a:lnTo>
                    <a:pt x="69" y="71"/>
                  </a:lnTo>
                  <a:lnTo>
                    <a:pt x="68" y="71"/>
                  </a:lnTo>
                  <a:lnTo>
                    <a:pt x="67" y="71"/>
                  </a:lnTo>
                  <a:lnTo>
                    <a:pt x="66" y="71"/>
                  </a:lnTo>
                  <a:lnTo>
                    <a:pt x="66" y="72"/>
                  </a:lnTo>
                  <a:lnTo>
                    <a:pt x="65" y="72"/>
                  </a:lnTo>
                  <a:lnTo>
                    <a:pt x="65" y="73"/>
                  </a:lnTo>
                  <a:lnTo>
                    <a:pt x="65" y="74"/>
                  </a:lnTo>
                  <a:lnTo>
                    <a:pt x="65" y="75"/>
                  </a:lnTo>
                  <a:lnTo>
                    <a:pt x="64" y="75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6"/>
                  </a:lnTo>
                  <a:lnTo>
                    <a:pt x="61" y="76"/>
                  </a:lnTo>
                  <a:lnTo>
                    <a:pt x="60" y="77"/>
                  </a:lnTo>
                  <a:lnTo>
                    <a:pt x="59" y="77"/>
                  </a:lnTo>
                  <a:lnTo>
                    <a:pt x="58" y="78"/>
                  </a:lnTo>
                  <a:lnTo>
                    <a:pt x="56" y="78"/>
                  </a:lnTo>
                  <a:lnTo>
                    <a:pt x="55" y="78"/>
                  </a:lnTo>
                  <a:lnTo>
                    <a:pt x="54" y="79"/>
                  </a:lnTo>
                  <a:lnTo>
                    <a:pt x="54" y="80"/>
                  </a:lnTo>
                  <a:lnTo>
                    <a:pt x="54" y="82"/>
                  </a:lnTo>
                  <a:lnTo>
                    <a:pt x="55" y="83"/>
                  </a:lnTo>
                  <a:lnTo>
                    <a:pt x="56" y="83"/>
                  </a:lnTo>
                  <a:lnTo>
                    <a:pt x="57" y="84"/>
                  </a:lnTo>
                  <a:lnTo>
                    <a:pt x="58" y="84"/>
                  </a:lnTo>
                  <a:lnTo>
                    <a:pt x="59" y="85"/>
                  </a:lnTo>
                  <a:lnTo>
                    <a:pt x="60" y="86"/>
                  </a:lnTo>
                  <a:lnTo>
                    <a:pt x="62" y="86"/>
                  </a:lnTo>
                  <a:lnTo>
                    <a:pt x="63" y="86"/>
                  </a:lnTo>
                  <a:lnTo>
                    <a:pt x="64" y="86"/>
                  </a:lnTo>
                  <a:lnTo>
                    <a:pt x="65" y="86"/>
                  </a:lnTo>
                  <a:lnTo>
                    <a:pt x="66" y="86"/>
                  </a:lnTo>
                  <a:lnTo>
                    <a:pt x="67" y="86"/>
                  </a:lnTo>
                  <a:lnTo>
                    <a:pt x="68" y="86"/>
                  </a:lnTo>
                  <a:lnTo>
                    <a:pt x="69" y="86"/>
                  </a:lnTo>
                  <a:lnTo>
                    <a:pt x="70" y="86"/>
                  </a:lnTo>
                  <a:lnTo>
                    <a:pt x="70" y="85"/>
                  </a:lnTo>
                  <a:lnTo>
                    <a:pt x="70" y="84"/>
                  </a:lnTo>
                  <a:lnTo>
                    <a:pt x="70" y="83"/>
                  </a:lnTo>
                  <a:lnTo>
                    <a:pt x="71" y="82"/>
                  </a:lnTo>
                  <a:lnTo>
                    <a:pt x="71" y="81"/>
                  </a:lnTo>
                  <a:lnTo>
                    <a:pt x="71" y="80"/>
                  </a:lnTo>
                  <a:lnTo>
                    <a:pt x="72" y="79"/>
                  </a:lnTo>
                  <a:lnTo>
                    <a:pt x="73" y="78"/>
                  </a:lnTo>
                  <a:lnTo>
                    <a:pt x="74" y="78"/>
                  </a:lnTo>
                  <a:lnTo>
                    <a:pt x="75" y="78"/>
                  </a:lnTo>
                  <a:lnTo>
                    <a:pt x="75" y="76"/>
                  </a:lnTo>
                  <a:lnTo>
                    <a:pt x="76" y="76"/>
                  </a:lnTo>
                  <a:lnTo>
                    <a:pt x="76" y="75"/>
                  </a:lnTo>
                  <a:lnTo>
                    <a:pt x="75" y="75"/>
                  </a:lnTo>
                  <a:lnTo>
                    <a:pt x="76" y="74"/>
                  </a:lnTo>
                  <a:lnTo>
                    <a:pt x="75" y="74"/>
                  </a:lnTo>
                  <a:lnTo>
                    <a:pt x="76" y="73"/>
                  </a:lnTo>
                  <a:lnTo>
                    <a:pt x="75" y="73"/>
                  </a:lnTo>
                  <a:lnTo>
                    <a:pt x="76" y="73"/>
                  </a:lnTo>
                  <a:lnTo>
                    <a:pt x="77" y="73"/>
                  </a:lnTo>
                  <a:lnTo>
                    <a:pt x="78" y="73"/>
                  </a:lnTo>
                  <a:lnTo>
                    <a:pt x="79" y="73"/>
                  </a:lnTo>
                  <a:lnTo>
                    <a:pt x="79" y="71"/>
                  </a:lnTo>
                  <a:lnTo>
                    <a:pt x="80" y="70"/>
                  </a:lnTo>
                  <a:lnTo>
                    <a:pt x="81" y="70"/>
                  </a:lnTo>
                  <a:lnTo>
                    <a:pt x="82" y="70"/>
                  </a:lnTo>
                  <a:lnTo>
                    <a:pt x="83" y="70"/>
                  </a:lnTo>
                  <a:lnTo>
                    <a:pt x="84" y="70"/>
                  </a:lnTo>
                  <a:lnTo>
                    <a:pt x="85" y="70"/>
                  </a:lnTo>
                  <a:lnTo>
                    <a:pt x="86" y="70"/>
                  </a:lnTo>
                  <a:lnTo>
                    <a:pt x="86" y="69"/>
                  </a:lnTo>
                  <a:lnTo>
                    <a:pt x="87" y="68"/>
                  </a:lnTo>
                  <a:lnTo>
                    <a:pt x="87" y="67"/>
                  </a:lnTo>
                  <a:lnTo>
                    <a:pt x="88" y="67"/>
                  </a:lnTo>
                  <a:lnTo>
                    <a:pt x="88" y="68"/>
                  </a:lnTo>
                  <a:lnTo>
                    <a:pt x="88" y="69"/>
                  </a:lnTo>
                  <a:lnTo>
                    <a:pt x="89" y="69"/>
                  </a:lnTo>
                  <a:lnTo>
                    <a:pt x="90" y="68"/>
                  </a:lnTo>
                  <a:lnTo>
                    <a:pt x="90" y="67"/>
                  </a:lnTo>
                  <a:lnTo>
                    <a:pt x="91" y="66"/>
                  </a:lnTo>
                  <a:lnTo>
                    <a:pt x="91" y="65"/>
                  </a:lnTo>
                  <a:lnTo>
                    <a:pt x="92" y="65"/>
                  </a:lnTo>
                  <a:lnTo>
                    <a:pt x="93" y="65"/>
                  </a:lnTo>
                  <a:lnTo>
                    <a:pt x="93" y="66"/>
                  </a:lnTo>
                  <a:lnTo>
                    <a:pt x="92" y="66"/>
                  </a:lnTo>
                  <a:lnTo>
                    <a:pt x="92" y="67"/>
                  </a:lnTo>
                  <a:lnTo>
                    <a:pt x="92" y="68"/>
                  </a:lnTo>
                  <a:lnTo>
                    <a:pt x="93" y="68"/>
                  </a:lnTo>
                  <a:lnTo>
                    <a:pt x="93" y="69"/>
                  </a:lnTo>
                  <a:lnTo>
                    <a:pt x="93" y="70"/>
                  </a:lnTo>
                  <a:lnTo>
                    <a:pt x="94" y="70"/>
                  </a:lnTo>
                  <a:lnTo>
                    <a:pt x="95" y="70"/>
                  </a:lnTo>
                  <a:lnTo>
                    <a:pt x="95" y="69"/>
                  </a:lnTo>
                  <a:lnTo>
                    <a:pt x="96" y="69"/>
                  </a:lnTo>
                  <a:lnTo>
                    <a:pt x="97" y="70"/>
                  </a:lnTo>
                  <a:lnTo>
                    <a:pt x="96" y="70"/>
                  </a:lnTo>
                  <a:lnTo>
                    <a:pt x="95" y="71"/>
                  </a:lnTo>
                  <a:lnTo>
                    <a:pt x="93" y="71"/>
                  </a:lnTo>
                  <a:lnTo>
                    <a:pt x="92" y="71"/>
                  </a:lnTo>
                  <a:lnTo>
                    <a:pt x="91" y="71"/>
                  </a:lnTo>
                  <a:lnTo>
                    <a:pt x="89" y="71"/>
                  </a:lnTo>
                  <a:lnTo>
                    <a:pt x="90" y="72"/>
                  </a:lnTo>
                  <a:lnTo>
                    <a:pt x="91" y="72"/>
                  </a:lnTo>
                  <a:lnTo>
                    <a:pt x="92" y="73"/>
                  </a:lnTo>
                  <a:lnTo>
                    <a:pt x="92" y="74"/>
                  </a:lnTo>
                  <a:lnTo>
                    <a:pt x="93" y="74"/>
                  </a:lnTo>
                  <a:lnTo>
                    <a:pt x="94" y="75"/>
                  </a:lnTo>
                  <a:lnTo>
                    <a:pt x="96" y="75"/>
                  </a:lnTo>
                  <a:lnTo>
                    <a:pt x="97" y="75"/>
                  </a:lnTo>
                  <a:lnTo>
                    <a:pt x="98" y="76"/>
                  </a:lnTo>
                  <a:lnTo>
                    <a:pt x="101" y="76"/>
                  </a:lnTo>
                  <a:lnTo>
                    <a:pt x="104" y="76"/>
                  </a:lnTo>
                  <a:lnTo>
                    <a:pt x="104" y="77"/>
                  </a:lnTo>
                  <a:lnTo>
                    <a:pt x="105" y="77"/>
                  </a:lnTo>
                  <a:lnTo>
                    <a:pt x="105" y="78"/>
                  </a:lnTo>
                  <a:lnTo>
                    <a:pt x="104" y="79"/>
                  </a:lnTo>
                  <a:lnTo>
                    <a:pt x="102" y="80"/>
                  </a:lnTo>
                  <a:lnTo>
                    <a:pt x="101" y="80"/>
                  </a:lnTo>
                  <a:lnTo>
                    <a:pt x="99" y="82"/>
                  </a:lnTo>
                  <a:lnTo>
                    <a:pt x="97" y="83"/>
                  </a:lnTo>
                  <a:lnTo>
                    <a:pt x="97" y="85"/>
                  </a:lnTo>
                  <a:lnTo>
                    <a:pt x="98" y="85"/>
                  </a:lnTo>
                  <a:lnTo>
                    <a:pt x="99" y="86"/>
                  </a:lnTo>
                  <a:lnTo>
                    <a:pt x="100" y="87"/>
                  </a:lnTo>
                  <a:lnTo>
                    <a:pt x="102" y="87"/>
                  </a:lnTo>
                  <a:lnTo>
                    <a:pt x="104" y="87"/>
                  </a:lnTo>
                  <a:lnTo>
                    <a:pt x="105" y="88"/>
                  </a:lnTo>
                  <a:lnTo>
                    <a:pt x="106" y="88"/>
                  </a:lnTo>
                  <a:lnTo>
                    <a:pt x="106" y="89"/>
                  </a:lnTo>
                  <a:lnTo>
                    <a:pt x="105" y="90"/>
                  </a:lnTo>
                  <a:lnTo>
                    <a:pt x="105" y="91"/>
                  </a:lnTo>
                  <a:lnTo>
                    <a:pt x="105" y="92"/>
                  </a:lnTo>
                  <a:lnTo>
                    <a:pt x="105" y="93"/>
                  </a:lnTo>
                  <a:lnTo>
                    <a:pt x="105" y="95"/>
                  </a:lnTo>
                  <a:lnTo>
                    <a:pt x="106" y="95"/>
                  </a:lnTo>
                  <a:lnTo>
                    <a:pt x="107" y="95"/>
                  </a:lnTo>
                  <a:lnTo>
                    <a:pt x="108" y="95"/>
                  </a:lnTo>
                  <a:lnTo>
                    <a:pt x="109" y="95"/>
                  </a:lnTo>
                  <a:lnTo>
                    <a:pt x="110" y="95"/>
                  </a:lnTo>
                  <a:lnTo>
                    <a:pt x="111" y="95"/>
                  </a:lnTo>
                  <a:lnTo>
                    <a:pt x="111" y="94"/>
                  </a:lnTo>
                  <a:lnTo>
                    <a:pt x="112" y="94"/>
                  </a:lnTo>
                  <a:lnTo>
                    <a:pt x="113" y="93"/>
                  </a:lnTo>
                  <a:lnTo>
                    <a:pt x="114" y="92"/>
                  </a:lnTo>
                  <a:lnTo>
                    <a:pt x="114" y="91"/>
                  </a:lnTo>
                  <a:lnTo>
                    <a:pt x="113" y="91"/>
                  </a:lnTo>
                  <a:lnTo>
                    <a:pt x="114" y="91"/>
                  </a:lnTo>
                  <a:lnTo>
                    <a:pt x="114" y="90"/>
                  </a:lnTo>
                  <a:lnTo>
                    <a:pt x="115" y="91"/>
                  </a:lnTo>
                  <a:lnTo>
                    <a:pt x="116" y="91"/>
                  </a:lnTo>
                  <a:lnTo>
                    <a:pt x="116" y="90"/>
                  </a:lnTo>
                  <a:lnTo>
                    <a:pt x="117" y="90"/>
                  </a:lnTo>
                  <a:lnTo>
                    <a:pt x="118" y="90"/>
                  </a:lnTo>
                  <a:lnTo>
                    <a:pt x="119" y="90"/>
                  </a:lnTo>
                  <a:lnTo>
                    <a:pt x="120" y="90"/>
                  </a:lnTo>
                  <a:lnTo>
                    <a:pt x="121" y="90"/>
                  </a:lnTo>
                  <a:lnTo>
                    <a:pt x="121" y="89"/>
                  </a:lnTo>
                  <a:lnTo>
                    <a:pt x="122" y="89"/>
                  </a:lnTo>
                  <a:lnTo>
                    <a:pt x="123" y="88"/>
                  </a:lnTo>
                  <a:lnTo>
                    <a:pt x="124" y="88"/>
                  </a:lnTo>
                  <a:lnTo>
                    <a:pt x="125" y="87"/>
                  </a:lnTo>
                  <a:lnTo>
                    <a:pt x="126" y="88"/>
                  </a:lnTo>
                  <a:lnTo>
                    <a:pt x="127" y="88"/>
                  </a:lnTo>
                  <a:lnTo>
                    <a:pt x="129" y="88"/>
                  </a:lnTo>
                  <a:lnTo>
                    <a:pt x="130" y="88"/>
                  </a:lnTo>
                  <a:lnTo>
                    <a:pt x="131" y="87"/>
                  </a:lnTo>
                  <a:lnTo>
                    <a:pt x="132" y="85"/>
                  </a:lnTo>
                  <a:lnTo>
                    <a:pt x="133" y="84"/>
                  </a:lnTo>
                  <a:lnTo>
                    <a:pt x="132" y="84"/>
                  </a:lnTo>
                  <a:lnTo>
                    <a:pt x="133" y="83"/>
                  </a:lnTo>
                  <a:lnTo>
                    <a:pt x="132" y="83"/>
                  </a:lnTo>
                  <a:lnTo>
                    <a:pt x="131" y="83"/>
                  </a:lnTo>
                  <a:lnTo>
                    <a:pt x="130" y="83"/>
                  </a:lnTo>
                  <a:lnTo>
                    <a:pt x="129" y="83"/>
                  </a:lnTo>
                  <a:lnTo>
                    <a:pt x="127" y="84"/>
                  </a:lnTo>
                  <a:lnTo>
                    <a:pt x="125" y="85"/>
                  </a:lnTo>
                  <a:lnTo>
                    <a:pt x="122" y="85"/>
                  </a:lnTo>
                  <a:lnTo>
                    <a:pt x="120" y="85"/>
                  </a:lnTo>
                  <a:lnTo>
                    <a:pt x="118" y="83"/>
                  </a:lnTo>
                  <a:lnTo>
                    <a:pt x="117" y="81"/>
                  </a:lnTo>
                  <a:lnTo>
                    <a:pt x="116" y="81"/>
                  </a:lnTo>
                  <a:lnTo>
                    <a:pt x="116" y="80"/>
                  </a:lnTo>
                  <a:lnTo>
                    <a:pt x="115" y="79"/>
                  </a:lnTo>
                  <a:lnTo>
                    <a:pt x="114" y="78"/>
                  </a:lnTo>
                  <a:lnTo>
                    <a:pt x="113" y="78"/>
                  </a:lnTo>
                  <a:lnTo>
                    <a:pt x="111" y="77"/>
                  </a:lnTo>
                  <a:lnTo>
                    <a:pt x="110" y="77"/>
                  </a:lnTo>
                  <a:lnTo>
                    <a:pt x="109" y="77"/>
                  </a:lnTo>
                  <a:lnTo>
                    <a:pt x="109" y="76"/>
                  </a:lnTo>
                  <a:lnTo>
                    <a:pt x="108" y="75"/>
                  </a:lnTo>
                  <a:lnTo>
                    <a:pt x="108" y="74"/>
                  </a:lnTo>
                  <a:lnTo>
                    <a:pt x="109" y="74"/>
                  </a:lnTo>
                  <a:lnTo>
                    <a:pt x="110" y="74"/>
                  </a:lnTo>
                  <a:lnTo>
                    <a:pt x="111" y="75"/>
                  </a:lnTo>
                  <a:lnTo>
                    <a:pt x="112" y="75"/>
                  </a:lnTo>
                  <a:lnTo>
                    <a:pt x="112" y="74"/>
                  </a:lnTo>
                  <a:lnTo>
                    <a:pt x="113" y="74"/>
                  </a:lnTo>
                  <a:lnTo>
                    <a:pt x="114" y="75"/>
                  </a:lnTo>
                  <a:lnTo>
                    <a:pt x="114" y="76"/>
                  </a:lnTo>
                  <a:lnTo>
                    <a:pt x="115" y="76"/>
                  </a:lnTo>
                  <a:lnTo>
                    <a:pt x="116" y="76"/>
                  </a:lnTo>
                  <a:lnTo>
                    <a:pt x="117" y="76"/>
                  </a:lnTo>
                  <a:lnTo>
                    <a:pt x="118" y="75"/>
                  </a:lnTo>
                  <a:lnTo>
                    <a:pt x="119" y="74"/>
                  </a:lnTo>
                  <a:lnTo>
                    <a:pt x="119" y="72"/>
                  </a:lnTo>
                  <a:lnTo>
                    <a:pt x="120" y="72"/>
                  </a:lnTo>
                  <a:lnTo>
                    <a:pt x="122" y="72"/>
                  </a:lnTo>
                  <a:lnTo>
                    <a:pt x="124" y="71"/>
                  </a:lnTo>
                  <a:lnTo>
                    <a:pt x="125" y="70"/>
                  </a:lnTo>
                  <a:lnTo>
                    <a:pt x="130" y="70"/>
                  </a:lnTo>
                  <a:lnTo>
                    <a:pt x="133" y="69"/>
                  </a:lnTo>
                  <a:lnTo>
                    <a:pt x="136" y="68"/>
                  </a:lnTo>
                  <a:lnTo>
                    <a:pt x="137" y="67"/>
                  </a:lnTo>
                  <a:lnTo>
                    <a:pt x="140" y="66"/>
                  </a:lnTo>
                  <a:lnTo>
                    <a:pt x="142" y="65"/>
                  </a:lnTo>
                  <a:lnTo>
                    <a:pt x="144" y="64"/>
                  </a:lnTo>
                  <a:lnTo>
                    <a:pt x="147" y="64"/>
                  </a:lnTo>
                  <a:lnTo>
                    <a:pt x="152" y="64"/>
                  </a:lnTo>
                  <a:lnTo>
                    <a:pt x="152" y="63"/>
                  </a:lnTo>
                  <a:lnTo>
                    <a:pt x="153" y="63"/>
                  </a:lnTo>
                  <a:lnTo>
                    <a:pt x="153" y="62"/>
                  </a:lnTo>
                  <a:lnTo>
                    <a:pt x="152" y="62"/>
                  </a:lnTo>
                  <a:lnTo>
                    <a:pt x="151" y="62"/>
                  </a:lnTo>
                  <a:lnTo>
                    <a:pt x="151" y="61"/>
                  </a:lnTo>
                  <a:lnTo>
                    <a:pt x="150" y="61"/>
                  </a:lnTo>
                  <a:lnTo>
                    <a:pt x="150" y="60"/>
                  </a:lnTo>
                  <a:lnTo>
                    <a:pt x="150" y="59"/>
                  </a:lnTo>
                  <a:lnTo>
                    <a:pt x="150" y="58"/>
                  </a:lnTo>
                  <a:lnTo>
                    <a:pt x="151" y="58"/>
                  </a:lnTo>
                  <a:lnTo>
                    <a:pt x="152" y="58"/>
                  </a:lnTo>
                  <a:lnTo>
                    <a:pt x="153" y="58"/>
                  </a:lnTo>
                  <a:lnTo>
                    <a:pt x="154" y="57"/>
                  </a:lnTo>
                  <a:lnTo>
                    <a:pt x="154" y="56"/>
                  </a:lnTo>
                  <a:lnTo>
                    <a:pt x="155" y="55"/>
                  </a:lnTo>
                  <a:lnTo>
                    <a:pt x="156" y="55"/>
                  </a:lnTo>
                  <a:lnTo>
                    <a:pt x="157" y="55"/>
                  </a:lnTo>
                  <a:lnTo>
                    <a:pt x="158" y="55"/>
                  </a:lnTo>
                  <a:lnTo>
                    <a:pt x="159" y="55"/>
                  </a:lnTo>
                  <a:lnTo>
                    <a:pt x="160" y="54"/>
                  </a:lnTo>
                  <a:lnTo>
                    <a:pt x="162" y="54"/>
                  </a:lnTo>
                  <a:lnTo>
                    <a:pt x="162" y="55"/>
                  </a:lnTo>
                  <a:lnTo>
                    <a:pt x="164" y="55"/>
                  </a:lnTo>
                  <a:lnTo>
                    <a:pt x="164" y="54"/>
                  </a:lnTo>
                  <a:lnTo>
                    <a:pt x="165" y="53"/>
                  </a:lnTo>
                  <a:lnTo>
                    <a:pt x="165" y="52"/>
                  </a:lnTo>
                  <a:lnTo>
                    <a:pt x="165" y="51"/>
                  </a:lnTo>
                  <a:lnTo>
                    <a:pt x="166" y="51"/>
                  </a:lnTo>
                  <a:lnTo>
                    <a:pt x="166" y="50"/>
                  </a:lnTo>
                  <a:lnTo>
                    <a:pt x="166" y="49"/>
                  </a:lnTo>
                  <a:lnTo>
                    <a:pt x="165" y="48"/>
                  </a:lnTo>
                  <a:lnTo>
                    <a:pt x="164" y="47"/>
                  </a:lnTo>
                  <a:lnTo>
                    <a:pt x="163" y="47"/>
                  </a:lnTo>
                  <a:lnTo>
                    <a:pt x="163" y="46"/>
                  </a:lnTo>
                  <a:lnTo>
                    <a:pt x="163" y="45"/>
                  </a:lnTo>
                  <a:lnTo>
                    <a:pt x="163" y="44"/>
                  </a:lnTo>
                  <a:lnTo>
                    <a:pt x="164" y="44"/>
                  </a:lnTo>
                  <a:lnTo>
                    <a:pt x="165" y="44"/>
                  </a:lnTo>
                  <a:lnTo>
                    <a:pt x="166" y="44"/>
                  </a:lnTo>
                  <a:lnTo>
                    <a:pt x="167" y="44"/>
                  </a:lnTo>
                  <a:lnTo>
                    <a:pt x="167" y="43"/>
                  </a:lnTo>
                  <a:lnTo>
                    <a:pt x="166" y="43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1"/>
                  </a:lnTo>
                  <a:lnTo>
                    <a:pt x="164" y="40"/>
                  </a:lnTo>
                  <a:lnTo>
                    <a:pt x="166" y="40"/>
                  </a:lnTo>
                  <a:lnTo>
                    <a:pt x="167" y="40"/>
                  </a:lnTo>
                  <a:lnTo>
                    <a:pt x="168" y="39"/>
                  </a:lnTo>
                  <a:lnTo>
                    <a:pt x="168" y="38"/>
                  </a:lnTo>
                  <a:lnTo>
                    <a:pt x="168" y="37"/>
                  </a:lnTo>
                  <a:lnTo>
                    <a:pt x="168" y="36"/>
                  </a:lnTo>
                  <a:lnTo>
                    <a:pt x="167" y="36"/>
                  </a:lnTo>
                  <a:lnTo>
                    <a:pt x="167" y="35"/>
                  </a:lnTo>
                  <a:lnTo>
                    <a:pt x="168" y="35"/>
                  </a:lnTo>
                  <a:lnTo>
                    <a:pt x="168" y="34"/>
                  </a:lnTo>
                  <a:lnTo>
                    <a:pt x="167" y="34"/>
                  </a:lnTo>
                  <a:lnTo>
                    <a:pt x="166" y="34"/>
                  </a:lnTo>
                  <a:lnTo>
                    <a:pt x="165" y="34"/>
                  </a:lnTo>
                  <a:lnTo>
                    <a:pt x="164" y="34"/>
                  </a:lnTo>
                  <a:lnTo>
                    <a:pt x="163" y="33"/>
                  </a:lnTo>
                  <a:lnTo>
                    <a:pt x="162" y="32"/>
                  </a:lnTo>
                  <a:lnTo>
                    <a:pt x="161" y="32"/>
                  </a:lnTo>
                  <a:lnTo>
                    <a:pt x="160" y="31"/>
                  </a:lnTo>
                  <a:lnTo>
                    <a:pt x="159" y="31"/>
                  </a:lnTo>
                  <a:lnTo>
                    <a:pt x="158" y="31"/>
                  </a:lnTo>
                  <a:lnTo>
                    <a:pt x="156" y="31"/>
                  </a:lnTo>
                  <a:lnTo>
                    <a:pt x="156" y="30"/>
                  </a:lnTo>
                  <a:lnTo>
                    <a:pt x="155" y="30"/>
                  </a:lnTo>
                  <a:lnTo>
                    <a:pt x="155" y="29"/>
                  </a:lnTo>
                  <a:lnTo>
                    <a:pt x="154" y="29"/>
                  </a:lnTo>
                  <a:lnTo>
                    <a:pt x="154" y="30"/>
                  </a:lnTo>
                  <a:lnTo>
                    <a:pt x="153" y="30"/>
                  </a:lnTo>
                  <a:lnTo>
                    <a:pt x="152" y="30"/>
                  </a:lnTo>
                  <a:lnTo>
                    <a:pt x="151" y="29"/>
                  </a:lnTo>
                  <a:lnTo>
                    <a:pt x="151" y="28"/>
                  </a:lnTo>
                  <a:lnTo>
                    <a:pt x="150" y="28"/>
                  </a:lnTo>
                  <a:lnTo>
                    <a:pt x="149" y="29"/>
                  </a:lnTo>
                  <a:lnTo>
                    <a:pt x="149" y="30"/>
                  </a:lnTo>
                  <a:lnTo>
                    <a:pt x="148" y="30"/>
                  </a:lnTo>
                  <a:lnTo>
                    <a:pt x="146" y="30"/>
                  </a:lnTo>
                  <a:lnTo>
                    <a:pt x="145" y="30"/>
                  </a:lnTo>
                  <a:lnTo>
                    <a:pt x="144" y="29"/>
                  </a:lnTo>
                  <a:lnTo>
                    <a:pt x="144" y="28"/>
                  </a:lnTo>
                  <a:lnTo>
                    <a:pt x="144" y="27"/>
                  </a:lnTo>
                  <a:lnTo>
                    <a:pt x="144" y="26"/>
                  </a:lnTo>
                  <a:lnTo>
                    <a:pt x="144" y="25"/>
                  </a:lnTo>
                  <a:lnTo>
                    <a:pt x="143" y="25"/>
                  </a:lnTo>
                  <a:lnTo>
                    <a:pt x="142" y="24"/>
                  </a:lnTo>
                  <a:lnTo>
                    <a:pt x="141" y="24"/>
                  </a:lnTo>
                  <a:lnTo>
                    <a:pt x="140" y="24"/>
                  </a:lnTo>
                  <a:lnTo>
                    <a:pt x="139" y="24"/>
                  </a:lnTo>
                  <a:lnTo>
                    <a:pt x="138" y="25"/>
                  </a:lnTo>
                  <a:lnTo>
                    <a:pt x="137" y="26"/>
                  </a:lnTo>
                  <a:lnTo>
                    <a:pt x="135" y="26"/>
                  </a:lnTo>
                  <a:lnTo>
                    <a:pt x="134" y="26"/>
                  </a:lnTo>
                  <a:lnTo>
                    <a:pt x="133" y="25"/>
                  </a:lnTo>
                  <a:lnTo>
                    <a:pt x="131" y="26"/>
                  </a:lnTo>
                  <a:lnTo>
                    <a:pt x="131" y="25"/>
                  </a:lnTo>
                  <a:lnTo>
                    <a:pt x="130" y="24"/>
                  </a:lnTo>
                  <a:lnTo>
                    <a:pt x="129" y="24"/>
                  </a:lnTo>
                  <a:lnTo>
                    <a:pt x="128" y="24"/>
                  </a:lnTo>
                  <a:lnTo>
                    <a:pt x="128" y="25"/>
                  </a:lnTo>
                  <a:lnTo>
                    <a:pt x="127" y="25"/>
                  </a:lnTo>
                  <a:lnTo>
                    <a:pt x="125" y="25"/>
                  </a:lnTo>
                  <a:lnTo>
                    <a:pt x="125" y="24"/>
                  </a:lnTo>
                  <a:lnTo>
                    <a:pt x="123" y="22"/>
                  </a:lnTo>
                  <a:lnTo>
                    <a:pt x="124" y="20"/>
                  </a:lnTo>
                  <a:lnTo>
                    <a:pt x="123" y="19"/>
                  </a:lnTo>
                  <a:lnTo>
                    <a:pt x="122" y="18"/>
                  </a:lnTo>
                  <a:lnTo>
                    <a:pt x="121" y="17"/>
                  </a:lnTo>
                  <a:lnTo>
                    <a:pt x="121" y="16"/>
                  </a:lnTo>
                  <a:lnTo>
                    <a:pt x="121" y="15"/>
                  </a:lnTo>
                  <a:lnTo>
                    <a:pt x="120" y="15"/>
                  </a:lnTo>
                  <a:lnTo>
                    <a:pt x="118" y="15"/>
                  </a:lnTo>
                  <a:lnTo>
                    <a:pt x="116" y="15"/>
                  </a:lnTo>
                  <a:lnTo>
                    <a:pt x="115" y="15"/>
                  </a:lnTo>
                  <a:lnTo>
                    <a:pt x="113" y="14"/>
                  </a:lnTo>
                  <a:lnTo>
                    <a:pt x="113" y="12"/>
                  </a:lnTo>
                  <a:lnTo>
                    <a:pt x="112" y="11"/>
                  </a:lnTo>
                  <a:lnTo>
                    <a:pt x="112" y="10"/>
                  </a:lnTo>
                  <a:lnTo>
                    <a:pt x="113" y="9"/>
                  </a:lnTo>
                  <a:lnTo>
                    <a:pt x="114" y="8"/>
                  </a:lnTo>
                  <a:lnTo>
                    <a:pt x="115" y="8"/>
                  </a:lnTo>
                  <a:lnTo>
                    <a:pt x="115" y="7"/>
                  </a:lnTo>
                  <a:lnTo>
                    <a:pt x="114" y="7"/>
                  </a:lnTo>
                  <a:lnTo>
                    <a:pt x="113" y="7"/>
                  </a:lnTo>
                  <a:lnTo>
                    <a:pt x="112" y="6"/>
                  </a:lnTo>
                  <a:lnTo>
                    <a:pt x="111" y="5"/>
                  </a:lnTo>
                  <a:lnTo>
                    <a:pt x="111" y="3"/>
                  </a:lnTo>
                  <a:lnTo>
                    <a:pt x="110" y="2"/>
                  </a:lnTo>
                  <a:lnTo>
                    <a:pt x="109" y="1"/>
                  </a:lnTo>
                  <a:lnTo>
                    <a:pt x="107" y="1"/>
                  </a:lnTo>
                  <a:lnTo>
                    <a:pt x="104" y="0"/>
                  </a:lnTo>
                  <a:lnTo>
                    <a:pt x="103" y="0"/>
                  </a:lnTo>
                  <a:lnTo>
                    <a:pt x="101" y="1"/>
                  </a:lnTo>
                  <a:lnTo>
                    <a:pt x="100" y="2"/>
                  </a:lnTo>
                  <a:lnTo>
                    <a:pt x="98" y="1"/>
                  </a:lnTo>
                  <a:lnTo>
                    <a:pt x="96" y="1"/>
                  </a:lnTo>
                  <a:lnTo>
                    <a:pt x="95" y="1"/>
                  </a:lnTo>
                  <a:lnTo>
                    <a:pt x="94" y="2"/>
                  </a:lnTo>
                  <a:lnTo>
                    <a:pt x="94" y="4"/>
                  </a:lnTo>
                  <a:lnTo>
                    <a:pt x="92" y="4"/>
                  </a:lnTo>
                  <a:lnTo>
                    <a:pt x="90" y="4"/>
                  </a:lnTo>
                  <a:lnTo>
                    <a:pt x="89" y="3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grpSp>
          <p:nvGrpSpPr>
            <p:cNvPr id="64" name="United_Kingdom">
              <a:extLst>
                <a:ext uri="{FF2B5EF4-FFF2-40B4-BE49-F238E27FC236}">
                  <a16:creationId xmlns:a16="http://schemas.microsoft.com/office/drawing/2014/main" id="{210CC1A1-6572-1945-8EEF-D6195D06CD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1198" y="2996055"/>
              <a:ext cx="203126" cy="337351"/>
              <a:chOff x="15020925" y="3895725"/>
              <a:chExt cx="91" cy="138"/>
            </a:xfrm>
            <a:solidFill>
              <a:srgbClr val="002B69">
                <a:alpha val="91000"/>
              </a:srgbClr>
            </a:solidFill>
          </p:grpSpPr>
          <p:sp>
            <p:nvSpPr>
              <p:cNvPr id="78" name="D882">
                <a:extLst>
                  <a:ext uri="{FF2B5EF4-FFF2-40B4-BE49-F238E27FC236}">
                    <a16:creationId xmlns:a16="http://schemas.microsoft.com/office/drawing/2014/main" id="{3C1D7FDC-5E8B-EE4B-A6C8-8C3A093004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85" y="3895725"/>
                <a:ext cx="5" cy="10"/>
              </a:xfrm>
              <a:custGeom>
                <a:avLst/>
                <a:gdLst>
                  <a:gd name="T0" fmla="*/ 3 w 5"/>
                  <a:gd name="T1" fmla="*/ 0 h 10"/>
                  <a:gd name="T2" fmla="*/ 3 w 5"/>
                  <a:gd name="T3" fmla="*/ 1 h 10"/>
                  <a:gd name="T4" fmla="*/ 3 w 5"/>
                  <a:gd name="T5" fmla="*/ 2 h 10"/>
                  <a:gd name="T6" fmla="*/ 4 w 5"/>
                  <a:gd name="T7" fmla="*/ 2 h 10"/>
                  <a:gd name="T8" fmla="*/ 4 w 5"/>
                  <a:gd name="T9" fmla="*/ 3 h 10"/>
                  <a:gd name="T10" fmla="*/ 5 w 5"/>
                  <a:gd name="T11" fmla="*/ 3 h 10"/>
                  <a:gd name="T12" fmla="*/ 5 w 5"/>
                  <a:gd name="T13" fmla="*/ 4 h 10"/>
                  <a:gd name="T14" fmla="*/ 5 w 5"/>
                  <a:gd name="T15" fmla="*/ 5 h 10"/>
                  <a:gd name="T16" fmla="*/ 4 w 5"/>
                  <a:gd name="T17" fmla="*/ 5 h 10"/>
                  <a:gd name="T18" fmla="*/ 4 w 5"/>
                  <a:gd name="T19" fmla="*/ 6 h 10"/>
                  <a:gd name="T20" fmla="*/ 5 w 5"/>
                  <a:gd name="T21" fmla="*/ 6 h 10"/>
                  <a:gd name="T22" fmla="*/ 4 w 5"/>
                  <a:gd name="T23" fmla="*/ 7 h 10"/>
                  <a:gd name="T24" fmla="*/ 4 w 5"/>
                  <a:gd name="T25" fmla="*/ 8 h 10"/>
                  <a:gd name="T26" fmla="*/ 4 w 5"/>
                  <a:gd name="T27" fmla="*/ 9 h 10"/>
                  <a:gd name="T28" fmla="*/ 3 w 5"/>
                  <a:gd name="T29" fmla="*/ 10 h 10"/>
                  <a:gd name="T30" fmla="*/ 2 w 5"/>
                  <a:gd name="T31" fmla="*/ 10 h 10"/>
                  <a:gd name="T32" fmla="*/ 3 w 5"/>
                  <a:gd name="T33" fmla="*/ 9 h 10"/>
                  <a:gd name="T34" fmla="*/ 3 w 5"/>
                  <a:gd name="T35" fmla="*/ 7 h 10"/>
                  <a:gd name="T36" fmla="*/ 3 w 5"/>
                  <a:gd name="T37" fmla="*/ 6 h 10"/>
                  <a:gd name="T38" fmla="*/ 2 w 5"/>
                  <a:gd name="T39" fmla="*/ 6 h 10"/>
                  <a:gd name="T40" fmla="*/ 1 w 5"/>
                  <a:gd name="T41" fmla="*/ 6 h 10"/>
                  <a:gd name="T42" fmla="*/ 0 w 5"/>
                  <a:gd name="T43" fmla="*/ 6 h 10"/>
                  <a:gd name="T44" fmla="*/ 0 w 5"/>
                  <a:gd name="T45" fmla="*/ 5 h 10"/>
                  <a:gd name="T46" fmla="*/ 1 w 5"/>
                  <a:gd name="T47" fmla="*/ 4 h 10"/>
                  <a:gd name="T48" fmla="*/ 2 w 5"/>
                  <a:gd name="T49" fmla="*/ 4 h 10"/>
                  <a:gd name="T50" fmla="*/ 1 w 5"/>
                  <a:gd name="T51" fmla="*/ 3 h 10"/>
                  <a:gd name="T52" fmla="*/ 1 w 5"/>
                  <a:gd name="T53" fmla="*/ 2 h 10"/>
                  <a:gd name="T54" fmla="*/ 1 w 5"/>
                  <a:gd name="T55" fmla="*/ 1 h 10"/>
                  <a:gd name="T56" fmla="*/ 2 w 5"/>
                  <a:gd name="T57" fmla="*/ 0 h 10"/>
                  <a:gd name="T58" fmla="*/ 3 w 5"/>
                  <a:gd name="T59" fmla="*/ 0 h 10"/>
                  <a:gd name="T60" fmla="*/ 3 w 5"/>
                  <a:gd name="T61" fmla="*/ 0 h 1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5"/>
                  <a:gd name="T94" fmla="*/ 0 h 10"/>
                  <a:gd name="T95" fmla="*/ 5 w 5"/>
                  <a:gd name="T96" fmla="*/ 10 h 10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5" h="10">
                    <a:moveTo>
                      <a:pt x="3" y="0"/>
                    </a:moveTo>
                    <a:lnTo>
                      <a:pt x="3" y="1"/>
                    </a:lnTo>
                    <a:lnTo>
                      <a:pt x="3" y="2"/>
                    </a:lnTo>
                    <a:lnTo>
                      <a:pt x="4" y="2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4"/>
                    </a:lnTo>
                    <a:lnTo>
                      <a:pt x="5" y="5"/>
                    </a:lnTo>
                    <a:lnTo>
                      <a:pt x="4" y="5"/>
                    </a:lnTo>
                    <a:lnTo>
                      <a:pt x="4" y="6"/>
                    </a:lnTo>
                    <a:lnTo>
                      <a:pt x="5" y="6"/>
                    </a:lnTo>
                    <a:lnTo>
                      <a:pt x="4" y="7"/>
                    </a:lnTo>
                    <a:lnTo>
                      <a:pt x="4" y="8"/>
                    </a:lnTo>
                    <a:lnTo>
                      <a:pt x="4" y="9"/>
                    </a:lnTo>
                    <a:lnTo>
                      <a:pt x="3" y="10"/>
                    </a:lnTo>
                    <a:lnTo>
                      <a:pt x="2" y="10"/>
                    </a:lnTo>
                    <a:lnTo>
                      <a:pt x="3" y="9"/>
                    </a:lnTo>
                    <a:lnTo>
                      <a:pt x="3" y="7"/>
                    </a:lnTo>
                    <a:lnTo>
                      <a:pt x="3" y="6"/>
                    </a:lnTo>
                    <a:lnTo>
                      <a:pt x="2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1" y="4"/>
                    </a:lnTo>
                    <a:lnTo>
                      <a:pt x="2" y="4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79" name="D883">
                <a:extLst>
                  <a:ext uri="{FF2B5EF4-FFF2-40B4-BE49-F238E27FC236}">
                    <a16:creationId xmlns:a16="http://schemas.microsoft.com/office/drawing/2014/main" id="{7ED88596-5FD3-8945-91FC-019EF7F35F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35" y="3895755"/>
                <a:ext cx="8" cy="9"/>
              </a:xfrm>
              <a:custGeom>
                <a:avLst/>
                <a:gdLst>
                  <a:gd name="T0" fmla="*/ 7 w 8"/>
                  <a:gd name="T1" fmla="*/ 0 h 9"/>
                  <a:gd name="T2" fmla="*/ 7 w 8"/>
                  <a:gd name="T3" fmla="*/ 1 h 9"/>
                  <a:gd name="T4" fmla="*/ 7 w 8"/>
                  <a:gd name="T5" fmla="*/ 2 h 9"/>
                  <a:gd name="T6" fmla="*/ 7 w 8"/>
                  <a:gd name="T7" fmla="*/ 3 h 9"/>
                  <a:gd name="T8" fmla="*/ 8 w 8"/>
                  <a:gd name="T9" fmla="*/ 3 h 9"/>
                  <a:gd name="T10" fmla="*/ 7 w 8"/>
                  <a:gd name="T11" fmla="*/ 4 h 9"/>
                  <a:gd name="T12" fmla="*/ 6 w 8"/>
                  <a:gd name="T13" fmla="*/ 4 h 9"/>
                  <a:gd name="T14" fmla="*/ 5 w 8"/>
                  <a:gd name="T15" fmla="*/ 4 h 9"/>
                  <a:gd name="T16" fmla="*/ 5 w 8"/>
                  <a:gd name="T17" fmla="*/ 5 h 9"/>
                  <a:gd name="T18" fmla="*/ 6 w 8"/>
                  <a:gd name="T19" fmla="*/ 5 h 9"/>
                  <a:gd name="T20" fmla="*/ 6 w 8"/>
                  <a:gd name="T21" fmla="*/ 6 h 9"/>
                  <a:gd name="T22" fmla="*/ 5 w 8"/>
                  <a:gd name="T23" fmla="*/ 7 h 9"/>
                  <a:gd name="T24" fmla="*/ 3 w 8"/>
                  <a:gd name="T25" fmla="*/ 7 h 9"/>
                  <a:gd name="T26" fmla="*/ 3 w 8"/>
                  <a:gd name="T27" fmla="*/ 8 h 9"/>
                  <a:gd name="T28" fmla="*/ 2 w 8"/>
                  <a:gd name="T29" fmla="*/ 8 h 9"/>
                  <a:gd name="T30" fmla="*/ 2 w 8"/>
                  <a:gd name="T31" fmla="*/ 9 h 9"/>
                  <a:gd name="T32" fmla="*/ 1 w 8"/>
                  <a:gd name="T33" fmla="*/ 9 h 9"/>
                  <a:gd name="T34" fmla="*/ 0 w 8"/>
                  <a:gd name="T35" fmla="*/ 9 h 9"/>
                  <a:gd name="T36" fmla="*/ 0 w 8"/>
                  <a:gd name="T37" fmla="*/ 8 h 9"/>
                  <a:gd name="T38" fmla="*/ 1 w 8"/>
                  <a:gd name="T39" fmla="*/ 7 h 9"/>
                  <a:gd name="T40" fmla="*/ 0 w 8"/>
                  <a:gd name="T41" fmla="*/ 7 h 9"/>
                  <a:gd name="T42" fmla="*/ 0 w 8"/>
                  <a:gd name="T43" fmla="*/ 6 h 9"/>
                  <a:gd name="T44" fmla="*/ 0 w 8"/>
                  <a:gd name="T45" fmla="*/ 5 h 9"/>
                  <a:gd name="T46" fmla="*/ 0 w 8"/>
                  <a:gd name="T47" fmla="*/ 3 h 9"/>
                  <a:gd name="T48" fmla="*/ 1 w 8"/>
                  <a:gd name="T49" fmla="*/ 4 h 9"/>
                  <a:gd name="T50" fmla="*/ 3 w 8"/>
                  <a:gd name="T51" fmla="*/ 4 h 9"/>
                  <a:gd name="T52" fmla="*/ 2 w 8"/>
                  <a:gd name="T53" fmla="*/ 3 h 9"/>
                  <a:gd name="T54" fmla="*/ 2 w 8"/>
                  <a:gd name="T55" fmla="*/ 2 h 9"/>
                  <a:gd name="T56" fmla="*/ 3 w 8"/>
                  <a:gd name="T57" fmla="*/ 2 h 9"/>
                  <a:gd name="T58" fmla="*/ 5 w 8"/>
                  <a:gd name="T59" fmla="*/ 1 h 9"/>
                  <a:gd name="T60" fmla="*/ 6 w 8"/>
                  <a:gd name="T61" fmla="*/ 0 h 9"/>
                  <a:gd name="T62" fmla="*/ 7 w 8"/>
                  <a:gd name="T63" fmla="*/ 0 h 9"/>
                  <a:gd name="T64" fmla="*/ 7 w 8"/>
                  <a:gd name="T65" fmla="*/ 0 h 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8"/>
                  <a:gd name="T100" fmla="*/ 0 h 9"/>
                  <a:gd name="T101" fmla="*/ 8 w 8"/>
                  <a:gd name="T102" fmla="*/ 9 h 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8" h="9">
                    <a:moveTo>
                      <a:pt x="7" y="0"/>
                    </a:moveTo>
                    <a:lnTo>
                      <a:pt x="7" y="1"/>
                    </a:lnTo>
                    <a:lnTo>
                      <a:pt x="7" y="2"/>
                    </a:lnTo>
                    <a:lnTo>
                      <a:pt x="7" y="3"/>
                    </a:lnTo>
                    <a:lnTo>
                      <a:pt x="8" y="3"/>
                    </a:lnTo>
                    <a:lnTo>
                      <a:pt x="7" y="4"/>
                    </a:lnTo>
                    <a:lnTo>
                      <a:pt x="6" y="4"/>
                    </a:lnTo>
                    <a:lnTo>
                      <a:pt x="5" y="4"/>
                    </a:lnTo>
                    <a:lnTo>
                      <a:pt x="5" y="5"/>
                    </a:lnTo>
                    <a:lnTo>
                      <a:pt x="6" y="5"/>
                    </a:lnTo>
                    <a:lnTo>
                      <a:pt x="6" y="6"/>
                    </a:lnTo>
                    <a:lnTo>
                      <a:pt x="5" y="7"/>
                    </a:lnTo>
                    <a:lnTo>
                      <a:pt x="3" y="7"/>
                    </a:lnTo>
                    <a:lnTo>
                      <a:pt x="3" y="8"/>
                    </a:lnTo>
                    <a:lnTo>
                      <a:pt x="2" y="8"/>
                    </a:lnTo>
                    <a:lnTo>
                      <a:pt x="2" y="9"/>
                    </a:lnTo>
                    <a:lnTo>
                      <a:pt x="1" y="9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1" y="7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1" y="4"/>
                    </a:lnTo>
                    <a:lnTo>
                      <a:pt x="3" y="4"/>
                    </a:lnTo>
                    <a:lnTo>
                      <a:pt x="2" y="3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6" y="0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80" name="D884">
                <a:extLst>
                  <a:ext uri="{FF2B5EF4-FFF2-40B4-BE49-F238E27FC236}">
                    <a16:creationId xmlns:a16="http://schemas.microsoft.com/office/drawing/2014/main" id="{A65D22D5-7F69-F84E-8387-F74F3B2B34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31" y="3895766"/>
                <a:ext cx="4" cy="1"/>
              </a:xfrm>
              <a:custGeom>
                <a:avLst/>
                <a:gdLst>
                  <a:gd name="T0" fmla="*/ 3 w 4"/>
                  <a:gd name="T1" fmla="*/ 1 h 1"/>
                  <a:gd name="T2" fmla="*/ 2 w 4"/>
                  <a:gd name="T3" fmla="*/ 1 h 1"/>
                  <a:gd name="T4" fmla="*/ 1 w 4"/>
                  <a:gd name="T5" fmla="*/ 1 h 1"/>
                  <a:gd name="T6" fmla="*/ 0 w 4"/>
                  <a:gd name="T7" fmla="*/ 1 h 1"/>
                  <a:gd name="T8" fmla="*/ 0 w 4"/>
                  <a:gd name="T9" fmla="*/ 0 h 1"/>
                  <a:gd name="T10" fmla="*/ 1 w 4"/>
                  <a:gd name="T11" fmla="*/ 0 h 1"/>
                  <a:gd name="T12" fmla="*/ 3 w 4"/>
                  <a:gd name="T13" fmla="*/ 0 h 1"/>
                  <a:gd name="T14" fmla="*/ 4 w 4"/>
                  <a:gd name="T15" fmla="*/ 0 h 1"/>
                  <a:gd name="T16" fmla="*/ 3 w 4"/>
                  <a:gd name="T17" fmla="*/ 0 h 1"/>
                  <a:gd name="T18" fmla="*/ 3 w 4"/>
                  <a:gd name="T19" fmla="*/ 1 h 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"/>
                  <a:gd name="T31" fmla="*/ 0 h 1"/>
                  <a:gd name="T32" fmla="*/ 4 w 4"/>
                  <a:gd name="T33" fmla="*/ 1 h 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" h="1">
                    <a:moveTo>
                      <a:pt x="3" y="1"/>
                    </a:moveTo>
                    <a:lnTo>
                      <a:pt x="2" y="1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3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81" name="D885">
                <a:extLst>
                  <a:ext uri="{FF2B5EF4-FFF2-40B4-BE49-F238E27FC236}">
                    <a16:creationId xmlns:a16="http://schemas.microsoft.com/office/drawing/2014/main" id="{581C387E-93FA-3740-BC9A-57CB039EDB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69" y="3895745"/>
                <a:ext cx="6" cy="3"/>
              </a:xfrm>
              <a:custGeom>
                <a:avLst/>
                <a:gdLst>
                  <a:gd name="T0" fmla="*/ 5 w 6"/>
                  <a:gd name="T1" fmla="*/ 3 h 3"/>
                  <a:gd name="T2" fmla="*/ 4 w 6"/>
                  <a:gd name="T3" fmla="*/ 3 h 3"/>
                  <a:gd name="T4" fmla="*/ 3 w 6"/>
                  <a:gd name="T5" fmla="*/ 3 h 3"/>
                  <a:gd name="T6" fmla="*/ 1 w 6"/>
                  <a:gd name="T7" fmla="*/ 3 h 3"/>
                  <a:gd name="T8" fmla="*/ 0 w 6"/>
                  <a:gd name="T9" fmla="*/ 3 h 3"/>
                  <a:gd name="T10" fmla="*/ 0 w 6"/>
                  <a:gd name="T11" fmla="*/ 2 h 3"/>
                  <a:gd name="T12" fmla="*/ 1 w 6"/>
                  <a:gd name="T13" fmla="*/ 0 h 3"/>
                  <a:gd name="T14" fmla="*/ 2 w 6"/>
                  <a:gd name="T15" fmla="*/ 1 h 3"/>
                  <a:gd name="T16" fmla="*/ 3 w 6"/>
                  <a:gd name="T17" fmla="*/ 2 h 3"/>
                  <a:gd name="T18" fmla="*/ 4 w 6"/>
                  <a:gd name="T19" fmla="*/ 2 h 3"/>
                  <a:gd name="T20" fmla="*/ 5 w 6"/>
                  <a:gd name="T21" fmla="*/ 3 h 3"/>
                  <a:gd name="T22" fmla="*/ 6 w 6"/>
                  <a:gd name="T23" fmla="*/ 3 h 3"/>
                  <a:gd name="T24" fmla="*/ 5 w 6"/>
                  <a:gd name="T25" fmla="*/ 3 h 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"/>
                  <a:gd name="T40" fmla="*/ 0 h 3"/>
                  <a:gd name="T41" fmla="*/ 6 w 6"/>
                  <a:gd name="T42" fmla="*/ 3 h 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" h="3">
                    <a:moveTo>
                      <a:pt x="5" y="3"/>
                    </a:moveTo>
                    <a:lnTo>
                      <a:pt x="4" y="3"/>
                    </a:lnTo>
                    <a:lnTo>
                      <a:pt x="3" y="3"/>
                    </a:lnTo>
                    <a:lnTo>
                      <a:pt x="1" y="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2" y="1"/>
                    </a:lnTo>
                    <a:lnTo>
                      <a:pt x="3" y="2"/>
                    </a:lnTo>
                    <a:lnTo>
                      <a:pt x="4" y="2"/>
                    </a:lnTo>
                    <a:lnTo>
                      <a:pt x="5" y="3"/>
                    </a:lnTo>
                    <a:lnTo>
                      <a:pt x="6" y="3"/>
                    </a:lnTo>
                    <a:lnTo>
                      <a:pt x="5" y="3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82" name="D886">
                <a:extLst>
                  <a:ext uri="{FF2B5EF4-FFF2-40B4-BE49-F238E27FC236}">
                    <a16:creationId xmlns:a16="http://schemas.microsoft.com/office/drawing/2014/main" id="{F2EB781E-2F06-4943-A2AE-295A73F8B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69" y="3895749"/>
                <a:ext cx="2" cy="1"/>
              </a:xfrm>
              <a:custGeom>
                <a:avLst/>
                <a:gdLst>
                  <a:gd name="T0" fmla="*/ 1 w 2"/>
                  <a:gd name="T1" fmla="*/ 1 h 1"/>
                  <a:gd name="T2" fmla="*/ 0 w 2"/>
                  <a:gd name="T3" fmla="*/ 1 h 1"/>
                  <a:gd name="T4" fmla="*/ 0 w 2"/>
                  <a:gd name="T5" fmla="*/ 0 h 1"/>
                  <a:gd name="T6" fmla="*/ 1 w 2"/>
                  <a:gd name="T7" fmla="*/ 0 h 1"/>
                  <a:gd name="T8" fmla="*/ 2 w 2"/>
                  <a:gd name="T9" fmla="*/ 0 h 1"/>
                  <a:gd name="T10" fmla="*/ 2 w 2"/>
                  <a:gd name="T11" fmla="*/ 1 h 1"/>
                  <a:gd name="T12" fmla="*/ 1 w 2"/>
                  <a:gd name="T13" fmla="*/ 1 h 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"/>
                  <a:gd name="T22" fmla="*/ 0 h 1"/>
                  <a:gd name="T23" fmla="*/ 2 w 2"/>
                  <a:gd name="T24" fmla="*/ 1 h 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" h="1">
                    <a:moveTo>
                      <a:pt x="1" y="1"/>
                    </a:move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83" name="D887">
                <a:extLst>
                  <a:ext uri="{FF2B5EF4-FFF2-40B4-BE49-F238E27FC236}">
                    <a16:creationId xmlns:a16="http://schemas.microsoft.com/office/drawing/2014/main" id="{CC8EA4C6-1410-6540-951A-462AB7A96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44" y="3895753"/>
                <a:ext cx="72" cy="110"/>
              </a:xfrm>
              <a:custGeom>
                <a:avLst/>
                <a:gdLst>
                  <a:gd name="T0" fmla="*/ 10 w 72"/>
                  <a:gd name="T1" fmla="*/ 1 h 110"/>
                  <a:gd name="T2" fmla="*/ 19 w 72"/>
                  <a:gd name="T3" fmla="*/ 1 h 110"/>
                  <a:gd name="T4" fmla="*/ 27 w 72"/>
                  <a:gd name="T5" fmla="*/ 3 h 110"/>
                  <a:gd name="T6" fmla="*/ 20 w 72"/>
                  <a:gd name="T7" fmla="*/ 11 h 110"/>
                  <a:gd name="T8" fmla="*/ 19 w 72"/>
                  <a:gd name="T9" fmla="*/ 14 h 110"/>
                  <a:gd name="T10" fmla="*/ 33 w 72"/>
                  <a:gd name="T11" fmla="*/ 13 h 110"/>
                  <a:gd name="T12" fmla="*/ 38 w 72"/>
                  <a:gd name="T13" fmla="*/ 17 h 110"/>
                  <a:gd name="T14" fmla="*/ 35 w 72"/>
                  <a:gd name="T15" fmla="*/ 24 h 110"/>
                  <a:gd name="T16" fmla="*/ 29 w 72"/>
                  <a:gd name="T17" fmla="*/ 29 h 110"/>
                  <a:gd name="T18" fmla="*/ 26 w 72"/>
                  <a:gd name="T19" fmla="*/ 33 h 110"/>
                  <a:gd name="T20" fmla="*/ 32 w 72"/>
                  <a:gd name="T21" fmla="*/ 34 h 110"/>
                  <a:gd name="T22" fmla="*/ 42 w 72"/>
                  <a:gd name="T23" fmla="*/ 42 h 110"/>
                  <a:gd name="T24" fmla="*/ 46 w 72"/>
                  <a:gd name="T25" fmla="*/ 52 h 110"/>
                  <a:gd name="T26" fmla="*/ 55 w 72"/>
                  <a:gd name="T27" fmla="*/ 61 h 110"/>
                  <a:gd name="T28" fmla="*/ 54 w 72"/>
                  <a:gd name="T29" fmla="*/ 64 h 110"/>
                  <a:gd name="T30" fmla="*/ 59 w 72"/>
                  <a:gd name="T31" fmla="*/ 69 h 110"/>
                  <a:gd name="T32" fmla="*/ 57 w 72"/>
                  <a:gd name="T33" fmla="*/ 75 h 110"/>
                  <a:gd name="T34" fmla="*/ 65 w 72"/>
                  <a:gd name="T35" fmla="*/ 73 h 110"/>
                  <a:gd name="T36" fmla="*/ 71 w 72"/>
                  <a:gd name="T37" fmla="*/ 84 h 110"/>
                  <a:gd name="T38" fmla="*/ 64 w 72"/>
                  <a:gd name="T39" fmla="*/ 88 h 110"/>
                  <a:gd name="T40" fmla="*/ 63 w 72"/>
                  <a:gd name="T41" fmla="*/ 92 h 110"/>
                  <a:gd name="T42" fmla="*/ 65 w 72"/>
                  <a:gd name="T43" fmla="*/ 98 h 110"/>
                  <a:gd name="T44" fmla="*/ 50 w 72"/>
                  <a:gd name="T45" fmla="*/ 101 h 110"/>
                  <a:gd name="T46" fmla="*/ 44 w 72"/>
                  <a:gd name="T47" fmla="*/ 100 h 110"/>
                  <a:gd name="T48" fmla="*/ 35 w 72"/>
                  <a:gd name="T49" fmla="*/ 102 h 110"/>
                  <a:gd name="T50" fmla="*/ 26 w 72"/>
                  <a:gd name="T51" fmla="*/ 102 h 110"/>
                  <a:gd name="T52" fmla="*/ 20 w 72"/>
                  <a:gd name="T53" fmla="*/ 106 h 110"/>
                  <a:gd name="T54" fmla="*/ 12 w 72"/>
                  <a:gd name="T55" fmla="*/ 107 h 110"/>
                  <a:gd name="T56" fmla="*/ 4 w 72"/>
                  <a:gd name="T57" fmla="*/ 110 h 110"/>
                  <a:gd name="T58" fmla="*/ 12 w 72"/>
                  <a:gd name="T59" fmla="*/ 102 h 110"/>
                  <a:gd name="T60" fmla="*/ 26 w 72"/>
                  <a:gd name="T61" fmla="*/ 95 h 110"/>
                  <a:gd name="T62" fmla="*/ 32 w 72"/>
                  <a:gd name="T63" fmla="*/ 89 h 110"/>
                  <a:gd name="T64" fmla="*/ 24 w 72"/>
                  <a:gd name="T65" fmla="*/ 93 h 110"/>
                  <a:gd name="T66" fmla="*/ 17 w 72"/>
                  <a:gd name="T67" fmla="*/ 91 h 110"/>
                  <a:gd name="T68" fmla="*/ 11 w 72"/>
                  <a:gd name="T69" fmla="*/ 90 h 110"/>
                  <a:gd name="T70" fmla="*/ 11 w 72"/>
                  <a:gd name="T71" fmla="*/ 86 h 110"/>
                  <a:gd name="T72" fmla="*/ 19 w 72"/>
                  <a:gd name="T73" fmla="*/ 78 h 110"/>
                  <a:gd name="T74" fmla="*/ 13 w 72"/>
                  <a:gd name="T75" fmla="*/ 75 h 110"/>
                  <a:gd name="T76" fmla="*/ 28 w 72"/>
                  <a:gd name="T77" fmla="*/ 69 h 110"/>
                  <a:gd name="T78" fmla="*/ 29 w 72"/>
                  <a:gd name="T79" fmla="*/ 63 h 110"/>
                  <a:gd name="T80" fmla="*/ 30 w 72"/>
                  <a:gd name="T81" fmla="*/ 57 h 110"/>
                  <a:gd name="T82" fmla="*/ 25 w 72"/>
                  <a:gd name="T83" fmla="*/ 58 h 110"/>
                  <a:gd name="T84" fmla="*/ 24 w 72"/>
                  <a:gd name="T85" fmla="*/ 51 h 110"/>
                  <a:gd name="T86" fmla="*/ 24 w 72"/>
                  <a:gd name="T87" fmla="*/ 48 h 110"/>
                  <a:gd name="T88" fmla="*/ 17 w 72"/>
                  <a:gd name="T89" fmla="*/ 50 h 110"/>
                  <a:gd name="T90" fmla="*/ 11 w 72"/>
                  <a:gd name="T91" fmla="*/ 52 h 110"/>
                  <a:gd name="T92" fmla="*/ 10 w 72"/>
                  <a:gd name="T93" fmla="*/ 46 h 110"/>
                  <a:gd name="T94" fmla="*/ 11 w 72"/>
                  <a:gd name="T95" fmla="*/ 38 h 110"/>
                  <a:gd name="T96" fmla="*/ 10 w 72"/>
                  <a:gd name="T97" fmla="*/ 34 h 110"/>
                  <a:gd name="T98" fmla="*/ 7 w 72"/>
                  <a:gd name="T99" fmla="*/ 35 h 110"/>
                  <a:gd name="T100" fmla="*/ 6 w 72"/>
                  <a:gd name="T101" fmla="*/ 34 h 110"/>
                  <a:gd name="T102" fmla="*/ 5 w 72"/>
                  <a:gd name="T103" fmla="*/ 41 h 110"/>
                  <a:gd name="T104" fmla="*/ 4 w 72"/>
                  <a:gd name="T105" fmla="*/ 40 h 110"/>
                  <a:gd name="T106" fmla="*/ 4 w 72"/>
                  <a:gd name="T107" fmla="*/ 34 h 110"/>
                  <a:gd name="T108" fmla="*/ 7 w 72"/>
                  <a:gd name="T109" fmla="*/ 27 h 110"/>
                  <a:gd name="T110" fmla="*/ 2 w 72"/>
                  <a:gd name="T111" fmla="*/ 28 h 110"/>
                  <a:gd name="T112" fmla="*/ 2 w 72"/>
                  <a:gd name="T113" fmla="*/ 24 h 110"/>
                  <a:gd name="T114" fmla="*/ 5 w 72"/>
                  <a:gd name="T115" fmla="*/ 17 h 110"/>
                  <a:gd name="T116" fmla="*/ 2 w 72"/>
                  <a:gd name="T117" fmla="*/ 15 h 110"/>
                  <a:gd name="T118" fmla="*/ 4 w 72"/>
                  <a:gd name="T119" fmla="*/ 11 h 110"/>
                  <a:gd name="T120" fmla="*/ 6 w 72"/>
                  <a:gd name="T121" fmla="*/ 8 h 110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2"/>
                  <a:gd name="T184" fmla="*/ 0 h 110"/>
                  <a:gd name="T185" fmla="*/ 72 w 72"/>
                  <a:gd name="T186" fmla="*/ 110 h 110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2" h="110">
                    <a:moveTo>
                      <a:pt x="7" y="5"/>
                    </a:moveTo>
                    <a:lnTo>
                      <a:pt x="8" y="5"/>
                    </a:lnTo>
                    <a:lnTo>
                      <a:pt x="9" y="5"/>
                    </a:lnTo>
                    <a:lnTo>
                      <a:pt x="9" y="4"/>
                    </a:lnTo>
                    <a:lnTo>
                      <a:pt x="9" y="3"/>
                    </a:lnTo>
                    <a:lnTo>
                      <a:pt x="9" y="2"/>
                    </a:lnTo>
                    <a:lnTo>
                      <a:pt x="10" y="1"/>
                    </a:lnTo>
                    <a:lnTo>
                      <a:pt x="12" y="1"/>
                    </a:lnTo>
                    <a:lnTo>
                      <a:pt x="12" y="0"/>
                    </a:lnTo>
                    <a:lnTo>
                      <a:pt x="13" y="1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9" y="1"/>
                    </a:lnTo>
                    <a:lnTo>
                      <a:pt x="20" y="1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7" y="0"/>
                    </a:lnTo>
                    <a:lnTo>
                      <a:pt x="27" y="2"/>
                    </a:lnTo>
                    <a:lnTo>
                      <a:pt x="27" y="3"/>
                    </a:lnTo>
                    <a:lnTo>
                      <a:pt x="24" y="5"/>
                    </a:lnTo>
                    <a:lnTo>
                      <a:pt x="23" y="6"/>
                    </a:lnTo>
                    <a:lnTo>
                      <a:pt x="20" y="8"/>
                    </a:lnTo>
                    <a:lnTo>
                      <a:pt x="18" y="10"/>
                    </a:lnTo>
                    <a:lnTo>
                      <a:pt x="18" y="9"/>
                    </a:lnTo>
                    <a:lnTo>
                      <a:pt x="18" y="11"/>
                    </a:lnTo>
                    <a:lnTo>
                      <a:pt x="20" y="11"/>
                    </a:lnTo>
                    <a:lnTo>
                      <a:pt x="19" y="12"/>
                    </a:lnTo>
                    <a:lnTo>
                      <a:pt x="16" y="12"/>
                    </a:lnTo>
                    <a:lnTo>
                      <a:pt x="16" y="13"/>
                    </a:lnTo>
                    <a:lnTo>
                      <a:pt x="18" y="13"/>
                    </a:lnTo>
                    <a:lnTo>
                      <a:pt x="18" y="14"/>
                    </a:lnTo>
                    <a:lnTo>
                      <a:pt x="18" y="15"/>
                    </a:lnTo>
                    <a:lnTo>
                      <a:pt x="19" y="14"/>
                    </a:lnTo>
                    <a:lnTo>
                      <a:pt x="21" y="13"/>
                    </a:lnTo>
                    <a:lnTo>
                      <a:pt x="24" y="12"/>
                    </a:lnTo>
                    <a:lnTo>
                      <a:pt x="26" y="12"/>
                    </a:lnTo>
                    <a:lnTo>
                      <a:pt x="28" y="13"/>
                    </a:lnTo>
                    <a:lnTo>
                      <a:pt x="30" y="12"/>
                    </a:lnTo>
                    <a:lnTo>
                      <a:pt x="31" y="12"/>
                    </a:lnTo>
                    <a:lnTo>
                      <a:pt x="33" y="13"/>
                    </a:lnTo>
                    <a:lnTo>
                      <a:pt x="36" y="12"/>
                    </a:lnTo>
                    <a:lnTo>
                      <a:pt x="38" y="12"/>
                    </a:lnTo>
                    <a:lnTo>
                      <a:pt x="38" y="13"/>
                    </a:lnTo>
                    <a:lnTo>
                      <a:pt x="39" y="14"/>
                    </a:lnTo>
                    <a:lnTo>
                      <a:pt x="39" y="15"/>
                    </a:lnTo>
                    <a:lnTo>
                      <a:pt x="39" y="16"/>
                    </a:lnTo>
                    <a:lnTo>
                      <a:pt x="38" y="17"/>
                    </a:lnTo>
                    <a:lnTo>
                      <a:pt x="38" y="18"/>
                    </a:lnTo>
                    <a:lnTo>
                      <a:pt x="37" y="18"/>
                    </a:lnTo>
                    <a:lnTo>
                      <a:pt x="36" y="20"/>
                    </a:lnTo>
                    <a:lnTo>
                      <a:pt x="36" y="21"/>
                    </a:lnTo>
                    <a:lnTo>
                      <a:pt x="35" y="22"/>
                    </a:lnTo>
                    <a:lnTo>
                      <a:pt x="35" y="23"/>
                    </a:lnTo>
                    <a:lnTo>
                      <a:pt x="35" y="24"/>
                    </a:lnTo>
                    <a:lnTo>
                      <a:pt x="34" y="24"/>
                    </a:lnTo>
                    <a:lnTo>
                      <a:pt x="34" y="25"/>
                    </a:lnTo>
                    <a:lnTo>
                      <a:pt x="33" y="26"/>
                    </a:lnTo>
                    <a:lnTo>
                      <a:pt x="33" y="27"/>
                    </a:lnTo>
                    <a:lnTo>
                      <a:pt x="32" y="28"/>
                    </a:lnTo>
                    <a:lnTo>
                      <a:pt x="31" y="29"/>
                    </a:lnTo>
                    <a:lnTo>
                      <a:pt x="29" y="29"/>
                    </a:lnTo>
                    <a:lnTo>
                      <a:pt x="30" y="30"/>
                    </a:lnTo>
                    <a:lnTo>
                      <a:pt x="31" y="31"/>
                    </a:lnTo>
                    <a:lnTo>
                      <a:pt x="32" y="32"/>
                    </a:lnTo>
                    <a:lnTo>
                      <a:pt x="30" y="32"/>
                    </a:lnTo>
                    <a:lnTo>
                      <a:pt x="29" y="32"/>
                    </a:lnTo>
                    <a:lnTo>
                      <a:pt x="27" y="33"/>
                    </a:lnTo>
                    <a:lnTo>
                      <a:pt x="26" y="33"/>
                    </a:lnTo>
                    <a:lnTo>
                      <a:pt x="26" y="34"/>
                    </a:lnTo>
                    <a:lnTo>
                      <a:pt x="26" y="35"/>
                    </a:lnTo>
                    <a:lnTo>
                      <a:pt x="27" y="35"/>
                    </a:lnTo>
                    <a:lnTo>
                      <a:pt x="28" y="35"/>
                    </a:lnTo>
                    <a:lnTo>
                      <a:pt x="30" y="35"/>
                    </a:lnTo>
                    <a:lnTo>
                      <a:pt x="31" y="34"/>
                    </a:lnTo>
                    <a:lnTo>
                      <a:pt x="32" y="34"/>
                    </a:lnTo>
                    <a:lnTo>
                      <a:pt x="34" y="35"/>
                    </a:lnTo>
                    <a:lnTo>
                      <a:pt x="35" y="36"/>
                    </a:lnTo>
                    <a:lnTo>
                      <a:pt x="37" y="37"/>
                    </a:lnTo>
                    <a:lnTo>
                      <a:pt x="38" y="38"/>
                    </a:lnTo>
                    <a:lnTo>
                      <a:pt x="40" y="40"/>
                    </a:lnTo>
                    <a:lnTo>
                      <a:pt x="42" y="41"/>
                    </a:lnTo>
                    <a:lnTo>
                      <a:pt x="42" y="42"/>
                    </a:lnTo>
                    <a:lnTo>
                      <a:pt x="42" y="43"/>
                    </a:lnTo>
                    <a:lnTo>
                      <a:pt x="42" y="44"/>
                    </a:lnTo>
                    <a:lnTo>
                      <a:pt x="42" y="46"/>
                    </a:lnTo>
                    <a:lnTo>
                      <a:pt x="43" y="47"/>
                    </a:lnTo>
                    <a:lnTo>
                      <a:pt x="44" y="49"/>
                    </a:lnTo>
                    <a:lnTo>
                      <a:pt x="45" y="51"/>
                    </a:lnTo>
                    <a:lnTo>
                      <a:pt x="46" y="52"/>
                    </a:lnTo>
                    <a:lnTo>
                      <a:pt x="46" y="53"/>
                    </a:lnTo>
                    <a:lnTo>
                      <a:pt x="49" y="53"/>
                    </a:lnTo>
                    <a:lnTo>
                      <a:pt x="50" y="54"/>
                    </a:lnTo>
                    <a:lnTo>
                      <a:pt x="52" y="56"/>
                    </a:lnTo>
                    <a:lnTo>
                      <a:pt x="53" y="57"/>
                    </a:lnTo>
                    <a:lnTo>
                      <a:pt x="54" y="59"/>
                    </a:lnTo>
                    <a:lnTo>
                      <a:pt x="55" y="61"/>
                    </a:lnTo>
                    <a:lnTo>
                      <a:pt x="56" y="62"/>
                    </a:lnTo>
                    <a:lnTo>
                      <a:pt x="57" y="63"/>
                    </a:lnTo>
                    <a:lnTo>
                      <a:pt x="58" y="65"/>
                    </a:lnTo>
                    <a:lnTo>
                      <a:pt x="57" y="65"/>
                    </a:lnTo>
                    <a:lnTo>
                      <a:pt x="56" y="65"/>
                    </a:lnTo>
                    <a:lnTo>
                      <a:pt x="55" y="65"/>
                    </a:lnTo>
                    <a:lnTo>
                      <a:pt x="54" y="64"/>
                    </a:lnTo>
                    <a:lnTo>
                      <a:pt x="53" y="64"/>
                    </a:lnTo>
                    <a:lnTo>
                      <a:pt x="54" y="65"/>
                    </a:lnTo>
                    <a:lnTo>
                      <a:pt x="55" y="66"/>
                    </a:lnTo>
                    <a:lnTo>
                      <a:pt x="56" y="66"/>
                    </a:lnTo>
                    <a:lnTo>
                      <a:pt x="57" y="67"/>
                    </a:lnTo>
                    <a:lnTo>
                      <a:pt x="58" y="68"/>
                    </a:lnTo>
                    <a:lnTo>
                      <a:pt x="59" y="69"/>
                    </a:lnTo>
                    <a:lnTo>
                      <a:pt x="59" y="70"/>
                    </a:lnTo>
                    <a:lnTo>
                      <a:pt x="59" y="71"/>
                    </a:lnTo>
                    <a:lnTo>
                      <a:pt x="59" y="72"/>
                    </a:lnTo>
                    <a:lnTo>
                      <a:pt x="58" y="73"/>
                    </a:lnTo>
                    <a:lnTo>
                      <a:pt x="57" y="74"/>
                    </a:lnTo>
                    <a:lnTo>
                      <a:pt x="56" y="75"/>
                    </a:lnTo>
                    <a:lnTo>
                      <a:pt x="57" y="75"/>
                    </a:lnTo>
                    <a:lnTo>
                      <a:pt x="58" y="75"/>
                    </a:lnTo>
                    <a:lnTo>
                      <a:pt x="59" y="75"/>
                    </a:lnTo>
                    <a:lnTo>
                      <a:pt x="59" y="76"/>
                    </a:lnTo>
                    <a:lnTo>
                      <a:pt x="60" y="75"/>
                    </a:lnTo>
                    <a:lnTo>
                      <a:pt x="61" y="74"/>
                    </a:lnTo>
                    <a:lnTo>
                      <a:pt x="63" y="74"/>
                    </a:lnTo>
                    <a:lnTo>
                      <a:pt x="65" y="73"/>
                    </a:lnTo>
                    <a:lnTo>
                      <a:pt x="67" y="74"/>
                    </a:lnTo>
                    <a:lnTo>
                      <a:pt x="68" y="74"/>
                    </a:lnTo>
                    <a:lnTo>
                      <a:pt x="70" y="75"/>
                    </a:lnTo>
                    <a:lnTo>
                      <a:pt x="72" y="77"/>
                    </a:lnTo>
                    <a:lnTo>
                      <a:pt x="72" y="79"/>
                    </a:lnTo>
                    <a:lnTo>
                      <a:pt x="72" y="81"/>
                    </a:lnTo>
                    <a:lnTo>
                      <a:pt x="71" y="84"/>
                    </a:lnTo>
                    <a:lnTo>
                      <a:pt x="70" y="85"/>
                    </a:lnTo>
                    <a:lnTo>
                      <a:pt x="68" y="86"/>
                    </a:lnTo>
                    <a:lnTo>
                      <a:pt x="68" y="87"/>
                    </a:lnTo>
                    <a:lnTo>
                      <a:pt x="68" y="88"/>
                    </a:lnTo>
                    <a:lnTo>
                      <a:pt x="66" y="88"/>
                    </a:lnTo>
                    <a:lnTo>
                      <a:pt x="65" y="88"/>
                    </a:lnTo>
                    <a:lnTo>
                      <a:pt x="64" y="88"/>
                    </a:lnTo>
                    <a:lnTo>
                      <a:pt x="63" y="89"/>
                    </a:lnTo>
                    <a:lnTo>
                      <a:pt x="64" y="89"/>
                    </a:lnTo>
                    <a:lnTo>
                      <a:pt x="65" y="89"/>
                    </a:lnTo>
                    <a:lnTo>
                      <a:pt x="64" y="90"/>
                    </a:lnTo>
                    <a:lnTo>
                      <a:pt x="64" y="91"/>
                    </a:lnTo>
                    <a:lnTo>
                      <a:pt x="62" y="91"/>
                    </a:lnTo>
                    <a:lnTo>
                      <a:pt x="63" y="92"/>
                    </a:lnTo>
                    <a:lnTo>
                      <a:pt x="63" y="94"/>
                    </a:lnTo>
                    <a:lnTo>
                      <a:pt x="65" y="94"/>
                    </a:lnTo>
                    <a:lnTo>
                      <a:pt x="67" y="94"/>
                    </a:lnTo>
                    <a:lnTo>
                      <a:pt x="69" y="94"/>
                    </a:lnTo>
                    <a:lnTo>
                      <a:pt x="69" y="96"/>
                    </a:lnTo>
                    <a:lnTo>
                      <a:pt x="67" y="97"/>
                    </a:lnTo>
                    <a:lnTo>
                      <a:pt x="65" y="98"/>
                    </a:lnTo>
                    <a:lnTo>
                      <a:pt x="64" y="99"/>
                    </a:lnTo>
                    <a:lnTo>
                      <a:pt x="62" y="99"/>
                    </a:lnTo>
                    <a:lnTo>
                      <a:pt x="59" y="100"/>
                    </a:lnTo>
                    <a:lnTo>
                      <a:pt x="57" y="100"/>
                    </a:lnTo>
                    <a:lnTo>
                      <a:pt x="55" y="100"/>
                    </a:lnTo>
                    <a:lnTo>
                      <a:pt x="54" y="100"/>
                    </a:lnTo>
                    <a:lnTo>
                      <a:pt x="50" y="101"/>
                    </a:lnTo>
                    <a:lnTo>
                      <a:pt x="49" y="101"/>
                    </a:lnTo>
                    <a:lnTo>
                      <a:pt x="48" y="100"/>
                    </a:lnTo>
                    <a:lnTo>
                      <a:pt x="47" y="100"/>
                    </a:lnTo>
                    <a:lnTo>
                      <a:pt x="46" y="100"/>
                    </a:lnTo>
                    <a:lnTo>
                      <a:pt x="45" y="100"/>
                    </a:lnTo>
                    <a:lnTo>
                      <a:pt x="44" y="99"/>
                    </a:lnTo>
                    <a:lnTo>
                      <a:pt x="44" y="100"/>
                    </a:lnTo>
                    <a:lnTo>
                      <a:pt x="43" y="101"/>
                    </a:lnTo>
                    <a:lnTo>
                      <a:pt x="42" y="101"/>
                    </a:lnTo>
                    <a:lnTo>
                      <a:pt x="40" y="101"/>
                    </a:lnTo>
                    <a:lnTo>
                      <a:pt x="38" y="101"/>
                    </a:lnTo>
                    <a:lnTo>
                      <a:pt x="38" y="102"/>
                    </a:lnTo>
                    <a:lnTo>
                      <a:pt x="37" y="103"/>
                    </a:lnTo>
                    <a:lnTo>
                      <a:pt x="35" y="102"/>
                    </a:lnTo>
                    <a:lnTo>
                      <a:pt x="34" y="103"/>
                    </a:lnTo>
                    <a:lnTo>
                      <a:pt x="33" y="103"/>
                    </a:lnTo>
                    <a:lnTo>
                      <a:pt x="32" y="102"/>
                    </a:lnTo>
                    <a:lnTo>
                      <a:pt x="31" y="102"/>
                    </a:lnTo>
                    <a:lnTo>
                      <a:pt x="30" y="101"/>
                    </a:lnTo>
                    <a:lnTo>
                      <a:pt x="28" y="102"/>
                    </a:lnTo>
                    <a:lnTo>
                      <a:pt x="26" y="102"/>
                    </a:lnTo>
                    <a:lnTo>
                      <a:pt x="25" y="102"/>
                    </a:lnTo>
                    <a:lnTo>
                      <a:pt x="24" y="102"/>
                    </a:lnTo>
                    <a:lnTo>
                      <a:pt x="24" y="104"/>
                    </a:lnTo>
                    <a:lnTo>
                      <a:pt x="23" y="106"/>
                    </a:lnTo>
                    <a:lnTo>
                      <a:pt x="22" y="107"/>
                    </a:lnTo>
                    <a:lnTo>
                      <a:pt x="21" y="107"/>
                    </a:lnTo>
                    <a:lnTo>
                      <a:pt x="20" y="106"/>
                    </a:lnTo>
                    <a:lnTo>
                      <a:pt x="19" y="106"/>
                    </a:lnTo>
                    <a:lnTo>
                      <a:pt x="18" y="106"/>
                    </a:lnTo>
                    <a:lnTo>
                      <a:pt x="17" y="106"/>
                    </a:lnTo>
                    <a:lnTo>
                      <a:pt x="16" y="106"/>
                    </a:lnTo>
                    <a:lnTo>
                      <a:pt x="14" y="106"/>
                    </a:lnTo>
                    <a:lnTo>
                      <a:pt x="13" y="106"/>
                    </a:lnTo>
                    <a:lnTo>
                      <a:pt x="12" y="107"/>
                    </a:lnTo>
                    <a:lnTo>
                      <a:pt x="10" y="108"/>
                    </a:lnTo>
                    <a:lnTo>
                      <a:pt x="9" y="109"/>
                    </a:lnTo>
                    <a:lnTo>
                      <a:pt x="9" y="110"/>
                    </a:lnTo>
                    <a:lnTo>
                      <a:pt x="8" y="109"/>
                    </a:lnTo>
                    <a:lnTo>
                      <a:pt x="7" y="109"/>
                    </a:lnTo>
                    <a:lnTo>
                      <a:pt x="5" y="109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5" y="108"/>
                    </a:lnTo>
                    <a:lnTo>
                      <a:pt x="6" y="107"/>
                    </a:lnTo>
                    <a:lnTo>
                      <a:pt x="8" y="107"/>
                    </a:lnTo>
                    <a:lnTo>
                      <a:pt x="9" y="105"/>
                    </a:lnTo>
                    <a:lnTo>
                      <a:pt x="10" y="104"/>
                    </a:lnTo>
                    <a:lnTo>
                      <a:pt x="12" y="102"/>
                    </a:lnTo>
                    <a:lnTo>
                      <a:pt x="14" y="100"/>
                    </a:lnTo>
                    <a:lnTo>
                      <a:pt x="16" y="98"/>
                    </a:lnTo>
                    <a:lnTo>
                      <a:pt x="17" y="97"/>
                    </a:lnTo>
                    <a:lnTo>
                      <a:pt x="18" y="96"/>
                    </a:lnTo>
                    <a:lnTo>
                      <a:pt x="21" y="95"/>
                    </a:lnTo>
                    <a:lnTo>
                      <a:pt x="23" y="95"/>
                    </a:lnTo>
                    <a:lnTo>
                      <a:pt x="26" y="95"/>
                    </a:lnTo>
                    <a:lnTo>
                      <a:pt x="28" y="95"/>
                    </a:lnTo>
                    <a:lnTo>
                      <a:pt x="29" y="94"/>
                    </a:lnTo>
                    <a:lnTo>
                      <a:pt x="29" y="93"/>
                    </a:lnTo>
                    <a:lnTo>
                      <a:pt x="30" y="92"/>
                    </a:lnTo>
                    <a:lnTo>
                      <a:pt x="32" y="91"/>
                    </a:lnTo>
                    <a:lnTo>
                      <a:pt x="33" y="90"/>
                    </a:lnTo>
                    <a:lnTo>
                      <a:pt x="32" y="89"/>
                    </a:lnTo>
                    <a:lnTo>
                      <a:pt x="31" y="89"/>
                    </a:lnTo>
                    <a:lnTo>
                      <a:pt x="30" y="90"/>
                    </a:lnTo>
                    <a:lnTo>
                      <a:pt x="29" y="91"/>
                    </a:lnTo>
                    <a:lnTo>
                      <a:pt x="28" y="91"/>
                    </a:lnTo>
                    <a:lnTo>
                      <a:pt x="27" y="92"/>
                    </a:lnTo>
                    <a:lnTo>
                      <a:pt x="26" y="93"/>
                    </a:lnTo>
                    <a:lnTo>
                      <a:pt x="24" y="93"/>
                    </a:lnTo>
                    <a:lnTo>
                      <a:pt x="23" y="93"/>
                    </a:lnTo>
                    <a:lnTo>
                      <a:pt x="23" y="92"/>
                    </a:lnTo>
                    <a:lnTo>
                      <a:pt x="21" y="91"/>
                    </a:lnTo>
                    <a:lnTo>
                      <a:pt x="21" y="90"/>
                    </a:lnTo>
                    <a:lnTo>
                      <a:pt x="20" y="90"/>
                    </a:lnTo>
                    <a:lnTo>
                      <a:pt x="19" y="91"/>
                    </a:lnTo>
                    <a:lnTo>
                      <a:pt x="17" y="91"/>
                    </a:lnTo>
                    <a:lnTo>
                      <a:pt x="16" y="90"/>
                    </a:lnTo>
                    <a:lnTo>
                      <a:pt x="16" y="89"/>
                    </a:lnTo>
                    <a:lnTo>
                      <a:pt x="16" y="88"/>
                    </a:lnTo>
                    <a:lnTo>
                      <a:pt x="15" y="88"/>
                    </a:lnTo>
                    <a:lnTo>
                      <a:pt x="13" y="89"/>
                    </a:lnTo>
                    <a:lnTo>
                      <a:pt x="12" y="90"/>
                    </a:lnTo>
                    <a:lnTo>
                      <a:pt x="11" y="90"/>
                    </a:lnTo>
                    <a:lnTo>
                      <a:pt x="10" y="90"/>
                    </a:lnTo>
                    <a:lnTo>
                      <a:pt x="9" y="90"/>
                    </a:lnTo>
                    <a:lnTo>
                      <a:pt x="9" y="89"/>
                    </a:lnTo>
                    <a:lnTo>
                      <a:pt x="8" y="88"/>
                    </a:lnTo>
                    <a:lnTo>
                      <a:pt x="8" y="87"/>
                    </a:lnTo>
                    <a:lnTo>
                      <a:pt x="9" y="87"/>
                    </a:lnTo>
                    <a:lnTo>
                      <a:pt x="11" y="86"/>
                    </a:lnTo>
                    <a:lnTo>
                      <a:pt x="13" y="85"/>
                    </a:lnTo>
                    <a:lnTo>
                      <a:pt x="14" y="84"/>
                    </a:lnTo>
                    <a:lnTo>
                      <a:pt x="16" y="83"/>
                    </a:lnTo>
                    <a:lnTo>
                      <a:pt x="18" y="82"/>
                    </a:lnTo>
                    <a:lnTo>
                      <a:pt x="19" y="80"/>
                    </a:lnTo>
                    <a:lnTo>
                      <a:pt x="20" y="79"/>
                    </a:lnTo>
                    <a:lnTo>
                      <a:pt x="19" y="78"/>
                    </a:lnTo>
                    <a:lnTo>
                      <a:pt x="18" y="78"/>
                    </a:lnTo>
                    <a:lnTo>
                      <a:pt x="18" y="77"/>
                    </a:lnTo>
                    <a:lnTo>
                      <a:pt x="18" y="75"/>
                    </a:lnTo>
                    <a:lnTo>
                      <a:pt x="18" y="74"/>
                    </a:lnTo>
                    <a:lnTo>
                      <a:pt x="16" y="74"/>
                    </a:lnTo>
                    <a:lnTo>
                      <a:pt x="14" y="75"/>
                    </a:lnTo>
                    <a:lnTo>
                      <a:pt x="13" y="75"/>
                    </a:lnTo>
                    <a:lnTo>
                      <a:pt x="15" y="73"/>
                    </a:lnTo>
                    <a:lnTo>
                      <a:pt x="17" y="72"/>
                    </a:lnTo>
                    <a:lnTo>
                      <a:pt x="19" y="70"/>
                    </a:lnTo>
                    <a:lnTo>
                      <a:pt x="21" y="69"/>
                    </a:lnTo>
                    <a:lnTo>
                      <a:pt x="24" y="69"/>
                    </a:lnTo>
                    <a:lnTo>
                      <a:pt x="26" y="69"/>
                    </a:lnTo>
                    <a:lnTo>
                      <a:pt x="28" y="69"/>
                    </a:lnTo>
                    <a:lnTo>
                      <a:pt x="29" y="68"/>
                    </a:lnTo>
                    <a:lnTo>
                      <a:pt x="29" y="67"/>
                    </a:lnTo>
                    <a:lnTo>
                      <a:pt x="28" y="67"/>
                    </a:lnTo>
                    <a:lnTo>
                      <a:pt x="28" y="66"/>
                    </a:lnTo>
                    <a:lnTo>
                      <a:pt x="29" y="65"/>
                    </a:lnTo>
                    <a:lnTo>
                      <a:pt x="30" y="64"/>
                    </a:lnTo>
                    <a:lnTo>
                      <a:pt x="29" y="63"/>
                    </a:lnTo>
                    <a:lnTo>
                      <a:pt x="28" y="63"/>
                    </a:lnTo>
                    <a:lnTo>
                      <a:pt x="29" y="62"/>
                    </a:lnTo>
                    <a:lnTo>
                      <a:pt x="30" y="61"/>
                    </a:lnTo>
                    <a:lnTo>
                      <a:pt x="30" y="60"/>
                    </a:lnTo>
                    <a:lnTo>
                      <a:pt x="30" y="58"/>
                    </a:lnTo>
                    <a:lnTo>
                      <a:pt x="31" y="58"/>
                    </a:lnTo>
                    <a:lnTo>
                      <a:pt x="30" y="57"/>
                    </a:lnTo>
                    <a:lnTo>
                      <a:pt x="29" y="59"/>
                    </a:lnTo>
                    <a:lnTo>
                      <a:pt x="27" y="59"/>
                    </a:lnTo>
                    <a:lnTo>
                      <a:pt x="26" y="59"/>
                    </a:lnTo>
                    <a:lnTo>
                      <a:pt x="26" y="58"/>
                    </a:lnTo>
                    <a:lnTo>
                      <a:pt x="25" y="58"/>
                    </a:lnTo>
                    <a:lnTo>
                      <a:pt x="25" y="57"/>
                    </a:lnTo>
                    <a:lnTo>
                      <a:pt x="25" y="58"/>
                    </a:lnTo>
                    <a:lnTo>
                      <a:pt x="24" y="57"/>
                    </a:lnTo>
                    <a:lnTo>
                      <a:pt x="24" y="56"/>
                    </a:lnTo>
                    <a:lnTo>
                      <a:pt x="23" y="55"/>
                    </a:lnTo>
                    <a:lnTo>
                      <a:pt x="23" y="54"/>
                    </a:lnTo>
                    <a:lnTo>
                      <a:pt x="23" y="53"/>
                    </a:lnTo>
                    <a:lnTo>
                      <a:pt x="24" y="52"/>
                    </a:lnTo>
                    <a:lnTo>
                      <a:pt x="24" y="51"/>
                    </a:lnTo>
                    <a:lnTo>
                      <a:pt x="25" y="50"/>
                    </a:lnTo>
                    <a:lnTo>
                      <a:pt x="26" y="49"/>
                    </a:lnTo>
                    <a:lnTo>
                      <a:pt x="27" y="49"/>
                    </a:lnTo>
                    <a:lnTo>
                      <a:pt x="28" y="48"/>
                    </a:lnTo>
                    <a:lnTo>
                      <a:pt x="26" y="48"/>
                    </a:lnTo>
                    <a:lnTo>
                      <a:pt x="25" y="48"/>
                    </a:lnTo>
                    <a:lnTo>
                      <a:pt x="24" y="48"/>
                    </a:lnTo>
                    <a:lnTo>
                      <a:pt x="23" y="49"/>
                    </a:lnTo>
                    <a:lnTo>
                      <a:pt x="22" y="49"/>
                    </a:lnTo>
                    <a:lnTo>
                      <a:pt x="21" y="49"/>
                    </a:lnTo>
                    <a:lnTo>
                      <a:pt x="21" y="50"/>
                    </a:lnTo>
                    <a:lnTo>
                      <a:pt x="20" y="50"/>
                    </a:lnTo>
                    <a:lnTo>
                      <a:pt x="18" y="50"/>
                    </a:lnTo>
                    <a:lnTo>
                      <a:pt x="17" y="50"/>
                    </a:lnTo>
                    <a:lnTo>
                      <a:pt x="16" y="50"/>
                    </a:lnTo>
                    <a:lnTo>
                      <a:pt x="16" y="51"/>
                    </a:lnTo>
                    <a:lnTo>
                      <a:pt x="15" y="52"/>
                    </a:lnTo>
                    <a:lnTo>
                      <a:pt x="14" y="51"/>
                    </a:lnTo>
                    <a:lnTo>
                      <a:pt x="13" y="50"/>
                    </a:lnTo>
                    <a:lnTo>
                      <a:pt x="11" y="50"/>
                    </a:lnTo>
                    <a:lnTo>
                      <a:pt x="11" y="52"/>
                    </a:lnTo>
                    <a:lnTo>
                      <a:pt x="10" y="52"/>
                    </a:lnTo>
                    <a:lnTo>
                      <a:pt x="9" y="50"/>
                    </a:lnTo>
                    <a:lnTo>
                      <a:pt x="8" y="49"/>
                    </a:lnTo>
                    <a:lnTo>
                      <a:pt x="9" y="48"/>
                    </a:lnTo>
                    <a:lnTo>
                      <a:pt x="10" y="49"/>
                    </a:lnTo>
                    <a:lnTo>
                      <a:pt x="10" y="47"/>
                    </a:lnTo>
                    <a:lnTo>
                      <a:pt x="10" y="46"/>
                    </a:lnTo>
                    <a:lnTo>
                      <a:pt x="11" y="44"/>
                    </a:lnTo>
                    <a:lnTo>
                      <a:pt x="12" y="43"/>
                    </a:lnTo>
                    <a:lnTo>
                      <a:pt x="13" y="41"/>
                    </a:lnTo>
                    <a:lnTo>
                      <a:pt x="13" y="40"/>
                    </a:lnTo>
                    <a:lnTo>
                      <a:pt x="12" y="39"/>
                    </a:lnTo>
                    <a:lnTo>
                      <a:pt x="11" y="39"/>
                    </a:lnTo>
                    <a:lnTo>
                      <a:pt x="11" y="38"/>
                    </a:lnTo>
                    <a:lnTo>
                      <a:pt x="11" y="37"/>
                    </a:lnTo>
                    <a:lnTo>
                      <a:pt x="12" y="36"/>
                    </a:lnTo>
                    <a:lnTo>
                      <a:pt x="12" y="35"/>
                    </a:lnTo>
                    <a:lnTo>
                      <a:pt x="13" y="35"/>
                    </a:lnTo>
                    <a:lnTo>
                      <a:pt x="12" y="34"/>
                    </a:lnTo>
                    <a:lnTo>
                      <a:pt x="11" y="34"/>
                    </a:lnTo>
                    <a:lnTo>
                      <a:pt x="10" y="34"/>
                    </a:lnTo>
                    <a:lnTo>
                      <a:pt x="10" y="35"/>
                    </a:lnTo>
                    <a:lnTo>
                      <a:pt x="10" y="36"/>
                    </a:lnTo>
                    <a:lnTo>
                      <a:pt x="9" y="35"/>
                    </a:lnTo>
                    <a:lnTo>
                      <a:pt x="8" y="36"/>
                    </a:lnTo>
                    <a:lnTo>
                      <a:pt x="7" y="37"/>
                    </a:lnTo>
                    <a:lnTo>
                      <a:pt x="7" y="36"/>
                    </a:lnTo>
                    <a:lnTo>
                      <a:pt x="7" y="35"/>
                    </a:lnTo>
                    <a:lnTo>
                      <a:pt x="8" y="34"/>
                    </a:lnTo>
                    <a:lnTo>
                      <a:pt x="9" y="33"/>
                    </a:lnTo>
                    <a:lnTo>
                      <a:pt x="9" y="32"/>
                    </a:lnTo>
                    <a:lnTo>
                      <a:pt x="8" y="32"/>
                    </a:lnTo>
                    <a:lnTo>
                      <a:pt x="7" y="33"/>
                    </a:lnTo>
                    <a:lnTo>
                      <a:pt x="7" y="34"/>
                    </a:lnTo>
                    <a:lnTo>
                      <a:pt x="6" y="34"/>
                    </a:lnTo>
                    <a:lnTo>
                      <a:pt x="6" y="35"/>
                    </a:lnTo>
                    <a:lnTo>
                      <a:pt x="7" y="36"/>
                    </a:lnTo>
                    <a:lnTo>
                      <a:pt x="7" y="37"/>
                    </a:lnTo>
                    <a:lnTo>
                      <a:pt x="7" y="38"/>
                    </a:lnTo>
                    <a:lnTo>
                      <a:pt x="6" y="39"/>
                    </a:lnTo>
                    <a:lnTo>
                      <a:pt x="6" y="40"/>
                    </a:lnTo>
                    <a:lnTo>
                      <a:pt x="5" y="41"/>
                    </a:lnTo>
                    <a:lnTo>
                      <a:pt x="4" y="43"/>
                    </a:lnTo>
                    <a:lnTo>
                      <a:pt x="4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3" y="42"/>
                    </a:lnTo>
                    <a:lnTo>
                      <a:pt x="3" y="41"/>
                    </a:lnTo>
                    <a:lnTo>
                      <a:pt x="4" y="40"/>
                    </a:lnTo>
                    <a:lnTo>
                      <a:pt x="5" y="39"/>
                    </a:lnTo>
                    <a:lnTo>
                      <a:pt x="5" y="38"/>
                    </a:lnTo>
                    <a:lnTo>
                      <a:pt x="5" y="37"/>
                    </a:lnTo>
                    <a:lnTo>
                      <a:pt x="4" y="37"/>
                    </a:lnTo>
                    <a:lnTo>
                      <a:pt x="4" y="36"/>
                    </a:lnTo>
                    <a:lnTo>
                      <a:pt x="4" y="35"/>
                    </a:lnTo>
                    <a:lnTo>
                      <a:pt x="4" y="34"/>
                    </a:lnTo>
                    <a:lnTo>
                      <a:pt x="5" y="33"/>
                    </a:lnTo>
                    <a:lnTo>
                      <a:pt x="5" y="32"/>
                    </a:lnTo>
                    <a:lnTo>
                      <a:pt x="5" y="31"/>
                    </a:lnTo>
                    <a:lnTo>
                      <a:pt x="6" y="30"/>
                    </a:lnTo>
                    <a:lnTo>
                      <a:pt x="6" y="29"/>
                    </a:lnTo>
                    <a:lnTo>
                      <a:pt x="7" y="28"/>
                    </a:lnTo>
                    <a:lnTo>
                      <a:pt x="7" y="27"/>
                    </a:lnTo>
                    <a:lnTo>
                      <a:pt x="7" y="26"/>
                    </a:lnTo>
                    <a:lnTo>
                      <a:pt x="6" y="27"/>
                    </a:lnTo>
                    <a:lnTo>
                      <a:pt x="5" y="28"/>
                    </a:lnTo>
                    <a:lnTo>
                      <a:pt x="4" y="28"/>
                    </a:lnTo>
                    <a:lnTo>
                      <a:pt x="4" y="29"/>
                    </a:lnTo>
                    <a:lnTo>
                      <a:pt x="3" y="28"/>
                    </a:lnTo>
                    <a:lnTo>
                      <a:pt x="2" y="28"/>
                    </a:lnTo>
                    <a:lnTo>
                      <a:pt x="1" y="27"/>
                    </a:lnTo>
                    <a:lnTo>
                      <a:pt x="1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1" y="25"/>
                    </a:lnTo>
                    <a:lnTo>
                      <a:pt x="2" y="25"/>
                    </a:lnTo>
                    <a:lnTo>
                      <a:pt x="2" y="24"/>
                    </a:lnTo>
                    <a:lnTo>
                      <a:pt x="2" y="23"/>
                    </a:lnTo>
                    <a:lnTo>
                      <a:pt x="3" y="22"/>
                    </a:lnTo>
                    <a:lnTo>
                      <a:pt x="3" y="21"/>
                    </a:lnTo>
                    <a:lnTo>
                      <a:pt x="4" y="20"/>
                    </a:lnTo>
                    <a:lnTo>
                      <a:pt x="4" y="19"/>
                    </a:lnTo>
                    <a:lnTo>
                      <a:pt x="5" y="18"/>
                    </a:lnTo>
                    <a:lnTo>
                      <a:pt x="5" y="17"/>
                    </a:lnTo>
                    <a:lnTo>
                      <a:pt x="4" y="17"/>
                    </a:lnTo>
                    <a:lnTo>
                      <a:pt x="5" y="17"/>
                    </a:lnTo>
                    <a:lnTo>
                      <a:pt x="5" y="16"/>
                    </a:lnTo>
                    <a:lnTo>
                      <a:pt x="3" y="17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4" y="14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3" y="12"/>
                    </a:lnTo>
                    <a:lnTo>
                      <a:pt x="3" y="11"/>
                    </a:lnTo>
                    <a:lnTo>
                      <a:pt x="4" y="11"/>
                    </a:lnTo>
                    <a:lnTo>
                      <a:pt x="4" y="10"/>
                    </a:lnTo>
                    <a:lnTo>
                      <a:pt x="5" y="10"/>
                    </a:lnTo>
                    <a:lnTo>
                      <a:pt x="6" y="10"/>
                    </a:lnTo>
                    <a:lnTo>
                      <a:pt x="7" y="9"/>
                    </a:lnTo>
                    <a:lnTo>
                      <a:pt x="8" y="9"/>
                    </a:lnTo>
                    <a:lnTo>
                      <a:pt x="7" y="8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7" y="7"/>
                    </a:lnTo>
                    <a:lnTo>
                      <a:pt x="7" y="6"/>
                    </a:lnTo>
                    <a:lnTo>
                      <a:pt x="7" y="5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84" name="D888">
                <a:extLst>
                  <a:ext uri="{FF2B5EF4-FFF2-40B4-BE49-F238E27FC236}">
                    <a16:creationId xmlns:a16="http://schemas.microsoft.com/office/drawing/2014/main" id="{8117DA85-109A-F648-9562-A7963D4DEF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87" y="3895854"/>
                <a:ext cx="3" cy="2"/>
              </a:xfrm>
              <a:custGeom>
                <a:avLst/>
                <a:gdLst>
                  <a:gd name="T0" fmla="*/ 3 w 3"/>
                  <a:gd name="T1" fmla="*/ 1 h 2"/>
                  <a:gd name="T2" fmla="*/ 2 w 3"/>
                  <a:gd name="T3" fmla="*/ 2 h 2"/>
                  <a:gd name="T4" fmla="*/ 1 w 3"/>
                  <a:gd name="T5" fmla="*/ 2 h 2"/>
                  <a:gd name="T6" fmla="*/ 0 w 3"/>
                  <a:gd name="T7" fmla="*/ 1 h 2"/>
                  <a:gd name="T8" fmla="*/ 1 w 3"/>
                  <a:gd name="T9" fmla="*/ 0 h 2"/>
                  <a:gd name="T10" fmla="*/ 2 w 3"/>
                  <a:gd name="T11" fmla="*/ 0 h 2"/>
                  <a:gd name="T12" fmla="*/ 3 w 3"/>
                  <a:gd name="T13" fmla="*/ 1 h 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"/>
                  <a:gd name="T22" fmla="*/ 0 h 2"/>
                  <a:gd name="T23" fmla="*/ 3 w 3"/>
                  <a:gd name="T24" fmla="*/ 2 h 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" h="2">
                    <a:moveTo>
                      <a:pt x="3" y="1"/>
                    </a:moveTo>
                    <a:lnTo>
                      <a:pt x="2" y="2"/>
                    </a:ln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3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85" name="D889">
                <a:extLst>
                  <a:ext uri="{FF2B5EF4-FFF2-40B4-BE49-F238E27FC236}">
                    <a16:creationId xmlns:a16="http://schemas.microsoft.com/office/drawing/2014/main" id="{AE4DCEBD-DDD1-6A4B-B43A-0B53A550A8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59" y="3895821"/>
                <a:ext cx="3" cy="2"/>
              </a:xfrm>
              <a:custGeom>
                <a:avLst/>
                <a:gdLst>
                  <a:gd name="T0" fmla="*/ 0 w 3"/>
                  <a:gd name="T1" fmla="*/ 0 h 2"/>
                  <a:gd name="T2" fmla="*/ 1 w 3"/>
                  <a:gd name="T3" fmla="*/ 0 h 2"/>
                  <a:gd name="T4" fmla="*/ 2 w 3"/>
                  <a:gd name="T5" fmla="*/ 1 h 2"/>
                  <a:gd name="T6" fmla="*/ 3 w 3"/>
                  <a:gd name="T7" fmla="*/ 1 h 2"/>
                  <a:gd name="T8" fmla="*/ 2 w 3"/>
                  <a:gd name="T9" fmla="*/ 2 h 2"/>
                  <a:gd name="T10" fmla="*/ 0 w 3"/>
                  <a:gd name="T11" fmla="*/ 0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2"/>
                  <a:gd name="T20" fmla="*/ 3 w 3"/>
                  <a:gd name="T21" fmla="*/ 2 h 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2">
                    <a:moveTo>
                      <a:pt x="0" y="0"/>
                    </a:moveTo>
                    <a:lnTo>
                      <a:pt x="1" y="0"/>
                    </a:lnTo>
                    <a:lnTo>
                      <a:pt x="2" y="1"/>
                    </a:lnTo>
                    <a:lnTo>
                      <a:pt x="3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86" name="D891">
                <a:extLst>
                  <a:ext uri="{FF2B5EF4-FFF2-40B4-BE49-F238E27FC236}">
                    <a16:creationId xmlns:a16="http://schemas.microsoft.com/office/drawing/2014/main" id="{B44759BB-0E42-6B45-A72C-270C178187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51" y="3895792"/>
                <a:ext cx="2" cy="3"/>
              </a:xfrm>
              <a:custGeom>
                <a:avLst/>
                <a:gdLst>
                  <a:gd name="T0" fmla="*/ 0 w 2"/>
                  <a:gd name="T1" fmla="*/ 0 h 3"/>
                  <a:gd name="T2" fmla="*/ 1 w 2"/>
                  <a:gd name="T3" fmla="*/ 0 h 3"/>
                  <a:gd name="T4" fmla="*/ 2 w 2"/>
                  <a:gd name="T5" fmla="*/ 0 h 3"/>
                  <a:gd name="T6" fmla="*/ 2 w 2"/>
                  <a:gd name="T7" fmla="*/ 1 h 3"/>
                  <a:gd name="T8" fmla="*/ 2 w 2"/>
                  <a:gd name="T9" fmla="*/ 2 h 3"/>
                  <a:gd name="T10" fmla="*/ 1 w 2"/>
                  <a:gd name="T11" fmla="*/ 3 h 3"/>
                  <a:gd name="T12" fmla="*/ 0 w 2"/>
                  <a:gd name="T13" fmla="*/ 2 h 3"/>
                  <a:gd name="T14" fmla="*/ 0 w 2"/>
                  <a:gd name="T15" fmla="*/ 1 h 3"/>
                  <a:gd name="T16" fmla="*/ 0 w 2"/>
                  <a:gd name="T17" fmla="*/ 0 h 3"/>
                  <a:gd name="T18" fmla="*/ 0 w 2"/>
                  <a:gd name="T19" fmla="*/ 0 h 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3"/>
                  <a:gd name="T32" fmla="*/ 2 w 2"/>
                  <a:gd name="T33" fmla="*/ 3 h 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3">
                    <a:moveTo>
                      <a:pt x="0" y="0"/>
                    </a:moveTo>
                    <a:lnTo>
                      <a:pt x="1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2" y="2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87" name="D892">
                <a:extLst>
                  <a:ext uri="{FF2B5EF4-FFF2-40B4-BE49-F238E27FC236}">
                    <a16:creationId xmlns:a16="http://schemas.microsoft.com/office/drawing/2014/main" id="{97B21108-E4B3-5648-9306-C06C81FB5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40" y="3895789"/>
                <a:ext cx="4" cy="4"/>
              </a:xfrm>
              <a:custGeom>
                <a:avLst/>
                <a:gdLst>
                  <a:gd name="T0" fmla="*/ 3 w 4"/>
                  <a:gd name="T1" fmla="*/ 0 h 4"/>
                  <a:gd name="T2" fmla="*/ 3 w 4"/>
                  <a:gd name="T3" fmla="*/ 1 h 4"/>
                  <a:gd name="T4" fmla="*/ 4 w 4"/>
                  <a:gd name="T5" fmla="*/ 2 h 4"/>
                  <a:gd name="T6" fmla="*/ 4 w 4"/>
                  <a:gd name="T7" fmla="*/ 3 h 4"/>
                  <a:gd name="T8" fmla="*/ 2 w 4"/>
                  <a:gd name="T9" fmla="*/ 4 h 4"/>
                  <a:gd name="T10" fmla="*/ 2 w 4"/>
                  <a:gd name="T11" fmla="*/ 3 h 4"/>
                  <a:gd name="T12" fmla="*/ 2 w 4"/>
                  <a:gd name="T13" fmla="*/ 2 h 4"/>
                  <a:gd name="T14" fmla="*/ 1 w 4"/>
                  <a:gd name="T15" fmla="*/ 2 h 4"/>
                  <a:gd name="T16" fmla="*/ 0 w 4"/>
                  <a:gd name="T17" fmla="*/ 3 h 4"/>
                  <a:gd name="T18" fmla="*/ 0 w 4"/>
                  <a:gd name="T19" fmla="*/ 2 h 4"/>
                  <a:gd name="T20" fmla="*/ 1 w 4"/>
                  <a:gd name="T21" fmla="*/ 1 h 4"/>
                  <a:gd name="T22" fmla="*/ 2 w 4"/>
                  <a:gd name="T23" fmla="*/ 1 h 4"/>
                  <a:gd name="T24" fmla="*/ 3 w 4"/>
                  <a:gd name="T25" fmla="*/ 0 h 4"/>
                  <a:gd name="T26" fmla="*/ 3 w 4"/>
                  <a:gd name="T27" fmla="*/ 0 h 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4"/>
                  <a:gd name="T43" fmla="*/ 0 h 4"/>
                  <a:gd name="T44" fmla="*/ 4 w 4"/>
                  <a:gd name="T45" fmla="*/ 4 h 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4" h="4">
                    <a:moveTo>
                      <a:pt x="3" y="0"/>
                    </a:moveTo>
                    <a:lnTo>
                      <a:pt x="3" y="1"/>
                    </a:lnTo>
                    <a:lnTo>
                      <a:pt x="4" y="2"/>
                    </a:lnTo>
                    <a:lnTo>
                      <a:pt x="4" y="3"/>
                    </a:lnTo>
                    <a:lnTo>
                      <a:pt x="2" y="4"/>
                    </a:lnTo>
                    <a:lnTo>
                      <a:pt x="2" y="3"/>
                    </a:lnTo>
                    <a:lnTo>
                      <a:pt x="2" y="2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88" name="D893">
                <a:extLst>
                  <a:ext uri="{FF2B5EF4-FFF2-40B4-BE49-F238E27FC236}">
                    <a16:creationId xmlns:a16="http://schemas.microsoft.com/office/drawing/2014/main" id="{6C0F7E17-009D-9346-8F04-01AD9E556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44" y="3895786"/>
                <a:ext cx="3" cy="4"/>
              </a:xfrm>
              <a:custGeom>
                <a:avLst/>
                <a:gdLst>
                  <a:gd name="T0" fmla="*/ 3 w 3"/>
                  <a:gd name="T1" fmla="*/ 1 h 4"/>
                  <a:gd name="T2" fmla="*/ 3 w 3"/>
                  <a:gd name="T3" fmla="*/ 2 h 4"/>
                  <a:gd name="T4" fmla="*/ 2 w 3"/>
                  <a:gd name="T5" fmla="*/ 3 h 4"/>
                  <a:gd name="T6" fmla="*/ 1 w 3"/>
                  <a:gd name="T7" fmla="*/ 4 h 4"/>
                  <a:gd name="T8" fmla="*/ 0 w 3"/>
                  <a:gd name="T9" fmla="*/ 4 h 4"/>
                  <a:gd name="T10" fmla="*/ 0 w 3"/>
                  <a:gd name="T11" fmla="*/ 3 h 4"/>
                  <a:gd name="T12" fmla="*/ 1 w 3"/>
                  <a:gd name="T13" fmla="*/ 3 h 4"/>
                  <a:gd name="T14" fmla="*/ 1 w 3"/>
                  <a:gd name="T15" fmla="*/ 2 h 4"/>
                  <a:gd name="T16" fmla="*/ 2 w 3"/>
                  <a:gd name="T17" fmla="*/ 1 h 4"/>
                  <a:gd name="T18" fmla="*/ 3 w 3"/>
                  <a:gd name="T19" fmla="*/ 0 h 4"/>
                  <a:gd name="T20" fmla="*/ 3 w 3"/>
                  <a:gd name="T21" fmla="*/ 1 h 4"/>
                  <a:gd name="T22" fmla="*/ 3 w 3"/>
                  <a:gd name="T23" fmla="*/ 1 h 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"/>
                  <a:gd name="T37" fmla="*/ 0 h 4"/>
                  <a:gd name="T38" fmla="*/ 3 w 3"/>
                  <a:gd name="T39" fmla="*/ 4 h 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" h="4">
                    <a:moveTo>
                      <a:pt x="3" y="1"/>
                    </a:moveTo>
                    <a:lnTo>
                      <a:pt x="3" y="2"/>
                    </a:lnTo>
                    <a:lnTo>
                      <a:pt x="2" y="3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2" y="1"/>
                    </a:lnTo>
                    <a:lnTo>
                      <a:pt x="3" y="0"/>
                    </a:lnTo>
                    <a:lnTo>
                      <a:pt x="3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89" name="D894">
                <a:extLst>
                  <a:ext uri="{FF2B5EF4-FFF2-40B4-BE49-F238E27FC236}">
                    <a16:creationId xmlns:a16="http://schemas.microsoft.com/office/drawing/2014/main" id="{D8EF11CC-4767-5345-B3AE-324A32C993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41" y="3895780"/>
                <a:ext cx="6" cy="4"/>
              </a:xfrm>
              <a:custGeom>
                <a:avLst/>
                <a:gdLst>
                  <a:gd name="T0" fmla="*/ 1 w 6"/>
                  <a:gd name="T1" fmla="*/ 4 h 4"/>
                  <a:gd name="T2" fmla="*/ 2 w 6"/>
                  <a:gd name="T3" fmla="*/ 4 h 4"/>
                  <a:gd name="T4" fmla="*/ 2 w 6"/>
                  <a:gd name="T5" fmla="*/ 3 h 4"/>
                  <a:gd name="T6" fmla="*/ 3 w 6"/>
                  <a:gd name="T7" fmla="*/ 3 h 4"/>
                  <a:gd name="T8" fmla="*/ 2 w 6"/>
                  <a:gd name="T9" fmla="*/ 3 h 4"/>
                  <a:gd name="T10" fmla="*/ 2 w 6"/>
                  <a:gd name="T11" fmla="*/ 2 h 4"/>
                  <a:gd name="T12" fmla="*/ 3 w 6"/>
                  <a:gd name="T13" fmla="*/ 2 h 4"/>
                  <a:gd name="T14" fmla="*/ 2 w 6"/>
                  <a:gd name="T15" fmla="*/ 1 h 4"/>
                  <a:gd name="T16" fmla="*/ 1 w 6"/>
                  <a:gd name="T17" fmla="*/ 1 h 4"/>
                  <a:gd name="T18" fmla="*/ 1 w 6"/>
                  <a:gd name="T19" fmla="*/ 0 h 4"/>
                  <a:gd name="T20" fmla="*/ 2 w 6"/>
                  <a:gd name="T21" fmla="*/ 0 h 4"/>
                  <a:gd name="T22" fmla="*/ 3 w 6"/>
                  <a:gd name="T23" fmla="*/ 0 h 4"/>
                  <a:gd name="T24" fmla="*/ 4 w 6"/>
                  <a:gd name="T25" fmla="*/ 1 h 4"/>
                  <a:gd name="T26" fmla="*/ 5 w 6"/>
                  <a:gd name="T27" fmla="*/ 2 h 4"/>
                  <a:gd name="T28" fmla="*/ 6 w 6"/>
                  <a:gd name="T29" fmla="*/ 2 h 4"/>
                  <a:gd name="T30" fmla="*/ 6 w 6"/>
                  <a:gd name="T31" fmla="*/ 3 h 4"/>
                  <a:gd name="T32" fmla="*/ 5 w 6"/>
                  <a:gd name="T33" fmla="*/ 3 h 4"/>
                  <a:gd name="T34" fmla="*/ 4 w 6"/>
                  <a:gd name="T35" fmla="*/ 3 h 4"/>
                  <a:gd name="T36" fmla="*/ 4 w 6"/>
                  <a:gd name="T37" fmla="*/ 4 h 4"/>
                  <a:gd name="T38" fmla="*/ 3 w 6"/>
                  <a:gd name="T39" fmla="*/ 4 h 4"/>
                  <a:gd name="T40" fmla="*/ 1 w 6"/>
                  <a:gd name="T41" fmla="*/ 4 h 4"/>
                  <a:gd name="T42" fmla="*/ 0 w 6"/>
                  <a:gd name="T43" fmla="*/ 4 h 4"/>
                  <a:gd name="T44" fmla="*/ 0 w 6"/>
                  <a:gd name="T45" fmla="*/ 3 h 4"/>
                  <a:gd name="T46" fmla="*/ 1 w 6"/>
                  <a:gd name="T47" fmla="*/ 4 h 4"/>
                  <a:gd name="T48" fmla="*/ 1 w 6"/>
                  <a:gd name="T49" fmla="*/ 4 h 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"/>
                  <a:gd name="T76" fmla="*/ 0 h 4"/>
                  <a:gd name="T77" fmla="*/ 6 w 6"/>
                  <a:gd name="T78" fmla="*/ 4 h 4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" h="4">
                    <a:moveTo>
                      <a:pt x="1" y="4"/>
                    </a:moveTo>
                    <a:lnTo>
                      <a:pt x="2" y="4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2" y="3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1"/>
                    </a:lnTo>
                    <a:lnTo>
                      <a:pt x="5" y="2"/>
                    </a:lnTo>
                    <a:lnTo>
                      <a:pt x="6" y="2"/>
                    </a:lnTo>
                    <a:lnTo>
                      <a:pt x="6" y="3"/>
                    </a:lnTo>
                    <a:lnTo>
                      <a:pt x="5" y="3"/>
                    </a:lnTo>
                    <a:lnTo>
                      <a:pt x="4" y="3"/>
                    </a:lnTo>
                    <a:lnTo>
                      <a:pt x="4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4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90" name="D895">
                <a:extLst>
                  <a:ext uri="{FF2B5EF4-FFF2-40B4-BE49-F238E27FC236}">
                    <a16:creationId xmlns:a16="http://schemas.microsoft.com/office/drawing/2014/main" id="{68D01140-66C3-0E44-90FF-D24AA723D4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38" y="3895765"/>
                <a:ext cx="9" cy="9"/>
              </a:xfrm>
              <a:custGeom>
                <a:avLst/>
                <a:gdLst>
                  <a:gd name="T0" fmla="*/ 4 w 9"/>
                  <a:gd name="T1" fmla="*/ 1 h 9"/>
                  <a:gd name="T2" fmla="*/ 5 w 9"/>
                  <a:gd name="T3" fmla="*/ 1 h 9"/>
                  <a:gd name="T4" fmla="*/ 5 w 9"/>
                  <a:gd name="T5" fmla="*/ 2 h 9"/>
                  <a:gd name="T6" fmla="*/ 5 w 9"/>
                  <a:gd name="T7" fmla="*/ 3 h 9"/>
                  <a:gd name="T8" fmla="*/ 6 w 9"/>
                  <a:gd name="T9" fmla="*/ 4 h 9"/>
                  <a:gd name="T10" fmla="*/ 6 w 9"/>
                  <a:gd name="T11" fmla="*/ 6 h 9"/>
                  <a:gd name="T12" fmla="*/ 7 w 9"/>
                  <a:gd name="T13" fmla="*/ 6 h 9"/>
                  <a:gd name="T14" fmla="*/ 8 w 9"/>
                  <a:gd name="T15" fmla="*/ 6 h 9"/>
                  <a:gd name="T16" fmla="*/ 9 w 9"/>
                  <a:gd name="T17" fmla="*/ 6 h 9"/>
                  <a:gd name="T18" fmla="*/ 9 w 9"/>
                  <a:gd name="T19" fmla="*/ 7 h 9"/>
                  <a:gd name="T20" fmla="*/ 8 w 9"/>
                  <a:gd name="T21" fmla="*/ 8 h 9"/>
                  <a:gd name="T22" fmla="*/ 7 w 9"/>
                  <a:gd name="T23" fmla="*/ 9 h 9"/>
                  <a:gd name="T24" fmla="*/ 7 w 9"/>
                  <a:gd name="T25" fmla="*/ 8 h 9"/>
                  <a:gd name="T26" fmla="*/ 7 w 9"/>
                  <a:gd name="T27" fmla="*/ 7 h 9"/>
                  <a:gd name="T28" fmla="*/ 5 w 9"/>
                  <a:gd name="T29" fmla="*/ 8 h 9"/>
                  <a:gd name="T30" fmla="*/ 4 w 9"/>
                  <a:gd name="T31" fmla="*/ 8 h 9"/>
                  <a:gd name="T32" fmla="*/ 4 w 9"/>
                  <a:gd name="T33" fmla="*/ 7 h 9"/>
                  <a:gd name="T34" fmla="*/ 3 w 9"/>
                  <a:gd name="T35" fmla="*/ 6 h 9"/>
                  <a:gd name="T36" fmla="*/ 2 w 9"/>
                  <a:gd name="T37" fmla="*/ 5 h 9"/>
                  <a:gd name="T38" fmla="*/ 1 w 9"/>
                  <a:gd name="T39" fmla="*/ 5 h 9"/>
                  <a:gd name="T40" fmla="*/ 0 w 9"/>
                  <a:gd name="T41" fmla="*/ 4 h 9"/>
                  <a:gd name="T42" fmla="*/ 0 w 9"/>
                  <a:gd name="T43" fmla="*/ 3 h 9"/>
                  <a:gd name="T44" fmla="*/ 1 w 9"/>
                  <a:gd name="T45" fmla="*/ 3 h 9"/>
                  <a:gd name="T46" fmla="*/ 1 w 9"/>
                  <a:gd name="T47" fmla="*/ 2 h 9"/>
                  <a:gd name="T48" fmla="*/ 3 w 9"/>
                  <a:gd name="T49" fmla="*/ 3 h 9"/>
                  <a:gd name="T50" fmla="*/ 3 w 9"/>
                  <a:gd name="T51" fmla="*/ 1 h 9"/>
                  <a:gd name="T52" fmla="*/ 3 w 9"/>
                  <a:gd name="T53" fmla="*/ 0 h 9"/>
                  <a:gd name="T54" fmla="*/ 4 w 9"/>
                  <a:gd name="T55" fmla="*/ 0 h 9"/>
                  <a:gd name="T56" fmla="*/ 4 w 9"/>
                  <a:gd name="T57" fmla="*/ 1 h 9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9"/>
                  <a:gd name="T88" fmla="*/ 0 h 9"/>
                  <a:gd name="T89" fmla="*/ 9 w 9"/>
                  <a:gd name="T90" fmla="*/ 9 h 9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9" h="9">
                    <a:moveTo>
                      <a:pt x="4" y="1"/>
                    </a:moveTo>
                    <a:lnTo>
                      <a:pt x="5" y="1"/>
                    </a:lnTo>
                    <a:lnTo>
                      <a:pt x="5" y="2"/>
                    </a:lnTo>
                    <a:lnTo>
                      <a:pt x="5" y="3"/>
                    </a:lnTo>
                    <a:lnTo>
                      <a:pt x="6" y="4"/>
                    </a:lnTo>
                    <a:lnTo>
                      <a:pt x="6" y="6"/>
                    </a:lnTo>
                    <a:lnTo>
                      <a:pt x="7" y="6"/>
                    </a:lnTo>
                    <a:lnTo>
                      <a:pt x="8" y="6"/>
                    </a:lnTo>
                    <a:lnTo>
                      <a:pt x="9" y="6"/>
                    </a:lnTo>
                    <a:lnTo>
                      <a:pt x="9" y="7"/>
                    </a:lnTo>
                    <a:lnTo>
                      <a:pt x="8" y="8"/>
                    </a:lnTo>
                    <a:lnTo>
                      <a:pt x="7" y="9"/>
                    </a:lnTo>
                    <a:lnTo>
                      <a:pt x="7" y="8"/>
                    </a:lnTo>
                    <a:lnTo>
                      <a:pt x="7" y="7"/>
                    </a:lnTo>
                    <a:lnTo>
                      <a:pt x="5" y="8"/>
                    </a:lnTo>
                    <a:lnTo>
                      <a:pt x="4" y="8"/>
                    </a:lnTo>
                    <a:lnTo>
                      <a:pt x="4" y="7"/>
                    </a:lnTo>
                    <a:lnTo>
                      <a:pt x="3" y="6"/>
                    </a:lnTo>
                    <a:lnTo>
                      <a:pt x="2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3" y="3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4" y="1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91" name="D896">
                <a:extLst>
                  <a:ext uri="{FF2B5EF4-FFF2-40B4-BE49-F238E27FC236}">
                    <a16:creationId xmlns:a16="http://schemas.microsoft.com/office/drawing/2014/main" id="{4EBDF041-EAFE-214A-81DF-8C3EBDBC56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0925" y="3895796"/>
                <a:ext cx="24" cy="17"/>
              </a:xfrm>
              <a:custGeom>
                <a:avLst/>
                <a:gdLst>
                  <a:gd name="T0" fmla="*/ 18 w 24"/>
                  <a:gd name="T1" fmla="*/ 17 h 17"/>
                  <a:gd name="T2" fmla="*/ 17 w 24"/>
                  <a:gd name="T3" fmla="*/ 17 h 17"/>
                  <a:gd name="T4" fmla="*/ 17 w 24"/>
                  <a:gd name="T5" fmla="*/ 15 h 17"/>
                  <a:gd name="T6" fmla="*/ 17 w 24"/>
                  <a:gd name="T7" fmla="*/ 14 h 17"/>
                  <a:gd name="T8" fmla="*/ 16 w 24"/>
                  <a:gd name="T9" fmla="*/ 13 h 17"/>
                  <a:gd name="T10" fmla="*/ 15 w 24"/>
                  <a:gd name="T11" fmla="*/ 12 h 17"/>
                  <a:gd name="T12" fmla="*/ 13 w 24"/>
                  <a:gd name="T13" fmla="*/ 12 h 17"/>
                  <a:gd name="T14" fmla="*/ 11 w 24"/>
                  <a:gd name="T15" fmla="*/ 13 h 17"/>
                  <a:gd name="T16" fmla="*/ 9 w 24"/>
                  <a:gd name="T17" fmla="*/ 13 h 17"/>
                  <a:gd name="T18" fmla="*/ 8 w 24"/>
                  <a:gd name="T19" fmla="*/ 14 h 17"/>
                  <a:gd name="T20" fmla="*/ 6 w 24"/>
                  <a:gd name="T21" fmla="*/ 16 h 17"/>
                  <a:gd name="T22" fmla="*/ 4 w 24"/>
                  <a:gd name="T23" fmla="*/ 15 h 17"/>
                  <a:gd name="T24" fmla="*/ 3 w 24"/>
                  <a:gd name="T25" fmla="*/ 13 h 17"/>
                  <a:gd name="T26" fmla="*/ 0 w 24"/>
                  <a:gd name="T27" fmla="*/ 11 h 17"/>
                  <a:gd name="T28" fmla="*/ 2 w 24"/>
                  <a:gd name="T29" fmla="*/ 10 h 17"/>
                  <a:gd name="T30" fmla="*/ 2 w 24"/>
                  <a:gd name="T31" fmla="*/ 8 h 17"/>
                  <a:gd name="T32" fmla="*/ 4 w 24"/>
                  <a:gd name="T33" fmla="*/ 8 h 17"/>
                  <a:gd name="T34" fmla="*/ 5 w 24"/>
                  <a:gd name="T35" fmla="*/ 7 h 17"/>
                  <a:gd name="T36" fmla="*/ 5 w 24"/>
                  <a:gd name="T37" fmla="*/ 5 h 17"/>
                  <a:gd name="T38" fmla="*/ 6 w 24"/>
                  <a:gd name="T39" fmla="*/ 5 h 17"/>
                  <a:gd name="T40" fmla="*/ 6 w 24"/>
                  <a:gd name="T41" fmla="*/ 4 h 17"/>
                  <a:gd name="T42" fmla="*/ 6 w 24"/>
                  <a:gd name="T43" fmla="*/ 3 h 17"/>
                  <a:gd name="T44" fmla="*/ 6 w 24"/>
                  <a:gd name="T45" fmla="*/ 2 h 17"/>
                  <a:gd name="T46" fmla="*/ 6 w 24"/>
                  <a:gd name="T47" fmla="*/ 1 h 17"/>
                  <a:gd name="T48" fmla="*/ 7 w 24"/>
                  <a:gd name="T49" fmla="*/ 1 h 17"/>
                  <a:gd name="T50" fmla="*/ 7 w 24"/>
                  <a:gd name="T51" fmla="*/ 0 h 17"/>
                  <a:gd name="T52" fmla="*/ 8 w 24"/>
                  <a:gd name="T53" fmla="*/ 0 h 17"/>
                  <a:gd name="T54" fmla="*/ 9 w 24"/>
                  <a:gd name="T55" fmla="*/ 1 h 17"/>
                  <a:gd name="T56" fmla="*/ 10 w 24"/>
                  <a:gd name="T57" fmla="*/ 1 h 17"/>
                  <a:gd name="T58" fmla="*/ 10 w 24"/>
                  <a:gd name="T59" fmla="*/ 2 h 17"/>
                  <a:gd name="T60" fmla="*/ 9 w 24"/>
                  <a:gd name="T61" fmla="*/ 3 h 17"/>
                  <a:gd name="T62" fmla="*/ 9 w 24"/>
                  <a:gd name="T63" fmla="*/ 4 h 17"/>
                  <a:gd name="T64" fmla="*/ 10 w 24"/>
                  <a:gd name="T65" fmla="*/ 4 h 17"/>
                  <a:gd name="T66" fmla="*/ 11 w 24"/>
                  <a:gd name="T67" fmla="*/ 3 h 17"/>
                  <a:gd name="T68" fmla="*/ 13 w 24"/>
                  <a:gd name="T69" fmla="*/ 2 h 17"/>
                  <a:gd name="T70" fmla="*/ 15 w 24"/>
                  <a:gd name="T71" fmla="*/ 2 h 17"/>
                  <a:gd name="T72" fmla="*/ 16 w 24"/>
                  <a:gd name="T73" fmla="*/ 2 h 17"/>
                  <a:gd name="T74" fmla="*/ 18 w 24"/>
                  <a:gd name="T75" fmla="*/ 2 h 17"/>
                  <a:gd name="T76" fmla="*/ 19 w 24"/>
                  <a:gd name="T77" fmla="*/ 4 h 17"/>
                  <a:gd name="T78" fmla="*/ 21 w 24"/>
                  <a:gd name="T79" fmla="*/ 6 h 17"/>
                  <a:gd name="T80" fmla="*/ 21 w 24"/>
                  <a:gd name="T81" fmla="*/ 8 h 17"/>
                  <a:gd name="T82" fmla="*/ 20 w 24"/>
                  <a:gd name="T83" fmla="*/ 9 h 17"/>
                  <a:gd name="T84" fmla="*/ 23 w 24"/>
                  <a:gd name="T85" fmla="*/ 9 h 17"/>
                  <a:gd name="T86" fmla="*/ 24 w 24"/>
                  <a:gd name="T87" fmla="*/ 11 h 17"/>
                  <a:gd name="T88" fmla="*/ 24 w 24"/>
                  <a:gd name="T89" fmla="*/ 13 h 17"/>
                  <a:gd name="T90" fmla="*/ 23 w 24"/>
                  <a:gd name="T91" fmla="*/ 11 h 17"/>
                  <a:gd name="T92" fmla="*/ 23 w 24"/>
                  <a:gd name="T93" fmla="*/ 12 h 17"/>
                  <a:gd name="T94" fmla="*/ 24 w 24"/>
                  <a:gd name="T95" fmla="*/ 13 h 17"/>
                  <a:gd name="T96" fmla="*/ 24 w 24"/>
                  <a:gd name="T97" fmla="*/ 14 h 17"/>
                  <a:gd name="T98" fmla="*/ 23 w 24"/>
                  <a:gd name="T99" fmla="*/ 14 h 17"/>
                  <a:gd name="T100" fmla="*/ 21 w 24"/>
                  <a:gd name="T101" fmla="*/ 15 h 17"/>
                  <a:gd name="T102" fmla="*/ 20 w 24"/>
                  <a:gd name="T103" fmla="*/ 16 h 17"/>
                  <a:gd name="T104" fmla="*/ 19 w 24"/>
                  <a:gd name="T105" fmla="*/ 17 h 17"/>
                  <a:gd name="T106" fmla="*/ 18 w 24"/>
                  <a:gd name="T107" fmla="*/ 17 h 17"/>
                  <a:gd name="T108" fmla="*/ 18 w 24"/>
                  <a:gd name="T109" fmla="*/ 17 h 17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24"/>
                  <a:gd name="T166" fmla="*/ 0 h 17"/>
                  <a:gd name="T167" fmla="*/ 24 w 24"/>
                  <a:gd name="T168" fmla="*/ 17 h 17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24" h="17">
                    <a:moveTo>
                      <a:pt x="18" y="17"/>
                    </a:moveTo>
                    <a:lnTo>
                      <a:pt x="17" y="17"/>
                    </a:lnTo>
                    <a:lnTo>
                      <a:pt x="17" y="15"/>
                    </a:lnTo>
                    <a:lnTo>
                      <a:pt x="17" y="14"/>
                    </a:lnTo>
                    <a:lnTo>
                      <a:pt x="16" y="13"/>
                    </a:lnTo>
                    <a:lnTo>
                      <a:pt x="15" y="12"/>
                    </a:lnTo>
                    <a:lnTo>
                      <a:pt x="13" y="12"/>
                    </a:lnTo>
                    <a:lnTo>
                      <a:pt x="11" y="13"/>
                    </a:lnTo>
                    <a:lnTo>
                      <a:pt x="9" y="13"/>
                    </a:lnTo>
                    <a:lnTo>
                      <a:pt x="8" y="14"/>
                    </a:lnTo>
                    <a:lnTo>
                      <a:pt x="6" y="16"/>
                    </a:lnTo>
                    <a:lnTo>
                      <a:pt x="4" y="15"/>
                    </a:lnTo>
                    <a:lnTo>
                      <a:pt x="3" y="13"/>
                    </a:lnTo>
                    <a:lnTo>
                      <a:pt x="0" y="11"/>
                    </a:lnTo>
                    <a:lnTo>
                      <a:pt x="2" y="10"/>
                    </a:lnTo>
                    <a:lnTo>
                      <a:pt x="2" y="8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5"/>
                    </a:lnTo>
                    <a:lnTo>
                      <a:pt x="6" y="5"/>
                    </a:lnTo>
                    <a:lnTo>
                      <a:pt x="6" y="4"/>
                    </a:lnTo>
                    <a:lnTo>
                      <a:pt x="6" y="3"/>
                    </a:lnTo>
                    <a:lnTo>
                      <a:pt x="6" y="2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7" y="0"/>
                    </a:lnTo>
                    <a:lnTo>
                      <a:pt x="8" y="0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5" y="2"/>
                    </a:lnTo>
                    <a:lnTo>
                      <a:pt x="16" y="2"/>
                    </a:lnTo>
                    <a:lnTo>
                      <a:pt x="18" y="2"/>
                    </a:lnTo>
                    <a:lnTo>
                      <a:pt x="19" y="4"/>
                    </a:lnTo>
                    <a:lnTo>
                      <a:pt x="21" y="6"/>
                    </a:lnTo>
                    <a:lnTo>
                      <a:pt x="21" y="8"/>
                    </a:lnTo>
                    <a:lnTo>
                      <a:pt x="20" y="9"/>
                    </a:lnTo>
                    <a:lnTo>
                      <a:pt x="23" y="9"/>
                    </a:lnTo>
                    <a:lnTo>
                      <a:pt x="24" y="11"/>
                    </a:lnTo>
                    <a:lnTo>
                      <a:pt x="24" y="13"/>
                    </a:lnTo>
                    <a:lnTo>
                      <a:pt x="23" y="11"/>
                    </a:lnTo>
                    <a:lnTo>
                      <a:pt x="23" y="12"/>
                    </a:lnTo>
                    <a:lnTo>
                      <a:pt x="24" y="13"/>
                    </a:lnTo>
                    <a:lnTo>
                      <a:pt x="24" y="14"/>
                    </a:lnTo>
                    <a:lnTo>
                      <a:pt x="23" y="14"/>
                    </a:lnTo>
                    <a:lnTo>
                      <a:pt x="21" y="15"/>
                    </a:lnTo>
                    <a:lnTo>
                      <a:pt x="20" y="16"/>
                    </a:lnTo>
                    <a:lnTo>
                      <a:pt x="19" y="17"/>
                    </a:lnTo>
                    <a:lnTo>
                      <a:pt x="18" y="17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sp>
          <p:nvSpPr>
            <p:cNvPr id="65" name="San_Marino">
              <a:extLst>
                <a:ext uri="{FF2B5EF4-FFF2-40B4-BE49-F238E27FC236}">
                  <a16:creationId xmlns:a16="http://schemas.microsoft.com/office/drawing/2014/main" id="{25BB421E-6B6A-D541-80C6-04B4A0F5C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6379" y="3506974"/>
              <a:ext cx="8928" cy="14667"/>
            </a:xfrm>
            <a:custGeom>
              <a:avLst/>
              <a:gdLst>
                <a:gd name="T0" fmla="*/ 2147483647 w 5"/>
                <a:gd name="T1" fmla="*/ 0 h 5"/>
                <a:gd name="T2" fmla="*/ 2147483647 w 5"/>
                <a:gd name="T3" fmla="*/ 0 h 5"/>
                <a:gd name="T4" fmla="*/ 0 60000 65536"/>
                <a:gd name="T5" fmla="*/ 0 60000 65536"/>
                <a:gd name="T6" fmla="*/ 0 w 5"/>
                <a:gd name="T7" fmla="*/ 0 h 5"/>
                <a:gd name="T8" fmla="*/ 5 w 5"/>
                <a:gd name="T9" fmla="*/ 5 h 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" h="5">
                  <a:moveTo>
                    <a:pt x="5" y="0"/>
                  </a:moveTo>
                  <a:cubicBezTo>
                    <a:pt x="0" y="2"/>
                    <a:pt x="5" y="5"/>
                    <a:pt x="5" y="0"/>
                  </a:cubicBezTo>
                  <a:close/>
                </a:path>
              </a:pathLst>
            </a:custGeom>
            <a:solidFill>
              <a:srgbClr val="06A8F5">
                <a:alpha val="91000"/>
              </a:srgbClr>
            </a:solidFill>
            <a:ln w="6350" cap="flat" cmpd="sng">
              <a:noFill/>
              <a:prstDash val="solid"/>
              <a:round/>
              <a:headEnd/>
              <a:tailEnd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grpSp>
          <p:nvGrpSpPr>
            <p:cNvPr id="66" name="Turkey">
              <a:extLst>
                <a:ext uri="{FF2B5EF4-FFF2-40B4-BE49-F238E27FC236}">
                  <a16:creationId xmlns:a16="http://schemas.microsoft.com/office/drawing/2014/main" id="{6573F947-E27B-9C42-9708-B324D412D7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6560" y="3555864"/>
              <a:ext cx="386163" cy="166231"/>
              <a:chOff x="18030825" y="6076950"/>
              <a:chExt cx="173" cy="68"/>
            </a:xfrm>
            <a:solidFill>
              <a:srgbClr val="002B69">
                <a:alpha val="91000"/>
              </a:srgbClr>
            </a:solidFill>
          </p:grpSpPr>
          <p:sp>
            <p:nvSpPr>
              <p:cNvPr id="76" name="D870">
                <a:extLst>
                  <a:ext uri="{FF2B5EF4-FFF2-40B4-BE49-F238E27FC236}">
                    <a16:creationId xmlns:a16="http://schemas.microsoft.com/office/drawing/2014/main" id="{4B8CA906-229C-8245-92B6-9D36B9E3B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30825" y="6076951"/>
                <a:ext cx="28" cy="21"/>
              </a:xfrm>
              <a:custGeom>
                <a:avLst/>
                <a:gdLst>
                  <a:gd name="T0" fmla="*/ 1 w 28"/>
                  <a:gd name="T1" fmla="*/ 12 h 21"/>
                  <a:gd name="T2" fmla="*/ 2 w 28"/>
                  <a:gd name="T3" fmla="*/ 10 h 21"/>
                  <a:gd name="T4" fmla="*/ 2 w 28"/>
                  <a:gd name="T5" fmla="*/ 8 h 21"/>
                  <a:gd name="T6" fmla="*/ 4 w 28"/>
                  <a:gd name="T7" fmla="*/ 6 h 21"/>
                  <a:gd name="T8" fmla="*/ 4 w 28"/>
                  <a:gd name="T9" fmla="*/ 5 h 21"/>
                  <a:gd name="T10" fmla="*/ 3 w 28"/>
                  <a:gd name="T11" fmla="*/ 3 h 21"/>
                  <a:gd name="T12" fmla="*/ 2 w 28"/>
                  <a:gd name="T13" fmla="*/ 2 h 21"/>
                  <a:gd name="T14" fmla="*/ 3 w 28"/>
                  <a:gd name="T15" fmla="*/ 2 h 21"/>
                  <a:gd name="T16" fmla="*/ 4 w 28"/>
                  <a:gd name="T17" fmla="*/ 1 h 21"/>
                  <a:gd name="T18" fmla="*/ 6 w 28"/>
                  <a:gd name="T19" fmla="*/ 1 h 21"/>
                  <a:gd name="T20" fmla="*/ 10 w 28"/>
                  <a:gd name="T21" fmla="*/ 0 h 21"/>
                  <a:gd name="T22" fmla="*/ 13 w 28"/>
                  <a:gd name="T23" fmla="*/ 1 h 21"/>
                  <a:gd name="T24" fmla="*/ 17 w 28"/>
                  <a:gd name="T25" fmla="*/ 1 h 21"/>
                  <a:gd name="T26" fmla="*/ 18 w 28"/>
                  <a:gd name="T27" fmla="*/ 1 h 21"/>
                  <a:gd name="T28" fmla="*/ 18 w 28"/>
                  <a:gd name="T29" fmla="*/ 2 h 21"/>
                  <a:gd name="T30" fmla="*/ 18 w 28"/>
                  <a:gd name="T31" fmla="*/ 4 h 21"/>
                  <a:gd name="T32" fmla="*/ 19 w 28"/>
                  <a:gd name="T33" fmla="*/ 5 h 21"/>
                  <a:gd name="T34" fmla="*/ 21 w 28"/>
                  <a:gd name="T35" fmla="*/ 6 h 21"/>
                  <a:gd name="T36" fmla="*/ 23 w 28"/>
                  <a:gd name="T37" fmla="*/ 7 h 21"/>
                  <a:gd name="T38" fmla="*/ 26 w 28"/>
                  <a:gd name="T39" fmla="*/ 8 h 21"/>
                  <a:gd name="T40" fmla="*/ 28 w 28"/>
                  <a:gd name="T41" fmla="*/ 8 h 21"/>
                  <a:gd name="T42" fmla="*/ 28 w 28"/>
                  <a:gd name="T43" fmla="*/ 10 h 21"/>
                  <a:gd name="T44" fmla="*/ 27 w 28"/>
                  <a:gd name="T45" fmla="*/ 11 h 21"/>
                  <a:gd name="T46" fmla="*/ 24 w 28"/>
                  <a:gd name="T47" fmla="*/ 12 h 21"/>
                  <a:gd name="T48" fmla="*/ 23 w 28"/>
                  <a:gd name="T49" fmla="*/ 11 h 21"/>
                  <a:gd name="T50" fmla="*/ 21 w 28"/>
                  <a:gd name="T51" fmla="*/ 11 h 21"/>
                  <a:gd name="T52" fmla="*/ 18 w 28"/>
                  <a:gd name="T53" fmla="*/ 11 h 21"/>
                  <a:gd name="T54" fmla="*/ 16 w 28"/>
                  <a:gd name="T55" fmla="*/ 11 h 21"/>
                  <a:gd name="T56" fmla="*/ 14 w 28"/>
                  <a:gd name="T57" fmla="*/ 11 h 21"/>
                  <a:gd name="T58" fmla="*/ 13 w 28"/>
                  <a:gd name="T59" fmla="*/ 13 h 21"/>
                  <a:gd name="T60" fmla="*/ 10 w 28"/>
                  <a:gd name="T61" fmla="*/ 15 h 21"/>
                  <a:gd name="T62" fmla="*/ 7 w 28"/>
                  <a:gd name="T63" fmla="*/ 16 h 21"/>
                  <a:gd name="T64" fmla="*/ 5 w 28"/>
                  <a:gd name="T65" fmla="*/ 18 h 21"/>
                  <a:gd name="T66" fmla="*/ 4 w 28"/>
                  <a:gd name="T67" fmla="*/ 19 h 21"/>
                  <a:gd name="T68" fmla="*/ 2 w 28"/>
                  <a:gd name="T69" fmla="*/ 21 h 21"/>
                  <a:gd name="T70" fmla="*/ 1 w 28"/>
                  <a:gd name="T71" fmla="*/ 21 h 21"/>
                  <a:gd name="T72" fmla="*/ 1 w 28"/>
                  <a:gd name="T73" fmla="*/ 19 h 21"/>
                  <a:gd name="T74" fmla="*/ 1 w 28"/>
                  <a:gd name="T75" fmla="*/ 18 h 21"/>
                  <a:gd name="T76" fmla="*/ 3 w 28"/>
                  <a:gd name="T77" fmla="*/ 17 h 21"/>
                  <a:gd name="T78" fmla="*/ 6 w 28"/>
                  <a:gd name="T79" fmla="*/ 16 h 21"/>
                  <a:gd name="T80" fmla="*/ 7 w 28"/>
                  <a:gd name="T81" fmla="*/ 15 h 21"/>
                  <a:gd name="T82" fmla="*/ 5 w 28"/>
                  <a:gd name="T83" fmla="*/ 15 h 21"/>
                  <a:gd name="T84" fmla="*/ 2 w 28"/>
                  <a:gd name="T85" fmla="*/ 15 h 21"/>
                  <a:gd name="T86" fmla="*/ 1 w 28"/>
                  <a:gd name="T87" fmla="*/ 16 h 21"/>
                  <a:gd name="T88" fmla="*/ 0 w 28"/>
                  <a:gd name="T89" fmla="*/ 15 h 21"/>
                  <a:gd name="T90" fmla="*/ 0 w 28"/>
                  <a:gd name="T91" fmla="*/ 14 h 21"/>
                  <a:gd name="T92" fmla="*/ 1 w 28"/>
                  <a:gd name="T93" fmla="*/ 12 h 21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28"/>
                  <a:gd name="T142" fmla="*/ 0 h 21"/>
                  <a:gd name="T143" fmla="*/ 28 w 28"/>
                  <a:gd name="T144" fmla="*/ 21 h 21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28" h="21">
                    <a:moveTo>
                      <a:pt x="1" y="12"/>
                    </a:moveTo>
                    <a:lnTo>
                      <a:pt x="2" y="10"/>
                    </a:lnTo>
                    <a:lnTo>
                      <a:pt x="2" y="8"/>
                    </a:lnTo>
                    <a:lnTo>
                      <a:pt x="4" y="6"/>
                    </a:lnTo>
                    <a:lnTo>
                      <a:pt x="4" y="5"/>
                    </a:lnTo>
                    <a:lnTo>
                      <a:pt x="3" y="3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10" y="0"/>
                    </a:lnTo>
                    <a:lnTo>
                      <a:pt x="13" y="1"/>
                    </a:lnTo>
                    <a:lnTo>
                      <a:pt x="17" y="1"/>
                    </a:lnTo>
                    <a:lnTo>
                      <a:pt x="18" y="1"/>
                    </a:lnTo>
                    <a:lnTo>
                      <a:pt x="18" y="2"/>
                    </a:lnTo>
                    <a:lnTo>
                      <a:pt x="18" y="4"/>
                    </a:lnTo>
                    <a:lnTo>
                      <a:pt x="19" y="5"/>
                    </a:lnTo>
                    <a:lnTo>
                      <a:pt x="21" y="6"/>
                    </a:lnTo>
                    <a:lnTo>
                      <a:pt x="23" y="7"/>
                    </a:lnTo>
                    <a:lnTo>
                      <a:pt x="26" y="8"/>
                    </a:lnTo>
                    <a:lnTo>
                      <a:pt x="28" y="8"/>
                    </a:lnTo>
                    <a:lnTo>
                      <a:pt x="28" y="10"/>
                    </a:lnTo>
                    <a:lnTo>
                      <a:pt x="27" y="11"/>
                    </a:lnTo>
                    <a:lnTo>
                      <a:pt x="24" y="12"/>
                    </a:lnTo>
                    <a:lnTo>
                      <a:pt x="23" y="11"/>
                    </a:lnTo>
                    <a:lnTo>
                      <a:pt x="21" y="11"/>
                    </a:lnTo>
                    <a:lnTo>
                      <a:pt x="18" y="11"/>
                    </a:lnTo>
                    <a:lnTo>
                      <a:pt x="16" y="11"/>
                    </a:lnTo>
                    <a:lnTo>
                      <a:pt x="14" y="11"/>
                    </a:lnTo>
                    <a:lnTo>
                      <a:pt x="13" y="13"/>
                    </a:lnTo>
                    <a:lnTo>
                      <a:pt x="10" y="15"/>
                    </a:lnTo>
                    <a:lnTo>
                      <a:pt x="7" y="16"/>
                    </a:lnTo>
                    <a:lnTo>
                      <a:pt x="5" y="18"/>
                    </a:lnTo>
                    <a:lnTo>
                      <a:pt x="4" y="19"/>
                    </a:lnTo>
                    <a:lnTo>
                      <a:pt x="2" y="21"/>
                    </a:lnTo>
                    <a:lnTo>
                      <a:pt x="1" y="21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3" y="17"/>
                    </a:lnTo>
                    <a:lnTo>
                      <a:pt x="6" y="16"/>
                    </a:lnTo>
                    <a:lnTo>
                      <a:pt x="7" y="15"/>
                    </a:lnTo>
                    <a:lnTo>
                      <a:pt x="5" y="15"/>
                    </a:lnTo>
                    <a:lnTo>
                      <a:pt x="2" y="15"/>
                    </a:lnTo>
                    <a:lnTo>
                      <a:pt x="1" y="16"/>
                    </a:lnTo>
                    <a:lnTo>
                      <a:pt x="0" y="15"/>
                    </a:lnTo>
                    <a:lnTo>
                      <a:pt x="0" y="14"/>
                    </a:lnTo>
                    <a:lnTo>
                      <a:pt x="1" y="12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77" name="D871">
                <a:extLst>
                  <a:ext uri="{FF2B5EF4-FFF2-40B4-BE49-F238E27FC236}">
                    <a16:creationId xmlns:a16="http://schemas.microsoft.com/office/drawing/2014/main" id="{8D0A0F81-A2C8-B344-BCEC-0875BAA05D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30826" y="6076950"/>
                <a:ext cx="172" cy="68"/>
              </a:xfrm>
              <a:custGeom>
                <a:avLst/>
                <a:gdLst>
                  <a:gd name="T0" fmla="*/ 92 w 172"/>
                  <a:gd name="T1" fmla="*/ 67 h 68"/>
                  <a:gd name="T2" fmla="*/ 95 w 172"/>
                  <a:gd name="T3" fmla="*/ 64 h 68"/>
                  <a:gd name="T4" fmla="*/ 96 w 172"/>
                  <a:gd name="T5" fmla="*/ 61 h 68"/>
                  <a:gd name="T6" fmla="*/ 98 w 172"/>
                  <a:gd name="T7" fmla="*/ 57 h 68"/>
                  <a:gd name="T8" fmla="*/ 101 w 172"/>
                  <a:gd name="T9" fmla="*/ 59 h 68"/>
                  <a:gd name="T10" fmla="*/ 106 w 172"/>
                  <a:gd name="T11" fmla="*/ 58 h 68"/>
                  <a:gd name="T12" fmla="*/ 110 w 172"/>
                  <a:gd name="T13" fmla="*/ 56 h 68"/>
                  <a:gd name="T14" fmla="*/ 115 w 172"/>
                  <a:gd name="T15" fmla="*/ 57 h 68"/>
                  <a:gd name="T16" fmla="*/ 121 w 172"/>
                  <a:gd name="T17" fmla="*/ 59 h 68"/>
                  <a:gd name="T18" fmla="*/ 126 w 172"/>
                  <a:gd name="T19" fmla="*/ 58 h 68"/>
                  <a:gd name="T20" fmla="*/ 131 w 172"/>
                  <a:gd name="T21" fmla="*/ 56 h 68"/>
                  <a:gd name="T22" fmla="*/ 136 w 172"/>
                  <a:gd name="T23" fmla="*/ 54 h 68"/>
                  <a:gd name="T24" fmla="*/ 142 w 172"/>
                  <a:gd name="T25" fmla="*/ 54 h 68"/>
                  <a:gd name="T26" fmla="*/ 147 w 172"/>
                  <a:gd name="T27" fmla="*/ 53 h 68"/>
                  <a:gd name="T28" fmla="*/ 150 w 172"/>
                  <a:gd name="T29" fmla="*/ 54 h 68"/>
                  <a:gd name="T30" fmla="*/ 167 w 172"/>
                  <a:gd name="T31" fmla="*/ 51 h 68"/>
                  <a:gd name="T32" fmla="*/ 168 w 172"/>
                  <a:gd name="T33" fmla="*/ 46 h 68"/>
                  <a:gd name="T34" fmla="*/ 166 w 172"/>
                  <a:gd name="T35" fmla="*/ 30 h 68"/>
                  <a:gd name="T36" fmla="*/ 167 w 172"/>
                  <a:gd name="T37" fmla="*/ 22 h 68"/>
                  <a:gd name="T38" fmla="*/ 160 w 172"/>
                  <a:gd name="T39" fmla="*/ 11 h 68"/>
                  <a:gd name="T40" fmla="*/ 153 w 172"/>
                  <a:gd name="T41" fmla="*/ 5 h 68"/>
                  <a:gd name="T42" fmla="*/ 146 w 172"/>
                  <a:gd name="T43" fmla="*/ 6 h 68"/>
                  <a:gd name="T44" fmla="*/ 141 w 172"/>
                  <a:gd name="T45" fmla="*/ 6 h 68"/>
                  <a:gd name="T46" fmla="*/ 122 w 172"/>
                  <a:gd name="T47" fmla="*/ 11 h 68"/>
                  <a:gd name="T48" fmla="*/ 106 w 172"/>
                  <a:gd name="T49" fmla="*/ 12 h 68"/>
                  <a:gd name="T50" fmla="*/ 94 w 172"/>
                  <a:gd name="T51" fmla="*/ 9 h 68"/>
                  <a:gd name="T52" fmla="*/ 84 w 172"/>
                  <a:gd name="T53" fmla="*/ 2 h 68"/>
                  <a:gd name="T54" fmla="*/ 73 w 172"/>
                  <a:gd name="T55" fmla="*/ 1 h 68"/>
                  <a:gd name="T56" fmla="*/ 58 w 172"/>
                  <a:gd name="T57" fmla="*/ 4 h 68"/>
                  <a:gd name="T58" fmla="*/ 46 w 172"/>
                  <a:gd name="T59" fmla="*/ 12 h 68"/>
                  <a:gd name="T60" fmla="*/ 34 w 172"/>
                  <a:gd name="T61" fmla="*/ 11 h 68"/>
                  <a:gd name="T62" fmla="*/ 27 w 172"/>
                  <a:gd name="T63" fmla="*/ 11 h 68"/>
                  <a:gd name="T64" fmla="*/ 32 w 172"/>
                  <a:gd name="T65" fmla="*/ 15 h 68"/>
                  <a:gd name="T66" fmla="*/ 27 w 172"/>
                  <a:gd name="T67" fmla="*/ 16 h 68"/>
                  <a:gd name="T68" fmla="*/ 22 w 172"/>
                  <a:gd name="T69" fmla="*/ 18 h 68"/>
                  <a:gd name="T70" fmla="*/ 14 w 172"/>
                  <a:gd name="T71" fmla="*/ 17 h 68"/>
                  <a:gd name="T72" fmla="*/ 9 w 172"/>
                  <a:gd name="T73" fmla="*/ 18 h 68"/>
                  <a:gd name="T74" fmla="*/ 2 w 172"/>
                  <a:gd name="T75" fmla="*/ 23 h 68"/>
                  <a:gd name="T76" fmla="*/ 2 w 172"/>
                  <a:gd name="T77" fmla="*/ 28 h 68"/>
                  <a:gd name="T78" fmla="*/ 5 w 172"/>
                  <a:gd name="T79" fmla="*/ 31 h 68"/>
                  <a:gd name="T80" fmla="*/ 7 w 172"/>
                  <a:gd name="T81" fmla="*/ 39 h 68"/>
                  <a:gd name="T82" fmla="*/ 3 w 172"/>
                  <a:gd name="T83" fmla="*/ 38 h 68"/>
                  <a:gd name="T84" fmla="*/ 1 w 172"/>
                  <a:gd name="T85" fmla="*/ 42 h 68"/>
                  <a:gd name="T86" fmla="*/ 7 w 172"/>
                  <a:gd name="T87" fmla="*/ 44 h 68"/>
                  <a:gd name="T88" fmla="*/ 9 w 172"/>
                  <a:gd name="T89" fmla="*/ 49 h 68"/>
                  <a:gd name="T90" fmla="*/ 10 w 172"/>
                  <a:gd name="T91" fmla="*/ 51 h 68"/>
                  <a:gd name="T92" fmla="*/ 14 w 172"/>
                  <a:gd name="T93" fmla="*/ 55 h 68"/>
                  <a:gd name="T94" fmla="*/ 18 w 172"/>
                  <a:gd name="T95" fmla="*/ 56 h 68"/>
                  <a:gd name="T96" fmla="*/ 14 w 172"/>
                  <a:gd name="T97" fmla="*/ 59 h 68"/>
                  <a:gd name="T98" fmla="*/ 20 w 172"/>
                  <a:gd name="T99" fmla="*/ 58 h 68"/>
                  <a:gd name="T100" fmla="*/ 26 w 172"/>
                  <a:gd name="T101" fmla="*/ 59 h 68"/>
                  <a:gd name="T102" fmla="*/ 31 w 172"/>
                  <a:gd name="T103" fmla="*/ 64 h 68"/>
                  <a:gd name="T104" fmla="*/ 40 w 172"/>
                  <a:gd name="T105" fmla="*/ 61 h 68"/>
                  <a:gd name="T106" fmla="*/ 46 w 172"/>
                  <a:gd name="T107" fmla="*/ 57 h 68"/>
                  <a:gd name="T108" fmla="*/ 54 w 172"/>
                  <a:gd name="T109" fmla="*/ 60 h 68"/>
                  <a:gd name="T110" fmla="*/ 62 w 172"/>
                  <a:gd name="T111" fmla="*/ 66 h 68"/>
                  <a:gd name="T112" fmla="*/ 72 w 172"/>
                  <a:gd name="T113" fmla="*/ 63 h 68"/>
                  <a:gd name="T114" fmla="*/ 81 w 172"/>
                  <a:gd name="T115" fmla="*/ 58 h 68"/>
                  <a:gd name="T116" fmla="*/ 87 w 172"/>
                  <a:gd name="T117" fmla="*/ 60 h 68"/>
                  <a:gd name="T118" fmla="*/ 92 w 172"/>
                  <a:gd name="T119" fmla="*/ 60 h 68"/>
                  <a:gd name="T120" fmla="*/ 90 w 172"/>
                  <a:gd name="T121" fmla="*/ 66 h 6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72"/>
                  <a:gd name="T184" fmla="*/ 0 h 68"/>
                  <a:gd name="T185" fmla="*/ 172 w 172"/>
                  <a:gd name="T186" fmla="*/ 68 h 68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72" h="68">
                    <a:moveTo>
                      <a:pt x="90" y="66"/>
                    </a:moveTo>
                    <a:lnTo>
                      <a:pt x="91" y="66"/>
                    </a:lnTo>
                    <a:lnTo>
                      <a:pt x="91" y="67"/>
                    </a:lnTo>
                    <a:lnTo>
                      <a:pt x="92" y="67"/>
                    </a:lnTo>
                    <a:lnTo>
                      <a:pt x="92" y="68"/>
                    </a:lnTo>
                    <a:lnTo>
                      <a:pt x="92" y="67"/>
                    </a:lnTo>
                    <a:lnTo>
                      <a:pt x="93" y="67"/>
                    </a:lnTo>
                    <a:lnTo>
                      <a:pt x="93" y="66"/>
                    </a:lnTo>
                    <a:lnTo>
                      <a:pt x="94" y="66"/>
                    </a:lnTo>
                    <a:lnTo>
                      <a:pt x="94" y="65"/>
                    </a:lnTo>
                    <a:lnTo>
                      <a:pt x="94" y="64"/>
                    </a:lnTo>
                    <a:lnTo>
                      <a:pt x="95" y="64"/>
                    </a:lnTo>
                    <a:lnTo>
                      <a:pt x="95" y="63"/>
                    </a:lnTo>
                    <a:lnTo>
                      <a:pt x="96" y="63"/>
                    </a:lnTo>
                    <a:lnTo>
                      <a:pt x="97" y="63"/>
                    </a:lnTo>
                    <a:lnTo>
                      <a:pt x="97" y="62"/>
                    </a:lnTo>
                    <a:lnTo>
                      <a:pt x="96" y="62"/>
                    </a:lnTo>
                    <a:lnTo>
                      <a:pt x="96" y="61"/>
                    </a:lnTo>
                    <a:lnTo>
                      <a:pt x="96" y="60"/>
                    </a:lnTo>
                    <a:lnTo>
                      <a:pt x="96" y="59"/>
                    </a:lnTo>
                    <a:lnTo>
                      <a:pt x="96" y="58"/>
                    </a:lnTo>
                    <a:lnTo>
                      <a:pt x="97" y="58"/>
                    </a:lnTo>
                    <a:lnTo>
                      <a:pt x="97" y="57"/>
                    </a:lnTo>
                    <a:lnTo>
                      <a:pt x="98" y="57"/>
                    </a:lnTo>
                    <a:lnTo>
                      <a:pt x="99" y="57"/>
                    </a:lnTo>
                    <a:lnTo>
                      <a:pt x="100" y="57"/>
                    </a:lnTo>
                    <a:lnTo>
                      <a:pt x="100" y="58"/>
                    </a:lnTo>
                    <a:lnTo>
                      <a:pt x="101" y="58"/>
                    </a:lnTo>
                    <a:lnTo>
                      <a:pt x="100" y="58"/>
                    </a:lnTo>
                    <a:lnTo>
                      <a:pt x="101" y="59"/>
                    </a:lnTo>
                    <a:lnTo>
                      <a:pt x="102" y="59"/>
                    </a:lnTo>
                    <a:lnTo>
                      <a:pt x="103" y="59"/>
                    </a:lnTo>
                    <a:lnTo>
                      <a:pt x="104" y="59"/>
                    </a:lnTo>
                    <a:lnTo>
                      <a:pt x="105" y="59"/>
                    </a:lnTo>
                    <a:lnTo>
                      <a:pt x="105" y="58"/>
                    </a:lnTo>
                    <a:lnTo>
                      <a:pt x="106" y="58"/>
                    </a:lnTo>
                    <a:lnTo>
                      <a:pt x="107" y="58"/>
                    </a:lnTo>
                    <a:lnTo>
                      <a:pt x="108" y="58"/>
                    </a:lnTo>
                    <a:lnTo>
                      <a:pt x="108" y="57"/>
                    </a:lnTo>
                    <a:lnTo>
                      <a:pt x="109" y="57"/>
                    </a:lnTo>
                    <a:lnTo>
                      <a:pt x="110" y="57"/>
                    </a:lnTo>
                    <a:lnTo>
                      <a:pt x="110" y="56"/>
                    </a:lnTo>
                    <a:lnTo>
                      <a:pt x="111" y="56"/>
                    </a:lnTo>
                    <a:lnTo>
                      <a:pt x="112" y="56"/>
                    </a:lnTo>
                    <a:lnTo>
                      <a:pt x="113" y="56"/>
                    </a:lnTo>
                    <a:lnTo>
                      <a:pt x="114" y="56"/>
                    </a:lnTo>
                    <a:lnTo>
                      <a:pt x="114" y="57"/>
                    </a:lnTo>
                    <a:lnTo>
                      <a:pt x="115" y="57"/>
                    </a:lnTo>
                    <a:lnTo>
                      <a:pt x="116" y="58"/>
                    </a:lnTo>
                    <a:lnTo>
                      <a:pt x="117" y="58"/>
                    </a:lnTo>
                    <a:lnTo>
                      <a:pt x="118" y="58"/>
                    </a:lnTo>
                    <a:lnTo>
                      <a:pt x="119" y="58"/>
                    </a:lnTo>
                    <a:lnTo>
                      <a:pt x="120" y="59"/>
                    </a:lnTo>
                    <a:lnTo>
                      <a:pt x="121" y="59"/>
                    </a:lnTo>
                    <a:lnTo>
                      <a:pt x="122" y="59"/>
                    </a:lnTo>
                    <a:lnTo>
                      <a:pt x="122" y="58"/>
                    </a:lnTo>
                    <a:lnTo>
                      <a:pt x="123" y="58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8"/>
                    </a:lnTo>
                    <a:lnTo>
                      <a:pt x="126" y="57"/>
                    </a:lnTo>
                    <a:lnTo>
                      <a:pt x="127" y="57"/>
                    </a:lnTo>
                    <a:lnTo>
                      <a:pt x="128" y="57"/>
                    </a:lnTo>
                    <a:lnTo>
                      <a:pt x="129" y="57"/>
                    </a:lnTo>
                    <a:lnTo>
                      <a:pt x="130" y="56"/>
                    </a:lnTo>
                    <a:lnTo>
                      <a:pt x="131" y="56"/>
                    </a:lnTo>
                    <a:lnTo>
                      <a:pt x="131" y="55"/>
                    </a:lnTo>
                    <a:lnTo>
                      <a:pt x="132" y="55"/>
                    </a:lnTo>
                    <a:lnTo>
                      <a:pt x="133" y="54"/>
                    </a:lnTo>
                    <a:lnTo>
                      <a:pt x="134" y="54"/>
                    </a:lnTo>
                    <a:lnTo>
                      <a:pt x="135" y="54"/>
                    </a:lnTo>
                    <a:lnTo>
                      <a:pt x="136" y="54"/>
                    </a:lnTo>
                    <a:lnTo>
                      <a:pt x="137" y="54"/>
                    </a:lnTo>
                    <a:lnTo>
                      <a:pt x="138" y="54"/>
                    </a:lnTo>
                    <a:lnTo>
                      <a:pt x="139" y="54"/>
                    </a:lnTo>
                    <a:lnTo>
                      <a:pt x="140" y="54"/>
                    </a:lnTo>
                    <a:lnTo>
                      <a:pt x="141" y="54"/>
                    </a:lnTo>
                    <a:lnTo>
                      <a:pt x="142" y="54"/>
                    </a:lnTo>
                    <a:lnTo>
                      <a:pt x="143" y="54"/>
                    </a:lnTo>
                    <a:lnTo>
                      <a:pt x="144" y="54"/>
                    </a:lnTo>
                    <a:lnTo>
                      <a:pt x="145" y="54"/>
                    </a:lnTo>
                    <a:lnTo>
                      <a:pt x="146" y="54"/>
                    </a:lnTo>
                    <a:lnTo>
                      <a:pt x="146" y="53"/>
                    </a:lnTo>
                    <a:lnTo>
                      <a:pt x="147" y="53"/>
                    </a:lnTo>
                    <a:lnTo>
                      <a:pt x="148" y="53"/>
                    </a:lnTo>
                    <a:lnTo>
                      <a:pt x="148" y="52"/>
                    </a:lnTo>
                    <a:lnTo>
                      <a:pt x="149" y="52"/>
                    </a:lnTo>
                    <a:lnTo>
                      <a:pt x="150" y="52"/>
                    </a:lnTo>
                    <a:lnTo>
                      <a:pt x="150" y="53"/>
                    </a:lnTo>
                    <a:lnTo>
                      <a:pt x="150" y="54"/>
                    </a:lnTo>
                    <a:lnTo>
                      <a:pt x="151" y="54"/>
                    </a:lnTo>
                    <a:lnTo>
                      <a:pt x="152" y="53"/>
                    </a:lnTo>
                    <a:lnTo>
                      <a:pt x="155" y="50"/>
                    </a:lnTo>
                    <a:lnTo>
                      <a:pt x="159" y="51"/>
                    </a:lnTo>
                    <a:lnTo>
                      <a:pt x="164" y="52"/>
                    </a:lnTo>
                    <a:lnTo>
                      <a:pt x="167" y="51"/>
                    </a:lnTo>
                    <a:lnTo>
                      <a:pt x="168" y="53"/>
                    </a:lnTo>
                    <a:lnTo>
                      <a:pt x="171" y="54"/>
                    </a:lnTo>
                    <a:lnTo>
                      <a:pt x="172" y="52"/>
                    </a:lnTo>
                    <a:lnTo>
                      <a:pt x="172" y="50"/>
                    </a:lnTo>
                    <a:lnTo>
                      <a:pt x="170" y="47"/>
                    </a:lnTo>
                    <a:lnTo>
                      <a:pt x="168" y="46"/>
                    </a:lnTo>
                    <a:lnTo>
                      <a:pt x="168" y="43"/>
                    </a:lnTo>
                    <a:lnTo>
                      <a:pt x="168" y="40"/>
                    </a:lnTo>
                    <a:lnTo>
                      <a:pt x="168" y="38"/>
                    </a:lnTo>
                    <a:lnTo>
                      <a:pt x="168" y="34"/>
                    </a:lnTo>
                    <a:lnTo>
                      <a:pt x="166" y="31"/>
                    </a:lnTo>
                    <a:lnTo>
                      <a:pt x="166" y="30"/>
                    </a:lnTo>
                    <a:lnTo>
                      <a:pt x="169" y="28"/>
                    </a:lnTo>
                    <a:lnTo>
                      <a:pt x="169" y="27"/>
                    </a:lnTo>
                    <a:lnTo>
                      <a:pt x="171" y="25"/>
                    </a:lnTo>
                    <a:lnTo>
                      <a:pt x="170" y="24"/>
                    </a:lnTo>
                    <a:lnTo>
                      <a:pt x="169" y="23"/>
                    </a:lnTo>
                    <a:lnTo>
                      <a:pt x="167" y="22"/>
                    </a:lnTo>
                    <a:lnTo>
                      <a:pt x="165" y="21"/>
                    </a:lnTo>
                    <a:lnTo>
                      <a:pt x="164" y="20"/>
                    </a:lnTo>
                    <a:lnTo>
                      <a:pt x="162" y="19"/>
                    </a:lnTo>
                    <a:lnTo>
                      <a:pt x="162" y="17"/>
                    </a:lnTo>
                    <a:lnTo>
                      <a:pt x="162" y="13"/>
                    </a:lnTo>
                    <a:lnTo>
                      <a:pt x="160" y="11"/>
                    </a:lnTo>
                    <a:lnTo>
                      <a:pt x="158" y="10"/>
                    </a:lnTo>
                    <a:lnTo>
                      <a:pt x="158" y="9"/>
                    </a:lnTo>
                    <a:lnTo>
                      <a:pt x="157" y="9"/>
                    </a:lnTo>
                    <a:lnTo>
                      <a:pt x="156" y="8"/>
                    </a:lnTo>
                    <a:lnTo>
                      <a:pt x="155" y="6"/>
                    </a:lnTo>
                    <a:lnTo>
                      <a:pt x="153" y="5"/>
                    </a:lnTo>
                    <a:lnTo>
                      <a:pt x="152" y="5"/>
                    </a:lnTo>
                    <a:lnTo>
                      <a:pt x="151" y="5"/>
                    </a:lnTo>
                    <a:lnTo>
                      <a:pt x="151" y="7"/>
                    </a:lnTo>
                    <a:lnTo>
                      <a:pt x="149" y="7"/>
                    </a:lnTo>
                    <a:lnTo>
                      <a:pt x="148" y="6"/>
                    </a:lnTo>
                    <a:lnTo>
                      <a:pt x="146" y="6"/>
                    </a:lnTo>
                    <a:lnTo>
                      <a:pt x="145" y="6"/>
                    </a:lnTo>
                    <a:lnTo>
                      <a:pt x="144" y="6"/>
                    </a:lnTo>
                    <a:lnTo>
                      <a:pt x="143" y="6"/>
                    </a:lnTo>
                    <a:lnTo>
                      <a:pt x="142" y="6"/>
                    </a:lnTo>
                    <a:lnTo>
                      <a:pt x="142" y="5"/>
                    </a:lnTo>
                    <a:lnTo>
                      <a:pt x="141" y="6"/>
                    </a:lnTo>
                    <a:lnTo>
                      <a:pt x="138" y="8"/>
                    </a:lnTo>
                    <a:lnTo>
                      <a:pt x="135" y="10"/>
                    </a:lnTo>
                    <a:lnTo>
                      <a:pt x="131" y="12"/>
                    </a:lnTo>
                    <a:lnTo>
                      <a:pt x="128" y="12"/>
                    </a:lnTo>
                    <a:lnTo>
                      <a:pt x="125" y="12"/>
                    </a:lnTo>
                    <a:lnTo>
                      <a:pt x="122" y="11"/>
                    </a:lnTo>
                    <a:lnTo>
                      <a:pt x="119" y="11"/>
                    </a:lnTo>
                    <a:lnTo>
                      <a:pt x="117" y="12"/>
                    </a:lnTo>
                    <a:lnTo>
                      <a:pt x="114" y="13"/>
                    </a:lnTo>
                    <a:lnTo>
                      <a:pt x="110" y="13"/>
                    </a:lnTo>
                    <a:lnTo>
                      <a:pt x="107" y="11"/>
                    </a:lnTo>
                    <a:lnTo>
                      <a:pt x="106" y="12"/>
                    </a:lnTo>
                    <a:lnTo>
                      <a:pt x="105" y="12"/>
                    </a:lnTo>
                    <a:lnTo>
                      <a:pt x="103" y="11"/>
                    </a:lnTo>
                    <a:lnTo>
                      <a:pt x="100" y="10"/>
                    </a:lnTo>
                    <a:lnTo>
                      <a:pt x="99" y="9"/>
                    </a:lnTo>
                    <a:lnTo>
                      <a:pt x="97" y="9"/>
                    </a:lnTo>
                    <a:lnTo>
                      <a:pt x="94" y="9"/>
                    </a:lnTo>
                    <a:lnTo>
                      <a:pt x="93" y="6"/>
                    </a:lnTo>
                    <a:lnTo>
                      <a:pt x="92" y="4"/>
                    </a:lnTo>
                    <a:lnTo>
                      <a:pt x="90" y="4"/>
                    </a:lnTo>
                    <a:lnTo>
                      <a:pt x="88" y="4"/>
                    </a:lnTo>
                    <a:lnTo>
                      <a:pt x="85" y="3"/>
                    </a:lnTo>
                    <a:lnTo>
                      <a:pt x="84" y="2"/>
                    </a:lnTo>
                    <a:lnTo>
                      <a:pt x="84" y="0"/>
                    </a:lnTo>
                    <a:lnTo>
                      <a:pt x="83" y="0"/>
                    </a:lnTo>
                    <a:lnTo>
                      <a:pt x="82" y="0"/>
                    </a:lnTo>
                    <a:lnTo>
                      <a:pt x="80" y="1"/>
                    </a:lnTo>
                    <a:lnTo>
                      <a:pt x="77" y="1"/>
                    </a:lnTo>
                    <a:lnTo>
                      <a:pt x="73" y="1"/>
                    </a:lnTo>
                    <a:lnTo>
                      <a:pt x="70" y="1"/>
                    </a:lnTo>
                    <a:lnTo>
                      <a:pt x="67" y="1"/>
                    </a:lnTo>
                    <a:lnTo>
                      <a:pt x="64" y="1"/>
                    </a:lnTo>
                    <a:lnTo>
                      <a:pt x="62" y="2"/>
                    </a:lnTo>
                    <a:lnTo>
                      <a:pt x="60" y="3"/>
                    </a:lnTo>
                    <a:lnTo>
                      <a:pt x="58" y="4"/>
                    </a:lnTo>
                    <a:lnTo>
                      <a:pt x="56" y="5"/>
                    </a:lnTo>
                    <a:lnTo>
                      <a:pt x="53" y="6"/>
                    </a:lnTo>
                    <a:lnTo>
                      <a:pt x="51" y="8"/>
                    </a:lnTo>
                    <a:lnTo>
                      <a:pt x="49" y="9"/>
                    </a:lnTo>
                    <a:lnTo>
                      <a:pt x="48" y="11"/>
                    </a:lnTo>
                    <a:lnTo>
                      <a:pt x="46" y="12"/>
                    </a:lnTo>
                    <a:lnTo>
                      <a:pt x="44" y="11"/>
                    </a:lnTo>
                    <a:lnTo>
                      <a:pt x="42" y="11"/>
                    </a:lnTo>
                    <a:lnTo>
                      <a:pt x="40" y="11"/>
                    </a:lnTo>
                    <a:lnTo>
                      <a:pt x="39" y="10"/>
                    </a:lnTo>
                    <a:lnTo>
                      <a:pt x="37" y="11"/>
                    </a:lnTo>
                    <a:lnTo>
                      <a:pt x="34" y="11"/>
                    </a:lnTo>
                    <a:lnTo>
                      <a:pt x="32" y="11"/>
                    </a:lnTo>
                    <a:lnTo>
                      <a:pt x="30" y="10"/>
                    </a:lnTo>
                    <a:lnTo>
                      <a:pt x="29" y="10"/>
                    </a:lnTo>
                    <a:lnTo>
                      <a:pt x="28" y="9"/>
                    </a:lnTo>
                    <a:lnTo>
                      <a:pt x="28" y="10"/>
                    </a:lnTo>
                    <a:lnTo>
                      <a:pt x="27" y="11"/>
                    </a:lnTo>
                    <a:lnTo>
                      <a:pt x="27" y="12"/>
                    </a:lnTo>
                    <a:lnTo>
                      <a:pt x="28" y="13"/>
                    </a:lnTo>
                    <a:lnTo>
                      <a:pt x="28" y="14"/>
                    </a:lnTo>
                    <a:lnTo>
                      <a:pt x="29" y="14"/>
                    </a:lnTo>
                    <a:lnTo>
                      <a:pt x="30" y="14"/>
                    </a:lnTo>
                    <a:lnTo>
                      <a:pt x="32" y="15"/>
                    </a:lnTo>
                    <a:lnTo>
                      <a:pt x="33" y="14"/>
                    </a:lnTo>
                    <a:lnTo>
                      <a:pt x="34" y="15"/>
                    </a:lnTo>
                    <a:lnTo>
                      <a:pt x="32" y="15"/>
                    </a:lnTo>
                    <a:lnTo>
                      <a:pt x="31" y="15"/>
                    </a:lnTo>
                    <a:lnTo>
                      <a:pt x="29" y="16"/>
                    </a:lnTo>
                    <a:lnTo>
                      <a:pt x="27" y="16"/>
                    </a:lnTo>
                    <a:lnTo>
                      <a:pt x="25" y="16"/>
                    </a:lnTo>
                    <a:lnTo>
                      <a:pt x="25" y="17"/>
                    </a:lnTo>
                    <a:lnTo>
                      <a:pt x="27" y="17"/>
                    </a:lnTo>
                    <a:lnTo>
                      <a:pt x="27" y="18"/>
                    </a:lnTo>
                    <a:lnTo>
                      <a:pt x="25" y="19"/>
                    </a:lnTo>
                    <a:lnTo>
                      <a:pt x="22" y="18"/>
                    </a:lnTo>
                    <a:lnTo>
                      <a:pt x="20" y="18"/>
                    </a:lnTo>
                    <a:lnTo>
                      <a:pt x="18" y="19"/>
                    </a:lnTo>
                    <a:lnTo>
                      <a:pt x="17" y="19"/>
                    </a:lnTo>
                    <a:lnTo>
                      <a:pt x="17" y="18"/>
                    </a:lnTo>
                    <a:lnTo>
                      <a:pt x="16" y="17"/>
                    </a:lnTo>
                    <a:lnTo>
                      <a:pt x="14" y="17"/>
                    </a:lnTo>
                    <a:lnTo>
                      <a:pt x="15" y="18"/>
                    </a:lnTo>
                    <a:lnTo>
                      <a:pt x="15" y="19"/>
                    </a:lnTo>
                    <a:lnTo>
                      <a:pt x="13" y="19"/>
                    </a:lnTo>
                    <a:lnTo>
                      <a:pt x="11" y="19"/>
                    </a:lnTo>
                    <a:lnTo>
                      <a:pt x="10" y="18"/>
                    </a:lnTo>
                    <a:lnTo>
                      <a:pt x="9" y="18"/>
                    </a:lnTo>
                    <a:lnTo>
                      <a:pt x="8" y="19"/>
                    </a:lnTo>
                    <a:lnTo>
                      <a:pt x="7" y="19"/>
                    </a:lnTo>
                    <a:lnTo>
                      <a:pt x="6" y="19"/>
                    </a:lnTo>
                    <a:lnTo>
                      <a:pt x="4" y="20"/>
                    </a:lnTo>
                    <a:lnTo>
                      <a:pt x="3" y="21"/>
                    </a:lnTo>
                    <a:lnTo>
                      <a:pt x="2" y="23"/>
                    </a:lnTo>
                    <a:lnTo>
                      <a:pt x="1" y="23"/>
                    </a:lnTo>
                    <a:lnTo>
                      <a:pt x="0" y="24"/>
                    </a:lnTo>
                    <a:lnTo>
                      <a:pt x="0" y="26"/>
                    </a:lnTo>
                    <a:lnTo>
                      <a:pt x="0" y="28"/>
                    </a:lnTo>
                    <a:lnTo>
                      <a:pt x="1" y="28"/>
                    </a:lnTo>
                    <a:lnTo>
                      <a:pt x="2" y="28"/>
                    </a:lnTo>
                    <a:lnTo>
                      <a:pt x="4" y="28"/>
                    </a:lnTo>
                    <a:lnTo>
                      <a:pt x="5" y="28"/>
                    </a:lnTo>
                    <a:lnTo>
                      <a:pt x="6" y="28"/>
                    </a:lnTo>
                    <a:lnTo>
                      <a:pt x="7" y="28"/>
                    </a:lnTo>
                    <a:lnTo>
                      <a:pt x="5" y="30"/>
                    </a:lnTo>
                    <a:lnTo>
                      <a:pt x="5" y="31"/>
                    </a:lnTo>
                    <a:lnTo>
                      <a:pt x="6" y="33"/>
                    </a:lnTo>
                    <a:lnTo>
                      <a:pt x="6" y="34"/>
                    </a:lnTo>
                    <a:lnTo>
                      <a:pt x="7" y="35"/>
                    </a:lnTo>
                    <a:lnTo>
                      <a:pt x="6" y="36"/>
                    </a:lnTo>
                    <a:lnTo>
                      <a:pt x="6" y="38"/>
                    </a:lnTo>
                    <a:lnTo>
                      <a:pt x="7" y="39"/>
                    </a:lnTo>
                    <a:lnTo>
                      <a:pt x="9" y="40"/>
                    </a:lnTo>
                    <a:lnTo>
                      <a:pt x="8" y="40"/>
                    </a:lnTo>
                    <a:lnTo>
                      <a:pt x="7" y="40"/>
                    </a:lnTo>
                    <a:lnTo>
                      <a:pt x="5" y="40"/>
                    </a:lnTo>
                    <a:lnTo>
                      <a:pt x="4" y="40"/>
                    </a:lnTo>
                    <a:lnTo>
                      <a:pt x="3" y="38"/>
                    </a:lnTo>
                    <a:lnTo>
                      <a:pt x="3" y="37"/>
                    </a:lnTo>
                    <a:lnTo>
                      <a:pt x="2" y="38"/>
                    </a:lnTo>
                    <a:lnTo>
                      <a:pt x="3" y="39"/>
                    </a:lnTo>
                    <a:lnTo>
                      <a:pt x="2" y="41"/>
                    </a:lnTo>
                    <a:lnTo>
                      <a:pt x="1" y="41"/>
                    </a:lnTo>
                    <a:lnTo>
                      <a:pt x="1" y="42"/>
                    </a:lnTo>
                    <a:lnTo>
                      <a:pt x="2" y="42"/>
                    </a:lnTo>
                    <a:lnTo>
                      <a:pt x="3" y="43"/>
                    </a:lnTo>
                    <a:lnTo>
                      <a:pt x="4" y="43"/>
                    </a:lnTo>
                    <a:lnTo>
                      <a:pt x="5" y="42"/>
                    </a:lnTo>
                    <a:lnTo>
                      <a:pt x="6" y="43"/>
                    </a:lnTo>
                    <a:lnTo>
                      <a:pt x="7" y="44"/>
                    </a:lnTo>
                    <a:lnTo>
                      <a:pt x="8" y="44"/>
                    </a:lnTo>
                    <a:lnTo>
                      <a:pt x="9" y="45"/>
                    </a:lnTo>
                    <a:lnTo>
                      <a:pt x="10" y="46"/>
                    </a:lnTo>
                    <a:lnTo>
                      <a:pt x="10" y="47"/>
                    </a:lnTo>
                    <a:lnTo>
                      <a:pt x="9" y="48"/>
                    </a:lnTo>
                    <a:lnTo>
                      <a:pt x="9" y="49"/>
                    </a:lnTo>
                    <a:lnTo>
                      <a:pt x="10" y="49"/>
                    </a:lnTo>
                    <a:lnTo>
                      <a:pt x="11" y="49"/>
                    </a:lnTo>
                    <a:lnTo>
                      <a:pt x="12" y="49"/>
                    </a:lnTo>
                    <a:lnTo>
                      <a:pt x="11" y="49"/>
                    </a:lnTo>
                    <a:lnTo>
                      <a:pt x="10" y="50"/>
                    </a:lnTo>
                    <a:lnTo>
                      <a:pt x="10" y="51"/>
                    </a:lnTo>
                    <a:lnTo>
                      <a:pt x="11" y="51"/>
                    </a:lnTo>
                    <a:lnTo>
                      <a:pt x="12" y="52"/>
                    </a:lnTo>
                    <a:lnTo>
                      <a:pt x="13" y="53"/>
                    </a:lnTo>
                    <a:lnTo>
                      <a:pt x="12" y="54"/>
                    </a:lnTo>
                    <a:lnTo>
                      <a:pt x="11" y="55"/>
                    </a:lnTo>
                    <a:lnTo>
                      <a:pt x="14" y="55"/>
                    </a:lnTo>
                    <a:lnTo>
                      <a:pt x="15" y="55"/>
                    </a:lnTo>
                    <a:lnTo>
                      <a:pt x="17" y="55"/>
                    </a:lnTo>
                    <a:lnTo>
                      <a:pt x="19" y="55"/>
                    </a:lnTo>
                    <a:lnTo>
                      <a:pt x="20" y="55"/>
                    </a:lnTo>
                    <a:lnTo>
                      <a:pt x="20" y="56"/>
                    </a:lnTo>
                    <a:lnTo>
                      <a:pt x="18" y="56"/>
                    </a:lnTo>
                    <a:lnTo>
                      <a:pt x="18" y="57"/>
                    </a:lnTo>
                    <a:lnTo>
                      <a:pt x="17" y="57"/>
                    </a:lnTo>
                    <a:lnTo>
                      <a:pt x="15" y="57"/>
                    </a:lnTo>
                    <a:lnTo>
                      <a:pt x="13" y="58"/>
                    </a:lnTo>
                    <a:lnTo>
                      <a:pt x="12" y="59"/>
                    </a:lnTo>
                    <a:lnTo>
                      <a:pt x="14" y="59"/>
                    </a:lnTo>
                    <a:lnTo>
                      <a:pt x="16" y="58"/>
                    </a:lnTo>
                    <a:lnTo>
                      <a:pt x="18" y="58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9" y="58"/>
                    </a:lnTo>
                    <a:lnTo>
                      <a:pt x="20" y="58"/>
                    </a:lnTo>
                    <a:lnTo>
                      <a:pt x="21" y="57"/>
                    </a:lnTo>
                    <a:lnTo>
                      <a:pt x="22" y="57"/>
                    </a:lnTo>
                    <a:lnTo>
                      <a:pt x="23" y="57"/>
                    </a:lnTo>
                    <a:lnTo>
                      <a:pt x="24" y="58"/>
                    </a:lnTo>
                    <a:lnTo>
                      <a:pt x="25" y="59"/>
                    </a:lnTo>
                    <a:lnTo>
                      <a:pt x="26" y="59"/>
                    </a:lnTo>
                    <a:lnTo>
                      <a:pt x="26" y="58"/>
                    </a:lnTo>
                    <a:lnTo>
                      <a:pt x="27" y="59"/>
                    </a:lnTo>
                    <a:lnTo>
                      <a:pt x="28" y="60"/>
                    </a:lnTo>
                    <a:lnTo>
                      <a:pt x="28" y="62"/>
                    </a:lnTo>
                    <a:lnTo>
                      <a:pt x="29" y="63"/>
                    </a:lnTo>
                    <a:lnTo>
                      <a:pt x="31" y="64"/>
                    </a:lnTo>
                    <a:lnTo>
                      <a:pt x="33" y="64"/>
                    </a:lnTo>
                    <a:lnTo>
                      <a:pt x="35" y="64"/>
                    </a:lnTo>
                    <a:lnTo>
                      <a:pt x="37" y="63"/>
                    </a:lnTo>
                    <a:lnTo>
                      <a:pt x="39" y="63"/>
                    </a:lnTo>
                    <a:lnTo>
                      <a:pt x="40" y="63"/>
                    </a:lnTo>
                    <a:lnTo>
                      <a:pt x="40" y="61"/>
                    </a:lnTo>
                    <a:lnTo>
                      <a:pt x="41" y="60"/>
                    </a:lnTo>
                    <a:lnTo>
                      <a:pt x="41" y="58"/>
                    </a:lnTo>
                    <a:lnTo>
                      <a:pt x="42" y="57"/>
                    </a:lnTo>
                    <a:lnTo>
                      <a:pt x="43" y="57"/>
                    </a:lnTo>
                    <a:lnTo>
                      <a:pt x="45" y="57"/>
                    </a:lnTo>
                    <a:lnTo>
                      <a:pt x="46" y="57"/>
                    </a:lnTo>
                    <a:lnTo>
                      <a:pt x="48" y="57"/>
                    </a:lnTo>
                    <a:lnTo>
                      <a:pt x="49" y="58"/>
                    </a:lnTo>
                    <a:lnTo>
                      <a:pt x="50" y="58"/>
                    </a:lnTo>
                    <a:lnTo>
                      <a:pt x="51" y="59"/>
                    </a:lnTo>
                    <a:lnTo>
                      <a:pt x="52" y="59"/>
                    </a:lnTo>
                    <a:lnTo>
                      <a:pt x="54" y="60"/>
                    </a:lnTo>
                    <a:lnTo>
                      <a:pt x="55" y="61"/>
                    </a:lnTo>
                    <a:lnTo>
                      <a:pt x="56" y="62"/>
                    </a:lnTo>
                    <a:lnTo>
                      <a:pt x="57" y="63"/>
                    </a:lnTo>
                    <a:lnTo>
                      <a:pt x="59" y="65"/>
                    </a:lnTo>
                    <a:lnTo>
                      <a:pt x="60" y="65"/>
                    </a:lnTo>
                    <a:lnTo>
                      <a:pt x="62" y="66"/>
                    </a:lnTo>
                    <a:lnTo>
                      <a:pt x="64" y="65"/>
                    </a:lnTo>
                    <a:lnTo>
                      <a:pt x="65" y="65"/>
                    </a:lnTo>
                    <a:lnTo>
                      <a:pt x="67" y="64"/>
                    </a:lnTo>
                    <a:lnTo>
                      <a:pt x="69" y="64"/>
                    </a:lnTo>
                    <a:lnTo>
                      <a:pt x="70" y="64"/>
                    </a:lnTo>
                    <a:lnTo>
                      <a:pt x="72" y="63"/>
                    </a:lnTo>
                    <a:lnTo>
                      <a:pt x="73" y="62"/>
                    </a:lnTo>
                    <a:lnTo>
                      <a:pt x="74" y="61"/>
                    </a:lnTo>
                    <a:lnTo>
                      <a:pt x="76" y="60"/>
                    </a:lnTo>
                    <a:lnTo>
                      <a:pt x="77" y="58"/>
                    </a:lnTo>
                    <a:lnTo>
                      <a:pt x="79" y="58"/>
                    </a:lnTo>
                    <a:lnTo>
                      <a:pt x="81" y="58"/>
                    </a:lnTo>
                    <a:lnTo>
                      <a:pt x="79" y="57"/>
                    </a:lnTo>
                    <a:lnTo>
                      <a:pt x="80" y="58"/>
                    </a:lnTo>
                    <a:lnTo>
                      <a:pt x="81" y="58"/>
                    </a:lnTo>
                    <a:lnTo>
                      <a:pt x="83" y="59"/>
                    </a:lnTo>
                    <a:lnTo>
                      <a:pt x="85" y="60"/>
                    </a:lnTo>
                    <a:lnTo>
                      <a:pt x="87" y="60"/>
                    </a:lnTo>
                    <a:lnTo>
                      <a:pt x="88" y="60"/>
                    </a:lnTo>
                    <a:lnTo>
                      <a:pt x="88" y="58"/>
                    </a:lnTo>
                    <a:lnTo>
                      <a:pt x="90" y="57"/>
                    </a:lnTo>
                    <a:lnTo>
                      <a:pt x="91" y="57"/>
                    </a:lnTo>
                    <a:lnTo>
                      <a:pt x="93" y="58"/>
                    </a:lnTo>
                    <a:lnTo>
                      <a:pt x="92" y="60"/>
                    </a:lnTo>
                    <a:lnTo>
                      <a:pt x="91" y="61"/>
                    </a:lnTo>
                    <a:lnTo>
                      <a:pt x="90" y="63"/>
                    </a:lnTo>
                    <a:lnTo>
                      <a:pt x="91" y="65"/>
                    </a:lnTo>
                    <a:lnTo>
                      <a:pt x="90" y="67"/>
                    </a:lnTo>
                    <a:lnTo>
                      <a:pt x="90" y="68"/>
                    </a:lnTo>
                    <a:lnTo>
                      <a:pt x="90" y="66"/>
                    </a:lnTo>
                    <a:close/>
                  </a:path>
                </a:pathLst>
              </a:custGeom>
              <a:grpFill/>
              <a:ln w="6350">
                <a:noFill/>
                <a:prstDash val="solid"/>
                <a:round/>
                <a:headEnd/>
                <a:tailEnd type="none" w="med" len="med"/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5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sp>
          <p:nvSpPr>
            <p:cNvPr id="67" name="Belarus">
              <a:extLst>
                <a:ext uri="{FF2B5EF4-FFF2-40B4-BE49-F238E27FC236}">
                  <a16:creationId xmlns:a16="http://schemas.microsoft.com/office/drawing/2014/main" id="{BD95D1D1-4557-B14B-87E6-BF9E4EB22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4060" y="3142731"/>
              <a:ext cx="198661" cy="144231"/>
            </a:xfrm>
            <a:custGeom>
              <a:avLst/>
              <a:gdLst>
                <a:gd name="T0" fmla="*/ 2147483647 w 89"/>
                <a:gd name="T1" fmla="*/ 2147483647 h 59"/>
                <a:gd name="T2" fmla="*/ 2147483647 w 89"/>
                <a:gd name="T3" fmla="*/ 2147483647 h 59"/>
                <a:gd name="T4" fmla="*/ 2147483647 w 89"/>
                <a:gd name="T5" fmla="*/ 2147483647 h 59"/>
                <a:gd name="T6" fmla="*/ 2147483647 w 89"/>
                <a:gd name="T7" fmla="*/ 2147483647 h 59"/>
                <a:gd name="T8" fmla="*/ 2147483647 w 89"/>
                <a:gd name="T9" fmla="*/ 2147483647 h 59"/>
                <a:gd name="T10" fmla="*/ 2147483647 w 89"/>
                <a:gd name="T11" fmla="*/ 2147483647 h 59"/>
                <a:gd name="T12" fmla="*/ 2147483647 w 89"/>
                <a:gd name="T13" fmla="*/ 2147483647 h 59"/>
                <a:gd name="T14" fmla="*/ 2147483647 w 89"/>
                <a:gd name="T15" fmla="*/ 2147483647 h 59"/>
                <a:gd name="T16" fmla="*/ 2147483647 w 89"/>
                <a:gd name="T17" fmla="*/ 2147483647 h 59"/>
                <a:gd name="T18" fmla="*/ 2147483647 w 89"/>
                <a:gd name="T19" fmla="*/ 2147483647 h 59"/>
                <a:gd name="T20" fmla="*/ 2147483647 w 89"/>
                <a:gd name="T21" fmla="*/ 2147483647 h 59"/>
                <a:gd name="T22" fmla="*/ 2147483647 w 89"/>
                <a:gd name="T23" fmla="*/ 2147483647 h 59"/>
                <a:gd name="T24" fmla="*/ 2147483647 w 89"/>
                <a:gd name="T25" fmla="*/ 2147483647 h 59"/>
                <a:gd name="T26" fmla="*/ 2147483647 w 89"/>
                <a:gd name="T27" fmla="*/ 2147483647 h 59"/>
                <a:gd name="T28" fmla="*/ 2147483647 w 89"/>
                <a:gd name="T29" fmla="*/ 2147483647 h 59"/>
                <a:gd name="T30" fmla="*/ 2147483647 w 89"/>
                <a:gd name="T31" fmla="*/ 2147483647 h 59"/>
                <a:gd name="T32" fmla="*/ 2147483647 w 89"/>
                <a:gd name="T33" fmla="*/ 2147483647 h 59"/>
                <a:gd name="T34" fmla="*/ 2147483647 w 89"/>
                <a:gd name="T35" fmla="*/ 2147483647 h 59"/>
                <a:gd name="T36" fmla="*/ 2147483647 w 89"/>
                <a:gd name="T37" fmla="*/ 2147483647 h 59"/>
                <a:gd name="T38" fmla="*/ 2147483647 w 89"/>
                <a:gd name="T39" fmla="*/ 2147483647 h 59"/>
                <a:gd name="T40" fmla="*/ 2147483647 w 89"/>
                <a:gd name="T41" fmla="*/ 2147483647 h 59"/>
                <a:gd name="T42" fmla="*/ 2147483647 w 89"/>
                <a:gd name="T43" fmla="*/ 2147483647 h 59"/>
                <a:gd name="T44" fmla="*/ 2147483647 w 89"/>
                <a:gd name="T45" fmla="*/ 2147483647 h 59"/>
                <a:gd name="T46" fmla="*/ 2147483647 w 89"/>
                <a:gd name="T47" fmla="*/ 2147483647 h 59"/>
                <a:gd name="T48" fmla="*/ 2147483647 w 89"/>
                <a:gd name="T49" fmla="*/ 2147483647 h 59"/>
                <a:gd name="T50" fmla="*/ 2147483647 w 89"/>
                <a:gd name="T51" fmla="*/ 2147483647 h 59"/>
                <a:gd name="T52" fmla="*/ 2147483647 w 89"/>
                <a:gd name="T53" fmla="*/ 2147483647 h 59"/>
                <a:gd name="T54" fmla="*/ 2147483647 w 89"/>
                <a:gd name="T55" fmla="*/ 2147483647 h 59"/>
                <a:gd name="T56" fmla="*/ 2147483647 w 89"/>
                <a:gd name="T57" fmla="*/ 2147483647 h 59"/>
                <a:gd name="T58" fmla="*/ 2147483647 w 89"/>
                <a:gd name="T59" fmla="*/ 2147483647 h 59"/>
                <a:gd name="T60" fmla="*/ 2147483647 w 89"/>
                <a:gd name="T61" fmla="*/ 2147483647 h 59"/>
                <a:gd name="T62" fmla="*/ 2147483647 w 89"/>
                <a:gd name="T63" fmla="*/ 2147483647 h 59"/>
                <a:gd name="T64" fmla="*/ 2147483647 w 89"/>
                <a:gd name="T65" fmla="*/ 2147483647 h 59"/>
                <a:gd name="T66" fmla="*/ 2147483647 w 89"/>
                <a:gd name="T67" fmla="*/ 2147483647 h 59"/>
                <a:gd name="T68" fmla="*/ 2147483647 w 89"/>
                <a:gd name="T69" fmla="*/ 2147483647 h 59"/>
                <a:gd name="T70" fmla="*/ 2147483647 w 89"/>
                <a:gd name="T71" fmla="*/ 2147483647 h 59"/>
                <a:gd name="T72" fmla="*/ 2147483647 w 89"/>
                <a:gd name="T73" fmla="*/ 2147483647 h 59"/>
                <a:gd name="T74" fmla="*/ 2147483647 w 89"/>
                <a:gd name="T75" fmla="*/ 2147483647 h 59"/>
                <a:gd name="T76" fmla="*/ 2147483647 w 89"/>
                <a:gd name="T77" fmla="*/ 2147483647 h 59"/>
                <a:gd name="T78" fmla="*/ 2147483647 w 89"/>
                <a:gd name="T79" fmla="*/ 2147483647 h 59"/>
                <a:gd name="T80" fmla="*/ 2147483647 w 89"/>
                <a:gd name="T81" fmla="*/ 2147483647 h 59"/>
                <a:gd name="T82" fmla="*/ 2147483647 w 89"/>
                <a:gd name="T83" fmla="*/ 2147483647 h 59"/>
                <a:gd name="T84" fmla="*/ 2147483647 w 89"/>
                <a:gd name="T85" fmla="*/ 2147483647 h 59"/>
                <a:gd name="T86" fmla="*/ 2147483647 w 89"/>
                <a:gd name="T87" fmla="*/ 2147483647 h 59"/>
                <a:gd name="T88" fmla="*/ 2147483647 w 89"/>
                <a:gd name="T89" fmla="*/ 2147483647 h 59"/>
                <a:gd name="T90" fmla="*/ 2147483647 w 89"/>
                <a:gd name="T91" fmla="*/ 2147483647 h 59"/>
                <a:gd name="T92" fmla="*/ 2147483647 w 89"/>
                <a:gd name="T93" fmla="*/ 2147483647 h 59"/>
                <a:gd name="T94" fmla="*/ 2147483647 w 89"/>
                <a:gd name="T95" fmla="*/ 2147483647 h 59"/>
                <a:gd name="T96" fmla="*/ 2147483647 w 89"/>
                <a:gd name="T97" fmla="*/ 2147483647 h 59"/>
                <a:gd name="T98" fmla="*/ 2147483647 w 89"/>
                <a:gd name="T99" fmla="*/ 2147483647 h 59"/>
                <a:gd name="T100" fmla="*/ 2147483647 w 89"/>
                <a:gd name="T101" fmla="*/ 2147483647 h 5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89"/>
                <a:gd name="T154" fmla="*/ 0 h 59"/>
                <a:gd name="T155" fmla="*/ 89 w 89"/>
                <a:gd name="T156" fmla="*/ 59 h 5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89" h="59">
                  <a:moveTo>
                    <a:pt x="45" y="0"/>
                  </a:moveTo>
                  <a:lnTo>
                    <a:pt x="44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41" y="1"/>
                  </a:lnTo>
                  <a:lnTo>
                    <a:pt x="41" y="2"/>
                  </a:lnTo>
                  <a:lnTo>
                    <a:pt x="41" y="3"/>
                  </a:lnTo>
                  <a:lnTo>
                    <a:pt x="41" y="4"/>
                  </a:lnTo>
                  <a:lnTo>
                    <a:pt x="40" y="4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6" y="4"/>
                  </a:lnTo>
                  <a:lnTo>
                    <a:pt x="35" y="4"/>
                  </a:lnTo>
                  <a:lnTo>
                    <a:pt x="34" y="4"/>
                  </a:lnTo>
                  <a:lnTo>
                    <a:pt x="33" y="4"/>
                  </a:lnTo>
                  <a:lnTo>
                    <a:pt x="32" y="5"/>
                  </a:lnTo>
                  <a:lnTo>
                    <a:pt x="31" y="5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9" y="6"/>
                  </a:lnTo>
                  <a:lnTo>
                    <a:pt x="28" y="6"/>
                  </a:lnTo>
                  <a:lnTo>
                    <a:pt x="28" y="7"/>
                  </a:lnTo>
                  <a:lnTo>
                    <a:pt x="28" y="8"/>
                  </a:lnTo>
                  <a:lnTo>
                    <a:pt x="27" y="8"/>
                  </a:lnTo>
                  <a:lnTo>
                    <a:pt x="27" y="9"/>
                  </a:lnTo>
                  <a:lnTo>
                    <a:pt x="28" y="9"/>
                  </a:lnTo>
                  <a:lnTo>
                    <a:pt x="29" y="9"/>
                  </a:lnTo>
                  <a:lnTo>
                    <a:pt x="29" y="10"/>
                  </a:lnTo>
                  <a:lnTo>
                    <a:pt x="30" y="10"/>
                  </a:lnTo>
                  <a:lnTo>
                    <a:pt x="31" y="10"/>
                  </a:lnTo>
                  <a:lnTo>
                    <a:pt x="32" y="11"/>
                  </a:lnTo>
                  <a:lnTo>
                    <a:pt x="32" y="12"/>
                  </a:lnTo>
                  <a:lnTo>
                    <a:pt x="31" y="12"/>
                  </a:lnTo>
                  <a:lnTo>
                    <a:pt x="29" y="13"/>
                  </a:lnTo>
                  <a:lnTo>
                    <a:pt x="26" y="14"/>
                  </a:lnTo>
                  <a:lnTo>
                    <a:pt x="25" y="14"/>
                  </a:lnTo>
                  <a:lnTo>
                    <a:pt x="24" y="14"/>
                  </a:lnTo>
                  <a:lnTo>
                    <a:pt x="23" y="15"/>
                  </a:lnTo>
                  <a:lnTo>
                    <a:pt x="22" y="16"/>
                  </a:lnTo>
                  <a:lnTo>
                    <a:pt x="22" y="17"/>
                  </a:lnTo>
                  <a:lnTo>
                    <a:pt x="22" y="18"/>
                  </a:lnTo>
                  <a:lnTo>
                    <a:pt x="21" y="19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1" y="22"/>
                  </a:lnTo>
                  <a:lnTo>
                    <a:pt x="22" y="23"/>
                  </a:lnTo>
                  <a:lnTo>
                    <a:pt x="21" y="24"/>
                  </a:lnTo>
                  <a:lnTo>
                    <a:pt x="19" y="25"/>
                  </a:lnTo>
                  <a:lnTo>
                    <a:pt x="18" y="25"/>
                  </a:lnTo>
                  <a:lnTo>
                    <a:pt x="16" y="25"/>
                  </a:lnTo>
                  <a:lnTo>
                    <a:pt x="14" y="25"/>
                  </a:lnTo>
                  <a:lnTo>
                    <a:pt x="13" y="25"/>
                  </a:lnTo>
                  <a:lnTo>
                    <a:pt x="12" y="25"/>
                  </a:lnTo>
                  <a:lnTo>
                    <a:pt x="10" y="26"/>
                  </a:lnTo>
                  <a:lnTo>
                    <a:pt x="10" y="27"/>
                  </a:lnTo>
                  <a:lnTo>
                    <a:pt x="9" y="27"/>
                  </a:lnTo>
                  <a:lnTo>
                    <a:pt x="8" y="27"/>
                  </a:lnTo>
                  <a:lnTo>
                    <a:pt x="7" y="28"/>
                  </a:lnTo>
                  <a:lnTo>
                    <a:pt x="6" y="27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6"/>
                  </a:lnTo>
                  <a:lnTo>
                    <a:pt x="2" y="27"/>
                  </a:lnTo>
                  <a:lnTo>
                    <a:pt x="2" y="28"/>
                  </a:lnTo>
                  <a:lnTo>
                    <a:pt x="3" y="30"/>
                  </a:lnTo>
                  <a:lnTo>
                    <a:pt x="4" y="32"/>
                  </a:lnTo>
                  <a:lnTo>
                    <a:pt x="4" y="33"/>
                  </a:lnTo>
                  <a:lnTo>
                    <a:pt x="5" y="34"/>
                  </a:lnTo>
                  <a:lnTo>
                    <a:pt x="6" y="35"/>
                  </a:lnTo>
                  <a:lnTo>
                    <a:pt x="7" y="36"/>
                  </a:lnTo>
                  <a:lnTo>
                    <a:pt x="8" y="38"/>
                  </a:lnTo>
                  <a:lnTo>
                    <a:pt x="8" y="40"/>
                  </a:lnTo>
                  <a:lnTo>
                    <a:pt x="8" y="41"/>
                  </a:lnTo>
                  <a:lnTo>
                    <a:pt x="7" y="42"/>
                  </a:lnTo>
                  <a:lnTo>
                    <a:pt x="7" y="43"/>
                  </a:lnTo>
                  <a:lnTo>
                    <a:pt x="7" y="44"/>
                  </a:lnTo>
                  <a:lnTo>
                    <a:pt x="6" y="44"/>
                  </a:lnTo>
                  <a:lnTo>
                    <a:pt x="5" y="45"/>
                  </a:lnTo>
                  <a:lnTo>
                    <a:pt x="3" y="46"/>
                  </a:lnTo>
                  <a:lnTo>
                    <a:pt x="1" y="47"/>
                  </a:lnTo>
                  <a:lnTo>
                    <a:pt x="1" y="48"/>
                  </a:lnTo>
                  <a:lnTo>
                    <a:pt x="0" y="49"/>
                  </a:lnTo>
                  <a:lnTo>
                    <a:pt x="1" y="50"/>
                  </a:lnTo>
                  <a:lnTo>
                    <a:pt x="2" y="51"/>
                  </a:lnTo>
                  <a:lnTo>
                    <a:pt x="3" y="51"/>
                  </a:lnTo>
                  <a:lnTo>
                    <a:pt x="3" y="52"/>
                  </a:lnTo>
                  <a:lnTo>
                    <a:pt x="3" y="53"/>
                  </a:lnTo>
                  <a:lnTo>
                    <a:pt x="2" y="54"/>
                  </a:lnTo>
                  <a:lnTo>
                    <a:pt x="2" y="55"/>
                  </a:lnTo>
                  <a:lnTo>
                    <a:pt x="2" y="56"/>
                  </a:lnTo>
                  <a:lnTo>
                    <a:pt x="2" y="57"/>
                  </a:lnTo>
                  <a:lnTo>
                    <a:pt x="4" y="57"/>
                  </a:lnTo>
                  <a:lnTo>
                    <a:pt x="5" y="57"/>
                  </a:lnTo>
                  <a:lnTo>
                    <a:pt x="6" y="57"/>
                  </a:lnTo>
                  <a:lnTo>
                    <a:pt x="7" y="56"/>
                  </a:lnTo>
                  <a:lnTo>
                    <a:pt x="9" y="56"/>
                  </a:lnTo>
                  <a:lnTo>
                    <a:pt x="9" y="55"/>
                  </a:lnTo>
                  <a:lnTo>
                    <a:pt x="10" y="55"/>
                  </a:lnTo>
                  <a:lnTo>
                    <a:pt x="10" y="54"/>
                  </a:lnTo>
                  <a:lnTo>
                    <a:pt x="11" y="54"/>
                  </a:lnTo>
                  <a:lnTo>
                    <a:pt x="12" y="53"/>
                  </a:lnTo>
                  <a:lnTo>
                    <a:pt x="13" y="52"/>
                  </a:lnTo>
                  <a:lnTo>
                    <a:pt x="15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1" y="53"/>
                  </a:lnTo>
                  <a:lnTo>
                    <a:pt x="22" y="52"/>
                  </a:lnTo>
                  <a:lnTo>
                    <a:pt x="23" y="52"/>
                  </a:lnTo>
                  <a:lnTo>
                    <a:pt x="24" y="52"/>
                  </a:lnTo>
                  <a:lnTo>
                    <a:pt x="25" y="53"/>
                  </a:lnTo>
                  <a:lnTo>
                    <a:pt x="27" y="54"/>
                  </a:lnTo>
                  <a:lnTo>
                    <a:pt x="29" y="55"/>
                  </a:lnTo>
                  <a:lnTo>
                    <a:pt x="31" y="55"/>
                  </a:lnTo>
                  <a:lnTo>
                    <a:pt x="34" y="55"/>
                  </a:lnTo>
                  <a:lnTo>
                    <a:pt x="37" y="55"/>
                  </a:lnTo>
                  <a:lnTo>
                    <a:pt x="39" y="55"/>
                  </a:lnTo>
                  <a:lnTo>
                    <a:pt x="40" y="56"/>
                  </a:lnTo>
                  <a:lnTo>
                    <a:pt x="41" y="56"/>
                  </a:lnTo>
                  <a:lnTo>
                    <a:pt x="42" y="56"/>
                  </a:lnTo>
                  <a:lnTo>
                    <a:pt x="43" y="57"/>
                  </a:lnTo>
                  <a:lnTo>
                    <a:pt x="44" y="57"/>
                  </a:lnTo>
                  <a:lnTo>
                    <a:pt x="45" y="56"/>
                  </a:lnTo>
                  <a:lnTo>
                    <a:pt x="46" y="56"/>
                  </a:lnTo>
                  <a:lnTo>
                    <a:pt x="47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51" y="57"/>
                  </a:lnTo>
                  <a:lnTo>
                    <a:pt x="53" y="57"/>
                  </a:lnTo>
                  <a:lnTo>
                    <a:pt x="54" y="57"/>
                  </a:lnTo>
                  <a:lnTo>
                    <a:pt x="54" y="56"/>
                  </a:lnTo>
                  <a:lnTo>
                    <a:pt x="55" y="56"/>
                  </a:lnTo>
                  <a:lnTo>
                    <a:pt x="56" y="56"/>
                  </a:lnTo>
                  <a:lnTo>
                    <a:pt x="56" y="57"/>
                  </a:lnTo>
                  <a:lnTo>
                    <a:pt x="57" y="57"/>
                  </a:lnTo>
                  <a:lnTo>
                    <a:pt x="57" y="58"/>
                  </a:lnTo>
                  <a:lnTo>
                    <a:pt x="58" y="59"/>
                  </a:lnTo>
                  <a:lnTo>
                    <a:pt x="60" y="58"/>
                  </a:lnTo>
                  <a:lnTo>
                    <a:pt x="61" y="58"/>
                  </a:lnTo>
                  <a:lnTo>
                    <a:pt x="62" y="58"/>
                  </a:lnTo>
                  <a:lnTo>
                    <a:pt x="63" y="58"/>
                  </a:lnTo>
                  <a:lnTo>
                    <a:pt x="64" y="58"/>
                  </a:lnTo>
                  <a:lnTo>
                    <a:pt x="64" y="57"/>
                  </a:lnTo>
                  <a:lnTo>
                    <a:pt x="65" y="57"/>
                  </a:lnTo>
                  <a:lnTo>
                    <a:pt x="66" y="57"/>
                  </a:lnTo>
                  <a:lnTo>
                    <a:pt x="67" y="57"/>
                  </a:lnTo>
                  <a:lnTo>
                    <a:pt x="67" y="56"/>
                  </a:lnTo>
                  <a:lnTo>
                    <a:pt x="66" y="56"/>
                  </a:lnTo>
                  <a:lnTo>
                    <a:pt x="66" y="55"/>
                  </a:lnTo>
                  <a:lnTo>
                    <a:pt x="65" y="55"/>
                  </a:lnTo>
                  <a:lnTo>
                    <a:pt x="65" y="54"/>
                  </a:lnTo>
                  <a:lnTo>
                    <a:pt x="65" y="53"/>
                  </a:lnTo>
                  <a:lnTo>
                    <a:pt x="66" y="53"/>
                  </a:lnTo>
                  <a:lnTo>
                    <a:pt x="67" y="53"/>
                  </a:lnTo>
                  <a:lnTo>
                    <a:pt x="68" y="53"/>
                  </a:lnTo>
                  <a:lnTo>
                    <a:pt x="70" y="52"/>
                  </a:lnTo>
                  <a:lnTo>
                    <a:pt x="71" y="52"/>
                  </a:lnTo>
                  <a:lnTo>
                    <a:pt x="73" y="50"/>
                  </a:lnTo>
                  <a:lnTo>
                    <a:pt x="74" y="50"/>
                  </a:lnTo>
                  <a:lnTo>
                    <a:pt x="75" y="50"/>
                  </a:lnTo>
                  <a:lnTo>
                    <a:pt x="77" y="50"/>
                  </a:lnTo>
                  <a:lnTo>
                    <a:pt x="78" y="50"/>
                  </a:lnTo>
                  <a:lnTo>
                    <a:pt x="79" y="51"/>
                  </a:lnTo>
                  <a:lnTo>
                    <a:pt x="79" y="50"/>
                  </a:lnTo>
                  <a:lnTo>
                    <a:pt x="79" y="49"/>
                  </a:lnTo>
                  <a:lnTo>
                    <a:pt x="78" y="49"/>
                  </a:lnTo>
                  <a:lnTo>
                    <a:pt x="77" y="48"/>
                  </a:lnTo>
                  <a:lnTo>
                    <a:pt x="77" y="47"/>
                  </a:lnTo>
                  <a:lnTo>
                    <a:pt x="77" y="46"/>
                  </a:lnTo>
                  <a:lnTo>
                    <a:pt x="78" y="45"/>
                  </a:lnTo>
                  <a:lnTo>
                    <a:pt x="78" y="43"/>
                  </a:lnTo>
                  <a:lnTo>
                    <a:pt x="77" y="42"/>
                  </a:lnTo>
                  <a:lnTo>
                    <a:pt x="74" y="39"/>
                  </a:lnTo>
                  <a:lnTo>
                    <a:pt x="74" y="38"/>
                  </a:lnTo>
                  <a:lnTo>
                    <a:pt x="75" y="37"/>
                  </a:lnTo>
                  <a:lnTo>
                    <a:pt x="76" y="37"/>
                  </a:lnTo>
                  <a:lnTo>
                    <a:pt x="77" y="37"/>
                  </a:lnTo>
                  <a:lnTo>
                    <a:pt x="78" y="37"/>
                  </a:lnTo>
                  <a:lnTo>
                    <a:pt x="78" y="38"/>
                  </a:lnTo>
                  <a:lnTo>
                    <a:pt x="79" y="38"/>
                  </a:lnTo>
                  <a:lnTo>
                    <a:pt x="80" y="39"/>
                  </a:lnTo>
                  <a:lnTo>
                    <a:pt x="82" y="39"/>
                  </a:lnTo>
                  <a:lnTo>
                    <a:pt x="83" y="39"/>
                  </a:lnTo>
                  <a:lnTo>
                    <a:pt x="84" y="38"/>
                  </a:lnTo>
                  <a:lnTo>
                    <a:pt x="86" y="38"/>
                  </a:lnTo>
                  <a:lnTo>
                    <a:pt x="87" y="37"/>
                  </a:lnTo>
                  <a:lnTo>
                    <a:pt x="88" y="36"/>
                  </a:lnTo>
                  <a:lnTo>
                    <a:pt x="89" y="35"/>
                  </a:lnTo>
                  <a:lnTo>
                    <a:pt x="88" y="34"/>
                  </a:lnTo>
                  <a:lnTo>
                    <a:pt x="87" y="33"/>
                  </a:lnTo>
                  <a:lnTo>
                    <a:pt x="86" y="33"/>
                  </a:lnTo>
                  <a:lnTo>
                    <a:pt x="85" y="33"/>
                  </a:lnTo>
                  <a:lnTo>
                    <a:pt x="85" y="32"/>
                  </a:lnTo>
                  <a:lnTo>
                    <a:pt x="85" y="31"/>
                  </a:lnTo>
                  <a:lnTo>
                    <a:pt x="84" y="30"/>
                  </a:lnTo>
                  <a:lnTo>
                    <a:pt x="83" y="30"/>
                  </a:lnTo>
                  <a:lnTo>
                    <a:pt x="81" y="30"/>
                  </a:lnTo>
                  <a:lnTo>
                    <a:pt x="79" y="30"/>
                  </a:lnTo>
                  <a:lnTo>
                    <a:pt x="78" y="30"/>
                  </a:lnTo>
                  <a:lnTo>
                    <a:pt x="78" y="29"/>
                  </a:lnTo>
                  <a:lnTo>
                    <a:pt x="79" y="29"/>
                  </a:lnTo>
                  <a:lnTo>
                    <a:pt x="79" y="28"/>
                  </a:lnTo>
                  <a:lnTo>
                    <a:pt x="80" y="28"/>
                  </a:lnTo>
                  <a:lnTo>
                    <a:pt x="80" y="27"/>
                  </a:lnTo>
                  <a:lnTo>
                    <a:pt x="79" y="27"/>
                  </a:lnTo>
                  <a:lnTo>
                    <a:pt x="79" y="26"/>
                  </a:lnTo>
                  <a:lnTo>
                    <a:pt x="75" y="24"/>
                  </a:lnTo>
                  <a:lnTo>
                    <a:pt x="73" y="23"/>
                  </a:lnTo>
                  <a:lnTo>
                    <a:pt x="73" y="22"/>
                  </a:lnTo>
                  <a:lnTo>
                    <a:pt x="73" y="21"/>
                  </a:lnTo>
                  <a:lnTo>
                    <a:pt x="73" y="20"/>
                  </a:lnTo>
                  <a:lnTo>
                    <a:pt x="73" y="19"/>
                  </a:lnTo>
                  <a:lnTo>
                    <a:pt x="72" y="19"/>
                  </a:lnTo>
                  <a:lnTo>
                    <a:pt x="71" y="18"/>
                  </a:lnTo>
                  <a:lnTo>
                    <a:pt x="71" y="17"/>
                  </a:lnTo>
                  <a:lnTo>
                    <a:pt x="70" y="16"/>
                  </a:lnTo>
                  <a:lnTo>
                    <a:pt x="70" y="15"/>
                  </a:lnTo>
                  <a:lnTo>
                    <a:pt x="71" y="14"/>
                  </a:lnTo>
                  <a:lnTo>
                    <a:pt x="72" y="13"/>
                  </a:lnTo>
                  <a:lnTo>
                    <a:pt x="73" y="13"/>
                  </a:lnTo>
                  <a:lnTo>
                    <a:pt x="72" y="13"/>
                  </a:lnTo>
                  <a:lnTo>
                    <a:pt x="71" y="12"/>
                  </a:lnTo>
                  <a:lnTo>
                    <a:pt x="70" y="11"/>
                  </a:lnTo>
                  <a:lnTo>
                    <a:pt x="70" y="10"/>
                  </a:lnTo>
                  <a:lnTo>
                    <a:pt x="71" y="9"/>
                  </a:lnTo>
                  <a:lnTo>
                    <a:pt x="71" y="8"/>
                  </a:lnTo>
                  <a:lnTo>
                    <a:pt x="71" y="7"/>
                  </a:lnTo>
                  <a:lnTo>
                    <a:pt x="70" y="7"/>
                  </a:lnTo>
                  <a:lnTo>
                    <a:pt x="69" y="7"/>
                  </a:lnTo>
                  <a:lnTo>
                    <a:pt x="68" y="6"/>
                  </a:lnTo>
                  <a:lnTo>
                    <a:pt x="67" y="5"/>
                  </a:lnTo>
                  <a:lnTo>
                    <a:pt x="67" y="4"/>
                  </a:lnTo>
                  <a:lnTo>
                    <a:pt x="66" y="4"/>
                  </a:lnTo>
                  <a:lnTo>
                    <a:pt x="64" y="4"/>
                  </a:lnTo>
                  <a:lnTo>
                    <a:pt x="63" y="4"/>
                  </a:lnTo>
                  <a:lnTo>
                    <a:pt x="62" y="4"/>
                  </a:lnTo>
                  <a:lnTo>
                    <a:pt x="61" y="4"/>
                  </a:lnTo>
                  <a:lnTo>
                    <a:pt x="60" y="4"/>
                  </a:lnTo>
                  <a:lnTo>
                    <a:pt x="59" y="4"/>
                  </a:lnTo>
                  <a:lnTo>
                    <a:pt x="59" y="5"/>
                  </a:lnTo>
                  <a:lnTo>
                    <a:pt x="58" y="6"/>
                  </a:lnTo>
                  <a:lnTo>
                    <a:pt x="57" y="6"/>
                  </a:lnTo>
                  <a:lnTo>
                    <a:pt x="57" y="5"/>
                  </a:lnTo>
                  <a:lnTo>
                    <a:pt x="57" y="4"/>
                  </a:lnTo>
                  <a:lnTo>
                    <a:pt x="57" y="3"/>
                  </a:lnTo>
                  <a:lnTo>
                    <a:pt x="58" y="3"/>
                  </a:lnTo>
                  <a:lnTo>
                    <a:pt x="58" y="2"/>
                  </a:lnTo>
                  <a:lnTo>
                    <a:pt x="57" y="2"/>
                  </a:lnTo>
                  <a:lnTo>
                    <a:pt x="56" y="2"/>
                  </a:lnTo>
                  <a:lnTo>
                    <a:pt x="55" y="2"/>
                  </a:lnTo>
                  <a:lnTo>
                    <a:pt x="54" y="2"/>
                  </a:lnTo>
                  <a:lnTo>
                    <a:pt x="53" y="2"/>
                  </a:lnTo>
                  <a:lnTo>
                    <a:pt x="52" y="2"/>
                  </a:lnTo>
                  <a:lnTo>
                    <a:pt x="51" y="2"/>
                  </a:lnTo>
                  <a:lnTo>
                    <a:pt x="50" y="2"/>
                  </a:lnTo>
                  <a:lnTo>
                    <a:pt x="48" y="1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grpSp>
          <p:nvGrpSpPr>
            <p:cNvPr id="68" name="Channel_Islands">
              <a:extLst>
                <a:ext uri="{FF2B5EF4-FFF2-40B4-BE49-F238E27FC236}">
                  <a16:creationId xmlns:a16="http://schemas.microsoft.com/office/drawing/2014/main" id="{D20DE349-B125-704A-A5FD-30D975831C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0574" y="3340741"/>
              <a:ext cx="15625" cy="24445"/>
              <a:chOff x="15487650" y="5238750"/>
              <a:chExt cx="7" cy="10"/>
            </a:xfrm>
            <a:solidFill>
              <a:srgbClr val="002B69">
                <a:alpha val="91000"/>
              </a:srgbClr>
            </a:solidFill>
          </p:grpSpPr>
          <p:sp>
            <p:nvSpPr>
              <p:cNvPr id="72" name="Guernsey">
                <a:extLst>
                  <a:ext uri="{FF2B5EF4-FFF2-40B4-BE49-F238E27FC236}">
                    <a16:creationId xmlns:a16="http://schemas.microsoft.com/office/drawing/2014/main" id="{EE3BECC9-3F90-1D44-B4A7-24EA4CBF9C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487650" y="5238754"/>
                <a:ext cx="2" cy="4"/>
              </a:xfrm>
              <a:custGeom>
                <a:avLst/>
                <a:gdLst>
                  <a:gd name="T0" fmla="*/ 0 w 3"/>
                  <a:gd name="T1" fmla="*/ 1 h 6"/>
                  <a:gd name="T2" fmla="*/ 1 w 3"/>
                  <a:gd name="T3" fmla="*/ 1 h 6"/>
                  <a:gd name="T4" fmla="*/ 0 w 3"/>
                  <a:gd name="T5" fmla="*/ 1 h 6"/>
                  <a:gd name="T6" fmla="*/ 0 60000 65536"/>
                  <a:gd name="T7" fmla="*/ 0 60000 65536"/>
                  <a:gd name="T8" fmla="*/ 0 60000 65536"/>
                  <a:gd name="T9" fmla="*/ 0 w 3"/>
                  <a:gd name="T10" fmla="*/ 0 h 6"/>
                  <a:gd name="T11" fmla="*/ 3 w 3"/>
                  <a:gd name="T12" fmla="*/ 6 h 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" h="6">
                    <a:moveTo>
                      <a:pt x="0" y="2"/>
                    </a:moveTo>
                    <a:cubicBezTo>
                      <a:pt x="1" y="6"/>
                      <a:pt x="1" y="6"/>
                      <a:pt x="3" y="1"/>
                    </a:cubicBezTo>
                    <a:cubicBezTo>
                      <a:pt x="3" y="0"/>
                      <a:pt x="1" y="2"/>
                      <a:pt x="0" y="2"/>
                    </a:cubicBezTo>
                    <a:close/>
                  </a:path>
                </a:pathLst>
              </a:custGeom>
              <a:grpFill/>
              <a:ln w="6350" cap="flat" cmpd="sng">
                <a:noFill/>
                <a:prstDash val="solid"/>
                <a:round/>
                <a:headEnd/>
                <a:tailEnd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73" name="Sark">
                <a:extLst>
                  <a:ext uri="{FF2B5EF4-FFF2-40B4-BE49-F238E27FC236}">
                    <a16:creationId xmlns:a16="http://schemas.microsoft.com/office/drawing/2014/main" id="{8C162353-0EF0-B840-84E3-36A7656BC2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87656" y="5238756"/>
                <a:ext cx="1" cy="2"/>
              </a:xfrm>
              <a:custGeom>
                <a:avLst/>
                <a:gdLst>
                  <a:gd name="T0" fmla="*/ 0 w 1"/>
                  <a:gd name="T1" fmla="*/ 0 h 4"/>
                  <a:gd name="T2" fmla="*/ 1 w 1"/>
                  <a:gd name="T3" fmla="*/ 1 h 4"/>
                  <a:gd name="T4" fmla="*/ 0 w 1"/>
                  <a:gd name="T5" fmla="*/ 0 h 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"/>
                  <a:gd name="T11" fmla="*/ 1 w 1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">
                    <a:moveTo>
                      <a:pt x="0" y="0"/>
                    </a:moveTo>
                    <a:cubicBezTo>
                      <a:pt x="0" y="1"/>
                      <a:pt x="1" y="4"/>
                      <a:pt x="1" y="3"/>
                    </a:cubicBezTo>
                    <a:cubicBezTo>
                      <a:pt x="1" y="2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6350" cap="flat" cmpd="sng">
                <a:noFill/>
                <a:prstDash val="solid"/>
                <a:round/>
                <a:headEnd/>
                <a:tailEnd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74" name="Alderney">
                <a:extLst>
                  <a:ext uri="{FF2B5EF4-FFF2-40B4-BE49-F238E27FC236}">
                    <a16:creationId xmlns:a16="http://schemas.microsoft.com/office/drawing/2014/main" id="{46B51B9F-DC01-254C-8B48-606E00BE75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487654" y="5238750"/>
                <a:ext cx="2" cy="1"/>
              </a:xfrm>
              <a:custGeom>
                <a:avLst/>
                <a:gdLst>
                  <a:gd name="T0" fmla="*/ 1 w 3"/>
                  <a:gd name="T1" fmla="*/ 0 h 2"/>
                  <a:gd name="T2" fmla="*/ 1 w 3"/>
                  <a:gd name="T3" fmla="*/ 1 h 2"/>
                  <a:gd name="T4" fmla="*/ 1 w 3"/>
                  <a:gd name="T5" fmla="*/ 1 h 2"/>
                  <a:gd name="T6" fmla="*/ 1 w 3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"/>
                  <a:gd name="T13" fmla="*/ 0 h 2"/>
                  <a:gd name="T14" fmla="*/ 3 w 3"/>
                  <a:gd name="T15" fmla="*/ 2 h 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" h="2">
                    <a:moveTo>
                      <a:pt x="2" y="0"/>
                    </a:moveTo>
                    <a:cubicBezTo>
                      <a:pt x="2" y="1"/>
                      <a:pt x="0" y="1"/>
                      <a:pt x="1" y="2"/>
                    </a:cubicBezTo>
                    <a:lnTo>
                      <a:pt x="3" y="1"/>
                    </a:lnTo>
                    <a:cubicBezTo>
                      <a:pt x="3" y="1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 w="6350" cap="flat" cmpd="sng">
                <a:noFill/>
                <a:prstDash val="solid"/>
                <a:round/>
                <a:headEnd/>
                <a:tailEnd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  <p:sp>
            <p:nvSpPr>
              <p:cNvPr id="75" name="Jersey">
                <a:extLst>
                  <a:ext uri="{FF2B5EF4-FFF2-40B4-BE49-F238E27FC236}">
                    <a16:creationId xmlns:a16="http://schemas.microsoft.com/office/drawing/2014/main" id="{F7CD8460-C2B1-544F-B437-E318EAFE28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487651" y="5238759"/>
                <a:ext cx="4" cy="1"/>
              </a:xfrm>
              <a:custGeom>
                <a:avLst/>
                <a:gdLst>
                  <a:gd name="T0" fmla="*/ 1 w 7"/>
                  <a:gd name="T1" fmla="*/ 1 h 2"/>
                  <a:gd name="T2" fmla="*/ 1 w 7"/>
                  <a:gd name="T3" fmla="*/ 1 h 2"/>
                  <a:gd name="T4" fmla="*/ 1 w 7"/>
                  <a:gd name="T5" fmla="*/ 1 h 2"/>
                  <a:gd name="T6" fmla="*/ 1 w 7"/>
                  <a:gd name="T7" fmla="*/ 1 h 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2"/>
                  <a:gd name="T14" fmla="*/ 7 w 7"/>
                  <a:gd name="T15" fmla="*/ 2 h 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2">
                    <a:moveTo>
                      <a:pt x="3" y="1"/>
                    </a:moveTo>
                    <a:cubicBezTo>
                      <a:pt x="4" y="1"/>
                      <a:pt x="7" y="2"/>
                      <a:pt x="6" y="2"/>
                    </a:cubicBezTo>
                    <a:cubicBezTo>
                      <a:pt x="4" y="2"/>
                      <a:pt x="2" y="2"/>
                      <a:pt x="1" y="1"/>
                    </a:cubicBezTo>
                    <a:cubicBezTo>
                      <a:pt x="0" y="1"/>
                      <a:pt x="3" y="0"/>
                      <a:pt x="3" y="1"/>
                    </a:cubicBezTo>
                    <a:close/>
                  </a:path>
                </a:pathLst>
              </a:custGeom>
              <a:grpFill/>
              <a:ln w="6350" cap="flat" cmpd="sng">
                <a:noFill/>
                <a:prstDash val="solid"/>
                <a:round/>
                <a:headEnd/>
                <a:tailEnd/>
              </a:ln>
            </p:spPr>
            <p:txBody>
              <a:bodyPr wrap="none" anchor="ctr" anchorCtr="1">
                <a:normAutofit fontScale="25000" lnSpcReduction="20000"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</a:endParaRPr>
              </a:p>
            </p:txBody>
          </p:sp>
        </p:grpSp>
        <p:sp>
          <p:nvSpPr>
            <p:cNvPr id="69" name="Serbia">
              <a:extLst>
                <a:ext uri="{FF2B5EF4-FFF2-40B4-BE49-F238E27FC236}">
                  <a16:creationId xmlns:a16="http://schemas.microsoft.com/office/drawing/2014/main" id="{27015B23-E0A0-964E-A129-EB1D82787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7005" y="3440969"/>
              <a:ext cx="82589" cy="122228"/>
            </a:xfrm>
            <a:custGeom>
              <a:avLst/>
              <a:gdLst>
                <a:gd name="T0" fmla="*/ 2147483647 w 37"/>
                <a:gd name="T1" fmla="*/ 2147483647 h 50"/>
                <a:gd name="T2" fmla="*/ 2147483647 w 37"/>
                <a:gd name="T3" fmla="*/ 2147483647 h 50"/>
                <a:gd name="T4" fmla="*/ 2147483647 w 37"/>
                <a:gd name="T5" fmla="*/ 2147483647 h 50"/>
                <a:gd name="T6" fmla="*/ 2147483647 w 37"/>
                <a:gd name="T7" fmla="*/ 2147483647 h 50"/>
                <a:gd name="T8" fmla="*/ 2147483647 w 37"/>
                <a:gd name="T9" fmla="*/ 2147483647 h 50"/>
                <a:gd name="T10" fmla="*/ 2147483647 w 37"/>
                <a:gd name="T11" fmla="*/ 2147483647 h 50"/>
                <a:gd name="T12" fmla="*/ 2147483647 w 37"/>
                <a:gd name="T13" fmla="*/ 2147483647 h 50"/>
                <a:gd name="T14" fmla="*/ 2147483647 w 37"/>
                <a:gd name="T15" fmla="*/ 2147483647 h 50"/>
                <a:gd name="T16" fmla="*/ 2147483647 w 37"/>
                <a:gd name="T17" fmla="*/ 2147483647 h 50"/>
                <a:gd name="T18" fmla="*/ 2147483647 w 37"/>
                <a:gd name="T19" fmla="*/ 2147483647 h 50"/>
                <a:gd name="T20" fmla="*/ 2147483647 w 37"/>
                <a:gd name="T21" fmla="*/ 2147483647 h 50"/>
                <a:gd name="T22" fmla="*/ 2147483647 w 37"/>
                <a:gd name="T23" fmla="*/ 2147483647 h 50"/>
                <a:gd name="T24" fmla="*/ 2147483647 w 37"/>
                <a:gd name="T25" fmla="*/ 2147483647 h 50"/>
                <a:gd name="T26" fmla="*/ 2147483647 w 37"/>
                <a:gd name="T27" fmla="*/ 2147483647 h 50"/>
                <a:gd name="T28" fmla="*/ 2147483647 w 37"/>
                <a:gd name="T29" fmla="*/ 2147483647 h 50"/>
                <a:gd name="T30" fmla="*/ 2147483647 w 37"/>
                <a:gd name="T31" fmla="*/ 2147483647 h 50"/>
                <a:gd name="T32" fmla="*/ 2147483647 w 37"/>
                <a:gd name="T33" fmla="*/ 2147483647 h 50"/>
                <a:gd name="T34" fmla="*/ 0 w 37"/>
                <a:gd name="T35" fmla="*/ 2147483647 h 50"/>
                <a:gd name="T36" fmla="*/ 2147483647 w 37"/>
                <a:gd name="T37" fmla="*/ 2147483647 h 50"/>
                <a:gd name="T38" fmla="*/ 2147483647 w 37"/>
                <a:gd name="T39" fmla="*/ 2147483647 h 50"/>
                <a:gd name="T40" fmla="*/ 2147483647 w 37"/>
                <a:gd name="T41" fmla="*/ 2147483647 h 50"/>
                <a:gd name="T42" fmla="*/ 2147483647 w 37"/>
                <a:gd name="T43" fmla="*/ 2147483647 h 50"/>
                <a:gd name="T44" fmla="*/ 2147483647 w 37"/>
                <a:gd name="T45" fmla="*/ 2147483647 h 50"/>
                <a:gd name="T46" fmla="*/ 2147483647 w 37"/>
                <a:gd name="T47" fmla="*/ 2147483647 h 50"/>
                <a:gd name="T48" fmla="*/ 2147483647 w 37"/>
                <a:gd name="T49" fmla="*/ 2147483647 h 50"/>
                <a:gd name="T50" fmla="*/ 2147483647 w 37"/>
                <a:gd name="T51" fmla="*/ 2147483647 h 50"/>
                <a:gd name="T52" fmla="*/ 2147483647 w 37"/>
                <a:gd name="T53" fmla="*/ 2147483647 h 50"/>
                <a:gd name="T54" fmla="*/ 2147483647 w 37"/>
                <a:gd name="T55" fmla="*/ 2147483647 h 50"/>
                <a:gd name="T56" fmla="*/ 2147483647 w 37"/>
                <a:gd name="T57" fmla="*/ 2147483647 h 50"/>
                <a:gd name="T58" fmla="*/ 2147483647 w 37"/>
                <a:gd name="T59" fmla="*/ 2147483647 h 50"/>
                <a:gd name="T60" fmla="*/ 2147483647 w 37"/>
                <a:gd name="T61" fmla="*/ 2147483647 h 50"/>
                <a:gd name="T62" fmla="*/ 2147483647 w 37"/>
                <a:gd name="T63" fmla="*/ 2147483647 h 50"/>
                <a:gd name="T64" fmla="*/ 2147483647 w 37"/>
                <a:gd name="T65" fmla="*/ 2147483647 h 50"/>
                <a:gd name="T66" fmla="*/ 2147483647 w 37"/>
                <a:gd name="T67" fmla="*/ 2147483647 h 50"/>
                <a:gd name="T68" fmla="*/ 2147483647 w 37"/>
                <a:gd name="T69" fmla="*/ 2147483647 h 50"/>
                <a:gd name="T70" fmla="*/ 2147483647 w 37"/>
                <a:gd name="T71" fmla="*/ 2147483647 h 50"/>
                <a:gd name="T72" fmla="*/ 2147483647 w 37"/>
                <a:gd name="T73" fmla="*/ 2147483647 h 50"/>
                <a:gd name="T74" fmla="*/ 2147483647 w 37"/>
                <a:gd name="T75" fmla="*/ 2147483647 h 50"/>
                <a:gd name="T76" fmla="*/ 2147483647 w 37"/>
                <a:gd name="T77" fmla="*/ 2147483647 h 50"/>
                <a:gd name="T78" fmla="*/ 2147483647 w 37"/>
                <a:gd name="T79" fmla="*/ 2147483647 h 50"/>
                <a:gd name="T80" fmla="*/ 2147483647 w 37"/>
                <a:gd name="T81" fmla="*/ 2147483647 h 50"/>
                <a:gd name="T82" fmla="*/ 2147483647 w 37"/>
                <a:gd name="T83" fmla="*/ 2147483647 h 50"/>
                <a:gd name="T84" fmla="*/ 2147483647 w 37"/>
                <a:gd name="T85" fmla="*/ 2147483647 h 50"/>
                <a:gd name="T86" fmla="*/ 2147483647 w 37"/>
                <a:gd name="T87" fmla="*/ 2147483647 h 50"/>
                <a:gd name="T88" fmla="*/ 2147483647 w 37"/>
                <a:gd name="T89" fmla="*/ 2147483647 h 50"/>
                <a:gd name="T90" fmla="*/ 2147483647 w 37"/>
                <a:gd name="T91" fmla="*/ 2147483647 h 50"/>
                <a:gd name="T92" fmla="*/ 2147483647 w 37"/>
                <a:gd name="T93" fmla="*/ 2147483647 h 50"/>
                <a:gd name="T94" fmla="*/ 2147483647 w 37"/>
                <a:gd name="T95" fmla="*/ 2147483647 h 50"/>
                <a:gd name="T96" fmla="*/ 2147483647 w 37"/>
                <a:gd name="T97" fmla="*/ 2147483647 h 5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7"/>
                <a:gd name="T148" fmla="*/ 0 h 50"/>
                <a:gd name="T149" fmla="*/ 37 w 37"/>
                <a:gd name="T150" fmla="*/ 50 h 5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7" h="50">
                  <a:moveTo>
                    <a:pt x="33" y="41"/>
                  </a:moveTo>
                  <a:lnTo>
                    <a:pt x="35" y="38"/>
                  </a:lnTo>
                  <a:lnTo>
                    <a:pt x="37" y="36"/>
                  </a:lnTo>
                  <a:lnTo>
                    <a:pt x="34" y="33"/>
                  </a:lnTo>
                  <a:lnTo>
                    <a:pt x="33" y="31"/>
                  </a:lnTo>
                  <a:lnTo>
                    <a:pt x="32" y="28"/>
                  </a:lnTo>
                  <a:lnTo>
                    <a:pt x="33" y="25"/>
                  </a:lnTo>
                  <a:lnTo>
                    <a:pt x="36" y="24"/>
                  </a:lnTo>
                  <a:lnTo>
                    <a:pt x="34" y="23"/>
                  </a:lnTo>
                  <a:lnTo>
                    <a:pt x="33" y="21"/>
                  </a:lnTo>
                  <a:lnTo>
                    <a:pt x="35" y="19"/>
                  </a:lnTo>
                  <a:lnTo>
                    <a:pt x="33" y="18"/>
                  </a:lnTo>
                  <a:lnTo>
                    <a:pt x="31" y="19"/>
                  </a:lnTo>
                  <a:lnTo>
                    <a:pt x="29" y="18"/>
                  </a:lnTo>
                  <a:lnTo>
                    <a:pt x="27" y="18"/>
                  </a:lnTo>
                  <a:lnTo>
                    <a:pt x="24" y="16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19" y="9"/>
                  </a:lnTo>
                  <a:lnTo>
                    <a:pt x="18" y="6"/>
                  </a:lnTo>
                  <a:lnTo>
                    <a:pt x="17" y="4"/>
                  </a:lnTo>
                  <a:lnTo>
                    <a:pt x="15" y="3"/>
                  </a:lnTo>
                  <a:lnTo>
                    <a:pt x="13" y="2"/>
                  </a:lnTo>
                  <a:lnTo>
                    <a:pt x="12" y="1"/>
                  </a:lnTo>
                  <a:lnTo>
                    <a:pt x="11" y="0"/>
                  </a:lnTo>
                  <a:lnTo>
                    <a:pt x="9" y="1"/>
                  </a:lnTo>
                  <a:lnTo>
                    <a:pt x="7" y="1"/>
                  </a:lnTo>
                  <a:lnTo>
                    <a:pt x="4" y="2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3"/>
                  </a:lnTo>
                  <a:lnTo>
                    <a:pt x="1" y="6"/>
                  </a:lnTo>
                  <a:lnTo>
                    <a:pt x="1" y="7"/>
                  </a:lnTo>
                  <a:lnTo>
                    <a:pt x="0" y="8"/>
                  </a:lnTo>
                  <a:lnTo>
                    <a:pt x="1" y="8"/>
                  </a:lnTo>
                  <a:lnTo>
                    <a:pt x="2" y="9"/>
                  </a:lnTo>
                  <a:lnTo>
                    <a:pt x="1" y="9"/>
                  </a:lnTo>
                  <a:lnTo>
                    <a:pt x="1" y="11"/>
                  </a:lnTo>
                  <a:lnTo>
                    <a:pt x="3" y="11"/>
                  </a:lnTo>
                  <a:lnTo>
                    <a:pt x="5" y="12"/>
                  </a:lnTo>
                  <a:lnTo>
                    <a:pt x="6" y="12"/>
                  </a:lnTo>
                  <a:lnTo>
                    <a:pt x="5" y="12"/>
                  </a:lnTo>
                  <a:lnTo>
                    <a:pt x="5" y="13"/>
                  </a:lnTo>
                  <a:lnTo>
                    <a:pt x="4" y="13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4" y="15"/>
                  </a:lnTo>
                  <a:lnTo>
                    <a:pt x="3" y="17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3" y="22"/>
                  </a:lnTo>
                  <a:lnTo>
                    <a:pt x="4" y="23"/>
                  </a:lnTo>
                  <a:lnTo>
                    <a:pt x="5" y="25"/>
                  </a:lnTo>
                  <a:lnTo>
                    <a:pt x="6" y="25"/>
                  </a:lnTo>
                  <a:lnTo>
                    <a:pt x="7" y="25"/>
                  </a:lnTo>
                  <a:lnTo>
                    <a:pt x="7" y="26"/>
                  </a:lnTo>
                  <a:lnTo>
                    <a:pt x="6" y="26"/>
                  </a:lnTo>
                  <a:lnTo>
                    <a:pt x="5" y="27"/>
                  </a:lnTo>
                  <a:lnTo>
                    <a:pt x="4" y="27"/>
                  </a:lnTo>
                  <a:lnTo>
                    <a:pt x="4" y="26"/>
                  </a:lnTo>
                  <a:lnTo>
                    <a:pt x="3" y="26"/>
                  </a:lnTo>
                  <a:lnTo>
                    <a:pt x="3" y="27"/>
                  </a:lnTo>
                  <a:lnTo>
                    <a:pt x="4" y="28"/>
                  </a:lnTo>
                  <a:lnTo>
                    <a:pt x="4" y="29"/>
                  </a:lnTo>
                  <a:lnTo>
                    <a:pt x="4" y="30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2" y="31"/>
                  </a:lnTo>
                  <a:lnTo>
                    <a:pt x="5" y="33"/>
                  </a:lnTo>
                  <a:lnTo>
                    <a:pt x="4" y="34"/>
                  </a:lnTo>
                  <a:lnTo>
                    <a:pt x="8" y="35"/>
                  </a:lnTo>
                  <a:lnTo>
                    <a:pt x="10" y="39"/>
                  </a:lnTo>
                  <a:lnTo>
                    <a:pt x="10" y="42"/>
                  </a:lnTo>
                  <a:lnTo>
                    <a:pt x="11" y="42"/>
                  </a:lnTo>
                  <a:lnTo>
                    <a:pt x="13" y="44"/>
                  </a:lnTo>
                  <a:lnTo>
                    <a:pt x="14" y="45"/>
                  </a:lnTo>
                  <a:lnTo>
                    <a:pt x="16" y="47"/>
                  </a:lnTo>
                  <a:lnTo>
                    <a:pt x="16" y="50"/>
                  </a:lnTo>
                  <a:lnTo>
                    <a:pt x="17" y="49"/>
                  </a:lnTo>
                  <a:lnTo>
                    <a:pt x="19" y="46"/>
                  </a:lnTo>
                  <a:lnTo>
                    <a:pt x="21" y="46"/>
                  </a:lnTo>
                  <a:lnTo>
                    <a:pt x="22" y="46"/>
                  </a:lnTo>
                  <a:lnTo>
                    <a:pt x="23" y="45"/>
                  </a:lnTo>
                  <a:lnTo>
                    <a:pt x="25" y="45"/>
                  </a:lnTo>
                  <a:lnTo>
                    <a:pt x="27" y="45"/>
                  </a:lnTo>
                  <a:lnTo>
                    <a:pt x="28" y="44"/>
                  </a:lnTo>
                  <a:lnTo>
                    <a:pt x="32" y="44"/>
                  </a:lnTo>
                  <a:lnTo>
                    <a:pt x="33" y="45"/>
                  </a:lnTo>
                  <a:lnTo>
                    <a:pt x="33" y="41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1">
              <a:normAutofit lnSpcReduction="1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70" name="Montenegro">
              <a:extLst>
                <a:ext uri="{FF2B5EF4-FFF2-40B4-BE49-F238E27FC236}">
                  <a16:creationId xmlns:a16="http://schemas.microsoft.com/office/drawing/2014/main" id="{062ED794-DB9A-B24D-9FB9-5EB949F42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0308" y="3516752"/>
              <a:ext cx="29018" cy="46448"/>
            </a:xfrm>
            <a:custGeom>
              <a:avLst/>
              <a:gdLst>
                <a:gd name="T0" fmla="*/ 2147483647 w 13"/>
                <a:gd name="T1" fmla="*/ 0 h 19"/>
                <a:gd name="T2" fmla="*/ 2147483647 w 13"/>
                <a:gd name="T3" fmla="*/ 0 h 19"/>
                <a:gd name="T4" fmla="*/ 2147483647 w 13"/>
                <a:gd name="T5" fmla="*/ 0 h 19"/>
                <a:gd name="T6" fmla="*/ 2147483647 w 13"/>
                <a:gd name="T7" fmla="*/ 2147483647 h 19"/>
                <a:gd name="T8" fmla="*/ 2147483647 w 13"/>
                <a:gd name="T9" fmla="*/ 2147483647 h 19"/>
                <a:gd name="T10" fmla="*/ 2147483647 w 13"/>
                <a:gd name="T11" fmla="*/ 2147483647 h 19"/>
                <a:gd name="T12" fmla="*/ 2147483647 w 13"/>
                <a:gd name="T13" fmla="*/ 2147483647 h 19"/>
                <a:gd name="T14" fmla="*/ 2147483647 w 13"/>
                <a:gd name="T15" fmla="*/ 2147483647 h 19"/>
                <a:gd name="T16" fmla="*/ 2147483647 w 13"/>
                <a:gd name="T17" fmla="*/ 2147483647 h 19"/>
                <a:gd name="T18" fmla="*/ 2147483647 w 13"/>
                <a:gd name="T19" fmla="*/ 2147483647 h 19"/>
                <a:gd name="T20" fmla="*/ 2147483647 w 13"/>
                <a:gd name="T21" fmla="*/ 2147483647 h 19"/>
                <a:gd name="T22" fmla="*/ 2147483647 w 13"/>
                <a:gd name="T23" fmla="*/ 2147483647 h 19"/>
                <a:gd name="T24" fmla="*/ 2147483647 w 13"/>
                <a:gd name="T25" fmla="*/ 2147483647 h 19"/>
                <a:gd name="T26" fmla="*/ 2147483647 w 13"/>
                <a:gd name="T27" fmla="*/ 2147483647 h 19"/>
                <a:gd name="T28" fmla="*/ 0 w 13"/>
                <a:gd name="T29" fmla="*/ 2147483647 h 19"/>
                <a:gd name="T30" fmla="*/ 0 w 13"/>
                <a:gd name="T31" fmla="*/ 2147483647 h 19"/>
                <a:gd name="T32" fmla="*/ 0 w 13"/>
                <a:gd name="T33" fmla="*/ 2147483647 h 19"/>
                <a:gd name="T34" fmla="*/ 2147483647 w 13"/>
                <a:gd name="T35" fmla="*/ 2147483647 h 19"/>
                <a:gd name="T36" fmla="*/ 2147483647 w 13"/>
                <a:gd name="T37" fmla="*/ 2147483647 h 19"/>
                <a:gd name="T38" fmla="*/ 0 w 13"/>
                <a:gd name="T39" fmla="*/ 2147483647 h 19"/>
                <a:gd name="T40" fmla="*/ 0 w 13"/>
                <a:gd name="T41" fmla="*/ 2147483647 h 19"/>
                <a:gd name="T42" fmla="*/ 2147483647 w 13"/>
                <a:gd name="T43" fmla="*/ 2147483647 h 19"/>
                <a:gd name="T44" fmla="*/ 2147483647 w 13"/>
                <a:gd name="T45" fmla="*/ 2147483647 h 19"/>
                <a:gd name="T46" fmla="*/ 2147483647 w 13"/>
                <a:gd name="T47" fmla="*/ 2147483647 h 19"/>
                <a:gd name="T48" fmla="*/ 2147483647 w 13"/>
                <a:gd name="T49" fmla="*/ 2147483647 h 19"/>
                <a:gd name="T50" fmla="*/ 2147483647 w 13"/>
                <a:gd name="T51" fmla="*/ 2147483647 h 19"/>
                <a:gd name="T52" fmla="*/ 2147483647 w 13"/>
                <a:gd name="T53" fmla="*/ 2147483647 h 19"/>
                <a:gd name="T54" fmla="*/ 2147483647 w 13"/>
                <a:gd name="T55" fmla="*/ 2147483647 h 19"/>
                <a:gd name="T56" fmla="*/ 2147483647 w 13"/>
                <a:gd name="T57" fmla="*/ 2147483647 h 19"/>
                <a:gd name="T58" fmla="*/ 2147483647 w 13"/>
                <a:gd name="T59" fmla="*/ 2147483647 h 19"/>
                <a:gd name="T60" fmla="*/ 2147483647 w 13"/>
                <a:gd name="T61" fmla="*/ 2147483647 h 19"/>
                <a:gd name="T62" fmla="*/ 2147483647 w 13"/>
                <a:gd name="T63" fmla="*/ 2147483647 h 19"/>
                <a:gd name="T64" fmla="*/ 2147483647 w 13"/>
                <a:gd name="T65" fmla="*/ 2147483647 h 19"/>
                <a:gd name="T66" fmla="*/ 2147483647 w 13"/>
                <a:gd name="T67" fmla="*/ 2147483647 h 19"/>
                <a:gd name="T68" fmla="*/ 2147483647 w 13"/>
                <a:gd name="T69" fmla="*/ 2147483647 h 19"/>
                <a:gd name="T70" fmla="*/ 2147483647 w 13"/>
                <a:gd name="T71" fmla="*/ 2147483647 h 19"/>
                <a:gd name="T72" fmla="*/ 2147483647 w 13"/>
                <a:gd name="T73" fmla="*/ 2147483647 h 19"/>
                <a:gd name="T74" fmla="*/ 2147483647 w 13"/>
                <a:gd name="T75" fmla="*/ 2147483647 h 19"/>
                <a:gd name="T76" fmla="*/ 2147483647 w 13"/>
                <a:gd name="T77" fmla="*/ 2147483647 h 19"/>
                <a:gd name="T78" fmla="*/ 2147483647 w 13"/>
                <a:gd name="T79" fmla="*/ 2147483647 h 19"/>
                <a:gd name="T80" fmla="*/ 2147483647 w 13"/>
                <a:gd name="T81" fmla="*/ 0 h 19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3"/>
                <a:gd name="T124" fmla="*/ 0 h 19"/>
                <a:gd name="T125" fmla="*/ 13 w 13"/>
                <a:gd name="T126" fmla="*/ 19 h 19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3" h="19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2"/>
                  </a:lnTo>
                  <a:lnTo>
                    <a:pt x="5" y="2"/>
                  </a:lnTo>
                  <a:lnTo>
                    <a:pt x="5" y="3"/>
                  </a:lnTo>
                  <a:lnTo>
                    <a:pt x="4" y="3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9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4" y="15"/>
                  </a:lnTo>
                  <a:lnTo>
                    <a:pt x="5" y="16"/>
                  </a:lnTo>
                  <a:lnTo>
                    <a:pt x="6" y="18"/>
                  </a:lnTo>
                  <a:lnTo>
                    <a:pt x="7" y="19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2"/>
                  </a:lnTo>
                  <a:lnTo>
                    <a:pt x="10" y="11"/>
                  </a:lnTo>
                  <a:lnTo>
                    <a:pt x="11" y="10"/>
                  </a:lnTo>
                  <a:lnTo>
                    <a:pt x="12" y="11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1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2B69">
                <a:alpha val="91000"/>
              </a:srgbClr>
            </a:solidFill>
            <a:ln w="6350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71" name="Holy_See">
              <a:extLst>
                <a:ext uri="{FF2B5EF4-FFF2-40B4-BE49-F238E27FC236}">
                  <a16:creationId xmlns:a16="http://schemas.microsoft.com/office/drawing/2014/main" id="{235EB46E-C408-D946-926F-34C23D05A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3076" y="3555864"/>
              <a:ext cx="8928" cy="4888"/>
            </a:xfrm>
            <a:prstGeom prst="ellipse">
              <a:avLst/>
            </a:prstGeom>
            <a:solidFill>
              <a:srgbClr val="06A8F5">
                <a:alpha val="91000"/>
              </a:srgbClr>
            </a:solidFill>
            <a:ln w="6350">
              <a:noFill/>
              <a:round/>
              <a:headEnd/>
              <a:tailEnd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7529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6" grpId="0" animBg="1"/>
      <p:bldP spid="1292" grpId="0" animBg="1"/>
      <p:bldP spid="1266" grpId="0" animBg="1"/>
      <p:bldP spid="4" grpId="0" animBg="1"/>
      <p:bldP spid="1258" grpId="0"/>
      <p:bldP spid="1260" grpId="0"/>
      <p:bldP spid="1291" grpId="0"/>
      <p:bldP spid="1293" grpId="0"/>
      <p:bldP spid="1294" grpId="0"/>
      <p:bldP spid="1295" grpId="0"/>
      <p:bldP spid="1297" grpId="0"/>
      <p:bldP spid="1298" grpId="0"/>
      <p:bldP spid="1299" grpId="0"/>
      <p:bldP spid="24" grpId="0"/>
      <p:bldP spid="28" grpId="0"/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CEBFF9A3-4A87-465E-BAA6-C48AD63B8F98}"/>
              </a:ext>
            </a:extLst>
          </p:cNvPr>
          <p:cNvSpPr/>
          <p:nvPr/>
        </p:nvSpPr>
        <p:spPr>
          <a:xfrm>
            <a:off x="474515" y="4693308"/>
            <a:ext cx="10966451" cy="3077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3A651F9-4F3A-4E16-BD2B-A8C93F20D7E3}"/>
              </a:ext>
            </a:extLst>
          </p:cNvPr>
          <p:cNvSpPr/>
          <p:nvPr/>
        </p:nvSpPr>
        <p:spPr>
          <a:xfrm>
            <a:off x="474515" y="3144083"/>
            <a:ext cx="10966451" cy="307777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E163CA9-A515-43CF-B922-73EBBE8DFD83}"/>
              </a:ext>
            </a:extLst>
          </p:cNvPr>
          <p:cNvSpPr/>
          <p:nvPr/>
        </p:nvSpPr>
        <p:spPr>
          <a:xfrm>
            <a:off x="474515" y="1606491"/>
            <a:ext cx="10966451" cy="307777"/>
          </a:xfrm>
          <a:prstGeom prst="rect">
            <a:avLst/>
          </a:prstGeom>
          <a:solidFill>
            <a:srgbClr val="002B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5" name="Picture 4" descr="A picture containing drawing, food&#10;&#10;Description automatically generated">
            <a:extLst>
              <a:ext uri="{FF2B5EF4-FFF2-40B4-BE49-F238E27FC236}">
                <a16:creationId xmlns:a16="http://schemas.microsoft.com/office/drawing/2014/main" id="{E751D305-0FE4-4033-A170-55A93A958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91" y="2115208"/>
            <a:ext cx="1184370" cy="67797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81D8863-44CF-4E80-A6A8-EAF36AFFE52E}"/>
              </a:ext>
            </a:extLst>
          </p:cNvPr>
          <p:cNvSpPr txBox="1"/>
          <p:nvPr/>
        </p:nvSpPr>
        <p:spPr>
          <a:xfrm>
            <a:off x="463549" y="417979"/>
            <a:ext cx="109664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>
                <a:solidFill>
                  <a:srgbClr val="072C62"/>
                </a:solidFill>
                <a:latin typeface="Montserrat Regular" pitchFamily="2" charset="77"/>
              </a:rPr>
              <a:t>Clinical Partnerships &amp; Market Traction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72C62"/>
              </a:solidFill>
              <a:effectLst/>
              <a:uLnTx/>
              <a:uFillTx/>
              <a:latin typeface="Montserrat Regular" pitchFamily="2" charset="77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184746-BDB6-4209-AE72-768009CB5499}"/>
              </a:ext>
            </a:extLst>
          </p:cNvPr>
          <p:cNvSpPr txBox="1"/>
          <p:nvPr/>
        </p:nvSpPr>
        <p:spPr>
          <a:xfrm>
            <a:off x="473840" y="1625541"/>
            <a:ext cx="4439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200">
                <a:solidFill>
                  <a:schemeClr val="bg1"/>
                </a:solidFill>
              </a:rPr>
              <a:t>HOSPITAL &amp; HOME CARE CONTRACTS</a:t>
            </a:r>
            <a:r>
              <a:rPr lang="en-US" sz="1200" b="1" spc="20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2AC431-E17E-430A-A970-6DFF457DAC40}"/>
              </a:ext>
            </a:extLst>
          </p:cNvPr>
          <p:cNvSpPr txBox="1"/>
          <p:nvPr/>
        </p:nvSpPr>
        <p:spPr>
          <a:xfrm>
            <a:off x="460291" y="3163084"/>
            <a:ext cx="4921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200">
                <a:solidFill>
                  <a:schemeClr val="bg1"/>
                </a:solidFill>
              </a:rPr>
              <a:t>TECHNICAL PARTNERS | FEEDIM INTEGRATION</a:t>
            </a:r>
          </a:p>
        </p:txBody>
      </p:sp>
      <p:pic>
        <p:nvPicPr>
          <p:cNvPr id="34" name="Picture 33" descr="A picture containing drawing, food&#10;&#10;Description automatically generated">
            <a:extLst>
              <a:ext uri="{FF2B5EF4-FFF2-40B4-BE49-F238E27FC236}">
                <a16:creationId xmlns:a16="http://schemas.microsoft.com/office/drawing/2014/main" id="{55E3F9A5-D7B8-43D1-ACAE-CF47EB622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89" y="5303739"/>
            <a:ext cx="1122057" cy="64230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A6E2C050-6AC9-4FE1-9AB3-3D2C7F03B936}"/>
              </a:ext>
            </a:extLst>
          </p:cNvPr>
          <p:cNvSpPr txBox="1"/>
          <p:nvPr/>
        </p:nvSpPr>
        <p:spPr>
          <a:xfrm>
            <a:off x="472991" y="4705517"/>
            <a:ext cx="4921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200">
                <a:solidFill>
                  <a:schemeClr val="bg1"/>
                </a:solidFill>
              </a:rPr>
              <a:t>SCIENTIFIC COLLABORATIONS</a:t>
            </a:r>
          </a:p>
        </p:txBody>
      </p:sp>
      <p:pic>
        <p:nvPicPr>
          <p:cNvPr id="42" name="Picture 41" descr="A picture containing drawing&#10;&#10;Description automatically generated">
            <a:extLst>
              <a:ext uri="{FF2B5EF4-FFF2-40B4-BE49-F238E27FC236}">
                <a16:creationId xmlns:a16="http://schemas.microsoft.com/office/drawing/2014/main" id="{E23B5594-27C3-4217-BDB0-EEF09C0DA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1337" y="5303739"/>
            <a:ext cx="1384664" cy="65297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6D80019-9FD5-4E21-A628-71142809F8E9}"/>
              </a:ext>
            </a:extLst>
          </p:cNvPr>
          <p:cNvSpPr txBox="1"/>
          <p:nvPr/>
        </p:nvSpPr>
        <p:spPr>
          <a:xfrm>
            <a:off x="1811942" y="2145160"/>
            <a:ext cx="18074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spc="100">
                <a:solidFill>
                  <a:srgbClr val="002B69"/>
                </a:solidFill>
                <a:latin typeface="Montserrat Medium" panose="00000600000000000000" pitchFamily="2" charset="0"/>
              </a:rPr>
              <a:t>Worldwide leader in clinical nutrition</a:t>
            </a:r>
            <a:br>
              <a:rPr lang="en-US" sz="1100" spc="100">
                <a:solidFill>
                  <a:srgbClr val="002B69"/>
                </a:solidFill>
                <a:latin typeface="Montserrat Medium" panose="00000600000000000000" pitchFamily="2" charset="0"/>
              </a:rPr>
            </a:br>
            <a:r>
              <a:rPr lang="en-US" sz="1100" b="1" spc="100">
                <a:solidFill>
                  <a:srgbClr val="002B69"/>
                </a:solidFill>
                <a:latin typeface="Montserrat Medium" panose="00000600000000000000" pitchFamily="2" charset="0"/>
              </a:rPr>
              <a:t>€9.9B </a:t>
            </a:r>
            <a:r>
              <a:rPr lang="en-US" sz="1100" spc="100">
                <a:solidFill>
                  <a:srgbClr val="002B69"/>
                </a:solidFill>
                <a:latin typeface="Montserrat Medium" panose="00000600000000000000" pitchFamily="2" charset="0"/>
              </a:rPr>
              <a:t>group turnover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DEB520-647D-499A-A78E-C5CD36B7E844}"/>
              </a:ext>
            </a:extLst>
          </p:cNvPr>
          <p:cNvSpPr txBox="1"/>
          <p:nvPr/>
        </p:nvSpPr>
        <p:spPr>
          <a:xfrm>
            <a:off x="3888215" y="2145160"/>
            <a:ext cx="18074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spc="100">
                <a:solidFill>
                  <a:srgbClr val="002B69"/>
                </a:solidFill>
                <a:latin typeface="Montserrat Medium" panose="00000600000000000000" pitchFamily="2" charset="0"/>
              </a:rPr>
              <a:t>European leader in homecare services</a:t>
            </a:r>
            <a:br>
              <a:rPr lang="en-US" sz="1100" spc="100">
                <a:solidFill>
                  <a:srgbClr val="002B69"/>
                </a:solidFill>
                <a:latin typeface="Montserrat Medium" panose="00000600000000000000" pitchFamily="2" charset="0"/>
              </a:rPr>
            </a:br>
            <a:r>
              <a:rPr lang="en-US" sz="1100" b="1" spc="100">
                <a:solidFill>
                  <a:srgbClr val="002B69"/>
                </a:solidFill>
                <a:latin typeface="Montserrat Medium" panose="00000600000000000000" pitchFamily="2" charset="0"/>
              </a:rPr>
              <a:t>€900M </a:t>
            </a:r>
            <a:r>
              <a:rPr lang="en-US" sz="1100" spc="100">
                <a:solidFill>
                  <a:srgbClr val="002B69"/>
                </a:solidFill>
                <a:latin typeface="Montserrat Medium" panose="00000600000000000000" pitchFamily="2" charset="0"/>
              </a:rPr>
              <a:t>group turnover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CA8609-27F2-4166-8C4B-C0C3466FBEB4}"/>
              </a:ext>
            </a:extLst>
          </p:cNvPr>
          <p:cNvSpPr txBox="1"/>
          <p:nvPr/>
        </p:nvSpPr>
        <p:spPr>
          <a:xfrm>
            <a:off x="5964488" y="2145160"/>
            <a:ext cx="17019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spc="100">
                <a:solidFill>
                  <a:srgbClr val="002B69"/>
                </a:solidFill>
                <a:latin typeface="Montserrat Medium" panose="00000600000000000000" pitchFamily="2" charset="0"/>
              </a:rPr>
              <a:t>Global medical technology leader</a:t>
            </a:r>
            <a:br>
              <a:rPr lang="en-US" sz="1100" spc="100">
                <a:solidFill>
                  <a:srgbClr val="002B69"/>
                </a:solidFill>
                <a:latin typeface="Montserrat Medium" panose="00000600000000000000" pitchFamily="2" charset="0"/>
              </a:rPr>
            </a:br>
            <a:r>
              <a:rPr lang="en-US" sz="1100" b="1" spc="100">
                <a:solidFill>
                  <a:srgbClr val="002B69"/>
                </a:solidFill>
                <a:latin typeface="Montserrat Medium" panose="00000600000000000000" pitchFamily="2" charset="0"/>
              </a:rPr>
              <a:t>€15B </a:t>
            </a:r>
            <a:r>
              <a:rPr lang="en-US" sz="1100" spc="100">
                <a:solidFill>
                  <a:srgbClr val="002B69"/>
                </a:solidFill>
                <a:latin typeface="Montserrat Medium" panose="00000600000000000000" pitchFamily="2" charset="0"/>
              </a:rPr>
              <a:t>group turnover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92025C-76ED-4652-AC62-EAAA6B9A84D8}"/>
              </a:ext>
            </a:extLst>
          </p:cNvPr>
          <p:cNvSpPr txBox="1"/>
          <p:nvPr/>
        </p:nvSpPr>
        <p:spPr>
          <a:xfrm>
            <a:off x="3574492" y="5427853"/>
            <a:ext cx="18074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spc="100">
                <a:solidFill>
                  <a:srgbClr val="002B69"/>
                </a:solidFill>
                <a:latin typeface="Montserrat Medium" panose="00000600000000000000" pitchFamily="2" charset="0"/>
              </a:rPr>
              <a:t>Leading French university hospital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45453-F35A-4FA6-9FC3-12A5B129E9AC}"/>
              </a:ext>
            </a:extLst>
          </p:cNvPr>
          <p:cNvSpPr txBox="1"/>
          <p:nvPr/>
        </p:nvSpPr>
        <p:spPr>
          <a:xfrm>
            <a:off x="5620449" y="5427853"/>
            <a:ext cx="18074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spc="100">
                <a:solidFill>
                  <a:srgbClr val="002B69"/>
                </a:solidFill>
                <a:latin typeface="Montserrat Medium" panose="00000600000000000000" pitchFamily="2" charset="0"/>
              </a:rPr>
              <a:t>Leading German university hospital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07D2A2-CF37-47C9-A23A-B3F32B745432}"/>
              </a:ext>
            </a:extLst>
          </p:cNvPr>
          <p:cNvSpPr txBox="1"/>
          <p:nvPr/>
        </p:nvSpPr>
        <p:spPr>
          <a:xfrm>
            <a:off x="422191" y="3724984"/>
            <a:ext cx="18074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spc="100">
                <a:solidFill>
                  <a:srgbClr val="009688"/>
                </a:solidFill>
                <a:latin typeface="Montserrat Medium" panose="00000600000000000000" pitchFamily="2" charset="0"/>
              </a:rPr>
              <a:t>Pioneer in nutrition solutions</a:t>
            </a:r>
            <a:br>
              <a:rPr lang="en-US" sz="1100" spc="100">
                <a:solidFill>
                  <a:srgbClr val="009688"/>
                </a:solidFill>
                <a:latin typeface="Montserrat Medium" panose="00000600000000000000" pitchFamily="2" charset="0"/>
              </a:rPr>
            </a:br>
            <a:r>
              <a:rPr lang="en-US" sz="1100" b="1" spc="100">
                <a:solidFill>
                  <a:srgbClr val="009688"/>
                </a:solidFill>
                <a:latin typeface="Montserrat Medium" panose="00000600000000000000" pitchFamily="2" charset="0"/>
              </a:rPr>
              <a:t>€25.3B </a:t>
            </a:r>
            <a:r>
              <a:rPr lang="en-US" sz="1100" spc="100">
                <a:solidFill>
                  <a:srgbClr val="009688"/>
                </a:solidFill>
                <a:latin typeface="Montserrat Medium" panose="00000600000000000000" pitchFamily="2" charset="0"/>
              </a:rPr>
              <a:t>group turnover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EA1550-9A79-4BF4-AD35-5728B6E6F280}"/>
              </a:ext>
            </a:extLst>
          </p:cNvPr>
          <p:cNvSpPr txBox="1"/>
          <p:nvPr/>
        </p:nvSpPr>
        <p:spPr>
          <a:xfrm>
            <a:off x="2598120" y="3696988"/>
            <a:ext cx="18550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spc="100">
                <a:solidFill>
                  <a:srgbClr val="009688"/>
                </a:solidFill>
                <a:latin typeface="Montserrat Medium" panose="00000600000000000000" pitchFamily="2" charset="0"/>
              </a:rPr>
              <a:t>Leader in nutritional science</a:t>
            </a:r>
            <a:br>
              <a:rPr lang="en-US" sz="1100" spc="100">
                <a:solidFill>
                  <a:srgbClr val="009688"/>
                </a:solidFill>
                <a:latin typeface="Montserrat Medium" panose="00000600000000000000" pitchFamily="2" charset="0"/>
              </a:rPr>
            </a:br>
            <a:r>
              <a:rPr lang="en-US" sz="1100" b="1" spc="100">
                <a:solidFill>
                  <a:srgbClr val="009688"/>
                </a:solidFill>
                <a:latin typeface="Montserrat Medium" panose="00000600000000000000" pitchFamily="2" charset="0"/>
              </a:rPr>
              <a:t>€126.5B </a:t>
            </a:r>
            <a:r>
              <a:rPr lang="en-US" sz="1100" spc="100">
                <a:solidFill>
                  <a:srgbClr val="009688"/>
                </a:solidFill>
                <a:latin typeface="Montserrat Medium" panose="00000600000000000000" pitchFamily="2" charset="0"/>
              </a:rPr>
              <a:t>group turnover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3E212F-ADDD-4034-994B-95385BD1E504}"/>
              </a:ext>
            </a:extLst>
          </p:cNvPr>
          <p:cNvSpPr txBox="1"/>
          <p:nvPr/>
        </p:nvSpPr>
        <p:spPr>
          <a:xfrm>
            <a:off x="4774048" y="3724984"/>
            <a:ext cx="174562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spc="100">
                <a:solidFill>
                  <a:srgbClr val="009688"/>
                </a:solidFill>
                <a:latin typeface="Montserrat Medium" panose="00000600000000000000" pitchFamily="2" charset="0"/>
              </a:rPr>
              <a:t>Global healthcare company</a:t>
            </a:r>
            <a:br>
              <a:rPr lang="en-US" sz="1100" spc="100">
                <a:solidFill>
                  <a:srgbClr val="009688"/>
                </a:solidFill>
                <a:latin typeface="Montserrat Medium" panose="00000600000000000000" pitchFamily="2" charset="0"/>
              </a:rPr>
            </a:br>
            <a:r>
              <a:rPr lang="en-US" sz="1100" b="1" spc="100">
                <a:solidFill>
                  <a:srgbClr val="009688"/>
                </a:solidFill>
                <a:latin typeface="Montserrat Medium" panose="00000600000000000000" pitchFamily="2" charset="0"/>
              </a:rPr>
              <a:t>€35.5B </a:t>
            </a:r>
            <a:r>
              <a:rPr lang="en-US" sz="1100" spc="100">
                <a:solidFill>
                  <a:srgbClr val="009688"/>
                </a:solidFill>
                <a:latin typeface="Montserrat Medium" panose="00000600000000000000" pitchFamily="2" charset="0"/>
              </a:rPr>
              <a:t>group turnover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50E1AA-B172-406D-9E3F-3DC65A514A11}"/>
              </a:ext>
            </a:extLst>
          </p:cNvPr>
          <p:cNvSpPr txBox="1"/>
          <p:nvPr/>
        </p:nvSpPr>
        <p:spPr>
          <a:xfrm>
            <a:off x="6815447" y="3702833"/>
            <a:ext cx="1745622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spc="100">
                <a:solidFill>
                  <a:srgbClr val="009688"/>
                </a:solidFill>
                <a:latin typeface="Montserrat Medium" panose="00000600000000000000" pitchFamily="2" charset="0"/>
              </a:rPr>
              <a:t>Global healthcare company</a:t>
            </a:r>
            <a:br>
              <a:rPr lang="en-US" sz="1100" spc="100">
                <a:solidFill>
                  <a:srgbClr val="009688"/>
                </a:solidFill>
                <a:latin typeface="Montserrat Medium" panose="00000600000000000000" pitchFamily="2" charset="0"/>
              </a:rPr>
            </a:br>
            <a:r>
              <a:rPr lang="en-US" sz="1100" b="1" spc="100">
                <a:solidFill>
                  <a:srgbClr val="009688"/>
                </a:solidFill>
                <a:latin typeface="Montserrat Medium" panose="00000600000000000000" pitchFamily="2" charset="0"/>
              </a:rPr>
              <a:t>€85.5B </a:t>
            </a:r>
            <a:r>
              <a:rPr lang="en-US" sz="1100" spc="100">
                <a:solidFill>
                  <a:srgbClr val="009688"/>
                </a:solidFill>
                <a:latin typeface="Montserrat Medium" panose="00000600000000000000" pitchFamily="2" charset="0"/>
              </a:rPr>
              <a:t>group turnover</a:t>
            </a:r>
            <a:br>
              <a:rPr lang="en-US" sz="1100" spc="100">
                <a:solidFill>
                  <a:srgbClr val="009688"/>
                </a:solidFill>
                <a:latin typeface="Montserrat Medium" panose="00000600000000000000" pitchFamily="2" charset="0"/>
              </a:rPr>
            </a:br>
            <a:endParaRPr lang="en-US" sz="1100" spc="100">
              <a:solidFill>
                <a:srgbClr val="009688"/>
              </a:solidFill>
              <a:latin typeface="Montserrat Medium" panose="00000600000000000000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EEFE28-A4D9-4BE2-9CC5-368CF6EFAF41}"/>
              </a:ext>
            </a:extLst>
          </p:cNvPr>
          <p:cNvSpPr txBox="1"/>
          <p:nvPr/>
        </p:nvSpPr>
        <p:spPr>
          <a:xfrm>
            <a:off x="7666406" y="5430064"/>
            <a:ext cx="18074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spc="100">
                <a:solidFill>
                  <a:srgbClr val="3C3E81"/>
                </a:solidFill>
                <a:latin typeface="Montserrat Medium" panose="00000600000000000000" pitchFamily="2" charset="0"/>
              </a:rPr>
              <a:t>Leading Dutch university hospital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922B99-89D5-46FD-8145-D2467980530D}"/>
              </a:ext>
            </a:extLst>
          </p:cNvPr>
          <p:cNvSpPr txBox="1"/>
          <p:nvPr/>
        </p:nvSpPr>
        <p:spPr>
          <a:xfrm>
            <a:off x="8848844" y="2145160"/>
            <a:ext cx="2581156" cy="646331"/>
          </a:xfrm>
          <a:prstGeom prst="rect">
            <a:avLst/>
          </a:prstGeom>
          <a:solidFill>
            <a:srgbClr val="0F3168"/>
          </a:solidFill>
        </p:spPr>
        <p:txBody>
          <a:bodyPr wrap="none" rtlCol="0">
            <a:spAutoFit/>
          </a:bodyPr>
          <a:lstStyle/>
          <a:p>
            <a:pPr algn="ctr"/>
            <a:r>
              <a:rPr lang="fr-FR">
                <a:solidFill>
                  <a:schemeClr val="bg1"/>
                </a:solidFill>
                <a:latin typeface="+mj-lt"/>
              </a:rPr>
              <a:t>*€180K to </a:t>
            </a:r>
            <a:r>
              <a:rPr lang="fr-FR" err="1">
                <a:solidFill>
                  <a:schemeClr val="bg1"/>
                </a:solidFill>
                <a:latin typeface="+mj-lt"/>
              </a:rPr>
              <a:t>invoice</a:t>
            </a:r>
            <a:br>
              <a:rPr lang="fr-FR">
                <a:solidFill>
                  <a:schemeClr val="bg1"/>
                </a:solidFill>
                <a:latin typeface="+mj-lt"/>
              </a:rPr>
            </a:br>
            <a:r>
              <a:rPr lang="fr-FR">
                <a:solidFill>
                  <a:schemeClr val="bg1"/>
                </a:solidFill>
                <a:latin typeface="+mj-lt"/>
              </a:rPr>
              <a:t>in the </a:t>
            </a:r>
            <a:r>
              <a:rPr lang="fr-FR" err="1">
                <a:solidFill>
                  <a:schemeClr val="bg1"/>
                </a:solidFill>
                <a:latin typeface="+mj-lt"/>
              </a:rPr>
              <a:t>next</a:t>
            </a:r>
            <a:r>
              <a:rPr lang="fr-FR">
                <a:solidFill>
                  <a:schemeClr val="bg1"/>
                </a:solidFill>
                <a:latin typeface="+mj-lt"/>
              </a:rPr>
              <a:t> 3 </a:t>
            </a:r>
            <a:r>
              <a:rPr lang="fr-FR" err="1">
                <a:solidFill>
                  <a:schemeClr val="bg1"/>
                </a:solidFill>
                <a:latin typeface="+mj-lt"/>
              </a:rPr>
              <a:t>months</a:t>
            </a:r>
            <a:endParaRPr lang="fr-BE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57322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2" grpId="0" animBg="1"/>
      <p:bldP spid="50" grpId="0" animBg="1"/>
      <p:bldP spid="26" grpId="0"/>
      <p:bldP spid="28" grpId="0"/>
      <p:bldP spid="40" grpId="0"/>
      <p:bldP spid="27" grpId="0"/>
      <p:bldP spid="3" grpId="0"/>
      <p:bldP spid="4" grpId="0"/>
      <p:bldP spid="6" grpId="0"/>
      <p:bldP spid="8" grpId="0"/>
      <p:bldP spid="24" grpId="0"/>
      <p:bldP spid="25" grpId="0"/>
      <p:bldP spid="39" grpId="0"/>
      <p:bldP spid="41" grpId="0"/>
      <p:bldP spid="43" grpId="0"/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C4B5569-AEAA-4285-9483-D3E7C65D52D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25766" y="1107909"/>
            <a:ext cx="5540468" cy="5582505"/>
          </a:xfrm>
          <a:prstGeom prst="rect">
            <a:avLst/>
          </a:prstGeom>
        </p:spPr>
      </p:pic>
      <p:sp>
        <p:nvSpPr>
          <p:cNvPr id="193" name="Rectangle 192">
            <a:extLst>
              <a:ext uri="{FF2B5EF4-FFF2-40B4-BE49-F238E27FC236}">
                <a16:creationId xmlns:a16="http://schemas.microsoft.com/office/drawing/2014/main" id="{27816DF0-B29E-4D9C-A0D1-FABBC3CB0792}"/>
              </a:ext>
            </a:extLst>
          </p:cNvPr>
          <p:cNvSpPr/>
          <p:nvPr/>
        </p:nvSpPr>
        <p:spPr>
          <a:xfrm>
            <a:off x="7918943" y="2346739"/>
            <a:ext cx="3483864" cy="306978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5670816C-E632-4433-B560-96FFFB600D92}"/>
              </a:ext>
            </a:extLst>
          </p:cNvPr>
          <p:cNvSpPr/>
          <p:nvPr/>
        </p:nvSpPr>
        <p:spPr>
          <a:xfrm>
            <a:off x="4298680" y="2341335"/>
            <a:ext cx="3468317" cy="306978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910A28C0-D812-4F9A-8C18-6BA68E6E4E31}"/>
              </a:ext>
            </a:extLst>
          </p:cNvPr>
          <p:cNvSpPr/>
          <p:nvPr/>
        </p:nvSpPr>
        <p:spPr>
          <a:xfrm>
            <a:off x="678030" y="2338759"/>
            <a:ext cx="3468317" cy="306978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4EAB89C7-82E9-4EA9-9D74-A674A54976BF}"/>
              </a:ext>
            </a:extLst>
          </p:cNvPr>
          <p:cNvSpPr/>
          <p:nvPr/>
        </p:nvSpPr>
        <p:spPr>
          <a:xfrm rot="10800000">
            <a:off x="889239" y="2940462"/>
            <a:ext cx="344029" cy="16706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5570BDBA-D2F9-4D99-A4E3-DEF7748F22CC}"/>
              </a:ext>
            </a:extLst>
          </p:cNvPr>
          <p:cNvSpPr/>
          <p:nvPr/>
        </p:nvSpPr>
        <p:spPr>
          <a:xfrm rot="10800000">
            <a:off x="4492184" y="2940461"/>
            <a:ext cx="344029" cy="16706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C06B32E-552B-48F3-936C-C3C0EF83C618}"/>
              </a:ext>
            </a:extLst>
          </p:cNvPr>
          <p:cNvSpPr/>
          <p:nvPr/>
        </p:nvSpPr>
        <p:spPr>
          <a:xfrm rot="10800000">
            <a:off x="8161559" y="2946619"/>
            <a:ext cx="344029" cy="16706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3E8C16-1717-42D5-BDB7-63E4AA20EE26}"/>
              </a:ext>
            </a:extLst>
          </p:cNvPr>
          <p:cNvSpPr/>
          <p:nvPr/>
        </p:nvSpPr>
        <p:spPr>
          <a:xfrm>
            <a:off x="7920382" y="1831870"/>
            <a:ext cx="3481230" cy="1126967"/>
          </a:xfrm>
          <a:prstGeom prst="rect">
            <a:avLst/>
          </a:prstGeom>
          <a:gradFill flip="none" rotWithShape="1">
            <a:gsLst>
              <a:gs pos="0">
                <a:srgbClr val="002B69">
                  <a:shade val="30000"/>
                  <a:satMod val="115000"/>
                </a:srgbClr>
              </a:gs>
              <a:gs pos="50000">
                <a:srgbClr val="002B69">
                  <a:shade val="67500"/>
                  <a:satMod val="115000"/>
                </a:srgbClr>
              </a:gs>
              <a:gs pos="100000">
                <a:srgbClr val="002B69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3F40DC-B050-46C7-AD19-4E60B53149AB}"/>
              </a:ext>
            </a:extLst>
          </p:cNvPr>
          <p:cNvSpPr/>
          <p:nvPr/>
        </p:nvSpPr>
        <p:spPr>
          <a:xfrm>
            <a:off x="4295118" y="1831871"/>
            <a:ext cx="3481230" cy="1126967"/>
          </a:xfrm>
          <a:prstGeom prst="rect">
            <a:avLst/>
          </a:prstGeom>
          <a:gradFill flip="none" rotWithShape="1">
            <a:gsLst>
              <a:gs pos="0">
                <a:srgbClr val="002B69">
                  <a:shade val="30000"/>
                  <a:satMod val="115000"/>
                </a:srgbClr>
              </a:gs>
              <a:gs pos="50000">
                <a:srgbClr val="002B69">
                  <a:shade val="67500"/>
                  <a:satMod val="115000"/>
                </a:srgbClr>
              </a:gs>
              <a:gs pos="100000">
                <a:srgbClr val="002B69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17DDA3-1DAD-447F-BBAB-D9693A6E3780}"/>
              </a:ext>
            </a:extLst>
          </p:cNvPr>
          <p:cNvSpPr txBox="1"/>
          <p:nvPr/>
        </p:nvSpPr>
        <p:spPr>
          <a:xfrm>
            <a:off x="463549" y="417979"/>
            <a:ext cx="109664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>
                <a:solidFill>
                  <a:srgbClr val="072C62"/>
                </a:solidFill>
                <a:latin typeface="Montserrat Regular" pitchFamily="2" charset="77"/>
              </a:rPr>
              <a:t>Go-to-Market Strategy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72C62"/>
              </a:solidFill>
              <a:effectLst/>
              <a:uLnTx/>
              <a:uFillTx/>
              <a:latin typeface="Montserrat Regular" pitchFamily="2" charset="77"/>
              <a:ea typeface="+mn-ea"/>
              <a:cs typeface="+mn-cs"/>
            </a:endParaRPr>
          </a:p>
        </p:txBody>
      </p:sp>
      <p:grpSp>
        <p:nvGrpSpPr>
          <p:cNvPr id="157" name="Solomon_Islands">
            <a:extLst>
              <a:ext uri="{FF2B5EF4-FFF2-40B4-BE49-F238E27FC236}">
                <a16:creationId xmlns:a16="http://schemas.microsoft.com/office/drawing/2014/main" id="{611BB6B8-7319-4231-8D06-CBA3E4299D86}"/>
              </a:ext>
            </a:extLst>
          </p:cNvPr>
          <p:cNvGrpSpPr>
            <a:grpSpLocks/>
          </p:cNvGrpSpPr>
          <p:nvPr/>
        </p:nvGrpSpPr>
        <p:grpSpPr bwMode="auto">
          <a:xfrm>
            <a:off x="7963175" y="6143804"/>
            <a:ext cx="196429" cy="119791"/>
            <a:chOff x="29537025" y="10610850"/>
            <a:chExt cx="88" cy="50"/>
          </a:xfrm>
          <a:solidFill>
            <a:srgbClr val="002B69">
              <a:alpha val="91000"/>
            </a:srgbClr>
          </a:solidFill>
        </p:grpSpPr>
        <p:sp>
          <p:nvSpPr>
            <p:cNvPr id="844" name="D780">
              <a:extLst>
                <a:ext uri="{FF2B5EF4-FFF2-40B4-BE49-F238E27FC236}">
                  <a16:creationId xmlns:a16="http://schemas.microsoft.com/office/drawing/2014/main" id="{A0A52B70-5217-473A-B431-120D65A30B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7056" y="10610899"/>
              <a:ext cx="4" cy="1"/>
            </a:xfrm>
            <a:custGeom>
              <a:avLst/>
              <a:gdLst>
                <a:gd name="T0" fmla="*/ 2 w 4"/>
                <a:gd name="T1" fmla="*/ 1 h 1"/>
                <a:gd name="T2" fmla="*/ 3 w 4"/>
                <a:gd name="T3" fmla="*/ 1 h 1"/>
                <a:gd name="T4" fmla="*/ 4 w 4"/>
                <a:gd name="T5" fmla="*/ 1 h 1"/>
                <a:gd name="T6" fmla="*/ 3 w 4"/>
                <a:gd name="T7" fmla="*/ 0 h 1"/>
                <a:gd name="T8" fmla="*/ 2 w 4"/>
                <a:gd name="T9" fmla="*/ 0 h 1"/>
                <a:gd name="T10" fmla="*/ 1 w 4"/>
                <a:gd name="T11" fmla="*/ 0 h 1"/>
                <a:gd name="T12" fmla="*/ 0 w 4"/>
                <a:gd name="T13" fmla="*/ 0 h 1"/>
                <a:gd name="T14" fmla="*/ 0 w 4"/>
                <a:gd name="T15" fmla="*/ 1 h 1"/>
                <a:gd name="T16" fmla="*/ 1 w 4"/>
                <a:gd name="T17" fmla="*/ 1 h 1"/>
                <a:gd name="T18" fmla="*/ 2 w 4"/>
                <a:gd name="T19" fmla="*/ 1 h 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"/>
                <a:gd name="T31" fmla="*/ 0 h 1"/>
                <a:gd name="T32" fmla="*/ 4 w 4"/>
                <a:gd name="T33" fmla="*/ 1 h 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" h="1">
                  <a:moveTo>
                    <a:pt x="2" y="1"/>
                  </a:moveTo>
                  <a:lnTo>
                    <a:pt x="3" y="1"/>
                  </a:lnTo>
                  <a:lnTo>
                    <a:pt x="4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9525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845" name="D781">
              <a:extLst>
                <a:ext uri="{FF2B5EF4-FFF2-40B4-BE49-F238E27FC236}">
                  <a16:creationId xmlns:a16="http://schemas.microsoft.com/office/drawing/2014/main" id="{828C9EAD-2C5D-4F11-B9AA-15DA98A75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7025" y="10610850"/>
              <a:ext cx="10" cy="7"/>
            </a:xfrm>
            <a:custGeom>
              <a:avLst/>
              <a:gdLst>
                <a:gd name="T0" fmla="*/ 1 w 10"/>
                <a:gd name="T1" fmla="*/ 2 h 7"/>
                <a:gd name="T2" fmla="*/ 2 w 10"/>
                <a:gd name="T3" fmla="*/ 4 h 7"/>
                <a:gd name="T4" fmla="*/ 4 w 10"/>
                <a:gd name="T5" fmla="*/ 6 h 7"/>
                <a:gd name="T6" fmla="*/ 6 w 10"/>
                <a:gd name="T7" fmla="*/ 6 h 7"/>
                <a:gd name="T8" fmla="*/ 8 w 10"/>
                <a:gd name="T9" fmla="*/ 7 h 7"/>
                <a:gd name="T10" fmla="*/ 10 w 10"/>
                <a:gd name="T11" fmla="*/ 7 h 7"/>
                <a:gd name="T12" fmla="*/ 9 w 10"/>
                <a:gd name="T13" fmla="*/ 6 h 7"/>
                <a:gd name="T14" fmla="*/ 8 w 10"/>
                <a:gd name="T15" fmla="*/ 6 h 7"/>
                <a:gd name="T16" fmla="*/ 7 w 10"/>
                <a:gd name="T17" fmla="*/ 5 h 7"/>
                <a:gd name="T18" fmla="*/ 6 w 10"/>
                <a:gd name="T19" fmla="*/ 4 h 7"/>
                <a:gd name="T20" fmla="*/ 5 w 10"/>
                <a:gd name="T21" fmla="*/ 4 h 7"/>
                <a:gd name="T22" fmla="*/ 5 w 10"/>
                <a:gd name="T23" fmla="*/ 3 h 7"/>
                <a:gd name="T24" fmla="*/ 3 w 10"/>
                <a:gd name="T25" fmla="*/ 2 h 7"/>
                <a:gd name="T26" fmla="*/ 2 w 10"/>
                <a:gd name="T27" fmla="*/ 2 h 7"/>
                <a:gd name="T28" fmla="*/ 1 w 10"/>
                <a:gd name="T29" fmla="*/ 0 h 7"/>
                <a:gd name="T30" fmla="*/ 0 w 10"/>
                <a:gd name="T31" fmla="*/ 1 h 7"/>
                <a:gd name="T32" fmla="*/ 1 w 10"/>
                <a:gd name="T33" fmla="*/ 2 h 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"/>
                <a:gd name="T52" fmla="*/ 0 h 7"/>
                <a:gd name="T53" fmla="*/ 10 w 10"/>
                <a:gd name="T54" fmla="*/ 7 h 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" h="7">
                  <a:moveTo>
                    <a:pt x="1" y="2"/>
                  </a:moveTo>
                  <a:lnTo>
                    <a:pt x="2" y="4"/>
                  </a:lnTo>
                  <a:lnTo>
                    <a:pt x="4" y="6"/>
                  </a:lnTo>
                  <a:lnTo>
                    <a:pt x="6" y="6"/>
                  </a:lnTo>
                  <a:lnTo>
                    <a:pt x="8" y="7"/>
                  </a:lnTo>
                  <a:lnTo>
                    <a:pt x="10" y="7"/>
                  </a:lnTo>
                  <a:lnTo>
                    <a:pt x="9" y="6"/>
                  </a:lnTo>
                  <a:lnTo>
                    <a:pt x="8" y="6"/>
                  </a:lnTo>
                  <a:lnTo>
                    <a:pt x="7" y="5"/>
                  </a:lnTo>
                  <a:lnTo>
                    <a:pt x="6" y="4"/>
                  </a:lnTo>
                  <a:lnTo>
                    <a:pt x="5" y="4"/>
                  </a:lnTo>
                  <a:lnTo>
                    <a:pt x="5" y="3"/>
                  </a:lnTo>
                  <a:lnTo>
                    <a:pt x="3" y="2"/>
                  </a:lnTo>
                  <a:lnTo>
                    <a:pt x="2" y="2"/>
                  </a:lnTo>
                  <a:lnTo>
                    <a:pt x="1" y="0"/>
                  </a:lnTo>
                  <a:lnTo>
                    <a:pt x="0" y="1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9525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846" name="D782">
              <a:extLst>
                <a:ext uri="{FF2B5EF4-FFF2-40B4-BE49-F238E27FC236}">
                  <a16:creationId xmlns:a16="http://schemas.microsoft.com/office/drawing/2014/main" id="{35572119-9D52-47F1-BB7A-C3E6C6290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7026" y="10610859"/>
              <a:ext cx="2" cy="4"/>
            </a:xfrm>
            <a:custGeom>
              <a:avLst/>
              <a:gdLst>
                <a:gd name="T0" fmla="*/ 0 w 2"/>
                <a:gd name="T1" fmla="*/ 1 h 4"/>
                <a:gd name="T2" fmla="*/ 0 w 2"/>
                <a:gd name="T3" fmla="*/ 2 h 4"/>
                <a:gd name="T4" fmla="*/ 1 w 2"/>
                <a:gd name="T5" fmla="*/ 3 h 4"/>
                <a:gd name="T6" fmla="*/ 1 w 2"/>
                <a:gd name="T7" fmla="*/ 4 h 4"/>
                <a:gd name="T8" fmla="*/ 2 w 2"/>
                <a:gd name="T9" fmla="*/ 3 h 4"/>
                <a:gd name="T10" fmla="*/ 2 w 2"/>
                <a:gd name="T11" fmla="*/ 2 h 4"/>
                <a:gd name="T12" fmla="*/ 1 w 2"/>
                <a:gd name="T13" fmla="*/ 1 h 4"/>
                <a:gd name="T14" fmla="*/ 0 w 2"/>
                <a:gd name="T15" fmla="*/ 0 h 4"/>
                <a:gd name="T16" fmla="*/ 0 w 2"/>
                <a:gd name="T17" fmla="*/ 1 h 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"/>
                <a:gd name="T28" fmla="*/ 0 h 4"/>
                <a:gd name="T29" fmla="*/ 2 w 2"/>
                <a:gd name="T30" fmla="*/ 4 h 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" h="4">
                  <a:moveTo>
                    <a:pt x="0" y="1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2" y="3"/>
                  </a:lnTo>
                  <a:lnTo>
                    <a:pt x="2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9525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847" name="D783">
              <a:extLst>
                <a:ext uri="{FF2B5EF4-FFF2-40B4-BE49-F238E27FC236}">
                  <a16:creationId xmlns:a16="http://schemas.microsoft.com/office/drawing/2014/main" id="{5B769BD7-28E7-446F-8B12-5AB391FCF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7030" y="10610862"/>
              <a:ext cx="1" cy="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1 h 3"/>
                <a:gd name="T4" fmla="*/ 1 w 1"/>
                <a:gd name="T5" fmla="*/ 3 h 3"/>
                <a:gd name="T6" fmla="*/ 1 w 1"/>
                <a:gd name="T7" fmla="*/ 2 h 3"/>
                <a:gd name="T8" fmla="*/ 1 w 1"/>
                <a:gd name="T9" fmla="*/ 1 h 3"/>
                <a:gd name="T10" fmla="*/ 0 w 1"/>
                <a:gd name="T11" fmla="*/ 0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"/>
                <a:gd name="T19" fmla="*/ 0 h 3"/>
                <a:gd name="T20" fmla="*/ 1 w 1"/>
                <a:gd name="T21" fmla="*/ 3 h 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" h="3">
                  <a:moveTo>
                    <a:pt x="0" y="0"/>
                  </a:moveTo>
                  <a:lnTo>
                    <a:pt x="0" y="1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848" name="D784">
              <a:extLst>
                <a:ext uri="{FF2B5EF4-FFF2-40B4-BE49-F238E27FC236}">
                  <a16:creationId xmlns:a16="http://schemas.microsoft.com/office/drawing/2014/main" id="{8B00CDF4-46AA-4979-BE6F-111B70456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7032" y="10610864"/>
              <a:ext cx="6" cy="4"/>
            </a:xfrm>
            <a:custGeom>
              <a:avLst/>
              <a:gdLst>
                <a:gd name="T0" fmla="*/ 1 w 6"/>
                <a:gd name="T1" fmla="*/ 2 h 4"/>
                <a:gd name="T2" fmla="*/ 2 w 6"/>
                <a:gd name="T3" fmla="*/ 2 h 4"/>
                <a:gd name="T4" fmla="*/ 4 w 6"/>
                <a:gd name="T5" fmla="*/ 3 h 4"/>
                <a:gd name="T6" fmla="*/ 5 w 6"/>
                <a:gd name="T7" fmla="*/ 4 h 4"/>
                <a:gd name="T8" fmla="*/ 6 w 6"/>
                <a:gd name="T9" fmla="*/ 4 h 4"/>
                <a:gd name="T10" fmla="*/ 5 w 6"/>
                <a:gd name="T11" fmla="*/ 2 h 4"/>
                <a:gd name="T12" fmla="*/ 4 w 6"/>
                <a:gd name="T13" fmla="*/ 1 h 4"/>
                <a:gd name="T14" fmla="*/ 3 w 6"/>
                <a:gd name="T15" fmla="*/ 1 h 4"/>
                <a:gd name="T16" fmla="*/ 3 w 6"/>
                <a:gd name="T17" fmla="*/ 0 h 4"/>
                <a:gd name="T18" fmla="*/ 2 w 6"/>
                <a:gd name="T19" fmla="*/ 0 h 4"/>
                <a:gd name="T20" fmla="*/ 1 w 6"/>
                <a:gd name="T21" fmla="*/ 0 h 4"/>
                <a:gd name="T22" fmla="*/ 0 w 6"/>
                <a:gd name="T23" fmla="*/ 1 h 4"/>
                <a:gd name="T24" fmla="*/ 0 w 6"/>
                <a:gd name="T25" fmla="*/ 2 h 4"/>
                <a:gd name="T26" fmla="*/ 1 w 6"/>
                <a:gd name="T27" fmla="*/ 2 h 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"/>
                <a:gd name="T43" fmla="*/ 0 h 4"/>
                <a:gd name="T44" fmla="*/ 6 w 6"/>
                <a:gd name="T45" fmla="*/ 4 h 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" h="4">
                  <a:moveTo>
                    <a:pt x="1" y="2"/>
                  </a:moveTo>
                  <a:lnTo>
                    <a:pt x="2" y="2"/>
                  </a:lnTo>
                  <a:lnTo>
                    <a:pt x="4" y="3"/>
                  </a:lnTo>
                  <a:lnTo>
                    <a:pt x="5" y="4"/>
                  </a:lnTo>
                  <a:lnTo>
                    <a:pt x="6" y="4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9525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849" name="D785">
              <a:extLst>
                <a:ext uri="{FF2B5EF4-FFF2-40B4-BE49-F238E27FC236}">
                  <a16:creationId xmlns:a16="http://schemas.microsoft.com/office/drawing/2014/main" id="{41FC0651-137D-444E-AA9C-AD7F0DE52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7032" y="10610868"/>
              <a:ext cx="1" cy="2"/>
            </a:xfrm>
            <a:custGeom>
              <a:avLst/>
              <a:gdLst>
                <a:gd name="T0" fmla="*/ 1 w 1"/>
                <a:gd name="T1" fmla="*/ 2 h 2"/>
                <a:gd name="T2" fmla="*/ 1 w 1"/>
                <a:gd name="T3" fmla="*/ 1 h 2"/>
                <a:gd name="T4" fmla="*/ 1 w 1"/>
                <a:gd name="T5" fmla="*/ 0 h 2"/>
                <a:gd name="T6" fmla="*/ 0 w 1"/>
                <a:gd name="T7" fmla="*/ 0 h 2"/>
                <a:gd name="T8" fmla="*/ 1 w 1"/>
                <a:gd name="T9" fmla="*/ 1 h 2"/>
                <a:gd name="T10" fmla="*/ 1 w 1"/>
                <a:gd name="T11" fmla="*/ 2 h 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"/>
                <a:gd name="T19" fmla="*/ 0 h 2"/>
                <a:gd name="T20" fmla="*/ 1 w 1"/>
                <a:gd name="T21" fmla="*/ 2 h 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" h="2">
                  <a:moveTo>
                    <a:pt x="1" y="2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9525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850" name="D786">
              <a:extLst>
                <a:ext uri="{FF2B5EF4-FFF2-40B4-BE49-F238E27FC236}">
                  <a16:creationId xmlns:a16="http://schemas.microsoft.com/office/drawing/2014/main" id="{DA449C02-2FE9-4D6F-ACBC-CDAFC1F21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7038" y="10610869"/>
              <a:ext cx="2" cy="1"/>
            </a:xfrm>
            <a:custGeom>
              <a:avLst/>
              <a:gdLst>
                <a:gd name="T0" fmla="*/ 1 w 2"/>
                <a:gd name="T1" fmla="*/ 1 h 1"/>
                <a:gd name="T2" fmla="*/ 2 w 2"/>
                <a:gd name="T3" fmla="*/ 1 h 1"/>
                <a:gd name="T4" fmla="*/ 2 w 2"/>
                <a:gd name="T5" fmla="*/ 0 h 1"/>
                <a:gd name="T6" fmla="*/ 1 w 2"/>
                <a:gd name="T7" fmla="*/ 0 h 1"/>
                <a:gd name="T8" fmla="*/ 0 w 2"/>
                <a:gd name="T9" fmla="*/ 0 h 1"/>
                <a:gd name="T10" fmla="*/ 1 w 2"/>
                <a:gd name="T11" fmla="*/ 1 h 1"/>
                <a:gd name="T12" fmla="*/ 1 w 2"/>
                <a:gd name="T13" fmla="*/ 1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"/>
                <a:gd name="T22" fmla="*/ 0 h 1"/>
                <a:gd name="T23" fmla="*/ 2 w 2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" h="1">
                  <a:moveTo>
                    <a:pt x="1" y="1"/>
                  </a:moveTo>
                  <a:lnTo>
                    <a:pt x="2" y="1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9525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851" name="D787">
              <a:extLst>
                <a:ext uri="{FF2B5EF4-FFF2-40B4-BE49-F238E27FC236}">
                  <a16:creationId xmlns:a16="http://schemas.microsoft.com/office/drawing/2014/main" id="{543B5708-3934-42E3-A3AE-A92A4FF0D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7044" y="10610859"/>
              <a:ext cx="12" cy="9"/>
            </a:xfrm>
            <a:custGeom>
              <a:avLst/>
              <a:gdLst>
                <a:gd name="T0" fmla="*/ 1 w 12"/>
                <a:gd name="T1" fmla="*/ 1 h 9"/>
                <a:gd name="T2" fmla="*/ 1 w 12"/>
                <a:gd name="T3" fmla="*/ 2 h 9"/>
                <a:gd name="T4" fmla="*/ 3 w 12"/>
                <a:gd name="T5" fmla="*/ 4 h 9"/>
                <a:gd name="T6" fmla="*/ 4 w 12"/>
                <a:gd name="T7" fmla="*/ 4 h 9"/>
                <a:gd name="T8" fmla="*/ 6 w 12"/>
                <a:gd name="T9" fmla="*/ 5 h 9"/>
                <a:gd name="T10" fmla="*/ 7 w 12"/>
                <a:gd name="T11" fmla="*/ 6 h 9"/>
                <a:gd name="T12" fmla="*/ 8 w 12"/>
                <a:gd name="T13" fmla="*/ 7 h 9"/>
                <a:gd name="T14" fmla="*/ 10 w 12"/>
                <a:gd name="T15" fmla="*/ 8 h 9"/>
                <a:gd name="T16" fmla="*/ 11 w 12"/>
                <a:gd name="T17" fmla="*/ 9 h 9"/>
                <a:gd name="T18" fmla="*/ 12 w 12"/>
                <a:gd name="T19" fmla="*/ 9 h 9"/>
                <a:gd name="T20" fmla="*/ 12 w 12"/>
                <a:gd name="T21" fmla="*/ 8 h 9"/>
                <a:gd name="T22" fmla="*/ 12 w 12"/>
                <a:gd name="T23" fmla="*/ 7 h 9"/>
                <a:gd name="T24" fmla="*/ 11 w 12"/>
                <a:gd name="T25" fmla="*/ 6 h 9"/>
                <a:gd name="T26" fmla="*/ 10 w 12"/>
                <a:gd name="T27" fmla="*/ 6 h 9"/>
                <a:gd name="T28" fmla="*/ 9 w 12"/>
                <a:gd name="T29" fmla="*/ 5 h 9"/>
                <a:gd name="T30" fmla="*/ 8 w 12"/>
                <a:gd name="T31" fmla="*/ 5 h 9"/>
                <a:gd name="T32" fmla="*/ 7 w 12"/>
                <a:gd name="T33" fmla="*/ 4 h 9"/>
                <a:gd name="T34" fmla="*/ 6 w 12"/>
                <a:gd name="T35" fmla="*/ 3 h 9"/>
                <a:gd name="T36" fmla="*/ 4 w 12"/>
                <a:gd name="T37" fmla="*/ 2 h 9"/>
                <a:gd name="T38" fmla="*/ 3 w 12"/>
                <a:gd name="T39" fmla="*/ 2 h 9"/>
                <a:gd name="T40" fmla="*/ 2 w 12"/>
                <a:gd name="T41" fmla="*/ 1 h 9"/>
                <a:gd name="T42" fmla="*/ 0 w 12"/>
                <a:gd name="T43" fmla="*/ 0 h 9"/>
                <a:gd name="T44" fmla="*/ 1 w 12"/>
                <a:gd name="T45" fmla="*/ 1 h 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"/>
                <a:gd name="T70" fmla="*/ 0 h 9"/>
                <a:gd name="T71" fmla="*/ 12 w 12"/>
                <a:gd name="T72" fmla="*/ 9 h 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" h="9">
                  <a:moveTo>
                    <a:pt x="1" y="1"/>
                  </a:moveTo>
                  <a:lnTo>
                    <a:pt x="1" y="2"/>
                  </a:lnTo>
                  <a:lnTo>
                    <a:pt x="3" y="4"/>
                  </a:lnTo>
                  <a:lnTo>
                    <a:pt x="4" y="4"/>
                  </a:lnTo>
                  <a:lnTo>
                    <a:pt x="6" y="5"/>
                  </a:lnTo>
                  <a:lnTo>
                    <a:pt x="7" y="6"/>
                  </a:lnTo>
                  <a:lnTo>
                    <a:pt x="8" y="7"/>
                  </a:lnTo>
                  <a:lnTo>
                    <a:pt x="10" y="8"/>
                  </a:lnTo>
                  <a:lnTo>
                    <a:pt x="11" y="9"/>
                  </a:lnTo>
                  <a:lnTo>
                    <a:pt x="12" y="9"/>
                  </a:lnTo>
                  <a:lnTo>
                    <a:pt x="12" y="8"/>
                  </a:lnTo>
                  <a:lnTo>
                    <a:pt x="12" y="7"/>
                  </a:lnTo>
                  <a:lnTo>
                    <a:pt x="11" y="6"/>
                  </a:lnTo>
                  <a:lnTo>
                    <a:pt x="10" y="6"/>
                  </a:lnTo>
                  <a:lnTo>
                    <a:pt x="9" y="5"/>
                  </a:lnTo>
                  <a:lnTo>
                    <a:pt x="8" y="5"/>
                  </a:lnTo>
                  <a:lnTo>
                    <a:pt x="7" y="4"/>
                  </a:lnTo>
                  <a:lnTo>
                    <a:pt x="6" y="3"/>
                  </a:lnTo>
                  <a:lnTo>
                    <a:pt x="4" y="2"/>
                  </a:lnTo>
                  <a:lnTo>
                    <a:pt x="3" y="2"/>
                  </a:lnTo>
                  <a:lnTo>
                    <a:pt x="2" y="1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9525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852" name="D788">
              <a:extLst>
                <a:ext uri="{FF2B5EF4-FFF2-40B4-BE49-F238E27FC236}">
                  <a16:creationId xmlns:a16="http://schemas.microsoft.com/office/drawing/2014/main" id="{0F4FAB50-A5E2-4F83-85E0-90FB5B6CF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7064" y="10610867"/>
              <a:ext cx="8" cy="12"/>
            </a:xfrm>
            <a:custGeom>
              <a:avLst/>
              <a:gdLst>
                <a:gd name="T0" fmla="*/ 1 w 8"/>
                <a:gd name="T1" fmla="*/ 1 h 12"/>
                <a:gd name="T2" fmla="*/ 1 w 8"/>
                <a:gd name="T3" fmla="*/ 2 h 12"/>
                <a:gd name="T4" fmla="*/ 1 w 8"/>
                <a:gd name="T5" fmla="*/ 4 h 12"/>
                <a:gd name="T6" fmla="*/ 2 w 8"/>
                <a:gd name="T7" fmla="*/ 6 h 12"/>
                <a:gd name="T8" fmla="*/ 3 w 8"/>
                <a:gd name="T9" fmla="*/ 8 h 12"/>
                <a:gd name="T10" fmla="*/ 5 w 8"/>
                <a:gd name="T11" fmla="*/ 10 h 12"/>
                <a:gd name="T12" fmla="*/ 6 w 8"/>
                <a:gd name="T13" fmla="*/ 11 h 12"/>
                <a:gd name="T14" fmla="*/ 8 w 8"/>
                <a:gd name="T15" fmla="*/ 11 h 12"/>
                <a:gd name="T16" fmla="*/ 8 w 8"/>
                <a:gd name="T17" fmla="*/ 12 h 12"/>
                <a:gd name="T18" fmla="*/ 8 w 8"/>
                <a:gd name="T19" fmla="*/ 10 h 12"/>
                <a:gd name="T20" fmla="*/ 7 w 8"/>
                <a:gd name="T21" fmla="*/ 9 h 12"/>
                <a:gd name="T22" fmla="*/ 6 w 8"/>
                <a:gd name="T23" fmla="*/ 9 h 12"/>
                <a:gd name="T24" fmla="*/ 5 w 8"/>
                <a:gd name="T25" fmla="*/ 8 h 12"/>
                <a:gd name="T26" fmla="*/ 6 w 8"/>
                <a:gd name="T27" fmla="*/ 8 h 12"/>
                <a:gd name="T28" fmla="*/ 5 w 8"/>
                <a:gd name="T29" fmla="*/ 7 h 12"/>
                <a:gd name="T30" fmla="*/ 4 w 8"/>
                <a:gd name="T31" fmla="*/ 5 h 12"/>
                <a:gd name="T32" fmla="*/ 3 w 8"/>
                <a:gd name="T33" fmla="*/ 4 h 12"/>
                <a:gd name="T34" fmla="*/ 3 w 8"/>
                <a:gd name="T35" fmla="*/ 3 h 12"/>
                <a:gd name="T36" fmla="*/ 3 w 8"/>
                <a:gd name="T37" fmla="*/ 2 h 12"/>
                <a:gd name="T38" fmla="*/ 2 w 8"/>
                <a:gd name="T39" fmla="*/ 1 h 12"/>
                <a:gd name="T40" fmla="*/ 1 w 8"/>
                <a:gd name="T41" fmla="*/ 0 h 12"/>
                <a:gd name="T42" fmla="*/ 0 w 8"/>
                <a:gd name="T43" fmla="*/ 0 h 12"/>
                <a:gd name="T44" fmla="*/ 0 w 8"/>
                <a:gd name="T45" fmla="*/ 1 h 12"/>
                <a:gd name="T46" fmla="*/ 1 w 8"/>
                <a:gd name="T47" fmla="*/ 1 h 1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8"/>
                <a:gd name="T73" fmla="*/ 0 h 12"/>
                <a:gd name="T74" fmla="*/ 8 w 8"/>
                <a:gd name="T75" fmla="*/ 12 h 1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8" h="12">
                  <a:moveTo>
                    <a:pt x="1" y="1"/>
                  </a:moveTo>
                  <a:lnTo>
                    <a:pt x="1" y="2"/>
                  </a:lnTo>
                  <a:lnTo>
                    <a:pt x="1" y="4"/>
                  </a:lnTo>
                  <a:lnTo>
                    <a:pt x="2" y="6"/>
                  </a:lnTo>
                  <a:lnTo>
                    <a:pt x="3" y="8"/>
                  </a:lnTo>
                  <a:lnTo>
                    <a:pt x="5" y="10"/>
                  </a:lnTo>
                  <a:lnTo>
                    <a:pt x="6" y="11"/>
                  </a:lnTo>
                  <a:lnTo>
                    <a:pt x="8" y="11"/>
                  </a:lnTo>
                  <a:lnTo>
                    <a:pt x="8" y="12"/>
                  </a:lnTo>
                  <a:lnTo>
                    <a:pt x="8" y="10"/>
                  </a:lnTo>
                  <a:lnTo>
                    <a:pt x="7" y="9"/>
                  </a:lnTo>
                  <a:lnTo>
                    <a:pt x="6" y="9"/>
                  </a:lnTo>
                  <a:lnTo>
                    <a:pt x="5" y="8"/>
                  </a:lnTo>
                  <a:lnTo>
                    <a:pt x="6" y="8"/>
                  </a:lnTo>
                  <a:lnTo>
                    <a:pt x="5" y="7"/>
                  </a:lnTo>
                  <a:lnTo>
                    <a:pt x="4" y="5"/>
                  </a:lnTo>
                  <a:lnTo>
                    <a:pt x="3" y="4"/>
                  </a:lnTo>
                  <a:lnTo>
                    <a:pt x="3" y="3"/>
                  </a:lnTo>
                  <a:lnTo>
                    <a:pt x="3" y="2"/>
                  </a:lnTo>
                  <a:lnTo>
                    <a:pt x="2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9525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853" name="D789">
              <a:extLst>
                <a:ext uri="{FF2B5EF4-FFF2-40B4-BE49-F238E27FC236}">
                  <a16:creationId xmlns:a16="http://schemas.microsoft.com/office/drawing/2014/main" id="{B81A60A1-D30F-487D-908D-65143203B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7059" y="10610873"/>
              <a:ext cx="3" cy="1"/>
            </a:xfrm>
            <a:custGeom>
              <a:avLst/>
              <a:gdLst>
                <a:gd name="T0" fmla="*/ 1 w 3"/>
                <a:gd name="T1" fmla="*/ 1 h 1"/>
                <a:gd name="T2" fmla="*/ 2 w 3"/>
                <a:gd name="T3" fmla="*/ 1 h 1"/>
                <a:gd name="T4" fmla="*/ 3 w 3"/>
                <a:gd name="T5" fmla="*/ 1 h 1"/>
                <a:gd name="T6" fmla="*/ 2 w 3"/>
                <a:gd name="T7" fmla="*/ 0 h 1"/>
                <a:gd name="T8" fmla="*/ 1 w 3"/>
                <a:gd name="T9" fmla="*/ 0 h 1"/>
                <a:gd name="T10" fmla="*/ 0 w 3"/>
                <a:gd name="T11" fmla="*/ 0 h 1"/>
                <a:gd name="T12" fmla="*/ 1 w 3"/>
                <a:gd name="T13" fmla="*/ 1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"/>
                <a:gd name="T22" fmla="*/ 0 h 1"/>
                <a:gd name="T23" fmla="*/ 3 w 3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" h="1">
                  <a:moveTo>
                    <a:pt x="1" y="1"/>
                  </a:moveTo>
                  <a:lnTo>
                    <a:pt x="2" y="1"/>
                  </a:lnTo>
                  <a:lnTo>
                    <a:pt x="3" y="1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9525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854" name="D790">
              <a:extLst>
                <a:ext uri="{FF2B5EF4-FFF2-40B4-BE49-F238E27FC236}">
                  <a16:creationId xmlns:a16="http://schemas.microsoft.com/office/drawing/2014/main" id="{C537A91E-4AE8-4D31-96CA-F23BCD0FF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7054" y="10610875"/>
              <a:ext cx="12" cy="7"/>
            </a:xfrm>
            <a:custGeom>
              <a:avLst/>
              <a:gdLst>
                <a:gd name="T0" fmla="*/ 0 w 12"/>
                <a:gd name="T1" fmla="*/ 2 h 7"/>
                <a:gd name="T2" fmla="*/ 0 w 12"/>
                <a:gd name="T3" fmla="*/ 3 h 7"/>
                <a:gd name="T4" fmla="*/ 1 w 12"/>
                <a:gd name="T5" fmla="*/ 4 h 7"/>
                <a:gd name="T6" fmla="*/ 2 w 12"/>
                <a:gd name="T7" fmla="*/ 5 h 7"/>
                <a:gd name="T8" fmla="*/ 4 w 12"/>
                <a:gd name="T9" fmla="*/ 6 h 7"/>
                <a:gd name="T10" fmla="*/ 5 w 12"/>
                <a:gd name="T11" fmla="*/ 6 h 7"/>
                <a:gd name="T12" fmla="*/ 6 w 12"/>
                <a:gd name="T13" fmla="*/ 6 h 7"/>
                <a:gd name="T14" fmla="*/ 8 w 12"/>
                <a:gd name="T15" fmla="*/ 6 h 7"/>
                <a:gd name="T16" fmla="*/ 9 w 12"/>
                <a:gd name="T17" fmla="*/ 7 h 7"/>
                <a:gd name="T18" fmla="*/ 11 w 12"/>
                <a:gd name="T19" fmla="*/ 7 h 7"/>
                <a:gd name="T20" fmla="*/ 12 w 12"/>
                <a:gd name="T21" fmla="*/ 6 h 7"/>
                <a:gd name="T22" fmla="*/ 12 w 12"/>
                <a:gd name="T23" fmla="*/ 5 h 7"/>
                <a:gd name="T24" fmla="*/ 11 w 12"/>
                <a:gd name="T25" fmla="*/ 5 h 7"/>
                <a:gd name="T26" fmla="*/ 10 w 12"/>
                <a:gd name="T27" fmla="*/ 4 h 7"/>
                <a:gd name="T28" fmla="*/ 9 w 12"/>
                <a:gd name="T29" fmla="*/ 3 h 7"/>
                <a:gd name="T30" fmla="*/ 8 w 12"/>
                <a:gd name="T31" fmla="*/ 3 h 7"/>
                <a:gd name="T32" fmla="*/ 7 w 12"/>
                <a:gd name="T33" fmla="*/ 2 h 7"/>
                <a:gd name="T34" fmla="*/ 6 w 12"/>
                <a:gd name="T35" fmla="*/ 2 h 7"/>
                <a:gd name="T36" fmla="*/ 5 w 12"/>
                <a:gd name="T37" fmla="*/ 2 h 7"/>
                <a:gd name="T38" fmla="*/ 4 w 12"/>
                <a:gd name="T39" fmla="*/ 2 h 7"/>
                <a:gd name="T40" fmla="*/ 2 w 12"/>
                <a:gd name="T41" fmla="*/ 1 h 7"/>
                <a:gd name="T42" fmla="*/ 1 w 12"/>
                <a:gd name="T43" fmla="*/ 1 h 7"/>
                <a:gd name="T44" fmla="*/ 1 w 12"/>
                <a:gd name="T45" fmla="*/ 0 h 7"/>
                <a:gd name="T46" fmla="*/ 0 w 12"/>
                <a:gd name="T47" fmla="*/ 1 h 7"/>
                <a:gd name="T48" fmla="*/ 0 w 12"/>
                <a:gd name="T49" fmla="*/ 2 h 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"/>
                <a:gd name="T76" fmla="*/ 0 h 7"/>
                <a:gd name="T77" fmla="*/ 12 w 12"/>
                <a:gd name="T78" fmla="*/ 7 h 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" h="7">
                  <a:moveTo>
                    <a:pt x="0" y="2"/>
                  </a:moveTo>
                  <a:lnTo>
                    <a:pt x="0" y="3"/>
                  </a:lnTo>
                  <a:lnTo>
                    <a:pt x="1" y="4"/>
                  </a:lnTo>
                  <a:lnTo>
                    <a:pt x="2" y="5"/>
                  </a:lnTo>
                  <a:lnTo>
                    <a:pt x="4" y="6"/>
                  </a:lnTo>
                  <a:lnTo>
                    <a:pt x="5" y="6"/>
                  </a:lnTo>
                  <a:lnTo>
                    <a:pt x="6" y="6"/>
                  </a:lnTo>
                  <a:lnTo>
                    <a:pt x="8" y="6"/>
                  </a:lnTo>
                  <a:lnTo>
                    <a:pt x="9" y="7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2" y="5"/>
                  </a:lnTo>
                  <a:lnTo>
                    <a:pt x="11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8" y="3"/>
                  </a:lnTo>
                  <a:lnTo>
                    <a:pt x="7" y="2"/>
                  </a:lnTo>
                  <a:lnTo>
                    <a:pt x="6" y="2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9525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855" name="D791">
              <a:extLst>
                <a:ext uri="{FF2B5EF4-FFF2-40B4-BE49-F238E27FC236}">
                  <a16:creationId xmlns:a16="http://schemas.microsoft.com/office/drawing/2014/main" id="{BE7F7A18-EF32-45D8-B093-508C6DEEC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7070" y="10610884"/>
              <a:ext cx="9" cy="6"/>
            </a:xfrm>
            <a:custGeom>
              <a:avLst/>
              <a:gdLst>
                <a:gd name="T0" fmla="*/ 1 w 9"/>
                <a:gd name="T1" fmla="*/ 0 h 6"/>
                <a:gd name="T2" fmla="*/ 1 w 9"/>
                <a:gd name="T3" fmla="*/ 1 h 6"/>
                <a:gd name="T4" fmla="*/ 2 w 9"/>
                <a:gd name="T5" fmla="*/ 3 h 6"/>
                <a:gd name="T6" fmla="*/ 3 w 9"/>
                <a:gd name="T7" fmla="*/ 3 h 6"/>
                <a:gd name="T8" fmla="*/ 5 w 9"/>
                <a:gd name="T9" fmla="*/ 5 h 6"/>
                <a:gd name="T10" fmla="*/ 7 w 9"/>
                <a:gd name="T11" fmla="*/ 6 h 6"/>
                <a:gd name="T12" fmla="*/ 9 w 9"/>
                <a:gd name="T13" fmla="*/ 6 h 6"/>
                <a:gd name="T14" fmla="*/ 9 w 9"/>
                <a:gd name="T15" fmla="*/ 5 h 6"/>
                <a:gd name="T16" fmla="*/ 8 w 9"/>
                <a:gd name="T17" fmla="*/ 4 h 6"/>
                <a:gd name="T18" fmla="*/ 7 w 9"/>
                <a:gd name="T19" fmla="*/ 3 h 6"/>
                <a:gd name="T20" fmla="*/ 5 w 9"/>
                <a:gd name="T21" fmla="*/ 2 h 6"/>
                <a:gd name="T22" fmla="*/ 4 w 9"/>
                <a:gd name="T23" fmla="*/ 2 h 6"/>
                <a:gd name="T24" fmla="*/ 2 w 9"/>
                <a:gd name="T25" fmla="*/ 1 h 6"/>
                <a:gd name="T26" fmla="*/ 1 w 9"/>
                <a:gd name="T27" fmla="*/ 1 h 6"/>
                <a:gd name="T28" fmla="*/ 0 w 9"/>
                <a:gd name="T29" fmla="*/ 0 h 6"/>
                <a:gd name="T30" fmla="*/ 1 w 9"/>
                <a:gd name="T31" fmla="*/ 0 h 6"/>
                <a:gd name="T32" fmla="*/ 1 w 9"/>
                <a:gd name="T33" fmla="*/ 0 h 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"/>
                <a:gd name="T52" fmla="*/ 0 h 6"/>
                <a:gd name="T53" fmla="*/ 9 w 9"/>
                <a:gd name="T54" fmla="*/ 6 h 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" h="6">
                  <a:moveTo>
                    <a:pt x="1" y="0"/>
                  </a:moveTo>
                  <a:lnTo>
                    <a:pt x="1" y="1"/>
                  </a:lnTo>
                  <a:lnTo>
                    <a:pt x="2" y="3"/>
                  </a:lnTo>
                  <a:lnTo>
                    <a:pt x="3" y="3"/>
                  </a:lnTo>
                  <a:lnTo>
                    <a:pt x="5" y="5"/>
                  </a:lnTo>
                  <a:lnTo>
                    <a:pt x="7" y="6"/>
                  </a:lnTo>
                  <a:lnTo>
                    <a:pt x="9" y="6"/>
                  </a:lnTo>
                  <a:lnTo>
                    <a:pt x="9" y="5"/>
                  </a:lnTo>
                  <a:lnTo>
                    <a:pt x="8" y="4"/>
                  </a:lnTo>
                  <a:lnTo>
                    <a:pt x="7" y="3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9525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  <p:sp>
          <p:nvSpPr>
            <p:cNvPr id="856" name="D792">
              <a:extLst>
                <a:ext uri="{FF2B5EF4-FFF2-40B4-BE49-F238E27FC236}">
                  <a16:creationId xmlns:a16="http://schemas.microsoft.com/office/drawing/2014/main" id="{8FD784F6-D9A6-4696-8C36-1F4876771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7110" y="10610889"/>
              <a:ext cx="3" cy="2"/>
            </a:xfrm>
            <a:custGeom>
              <a:avLst/>
              <a:gdLst>
                <a:gd name="T0" fmla="*/ 0 w 3"/>
                <a:gd name="T1" fmla="*/ 1 h 2"/>
                <a:gd name="T2" fmla="*/ 1 w 3"/>
                <a:gd name="T3" fmla="*/ 1 h 2"/>
                <a:gd name="T4" fmla="*/ 1 w 3"/>
                <a:gd name="T5" fmla="*/ 2 h 2"/>
                <a:gd name="T6" fmla="*/ 2 w 3"/>
                <a:gd name="T7" fmla="*/ 1 h 2"/>
                <a:gd name="T8" fmla="*/ 3 w 3"/>
                <a:gd name="T9" fmla="*/ 1 h 2"/>
                <a:gd name="T10" fmla="*/ 3 w 3"/>
                <a:gd name="T11" fmla="*/ 0 h 2"/>
                <a:gd name="T12" fmla="*/ 2 w 3"/>
                <a:gd name="T13" fmla="*/ 0 h 2"/>
                <a:gd name="T14" fmla="*/ 1 w 3"/>
                <a:gd name="T15" fmla="*/ 0 h 2"/>
                <a:gd name="T16" fmla="*/ 0 w 3"/>
                <a:gd name="T17" fmla="*/ 0 h 2"/>
                <a:gd name="T18" fmla="*/ 0 w 3"/>
                <a:gd name="T19" fmla="*/ 1 h 2"/>
                <a:gd name="T20" fmla="*/ 0 w 3"/>
                <a:gd name="T21" fmla="*/ 1 h 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"/>
                <a:gd name="T34" fmla="*/ 0 h 2"/>
                <a:gd name="T35" fmla="*/ 3 w 3"/>
                <a:gd name="T36" fmla="*/ 2 h 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" h="2">
                  <a:moveTo>
                    <a:pt x="0" y="1"/>
                  </a:moveTo>
                  <a:lnTo>
                    <a:pt x="1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9525">
              <a:noFill/>
              <a:prstDash val="solid"/>
              <a:round/>
              <a:headEnd/>
              <a:tailEnd type="none" w="med" len="med"/>
            </a:ln>
          </p:spPr>
          <p:txBody>
            <a:bodyPr wrap="none" anchor="ctr" anchorCtr="1">
              <a:normAutofit fontScale="25000" lnSpcReduction="20000"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</a:endParaRPr>
            </a:p>
          </p:txBody>
        </p:sp>
      </p:grpSp>
      <p:sp>
        <p:nvSpPr>
          <p:cNvPr id="1239" name="TextBox 1238">
            <a:extLst>
              <a:ext uri="{FF2B5EF4-FFF2-40B4-BE49-F238E27FC236}">
                <a16:creationId xmlns:a16="http://schemas.microsoft.com/office/drawing/2014/main" id="{F813A798-34E7-48CC-9CE8-4D2DD7D568E7}"/>
              </a:ext>
            </a:extLst>
          </p:cNvPr>
          <p:cNvSpPr txBox="1"/>
          <p:nvPr/>
        </p:nvSpPr>
        <p:spPr>
          <a:xfrm>
            <a:off x="1296432" y="2848695"/>
            <a:ext cx="2954575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20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1231" name="TextBox 1230">
            <a:extLst>
              <a:ext uri="{FF2B5EF4-FFF2-40B4-BE49-F238E27FC236}">
                <a16:creationId xmlns:a16="http://schemas.microsoft.com/office/drawing/2014/main" id="{7FBBB738-741A-4412-AB7E-9697BC7AF0C7}"/>
              </a:ext>
            </a:extLst>
          </p:cNvPr>
          <p:cNvSpPr txBox="1"/>
          <p:nvPr/>
        </p:nvSpPr>
        <p:spPr>
          <a:xfrm>
            <a:off x="882391" y="3268749"/>
            <a:ext cx="3036436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000"/>
              </a:spcAft>
              <a:buFont typeface="+mj-lt"/>
              <a:buAutoNum type="arabicPeriod"/>
            </a:pPr>
            <a:r>
              <a:rPr lang="en-US" sz="1200" spc="100">
                <a:solidFill>
                  <a:schemeClr val="bg1"/>
                </a:solidFill>
                <a:latin typeface="Montserrat regular" panose="00000500000000000000" pitchFamily="2" charset="0"/>
              </a:rPr>
              <a:t>Reference Hospitals group with internal clinical nutrition KOL</a:t>
            </a:r>
          </a:p>
          <a:p>
            <a:pPr marL="228600" indent="-228600">
              <a:spcAft>
                <a:spcPts val="1000"/>
              </a:spcAft>
              <a:buFont typeface="+mj-lt"/>
              <a:buAutoNum type="arabicPeriod"/>
            </a:pPr>
            <a:r>
              <a:rPr lang="en-US" sz="1200" spc="100">
                <a:solidFill>
                  <a:schemeClr val="bg1"/>
                </a:solidFill>
                <a:latin typeface="Montserrat regular" panose="00000500000000000000" pitchFamily="2" charset="0"/>
                <a:sym typeface="Wingdings" panose="05000000000000000000" pitchFamily="2" charset="2"/>
              </a:rPr>
              <a:t>Leverage reference &amp; sign distribution agreement(s) or B2B partnership(s)</a:t>
            </a:r>
          </a:p>
          <a:p>
            <a:pPr marL="228600" indent="-228600">
              <a:spcAft>
                <a:spcPts val="1000"/>
              </a:spcAft>
              <a:buFont typeface="+mj-lt"/>
              <a:buAutoNum type="arabicPeriod"/>
            </a:pPr>
            <a:r>
              <a:rPr lang="en-US" sz="1200" spc="100">
                <a:solidFill>
                  <a:schemeClr val="bg1"/>
                </a:solidFill>
                <a:latin typeface="Montserrat regular" panose="00000500000000000000" pitchFamily="2" charset="0"/>
                <a:sym typeface="Wingdings" panose="05000000000000000000" pitchFamily="2" charset="2"/>
              </a:rPr>
              <a:t>Expand market coverage</a:t>
            </a:r>
          </a:p>
        </p:txBody>
      </p:sp>
      <p:sp>
        <p:nvSpPr>
          <p:cNvPr id="1242" name="TextBox 1241">
            <a:extLst>
              <a:ext uri="{FF2B5EF4-FFF2-40B4-BE49-F238E27FC236}">
                <a16:creationId xmlns:a16="http://schemas.microsoft.com/office/drawing/2014/main" id="{DA9D26A6-C7DC-4C59-BD96-04287C76AAE9}"/>
              </a:ext>
            </a:extLst>
          </p:cNvPr>
          <p:cNvSpPr txBox="1"/>
          <p:nvPr/>
        </p:nvSpPr>
        <p:spPr>
          <a:xfrm>
            <a:off x="4540264" y="3263009"/>
            <a:ext cx="2956883" cy="1456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000"/>
              </a:spcAft>
              <a:buFont typeface="+mj-lt"/>
              <a:buAutoNum type="arabicPeriod"/>
            </a:pPr>
            <a:r>
              <a:rPr lang="en-US" sz="1200" spc="100">
                <a:solidFill>
                  <a:schemeClr val="bg1"/>
                </a:solidFill>
                <a:latin typeface="Montserrat regular" panose="00000500000000000000" pitchFamily="2" charset="0"/>
              </a:rPr>
              <a:t>Reference Enteral Nutrition Homecare Providers group, integrated with hospitals</a:t>
            </a:r>
          </a:p>
          <a:p>
            <a:pPr marL="228600" indent="-228600">
              <a:spcAft>
                <a:spcPts val="1000"/>
              </a:spcAft>
              <a:buFont typeface="+mj-lt"/>
              <a:buAutoNum type="arabicPeriod"/>
            </a:pPr>
            <a:r>
              <a:rPr lang="en-US" sz="1200" spc="100">
                <a:solidFill>
                  <a:schemeClr val="bg1"/>
                </a:solidFill>
                <a:latin typeface="Montserrat regular" panose="00000500000000000000" pitchFamily="2" charset="0"/>
              </a:rPr>
              <a:t>Parenteral and per </a:t>
            </a:r>
            <a:r>
              <a:rPr lang="en-US" sz="1200" spc="100" err="1">
                <a:solidFill>
                  <a:schemeClr val="bg1"/>
                </a:solidFill>
                <a:latin typeface="Montserrat regular" panose="00000500000000000000" pitchFamily="2" charset="0"/>
              </a:rPr>
              <a:t>os</a:t>
            </a:r>
            <a:r>
              <a:rPr lang="en-US" sz="1200" spc="100">
                <a:solidFill>
                  <a:schemeClr val="bg1"/>
                </a:solidFill>
                <a:latin typeface="Montserrat regular" panose="00000500000000000000" pitchFamily="2" charset="0"/>
              </a:rPr>
              <a:t> Homecare</a:t>
            </a:r>
          </a:p>
          <a:p>
            <a:pPr marL="228600" indent="-228600">
              <a:spcAft>
                <a:spcPts val="1000"/>
              </a:spcAft>
              <a:buFont typeface="+mj-lt"/>
              <a:buAutoNum type="arabicPeriod"/>
            </a:pPr>
            <a:r>
              <a:rPr lang="en-US" sz="1200" spc="100">
                <a:solidFill>
                  <a:schemeClr val="bg1"/>
                </a:solidFill>
                <a:latin typeface="Montserrat regular" panose="00000500000000000000" pitchFamily="2" charset="0"/>
                <a:sym typeface="Wingdings" panose="05000000000000000000" pitchFamily="2" charset="2"/>
              </a:rPr>
              <a:t>Expand market coverage</a:t>
            </a:r>
          </a:p>
        </p:txBody>
      </p:sp>
      <p:sp>
        <p:nvSpPr>
          <p:cNvPr id="1246" name="TextBox 1245">
            <a:extLst>
              <a:ext uri="{FF2B5EF4-FFF2-40B4-BE49-F238E27FC236}">
                <a16:creationId xmlns:a16="http://schemas.microsoft.com/office/drawing/2014/main" id="{D6D86547-CE94-4BCB-905E-BE6CA4749D2F}"/>
              </a:ext>
            </a:extLst>
          </p:cNvPr>
          <p:cNvSpPr txBox="1"/>
          <p:nvPr/>
        </p:nvSpPr>
        <p:spPr>
          <a:xfrm>
            <a:off x="8151272" y="3269198"/>
            <a:ext cx="2950522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000"/>
              </a:spcAft>
              <a:buFont typeface="+mj-lt"/>
              <a:buAutoNum type="arabicPeriod"/>
            </a:pPr>
            <a:r>
              <a:rPr lang="en-US" sz="1200" spc="100">
                <a:solidFill>
                  <a:schemeClr val="bg1"/>
                </a:solidFill>
                <a:latin typeface="Montserrat regular" panose="00000500000000000000" pitchFamily="2" charset="0"/>
              </a:rPr>
              <a:t>Prospect </a:t>
            </a:r>
            <a:r>
              <a:rPr lang="en-US" sz="1200" spc="100" err="1">
                <a:solidFill>
                  <a:schemeClr val="bg1"/>
                </a:solidFill>
                <a:latin typeface="Montserrat regular" panose="00000500000000000000" pitchFamily="2" charset="0"/>
              </a:rPr>
              <a:t>Medtech</a:t>
            </a:r>
            <a:r>
              <a:rPr lang="en-US" sz="1200" spc="100">
                <a:solidFill>
                  <a:schemeClr val="bg1"/>
                </a:solidFill>
                <a:latin typeface="Montserrat regular" panose="00000500000000000000" pitchFamily="2" charset="0"/>
              </a:rPr>
              <a:t> with spotted data transmission weaknesses</a:t>
            </a:r>
          </a:p>
          <a:p>
            <a:pPr marL="228600" indent="-228600">
              <a:spcAft>
                <a:spcPts val="1000"/>
              </a:spcAft>
              <a:buFont typeface="+mj-lt"/>
              <a:buAutoNum type="arabicPeriod"/>
            </a:pPr>
            <a:r>
              <a:rPr lang="en-US" sz="1200" spc="100">
                <a:solidFill>
                  <a:schemeClr val="bg1"/>
                </a:solidFill>
                <a:latin typeface="Montserrat regular" panose="00000500000000000000" pitchFamily="2" charset="0"/>
              </a:rPr>
              <a:t>Proof of Concept contract</a:t>
            </a:r>
          </a:p>
          <a:p>
            <a:pPr marL="228600" indent="-228600">
              <a:spcAft>
                <a:spcPts val="1000"/>
              </a:spcAft>
              <a:buFont typeface="+mj-lt"/>
              <a:buAutoNum type="arabicPeriod"/>
            </a:pPr>
            <a:r>
              <a:rPr lang="en-US" sz="1200" spc="100" err="1">
                <a:solidFill>
                  <a:schemeClr val="bg1"/>
                </a:solidFill>
                <a:latin typeface="Montserrat regular" panose="00000500000000000000" pitchFamily="2" charset="0"/>
              </a:rPr>
              <a:t>Feedim</a:t>
            </a:r>
            <a:r>
              <a:rPr lang="en-US" sz="1200" spc="100">
                <a:solidFill>
                  <a:schemeClr val="bg1"/>
                </a:solidFill>
                <a:latin typeface="Montserrat regular" panose="00000500000000000000" pitchFamily="2" charset="0"/>
              </a:rPr>
              <a:t> OEM contract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080E9F-03C7-4E94-89F5-E6278D77221A}"/>
              </a:ext>
            </a:extLst>
          </p:cNvPr>
          <p:cNvSpPr/>
          <p:nvPr/>
        </p:nvSpPr>
        <p:spPr>
          <a:xfrm>
            <a:off x="671223" y="1831872"/>
            <a:ext cx="3481230" cy="1126967"/>
          </a:xfrm>
          <a:prstGeom prst="rect">
            <a:avLst/>
          </a:prstGeom>
          <a:gradFill flip="none" rotWithShape="1">
            <a:gsLst>
              <a:gs pos="0">
                <a:srgbClr val="002B69">
                  <a:shade val="30000"/>
                  <a:satMod val="115000"/>
                </a:srgbClr>
              </a:gs>
              <a:gs pos="50000">
                <a:srgbClr val="002B69">
                  <a:shade val="67500"/>
                  <a:satMod val="115000"/>
                </a:srgbClr>
              </a:gs>
              <a:gs pos="100000">
                <a:srgbClr val="002B69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BAD983-BF0F-4BFD-99D4-3D41569D26A5}"/>
              </a:ext>
            </a:extLst>
          </p:cNvPr>
          <p:cNvSpPr/>
          <p:nvPr/>
        </p:nvSpPr>
        <p:spPr>
          <a:xfrm>
            <a:off x="831591" y="2216713"/>
            <a:ext cx="1980741" cy="582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lang="en-US" sz="1800" b="1" spc="200">
                <a:solidFill>
                  <a:schemeClr val="bg1"/>
                </a:solidFill>
              </a:rPr>
              <a:t>HOSPITAL</a:t>
            </a:r>
            <a:endParaRPr lang="en-US" b="1">
              <a:solidFill>
                <a:schemeClr val="bg1"/>
              </a:solidFill>
            </a:endParaRPr>
          </a:p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4FC58D-D1F6-406C-A8F5-4C7F478F010C}"/>
              </a:ext>
            </a:extLst>
          </p:cNvPr>
          <p:cNvSpPr/>
          <p:nvPr/>
        </p:nvSpPr>
        <p:spPr>
          <a:xfrm>
            <a:off x="4597057" y="2216713"/>
            <a:ext cx="19807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spc="200">
                <a:solidFill>
                  <a:schemeClr val="bg1"/>
                </a:solidFill>
              </a:rPr>
              <a:t>HOMECARE</a:t>
            </a:r>
          </a:p>
          <a:p>
            <a:endParaRPr lang="en-US" b="1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62EB89-C032-492F-ABB8-10B2E3681CC7}"/>
              </a:ext>
            </a:extLst>
          </p:cNvPr>
          <p:cNvSpPr/>
          <p:nvPr/>
        </p:nvSpPr>
        <p:spPr>
          <a:xfrm>
            <a:off x="8161559" y="2216713"/>
            <a:ext cx="36073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spc="200">
                <a:solidFill>
                  <a:schemeClr val="bg1"/>
                </a:solidFill>
              </a:rPr>
              <a:t>MEDICAL DEVICES</a:t>
            </a:r>
          </a:p>
          <a:p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CA490C-1483-4C72-BDFD-351987CF0EF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0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0246936" y="272367"/>
            <a:ext cx="1183064" cy="117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66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0" animBg="1"/>
      <p:bldP spid="192" grpId="0" animBg="1"/>
      <p:bldP spid="191" grpId="0" animBg="1"/>
      <p:bldP spid="16" grpId="0" animBg="1"/>
      <p:bldP spid="17" grpId="0" animBg="1"/>
      <p:bldP spid="18" grpId="0" animBg="1"/>
      <p:bldP spid="24" grpId="0" animBg="1"/>
      <p:bldP spid="23" grpId="0" animBg="1"/>
      <p:bldP spid="1239" grpId="0"/>
      <p:bldP spid="1231" grpId="0"/>
      <p:bldP spid="1242" grpId="0"/>
      <p:bldP spid="1246" grpId="0"/>
      <p:bldP spid="4" grpId="0" animBg="1"/>
      <p:bldP spid="5" grpId="0"/>
      <p:bldP spid="6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2">
            <a:extLst>
              <a:ext uri="{FF2B5EF4-FFF2-40B4-BE49-F238E27FC236}">
                <a16:creationId xmlns:a16="http://schemas.microsoft.com/office/drawing/2014/main" id="{4A07BB88-2112-4CC1-997A-652E6D9A3D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4141" y="1234620"/>
            <a:ext cx="7071691" cy="37834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981A61-396D-456F-8DFC-89025F0D0FA6}"/>
              </a:ext>
            </a:extLst>
          </p:cNvPr>
          <p:cNvSpPr txBox="1"/>
          <p:nvPr/>
        </p:nvSpPr>
        <p:spPr>
          <a:xfrm>
            <a:off x="1880289" y="249614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€6M Funding – </a:t>
            </a:r>
            <a:br>
              <a:rPr lang="en-US" sz="36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</a:br>
            <a:r>
              <a:rPr lang="en-US" sz="36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Use of Proceeds</a:t>
            </a:r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28098-6C44-41CA-B7D2-141AA8D6C335}"/>
              </a:ext>
            </a:extLst>
          </p:cNvPr>
          <p:cNvSpPr txBox="1"/>
          <p:nvPr/>
        </p:nvSpPr>
        <p:spPr>
          <a:xfrm>
            <a:off x="1924050" y="2152650"/>
            <a:ext cx="245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40" dirty="0">
                <a:solidFill>
                  <a:srgbClr val="FFB249"/>
                </a:solidFill>
              </a:rPr>
              <a:t>SECTION 04</a:t>
            </a:r>
          </a:p>
        </p:txBody>
      </p:sp>
    </p:spTree>
    <p:extLst>
      <p:ext uri="{BB962C8B-B14F-4D97-AF65-F5344CB8AC3E}">
        <p14:creationId xmlns:p14="http://schemas.microsoft.com/office/powerpoint/2010/main" val="18466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E370781-1577-4E1E-8095-97B11A369F4E}"/>
              </a:ext>
            </a:extLst>
          </p:cNvPr>
          <p:cNvSpPr/>
          <p:nvPr/>
        </p:nvSpPr>
        <p:spPr>
          <a:xfrm>
            <a:off x="3251200" y="2383576"/>
            <a:ext cx="5600700" cy="3808950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4357CF-C5DD-4495-906F-924ED0C16FA6}"/>
              </a:ext>
            </a:extLst>
          </p:cNvPr>
          <p:cNvSpPr txBox="1"/>
          <p:nvPr/>
        </p:nvSpPr>
        <p:spPr>
          <a:xfrm>
            <a:off x="463549" y="417979"/>
            <a:ext cx="109664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n-ea"/>
                <a:cs typeface="+mn-cs"/>
              </a:rPr>
              <a:t>Use </a:t>
            </a:r>
            <a:r>
              <a:rPr lang="en-US" sz="3200">
                <a:solidFill>
                  <a:srgbClr val="072C62"/>
                </a:solidFill>
                <a:latin typeface="Montserrat Regular" pitchFamily="2" charset="77"/>
              </a:rPr>
              <a:t>of Proceeds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72C62"/>
              </a:solidFill>
              <a:effectLst/>
              <a:uLnTx/>
              <a:uFillTx/>
              <a:latin typeface="Montserrat Regular" pitchFamily="2" charset="77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37AF03-D07E-4C8A-B8EF-C499A4BAC80D}"/>
              </a:ext>
            </a:extLst>
          </p:cNvPr>
          <p:cNvSpPr/>
          <p:nvPr/>
        </p:nvSpPr>
        <p:spPr>
          <a:xfrm>
            <a:off x="2248219" y="1170743"/>
            <a:ext cx="7575551" cy="881075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>
            <a:spAutoFit/>
          </a:bodyPr>
          <a:lstStyle/>
          <a:p>
            <a:pPr marR="0" lvl="0" algn="ctr">
              <a:lnSpc>
                <a:spcPct val="107000"/>
              </a:lnSpc>
              <a:spcBef>
                <a:spcPts val="0"/>
              </a:spcBef>
            </a:pPr>
            <a:r>
              <a:rPr lang="en-US" sz="1600" b="1" spc="130">
                <a:solidFill>
                  <a:srgbClr val="00235D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Financing round: raising €6m to commercialize Dim3 digital health platform</a:t>
            </a:r>
          </a:p>
        </p:txBody>
      </p:sp>
      <p:sp>
        <p:nvSpPr>
          <p:cNvPr id="18" name="TextBox 36">
            <a:extLst>
              <a:ext uri="{FF2B5EF4-FFF2-40B4-BE49-F238E27FC236}">
                <a16:creationId xmlns:a16="http://schemas.microsoft.com/office/drawing/2014/main" id="{89966B7B-7B0D-42FB-8526-63F1B5F651E0}"/>
              </a:ext>
            </a:extLst>
          </p:cNvPr>
          <p:cNvSpPr txBox="1"/>
          <p:nvPr/>
        </p:nvSpPr>
        <p:spPr>
          <a:xfrm>
            <a:off x="4325442" y="2560318"/>
            <a:ext cx="3328786" cy="838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 spc="200">
                <a:solidFill>
                  <a:srgbClr val="06A8F5"/>
                </a:solidFill>
              </a:rPr>
              <a:t>USE OF PROCEEDS</a:t>
            </a:r>
          </a:p>
          <a:p>
            <a:pPr lvl="0" algn="ctr">
              <a:spcAft>
                <a:spcPts val="600"/>
              </a:spcAft>
            </a:pPr>
            <a:r>
              <a:rPr lang="en-US" sz="1050">
                <a:solidFill>
                  <a:srgbClr val="FFFFFF"/>
                </a:solidFill>
                <a:latin typeface="Montserrat regular" panose="00000500000000000000" pitchFamily="2" charset="0"/>
              </a:rPr>
              <a:t>5 EU countries commercial launch</a:t>
            </a:r>
            <a:endParaRPr lang="en-US" sz="1400" b="1" spc="200">
              <a:solidFill>
                <a:srgbClr val="06A8F5"/>
              </a:solidFill>
            </a:endParaRPr>
          </a:p>
          <a:p>
            <a:pPr marL="137160" indent="-13716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>
              <a:solidFill>
                <a:srgbClr val="002060"/>
              </a:solidFill>
              <a:latin typeface="Avenir Light" panose="020B0402020203020204"/>
            </a:endParaRPr>
          </a:p>
        </p:txBody>
      </p:sp>
      <p:graphicFrame>
        <p:nvGraphicFramePr>
          <p:cNvPr id="14" name="Graphique 1">
            <a:extLst>
              <a:ext uri="{FF2B5EF4-FFF2-40B4-BE49-F238E27FC236}">
                <a16:creationId xmlns:a16="http://schemas.microsoft.com/office/drawing/2014/main" id="{CCD66561-BDE1-4243-8C4A-79351168CC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2440416"/>
              </p:ext>
            </p:extLst>
          </p:nvPr>
        </p:nvGraphicFramePr>
        <p:xfrm>
          <a:off x="4147168" y="3372615"/>
          <a:ext cx="3599376" cy="2579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45561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lowchart: Document 36">
            <a:extLst>
              <a:ext uri="{FF2B5EF4-FFF2-40B4-BE49-F238E27FC236}">
                <a16:creationId xmlns:a16="http://schemas.microsoft.com/office/drawing/2014/main" id="{180D3CF4-3DF4-48B6-A294-7FBCAF228F99}"/>
              </a:ext>
            </a:extLst>
          </p:cNvPr>
          <p:cNvSpPr/>
          <p:nvPr/>
        </p:nvSpPr>
        <p:spPr>
          <a:xfrm>
            <a:off x="9324383" y="2302344"/>
            <a:ext cx="2508260" cy="3384081"/>
          </a:xfrm>
          <a:prstGeom prst="flowChartDocument">
            <a:avLst/>
          </a:prstGeom>
          <a:solidFill>
            <a:srgbClr val="F9AF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Document 12">
            <a:extLst>
              <a:ext uri="{FF2B5EF4-FFF2-40B4-BE49-F238E27FC236}">
                <a16:creationId xmlns:a16="http://schemas.microsoft.com/office/drawing/2014/main" id="{AF53CACC-5637-45E3-8DE1-CC43EFC4E4F9}"/>
              </a:ext>
            </a:extLst>
          </p:cNvPr>
          <p:cNvSpPr/>
          <p:nvPr/>
        </p:nvSpPr>
        <p:spPr>
          <a:xfrm>
            <a:off x="6324297" y="2293898"/>
            <a:ext cx="2508260" cy="3392527"/>
          </a:xfrm>
          <a:prstGeom prst="flowChartDocument">
            <a:avLst/>
          </a:prstGeom>
          <a:solidFill>
            <a:srgbClr val="F9AF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Document 11">
            <a:extLst>
              <a:ext uri="{FF2B5EF4-FFF2-40B4-BE49-F238E27FC236}">
                <a16:creationId xmlns:a16="http://schemas.microsoft.com/office/drawing/2014/main" id="{722CFD51-9F7C-4F5E-928C-78E7F0491E00}"/>
              </a:ext>
            </a:extLst>
          </p:cNvPr>
          <p:cNvSpPr/>
          <p:nvPr/>
        </p:nvSpPr>
        <p:spPr>
          <a:xfrm>
            <a:off x="3324210" y="2333790"/>
            <a:ext cx="2508260" cy="3352635"/>
          </a:xfrm>
          <a:prstGeom prst="flowChartDocument">
            <a:avLst/>
          </a:prstGeom>
          <a:solidFill>
            <a:srgbClr val="F9AF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Document 10">
            <a:extLst>
              <a:ext uri="{FF2B5EF4-FFF2-40B4-BE49-F238E27FC236}">
                <a16:creationId xmlns:a16="http://schemas.microsoft.com/office/drawing/2014/main" id="{CBBEEAC1-1D13-4AC4-8ACF-06739EAD7B85}"/>
              </a:ext>
            </a:extLst>
          </p:cNvPr>
          <p:cNvSpPr/>
          <p:nvPr/>
        </p:nvSpPr>
        <p:spPr>
          <a:xfrm>
            <a:off x="324123" y="2320985"/>
            <a:ext cx="2508260" cy="3365440"/>
          </a:xfrm>
          <a:prstGeom prst="flowChartDocument">
            <a:avLst/>
          </a:prstGeom>
          <a:solidFill>
            <a:srgbClr val="F9AF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DC1CF23B-15CF-43C5-A966-3E8A001FF09B}"/>
              </a:ext>
            </a:extLst>
          </p:cNvPr>
          <p:cNvSpPr/>
          <p:nvPr/>
        </p:nvSpPr>
        <p:spPr>
          <a:xfrm>
            <a:off x="318763" y="2178561"/>
            <a:ext cx="2508260" cy="3320300"/>
          </a:xfrm>
          <a:prstGeom prst="flowChartDocument">
            <a:avLst/>
          </a:prstGeom>
          <a:gradFill flip="none" rotWithShape="1">
            <a:gsLst>
              <a:gs pos="0">
                <a:srgbClr val="000034"/>
              </a:gs>
              <a:gs pos="62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rgbClr val="07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656778-152A-4078-90A1-8CB08F071057}"/>
              </a:ext>
            </a:extLst>
          </p:cNvPr>
          <p:cNvSpPr txBox="1"/>
          <p:nvPr/>
        </p:nvSpPr>
        <p:spPr>
          <a:xfrm>
            <a:off x="496502" y="2966256"/>
            <a:ext cx="2167115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Malnutrition is a large medical problem associated with poor outcomes and increased costs. </a:t>
            </a:r>
            <a:r>
              <a:rPr lang="en-US" sz="110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Until now, there has been no nutritional support system that manages the entire patient journey from hospital to home.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10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Moon 2">
            <a:extLst>
              <a:ext uri="{FF2B5EF4-FFF2-40B4-BE49-F238E27FC236}">
                <a16:creationId xmlns:a16="http://schemas.microsoft.com/office/drawing/2014/main" id="{DA465CD8-8ED6-42A2-B168-ECA48C3264C9}"/>
              </a:ext>
            </a:extLst>
          </p:cNvPr>
          <p:cNvSpPr/>
          <p:nvPr/>
        </p:nvSpPr>
        <p:spPr>
          <a:xfrm rot="5228522">
            <a:off x="2665382" y="5916937"/>
            <a:ext cx="684661" cy="1141407"/>
          </a:xfrm>
          <a:prstGeom prst="moon">
            <a:avLst>
              <a:gd name="adj" fmla="val 875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Image 2">
            <a:extLst>
              <a:ext uri="{FF2B5EF4-FFF2-40B4-BE49-F238E27FC236}">
                <a16:creationId xmlns:a16="http://schemas.microsoft.com/office/drawing/2014/main" id="{9A03FC49-237D-4B09-A987-2CC21C4661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84" t="84028" r="16947" b="4250"/>
          <a:stretch/>
        </p:blipFill>
        <p:spPr>
          <a:xfrm>
            <a:off x="1113371" y="1388602"/>
            <a:ext cx="633952" cy="6363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D2E7BC-039C-4B47-9A07-09E89BA85B34}"/>
              </a:ext>
            </a:extLst>
          </p:cNvPr>
          <p:cNvSpPr txBox="1"/>
          <p:nvPr/>
        </p:nvSpPr>
        <p:spPr>
          <a:xfrm>
            <a:off x="313403" y="2375020"/>
            <a:ext cx="251361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spc="100">
                <a:solidFill>
                  <a:srgbClr val="F9AF43"/>
                </a:solidFill>
              </a:rPr>
              <a:t>CLINICAL NEED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7D6802-E6CF-4E9C-BF9C-DCFFE063305A}"/>
              </a:ext>
            </a:extLst>
          </p:cNvPr>
          <p:cNvCxnSpPr>
            <a:cxnSpLocks/>
          </p:cNvCxnSpPr>
          <p:nvPr/>
        </p:nvCxnSpPr>
        <p:spPr>
          <a:xfrm>
            <a:off x="1375580" y="2804396"/>
            <a:ext cx="380905" cy="0"/>
          </a:xfrm>
          <a:prstGeom prst="line">
            <a:avLst/>
          </a:prstGeom>
          <a:ln>
            <a:solidFill>
              <a:srgbClr val="F9AF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Document 14">
            <a:extLst>
              <a:ext uri="{FF2B5EF4-FFF2-40B4-BE49-F238E27FC236}">
                <a16:creationId xmlns:a16="http://schemas.microsoft.com/office/drawing/2014/main" id="{11905F0D-B838-4EAD-AC89-619C1C65C1B6}"/>
              </a:ext>
            </a:extLst>
          </p:cNvPr>
          <p:cNvSpPr/>
          <p:nvPr/>
        </p:nvSpPr>
        <p:spPr>
          <a:xfrm>
            <a:off x="3319748" y="2177343"/>
            <a:ext cx="2508260" cy="3349763"/>
          </a:xfrm>
          <a:prstGeom prst="flowChartDocument">
            <a:avLst/>
          </a:prstGeom>
          <a:gradFill flip="none" rotWithShape="1">
            <a:gsLst>
              <a:gs pos="0">
                <a:srgbClr val="000034"/>
              </a:gs>
              <a:gs pos="72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rgbClr val="07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618620-8A0A-4060-85C1-39285F91EE09}"/>
              </a:ext>
            </a:extLst>
          </p:cNvPr>
          <p:cNvSpPr txBox="1"/>
          <p:nvPr/>
        </p:nvSpPr>
        <p:spPr>
          <a:xfrm>
            <a:off x="3497487" y="2965038"/>
            <a:ext cx="216711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Dim3 detects malnutrition risks sooner and provides the hardware and software to help doctors manage their patient’s needs in real time, from the hospital to the home.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100">
              <a:solidFill>
                <a:schemeClr val="bg1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10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Three B2B contracts currently signed with major players.</a:t>
            </a:r>
          </a:p>
          <a:p>
            <a:endParaRPr lang="en-US" sz="110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" name="Image 2">
            <a:extLst>
              <a:ext uri="{FF2B5EF4-FFF2-40B4-BE49-F238E27FC236}">
                <a16:creationId xmlns:a16="http://schemas.microsoft.com/office/drawing/2014/main" id="{F54A0337-D667-40D3-B48D-B0DA947592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84" t="84028" r="16947" b="4250"/>
          <a:stretch/>
        </p:blipFill>
        <p:spPr>
          <a:xfrm>
            <a:off x="4084501" y="1387384"/>
            <a:ext cx="633952" cy="63634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AADB85D-1236-4311-8AC4-C99BB1D4E441}"/>
              </a:ext>
            </a:extLst>
          </p:cNvPr>
          <p:cNvSpPr txBox="1"/>
          <p:nvPr/>
        </p:nvSpPr>
        <p:spPr>
          <a:xfrm>
            <a:off x="3324210" y="2375020"/>
            <a:ext cx="251092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spc="100">
                <a:solidFill>
                  <a:srgbClr val="F9AF43"/>
                </a:solidFill>
              </a:rPr>
              <a:t>Dim3 SOLUTION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8403526-6E99-4B30-9FFC-3850500173E7}"/>
              </a:ext>
            </a:extLst>
          </p:cNvPr>
          <p:cNvCxnSpPr>
            <a:cxnSpLocks/>
          </p:cNvCxnSpPr>
          <p:nvPr/>
        </p:nvCxnSpPr>
        <p:spPr>
          <a:xfrm>
            <a:off x="4346710" y="2794575"/>
            <a:ext cx="380905" cy="0"/>
          </a:xfrm>
          <a:prstGeom prst="line">
            <a:avLst/>
          </a:prstGeom>
          <a:ln>
            <a:solidFill>
              <a:srgbClr val="F9AF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lowchart: Document 22">
            <a:extLst>
              <a:ext uri="{FF2B5EF4-FFF2-40B4-BE49-F238E27FC236}">
                <a16:creationId xmlns:a16="http://schemas.microsoft.com/office/drawing/2014/main" id="{F3210CD5-EE4B-4495-8CA1-82303C133043}"/>
              </a:ext>
            </a:extLst>
          </p:cNvPr>
          <p:cNvSpPr/>
          <p:nvPr/>
        </p:nvSpPr>
        <p:spPr>
          <a:xfrm>
            <a:off x="6320733" y="2149098"/>
            <a:ext cx="2508260" cy="3349763"/>
          </a:xfrm>
          <a:prstGeom prst="flowChartDocument">
            <a:avLst/>
          </a:prstGeom>
          <a:gradFill flip="none" rotWithShape="1">
            <a:gsLst>
              <a:gs pos="0">
                <a:srgbClr val="000034"/>
              </a:gs>
              <a:gs pos="63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rgbClr val="07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04409D-108A-433F-8ADA-8AE316BB2E87}"/>
              </a:ext>
            </a:extLst>
          </p:cNvPr>
          <p:cNvSpPr txBox="1"/>
          <p:nvPr/>
        </p:nvSpPr>
        <p:spPr>
          <a:xfrm>
            <a:off x="6451092" y="2936793"/>
            <a:ext cx="234086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EU initial launch in 5 countries</a:t>
            </a:r>
          </a:p>
          <a:p>
            <a:endParaRPr lang="en-US" sz="1100">
              <a:solidFill>
                <a:schemeClr val="bg1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10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Hospital Market</a:t>
            </a:r>
          </a:p>
          <a:p>
            <a:pPr defTabSz="1260000"/>
            <a:r>
              <a:rPr lang="en-US" sz="110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	€250M/y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10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defTabSz="1260000"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Homecare Market</a:t>
            </a:r>
          </a:p>
          <a:p>
            <a:pPr marR="0" defTabSz="1260000"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	€125M/y</a:t>
            </a:r>
          </a:p>
          <a:p>
            <a:pPr marL="0" marR="0" defTabSz="1260000">
              <a:spcBef>
                <a:spcPts val="0"/>
              </a:spcBef>
              <a:spcAft>
                <a:spcPts val="0"/>
              </a:spcAft>
            </a:pPr>
            <a:endParaRPr lang="en-US" sz="110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defTabSz="1260000"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Medical Device Market</a:t>
            </a:r>
          </a:p>
          <a:p>
            <a:pPr marL="0" marR="0" defTabSz="1260000"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	€116M€</a:t>
            </a:r>
          </a:p>
        </p:txBody>
      </p:sp>
      <p:pic>
        <p:nvPicPr>
          <p:cNvPr id="25" name="Image 2">
            <a:extLst>
              <a:ext uri="{FF2B5EF4-FFF2-40B4-BE49-F238E27FC236}">
                <a16:creationId xmlns:a16="http://schemas.microsoft.com/office/drawing/2014/main" id="{434284BF-7A39-4BC4-A9D9-EC1826DD675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84" t="84028" r="16947" b="4250"/>
          <a:stretch/>
        </p:blipFill>
        <p:spPr>
          <a:xfrm>
            <a:off x="7049573" y="1359139"/>
            <a:ext cx="633952" cy="63634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BB5F29B-749F-47B7-8686-162D49A6AEB9}"/>
              </a:ext>
            </a:extLst>
          </p:cNvPr>
          <p:cNvSpPr txBox="1"/>
          <p:nvPr/>
        </p:nvSpPr>
        <p:spPr>
          <a:xfrm>
            <a:off x="6332401" y="2375020"/>
            <a:ext cx="250015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spc="100">
                <a:solidFill>
                  <a:srgbClr val="F9AF43"/>
                </a:solidFill>
              </a:rPr>
              <a:t>MARKET OPPORTUNITY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8532E8C-AA48-49E2-88CD-20A0FE3BDD47}"/>
              </a:ext>
            </a:extLst>
          </p:cNvPr>
          <p:cNvCxnSpPr>
            <a:cxnSpLocks/>
          </p:cNvCxnSpPr>
          <p:nvPr/>
        </p:nvCxnSpPr>
        <p:spPr>
          <a:xfrm>
            <a:off x="7311782" y="2774933"/>
            <a:ext cx="380905" cy="0"/>
          </a:xfrm>
          <a:prstGeom prst="line">
            <a:avLst/>
          </a:prstGeom>
          <a:ln>
            <a:solidFill>
              <a:srgbClr val="F9AF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owchart: Document 27">
            <a:extLst>
              <a:ext uri="{FF2B5EF4-FFF2-40B4-BE49-F238E27FC236}">
                <a16:creationId xmlns:a16="http://schemas.microsoft.com/office/drawing/2014/main" id="{D344636C-C5E2-48CC-AD57-87DFE555E8F5}"/>
              </a:ext>
            </a:extLst>
          </p:cNvPr>
          <p:cNvSpPr/>
          <p:nvPr/>
        </p:nvSpPr>
        <p:spPr>
          <a:xfrm>
            <a:off x="9321719" y="2149098"/>
            <a:ext cx="2508260" cy="3349763"/>
          </a:xfrm>
          <a:prstGeom prst="flowChartDocument">
            <a:avLst/>
          </a:prstGeom>
          <a:gradFill flip="none" rotWithShape="1">
            <a:gsLst>
              <a:gs pos="0">
                <a:srgbClr val="000034"/>
              </a:gs>
              <a:gs pos="48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rgbClr val="07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BFDF01-FDCC-41F7-8351-AE80672B7E98}"/>
              </a:ext>
            </a:extLst>
          </p:cNvPr>
          <p:cNvSpPr txBox="1"/>
          <p:nvPr/>
        </p:nvSpPr>
        <p:spPr>
          <a:xfrm>
            <a:off x="9499458" y="2936793"/>
            <a:ext cx="226681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Belgium-based company seeking €6M in funding to  speed up sales in EU and advance development of its CE-Marked nutrition management solution. </a:t>
            </a:r>
          </a:p>
        </p:txBody>
      </p:sp>
      <p:pic>
        <p:nvPicPr>
          <p:cNvPr id="30" name="Image 2">
            <a:extLst>
              <a:ext uri="{FF2B5EF4-FFF2-40B4-BE49-F238E27FC236}">
                <a16:creationId xmlns:a16="http://schemas.microsoft.com/office/drawing/2014/main" id="{4230F145-DEDE-4F41-AA6A-A0F857DB75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84" t="84028" r="16947" b="4250"/>
          <a:stretch/>
        </p:blipFill>
        <p:spPr>
          <a:xfrm>
            <a:off x="10116327" y="1359139"/>
            <a:ext cx="633952" cy="63634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C3E32F3-03E7-47B0-A4E5-9601086F23FA}"/>
              </a:ext>
            </a:extLst>
          </p:cNvPr>
          <p:cNvSpPr txBox="1"/>
          <p:nvPr/>
        </p:nvSpPr>
        <p:spPr>
          <a:xfrm>
            <a:off x="9328846" y="2375020"/>
            <a:ext cx="25082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spc="100">
                <a:solidFill>
                  <a:srgbClr val="F9AF43"/>
                </a:solidFill>
              </a:rPr>
              <a:t>FUNDING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2F58031-13EF-4A30-BF66-20E165EC503B}"/>
              </a:ext>
            </a:extLst>
          </p:cNvPr>
          <p:cNvCxnSpPr>
            <a:cxnSpLocks/>
          </p:cNvCxnSpPr>
          <p:nvPr/>
        </p:nvCxnSpPr>
        <p:spPr>
          <a:xfrm>
            <a:off x="10378536" y="2784754"/>
            <a:ext cx="380905" cy="0"/>
          </a:xfrm>
          <a:prstGeom prst="line">
            <a:avLst/>
          </a:prstGeom>
          <a:ln>
            <a:solidFill>
              <a:srgbClr val="F9AF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75533" y="46050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Executive Summary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39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13" grpId="0" animBg="1"/>
      <p:bldP spid="12" grpId="0" animBg="1"/>
      <p:bldP spid="11" grpId="0" animBg="1"/>
      <p:bldP spid="7" grpId="0" animBg="1"/>
      <p:bldP spid="4" grpId="0"/>
      <p:bldP spid="5" grpId="0"/>
      <p:bldP spid="15" grpId="0" animBg="1"/>
      <p:bldP spid="17" grpId="0"/>
      <p:bldP spid="19" grpId="0"/>
      <p:bldP spid="23" grpId="0" animBg="1"/>
      <p:bldP spid="24" grpId="0"/>
      <p:bldP spid="26" grpId="0"/>
      <p:bldP spid="28" grpId="0" animBg="1"/>
      <p:bldP spid="29" grpId="0"/>
      <p:bldP spid="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0F2B26-3584-4FCA-B1E5-BDB92E2B7783}"/>
              </a:ext>
            </a:extLst>
          </p:cNvPr>
          <p:cNvSpPr txBox="1"/>
          <p:nvPr/>
        </p:nvSpPr>
        <p:spPr>
          <a:xfrm>
            <a:off x="4002823" y="2310321"/>
            <a:ext cx="41863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spc="40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4CA9C-A863-429B-BC7B-5D4B5551CA51}"/>
              </a:ext>
            </a:extLst>
          </p:cNvPr>
          <p:cNvSpPr txBox="1"/>
          <p:nvPr/>
        </p:nvSpPr>
        <p:spPr>
          <a:xfrm>
            <a:off x="3044825" y="3598464"/>
            <a:ext cx="61023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JEAN-CLAUDE HAVAUX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JC.HAVAUX@DIM3.COM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TELEPHONE: +32 475704830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www.dim3.com </a:t>
            </a:r>
          </a:p>
        </p:txBody>
      </p:sp>
    </p:spTree>
    <p:extLst>
      <p:ext uri="{BB962C8B-B14F-4D97-AF65-F5344CB8AC3E}">
        <p14:creationId xmlns:p14="http://schemas.microsoft.com/office/powerpoint/2010/main" val="3749888943"/>
      </p:ext>
    </p:extLst>
  </p:cSld>
  <p:clrMapOvr>
    <a:masterClrMapping/>
  </p:clrMapOvr>
</p:sld>
</file>

<file path=ppt/theme/theme1.xml><?xml version="1.0" encoding="utf-8"?>
<a:theme xmlns:a="http://schemas.openxmlformats.org/drawingml/2006/main" name="Dim3">
  <a:themeElements>
    <a:clrScheme name="Dim3">
      <a:dk1>
        <a:srgbClr val="1A1B38"/>
      </a:dk1>
      <a:lt1>
        <a:srgbClr val="FFFFFF"/>
      </a:lt1>
      <a:dk2>
        <a:srgbClr val="1A1B38"/>
      </a:dk2>
      <a:lt2>
        <a:srgbClr val="FFFFFF"/>
      </a:lt2>
      <a:accent1>
        <a:srgbClr val="0069FF"/>
      </a:accent1>
      <a:accent2>
        <a:srgbClr val="F6C744"/>
      </a:accent2>
      <a:accent3>
        <a:srgbClr val="E8E8EB"/>
      </a:accent3>
      <a:accent4>
        <a:srgbClr val="CCCCCF"/>
      </a:accent4>
      <a:accent5>
        <a:srgbClr val="A3A3A6"/>
      </a:accent5>
      <a:accent6>
        <a:srgbClr val="747475"/>
      </a:accent6>
      <a:hlink>
        <a:srgbClr val="0069FF"/>
      </a:hlink>
      <a:folHlink>
        <a:srgbClr val="9D78DD"/>
      </a:folHlink>
    </a:clrScheme>
    <a:fontScheme name="Montserrat">
      <a:majorFont>
        <a:latin typeface="Montserrat" panose="020B0604020202020204"/>
        <a:ea typeface=""/>
        <a:cs typeface=""/>
      </a:majorFont>
      <a:minorFont>
        <a:latin typeface="Montserrat Bold" panose="020B0604020202020204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emplate_4" id="{73340820-2BE3-E043-87AE-860EE71B8D27}" vid="{F038439B-2242-1A49-A952-82B0D55C2B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C1F859F4867847A3B6DA848916EE9C" ma:contentTypeVersion="12" ma:contentTypeDescription="Crée un document." ma:contentTypeScope="" ma:versionID="01fb0b03915c2d6a5fd275dbffd033a3">
  <xsd:schema xmlns:xsd="http://www.w3.org/2001/XMLSchema" xmlns:xs="http://www.w3.org/2001/XMLSchema" xmlns:p="http://schemas.microsoft.com/office/2006/metadata/properties" xmlns:ns2="cdb19f6f-9fc5-4583-820a-62837b1ed33d" xmlns:ns3="d1202680-5992-4b51-a81e-02bf3cfca7f1" targetNamespace="http://schemas.microsoft.com/office/2006/metadata/properties" ma:root="true" ma:fieldsID="5ae52735faea93f2c7ae424b7eebe8a7" ns2:_="" ns3:_="">
    <xsd:import namespace="cdb19f6f-9fc5-4583-820a-62837b1ed33d"/>
    <xsd:import namespace="d1202680-5992-4b51-a81e-02bf3cfca7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b19f6f-9fc5-4583-820a-62837b1ed3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202680-5992-4b51-a81e-02bf3cfca7f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974440C-5736-4CE6-BA9B-F610A94622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D534AD-5C48-49A2-98AE-CD038295865B}">
  <ds:schemaRefs>
    <ds:schemaRef ds:uri="cdb19f6f-9fc5-4583-820a-62837b1ed33d"/>
    <ds:schemaRef ds:uri="d1202680-5992-4b51-a81e-02bf3cfca7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9D3379E-1A8E-419B-92EA-1A8FA65DBAB8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d1202680-5992-4b51-a81e-02bf3cfca7f1"/>
    <ds:schemaRef ds:uri="cdb19f6f-9fc5-4583-820a-62837b1ed33d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Presentation_template_4</Template>
  <TotalTime>7</TotalTime>
  <Words>1594</Words>
  <Application>Microsoft Macintosh PowerPoint</Application>
  <PresentationFormat>Widescreen</PresentationFormat>
  <Paragraphs>291</Paragraphs>
  <Slides>26</Slides>
  <Notes>10</Notes>
  <HiddenSlides>2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Montserrat Bold</vt:lpstr>
      <vt:lpstr>Montserrat regular</vt:lpstr>
      <vt:lpstr>Montserrat regular</vt:lpstr>
      <vt:lpstr>Arial</vt:lpstr>
      <vt:lpstr>Avenir Light</vt:lpstr>
      <vt:lpstr>Calibri</vt:lpstr>
      <vt:lpstr>Century Gothic</vt:lpstr>
      <vt:lpstr>Gadugi</vt:lpstr>
      <vt:lpstr>Montserrat</vt:lpstr>
      <vt:lpstr>Montserrat Light</vt:lpstr>
      <vt:lpstr>Montserrat Medium</vt:lpstr>
      <vt:lpstr>Dim3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Nutrow usage evolution @USER 1 - ICU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Thierry Keutgen</dc:creator>
  <cp:lastModifiedBy>Jean Claude havaux</cp:lastModifiedBy>
  <cp:revision>4</cp:revision>
  <dcterms:created xsi:type="dcterms:W3CDTF">2018-05-28T12:47:40Z</dcterms:created>
  <dcterms:modified xsi:type="dcterms:W3CDTF">2022-09-08T09:11:02Z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0x010100FAC1F859F4867847A3B6DA848916EE9C</vt:lpwstr>
  </property>
</Properties>
</file>