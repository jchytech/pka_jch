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450" r:id="rId2"/>
    <p:sldId id="259" r:id="rId3"/>
    <p:sldId id="260" r:id="rId4"/>
    <p:sldId id="261" r:id="rId5"/>
    <p:sldId id="258" r:id="rId6"/>
    <p:sldId id="257" r:id="rId7"/>
    <p:sldId id="262" r:id="rId8"/>
    <p:sldId id="263" r:id="rId9"/>
    <p:sldId id="451" r:id="rId10"/>
  </p:sldIdLst>
  <p:sldSz cx="12192000" cy="6858000"/>
  <p:notesSz cx="6858000" cy="9144000"/>
  <p:defaultText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94"/>
  </p:normalViewPr>
  <p:slideViewPr>
    <p:cSldViewPr snapToGrid="0">
      <p:cViewPr varScale="1">
        <p:scale>
          <a:sx n="104" d="100"/>
          <a:sy n="104" d="100"/>
        </p:scale>
        <p:origin x="232" y="5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B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38DB48-87BB-384D-A81C-5EF0034921A5}" type="datetimeFigureOut">
              <a:rPr lang="en-BE" smtClean="0"/>
              <a:t>19/05/2023</a:t>
            </a:fld>
            <a:endParaRPr lang="en-B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B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B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3FE51B-11BA-1744-ADF2-D2D0EEDB316F}" type="slidenum">
              <a:rPr lang="en-BE" smtClean="0"/>
              <a:t>‹#›</a:t>
            </a:fld>
            <a:endParaRPr lang="en-BE"/>
          </a:p>
        </p:txBody>
      </p:sp>
    </p:spTree>
    <p:extLst>
      <p:ext uri="{BB962C8B-B14F-4D97-AF65-F5344CB8AC3E}">
        <p14:creationId xmlns:p14="http://schemas.microsoft.com/office/powerpoint/2010/main" val="907822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51F10AD-1EFD-4681-B8E5-021025CC2A4E}" type="slidenum">
              <a:rPr lang="fr-BE" smtClean="0"/>
              <a:t>1</a:t>
            </a:fld>
            <a:endParaRPr lang="fr-BE"/>
          </a:p>
        </p:txBody>
      </p:sp>
    </p:spTree>
    <p:extLst>
      <p:ext uri="{BB962C8B-B14F-4D97-AF65-F5344CB8AC3E}">
        <p14:creationId xmlns:p14="http://schemas.microsoft.com/office/powerpoint/2010/main" val="36589172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51F10AD-1EFD-4681-B8E5-021025CC2A4E}" type="slidenum">
              <a:rPr lang="fr-BE" smtClean="0"/>
              <a:t>9</a:t>
            </a:fld>
            <a:endParaRPr lang="fr-BE"/>
          </a:p>
        </p:txBody>
      </p:sp>
    </p:spTree>
    <p:extLst>
      <p:ext uri="{BB962C8B-B14F-4D97-AF65-F5344CB8AC3E}">
        <p14:creationId xmlns:p14="http://schemas.microsoft.com/office/powerpoint/2010/main" val="21828983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D0DAD-26CF-027F-A989-F4C2939E62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BE"/>
          </a:p>
        </p:txBody>
      </p:sp>
      <p:sp>
        <p:nvSpPr>
          <p:cNvPr id="3" name="Subtitle 2">
            <a:extLst>
              <a:ext uri="{FF2B5EF4-FFF2-40B4-BE49-F238E27FC236}">
                <a16:creationId xmlns:a16="http://schemas.microsoft.com/office/drawing/2014/main" id="{5F4C8C4A-1678-F3E5-31AB-A6DF2C3CC6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BE"/>
          </a:p>
        </p:txBody>
      </p:sp>
      <p:sp>
        <p:nvSpPr>
          <p:cNvPr id="4" name="Date Placeholder 3">
            <a:extLst>
              <a:ext uri="{FF2B5EF4-FFF2-40B4-BE49-F238E27FC236}">
                <a16:creationId xmlns:a16="http://schemas.microsoft.com/office/drawing/2014/main" id="{C88750C3-1B38-BA16-5645-6D486D7ACA19}"/>
              </a:ext>
            </a:extLst>
          </p:cNvPr>
          <p:cNvSpPr>
            <a:spLocks noGrp="1"/>
          </p:cNvSpPr>
          <p:nvPr>
            <p:ph type="dt" sz="half" idx="10"/>
          </p:nvPr>
        </p:nvSpPr>
        <p:spPr/>
        <p:txBody>
          <a:bodyPr/>
          <a:lstStyle/>
          <a:p>
            <a:fld id="{F332E988-1B43-D24A-AB98-18F946427577}" type="datetimeFigureOut">
              <a:rPr lang="en-BE" smtClean="0"/>
              <a:t>19/05/2023</a:t>
            </a:fld>
            <a:endParaRPr lang="en-BE"/>
          </a:p>
        </p:txBody>
      </p:sp>
      <p:sp>
        <p:nvSpPr>
          <p:cNvPr id="5" name="Footer Placeholder 4">
            <a:extLst>
              <a:ext uri="{FF2B5EF4-FFF2-40B4-BE49-F238E27FC236}">
                <a16:creationId xmlns:a16="http://schemas.microsoft.com/office/drawing/2014/main" id="{5815750E-A2EB-CE56-89A9-6A6B4704821A}"/>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1195D4FF-1608-AB72-159B-03A2EBE8595D}"/>
              </a:ext>
            </a:extLst>
          </p:cNvPr>
          <p:cNvSpPr>
            <a:spLocks noGrp="1"/>
          </p:cNvSpPr>
          <p:nvPr>
            <p:ph type="sldNum" sz="quarter" idx="12"/>
          </p:nvPr>
        </p:nvSpPr>
        <p:spPr/>
        <p:txBody>
          <a:bodyPr/>
          <a:lstStyle/>
          <a:p>
            <a:fld id="{98EFE2C4-EDDB-A648-BE25-9BCB64F0917C}" type="slidenum">
              <a:rPr lang="en-BE" smtClean="0"/>
              <a:t>‹#›</a:t>
            </a:fld>
            <a:endParaRPr lang="en-BE"/>
          </a:p>
        </p:txBody>
      </p:sp>
    </p:spTree>
    <p:extLst>
      <p:ext uri="{BB962C8B-B14F-4D97-AF65-F5344CB8AC3E}">
        <p14:creationId xmlns:p14="http://schemas.microsoft.com/office/powerpoint/2010/main" val="3569770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3DC52-B3A7-96F9-8587-7357EB28771C}"/>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A6DA49EA-FC31-5CC7-F571-4802C410E46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E55C6B17-E244-0F03-03BB-68CB67A99269}"/>
              </a:ext>
            </a:extLst>
          </p:cNvPr>
          <p:cNvSpPr>
            <a:spLocks noGrp="1"/>
          </p:cNvSpPr>
          <p:nvPr>
            <p:ph type="dt" sz="half" idx="10"/>
          </p:nvPr>
        </p:nvSpPr>
        <p:spPr/>
        <p:txBody>
          <a:bodyPr/>
          <a:lstStyle/>
          <a:p>
            <a:fld id="{F332E988-1B43-D24A-AB98-18F946427577}" type="datetimeFigureOut">
              <a:rPr lang="en-BE" smtClean="0"/>
              <a:t>19/05/2023</a:t>
            </a:fld>
            <a:endParaRPr lang="en-BE"/>
          </a:p>
        </p:txBody>
      </p:sp>
      <p:sp>
        <p:nvSpPr>
          <p:cNvPr id="5" name="Footer Placeholder 4">
            <a:extLst>
              <a:ext uri="{FF2B5EF4-FFF2-40B4-BE49-F238E27FC236}">
                <a16:creationId xmlns:a16="http://schemas.microsoft.com/office/drawing/2014/main" id="{0686DA74-BC05-B6FE-28D8-FA345FEA3649}"/>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9478B8AF-B577-060D-1D15-C600185078FE}"/>
              </a:ext>
            </a:extLst>
          </p:cNvPr>
          <p:cNvSpPr>
            <a:spLocks noGrp="1"/>
          </p:cNvSpPr>
          <p:nvPr>
            <p:ph type="sldNum" sz="quarter" idx="12"/>
          </p:nvPr>
        </p:nvSpPr>
        <p:spPr/>
        <p:txBody>
          <a:bodyPr/>
          <a:lstStyle/>
          <a:p>
            <a:fld id="{98EFE2C4-EDDB-A648-BE25-9BCB64F0917C}" type="slidenum">
              <a:rPr lang="en-BE" smtClean="0"/>
              <a:t>‹#›</a:t>
            </a:fld>
            <a:endParaRPr lang="en-BE"/>
          </a:p>
        </p:txBody>
      </p:sp>
    </p:spTree>
    <p:extLst>
      <p:ext uri="{BB962C8B-B14F-4D97-AF65-F5344CB8AC3E}">
        <p14:creationId xmlns:p14="http://schemas.microsoft.com/office/powerpoint/2010/main" val="7339605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75D4C-1F9A-399B-8E97-D9C19BE443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BE"/>
          </a:p>
        </p:txBody>
      </p:sp>
      <p:sp>
        <p:nvSpPr>
          <p:cNvPr id="3" name="Text Placeholder 2">
            <a:extLst>
              <a:ext uri="{FF2B5EF4-FFF2-40B4-BE49-F238E27FC236}">
                <a16:creationId xmlns:a16="http://schemas.microsoft.com/office/drawing/2014/main" id="{B0B6B87F-4CC4-5BC0-B31C-56BA7ACC94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0B193F3-49C8-39D7-47F9-573CD41731D6}"/>
              </a:ext>
            </a:extLst>
          </p:cNvPr>
          <p:cNvSpPr>
            <a:spLocks noGrp="1"/>
          </p:cNvSpPr>
          <p:nvPr>
            <p:ph type="dt" sz="half" idx="10"/>
          </p:nvPr>
        </p:nvSpPr>
        <p:spPr/>
        <p:txBody>
          <a:bodyPr/>
          <a:lstStyle/>
          <a:p>
            <a:fld id="{F332E988-1B43-D24A-AB98-18F946427577}" type="datetimeFigureOut">
              <a:rPr lang="en-BE" smtClean="0"/>
              <a:t>19/05/2023</a:t>
            </a:fld>
            <a:endParaRPr lang="en-BE"/>
          </a:p>
        </p:txBody>
      </p:sp>
      <p:sp>
        <p:nvSpPr>
          <p:cNvPr id="5" name="Footer Placeholder 4">
            <a:extLst>
              <a:ext uri="{FF2B5EF4-FFF2-40B4-BE49-F238E27FC236}">
                <a16:creationId xmlns:a16="http://schemas.microsoft.com/office/drawing/2014/main" id="{82512E2E-59C7-0297-36FF-4363C3CB4B18}"/>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1EF9F8AC-61E7-5599-9DFB-9D52A48A83D0}"/>
              </a:ext>
            </a:extLst>
          </p:cNvPr>
          <p:cNvSpPr>
            <a:spLocks noGrp="1"/>
          </p:cNvSpPr>
          <p:nvPr>
            <p:ph type="sldNum" sz="quarter" idx="12"/>
          </p:nvPr>
        </p:nvSpPr>
        <p:spPr/>
        <p:txBody>
          <a:bodyPr/>
          <a:lstStyle/>
          <a:p>
            <a:fld id="{98EFE2C4-EDDB-A648-BE25-9BCB64F0917C}" type="slidenum">
              <a:rPr lang="en-BE" smtClean="0"/>
              <a:t>‹#›</a:t>
            </a:fld>
            <a:endParaRPr lang="en-BE"/>
          </a:p>
        </p:txBody>
      </p:sp>
    </p:spTree>
    <p:extLst>
      <p:ext uri="{BB962C8B-B14F-4D97-AF65-F5344CB8AC3E}">
        <p14:creationId xmlns:p14="http://schemas.microsoft.com/office/powerpoint/2010/main" val="2110208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608A3-D1A2-9488-BDAC-5D5C7122258A}"/>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14162417-F8CD-3D33-1814-7E4B130A553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Content Placeholder 3">
            <a:extLst>
              <a:ext uri="{FF2B5EF4-FFF2-40B4-BE49-F238E27FC236}">
                <a16:creationId xmlns:a16="http://schemas.microsoft.com/office/drawing/2014/main" id="{2E108851-1FB6-C6F8-32DB-493512DC4E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Date Placeholder 4">
            <a:extLst>
              <a:ext uri="{FF2B5EF4-FFF2-40B4-BE49-F238E27FC236}">
                <a16:creationId xmlns:a16="http://schemas.microsoft.com/office/drawing/2014/main" id="{CD62FD7A-EC96-F65E-ACDA-C13CACE94978}"/>
              </a:ext>
            </a:extLst>
          </p:cNvPr>
          <p:cNvSpPr>
            <a:spLocks noGrp="1"/>
          </p:cNvSpPr>
          <p:nvPr>
            <p:ph type="dt" sz="half" idx="10"/>
          </p:nvPr>
        </p:nvSpPr>
        <p:spPr/>
        <p:txBody>
          <a:bodyPr/>
          <a:lstStyle/>
          <a:p>
            <a:fld id="{F332E988-1B43-D24A-AB98-18F946427577}" type="datetimeFigureOut">
              <a:rPr lang="en-BE" smtClean="0"/>
              <a:t>19/05/2023</a:t>
            </a:fld>
            <a:endParaRPr lang="en-BE"/>
          </a:p>
        </p:txBody>
      </p:sp>
      <p:sp>
        <p:nvSpPr>
          <p:cNvPr id="6" name="Footer Placeholder 5">
            <a:extLst>
              <a:ext uri="{FF2B5EF4-FFF2-40B4-BE49-F238E27FC236}">
                <a16:creationId xmlns:a16="http://schemas.microsoft.com/office/drawing/2014/main" id="{7105ACE0-D132-1653-5E7F-26E55426EDEA}"/>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534C4E24-9F4A-0713-7568-A08794868828}"/>
              </a:ext>
            </a:extLst>
          </p:cNvPr>
          <p:cNvSpPr>
            <a:spLocks noGrp="1"/>
          </p:cNvSpPr>
          <p:nvPr>
            <p:ph type="sldNum" sz="quarter" idx="12"/>
          </p:nvPr>
        </p:nvSpPr>
        <p:spPr/>
        <p:txBody>
          <a:bodyPr/>
          <a:lstStyle/>
          <a:p>
            <a:fld id="{98EFE2C4-EDDB-A648-BE25-9BCB64F0917C}" type="slidenum">
              <a:rPr lang="en-BE" smtClean="0"/>
              <a:t>‹#›</a:t>
            </a:fld>
            <a:endParaRPr lang="en-BE"/>
          </a:p>
        </p:txBody>
      </p:sp>
    </p:spTree>
    <p:extLst>
      <p:ext uri="{BB962C8B-B14F-4D97-AF65-F5344CB8AC3E}">
        <p14:creationId xmlns:p14="http://schemas.microsoft.com/office/powerpoint/2010/main" val="3622547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42876-BC00-0076-C38C-2E48178B109C}"/>
              </a:ext>
            </a:extLst>
          </p:cNvPr>
          <p:cNvSpPr>
            <a:spLocks noGrp="1"/>
          </p:cNvSpPr>
          <p:nvPr>
            <p:ph type="title"/>
          </p:nvPr>
        </p:nvSpPr>
        <p:spPr>
          <a:xfrm>
            <a:off x="839788" y="365125"/>
            <a:ext cx="10515600" cy="1325563"/>
          </a:xfrm>
        </p:spPr>
        <p:txBody>
          <a:bodyPr/>
          <a:lstStyle/>
          <a:p>
            <a:r>
              <a:rPr lang="en-US"/>
              <a:t>Click to edit Master title style</a:t>
            </a:r>
            <a:endParaRPr lang="en-BE"/>
          </a:p>
        </p:txBody>
      </p:sp>
      <p:sp>
        <p:nvSpPr>
          <p:cNvPr id="3" name="Text Placeholder 2">
            <a:extLst>
              <a:ext uri="{FF2B5EF4-FFF2-40B4-BE49-F238E27FC236}">
                <a16:creationId xmlns:a16="http://schemas.microsoft.com/office/drawing/2014/main" id="{1F973255-5371-6375-66B5-388DB82F93C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04A700F-9B35-AD55-A449-8B4C73DEC2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5" name="Text Placeholder 4">
            <a:extLst>
              <a:ext uri="{FF2B5EF4-FFF2-40B4-BE49-F238E27FC236}">
                <a16:creationId xmlns:a16="http://schemas.microsoft.com/office/drawing/2014/main" id="{4F3569EB-BADA-82C4-75AA-06EECE70DC5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E1D41C-A8D4-0471-E948-569C48653AF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7" name="Date Placeholder 6">
            <a:extLst>
              <a:ext uri="{FF2B5EF4-FFF2-40B4-BE49-F238E27FC236}">
                <a16:creationId xmlns:a16="http://schemas.microsoft.com/office/drawing/2014/main" id="{A779787F-AF8F-D983-D097-15413215D9BC}"/>
              </a:ext>
            </a:extLst>
          </p:cNvPr>
          <p:cNvSpPr>
            <a:spLocks noGrp="1"/>
          </p:cNvSpPr>
          <p:nvPr>
            <p:ph type="dt" sz="half" idx="10"/>
          </p:nvPr>
        </p:nvSpPr>
        <p:spPr/>
        <p:txBody>
          <a:bodyPr/>
          <a:lstStyle/>
          <a:p>
            <a:fld id="{F332E988-1B43-D24A-AB98-18F946427577}" type="datetimeFigureOut">
              <a:rPr lang="en-BE" smtClean="0"/>
              <a:t>19/05/2023</a:t>
            </a:fld>
            <a:endParaRPr lang="en-BE"/>
          </a:p>
        </p:txBody>
      </p:sp>
      <p:sp>
        <p:nvSpPr>
          <p:cNvPr id="8" name="Footer Placeholder 7">
            <a:extLst>
              <a:ext uri="{FF2B5EF4-FFF2-40B4-BE49-F238E27FC236}">
                <a16:creationId xmlns:a16="http://schemas.microsoft.com/office/drawing/2014/main" id="{C146AF59-23E6-7F38-31B0-0287AFB34C9E}"/>
              </a:ext>
            </a:extLst>
          </p:cNvPr>
          <p:cNvSpPr>
            <a:spLocks noGrp="1"/>
          </p:cNvSpPr>
          <p:nvPr>
            <p:ph type="ftr" sz="quarter" idx="11"/>
          </p:nvPr>
        </p:nvSpPr>
        <p:spPr/>
        <p:txBody>
          <a:bodyPr/>
          <a:lstStyle/>
          <a:p>
            <a:endParaRPr lang="en-BE"/>
          </a:p>
        </p:txBody>
      </p:sp>
      <p:sp>
        <p:nvSpPr>
          <p:cNvPr id="9" name="Slide Number Placeholder 8">
            <a:extLst>
              <a:ext uri="{FF2B5EF4-FFF2-40B4-BE49-F238E27FC236}">
                <a16:creationId xmlns:a16="http://schemas.microsoft.com/office/drawing/2014/main" id="{4BEDDEFD-E8A0-3185-3839-A00EDD95056F}"/>
              </a:ext>
            </a:extLst>
          </p:cNvPr>
          <p:cNvSpPr>
            <a:spLocks noGrp="1"/>
          </p:cNvSpPr>
          <p:nvPr>
            <p:ph type="sldNum" sz="quarter" idx="12"/>
          </p:nvPr>
        </p:nvSpPr>
        <p:spPr/>
        <p:txBody>
          <a:bodyPr/>
          <a:lstStyle/>
          <a:p>
            <a:fld id="{98EFE2C4-EDDB-A648-BE25-9BCB64F0917C}" type="slidenum">
              <a:rPr lang="en-BE" smtClean="0"/>
              <a:t>‹#›</a:t>
            </a:fld>
            <a:endParaRPr lang="en-BE"/>
          </a:p>
        </p:txBody>
      </p:sp>
    </p:spTree>
    <p:extLst>
      <p:ext uri="{BB962C8B-B14F-4D97-AF65-F5344CB8AC3E}">
        <p14:creationId xmlns:p14="http://schemas.microsoft.com/office/powerpoint/2010/main" val="4098151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D261D-3CF2-962B-6664-A387129F4619}"/>
              </a:ext>
            </a:extLst>
          </p:cNvPr>
          <p:cNvSpPr>
            <a:spLocks noGrp="1"/>
          </p:cNvSpPr>
          <p:nvPr>
            <p:ph type="title"/>
          </p:nvPr>
        </p:nvSpPr>
        <p:spPr/>
        <p:txBody>
          <a:bodyPr/>
          <a:lstStyle/>
          <a:p>
            <a:r>
              <a:rPr lang="en-US"/>
              <a:t>Click to edit Master title style</a:t>
            </a:r>
            <a:endParaRPr lang="en-BE"/>
          </a:p>
        </p:txBody>
      </p:sp>
      <p:sp>
        <p:nvSpPr>
          <p:cNvPr id="3" name="Date Placeholder 2">
            <a:extLst>
              <a:ext uri="{FF2B5EF4-FFF2-40B4-BE49-F238E27FC236}">
                <a16:creationId xmlns:a16="http://schemas.microsoft.com/office/drawing/2014/main" id="{F4269ED0-E1AD-C935-30C7-357B50A5FBE4}"/>
              </a:ext>
            </a:extLst>
          </p:cNvPr>
          <p:cNvSpPr>
            <a:spLocks noGrp="1"/>
          </p:cNvSpPr>
          <p:nvPr>
            <p:ph type="dt" sz="half" idx="10"/>
          </p:nvPr>
        </p:nvSpPr>
        <p:spPr/>
        <p:txBody>
          <a:bodyPr/>
          <a:lstStyle/>
          <a:p>
            <a:fld id="{F332E988-1B43-D24A-AB98-18F946427577}" type="datetimeFigureOut">
              <a:rPr lang="en-BE" smtClean="0"/>
              <a:t>19/05/2023</a:t>
            </a:fld>
            <a:endParaRPr lang="en-BE"/>
          </a:p>
        </p:txBody>
      </p:sp>
      <p:sp>
        <p:nvSpPr>
          <p:cNvPr id="4" name="Footer Placeholder 3">
            <a:extLst>
              <a:ext uri="{FF2B5EF4-FFF2-40B4-BE49-F238E27FC236}">
                <a16:creationId xmlns:a16="http://schemas.microsoft.com/office/drawing/2014/main" id="{819FA894-BAD8-4A8E-A5A7-A39429F0971C}"/>
              </a:ext>
            </a:extLst>
          </p:cNvPr>
          <p:cNvSpPr>
            <a:spLocks noGrp="1"/>
          </p:cNvSpPr>
          <p:nvPr>
            <p:ph type="ftr" sz="quarter" idx="11"/>
          </p:nvPr>
        </p:nvSpPr>
        <p:spPr/>
        <p:txBody>
          <a:bodyPr/>
          <a:lstStyle/>
          <a:p>
            <a:endParaRPr lang="en-BE"/>
          </a:p>
        </p:txBody>
      </p:sp>
      <p:sp>
        <p:nvSpPr>
          <p:cNvPr id="5" name="Slide Number Placeholder 4">
            <a:extLst>
              <a:ext uri="{FF2B5EF4-FFF2-40B4-BE49-F238E27FC236}">
                <a16:creationId xmlns:a16="http://schemas.microsoft.com/office/drawing/2014/main" id="{3F8A6856-673E-39FD-14EC-91D4D689907D}"/>
              </a:ext>
            </a:extLst>
          </p:cNvPr>
          <p:cNvSpPr>
            <a:spLocks noGrp="1"/>
          </p:cNvSpPr>
          <p:nvPr>
            <p:ph type="sldNum" sz="quarter" idx="12"/>
          </p:nvPr>
        </p:nvSpPr>
        <p:spPr/>
        <p:txBody>
          <a:bodyPr/>
          <a:lstStyle/>
          <a:p>
            <a:fld id="{98EFE2C4-EDDB-A648-BE25-9BCB64F0917C}" type="slidenum">
              <a:rPr lang="en-BE" smtClean="0"/>
              <a:t>‹#›</a:t>
            </a:fld>
            <a:endParaRPr lang="en-BE"/>
          </a:p>
        </p:txBody>
      </p:sp>
    </p:spTree>
    <p:extLst>
      <p:ext uri="{BB962C8B-B14F-4D97-AF65-F5344CB8AC3E}">
        <p14:creationId xmlns:p14="http://schemas.microsoft.com/office/powerpoint/2010/main" val="1457288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3A0B38-A4A4-B448-2219-E32BC4AC1619}"/>
              </a:ext>
            </a:extLst>
          </p:cNvPr>
          <p:cNvSpPr>
            <a:spLocks noGrp="1"/>
          </p:cNvSpPr>
          <p:nvPr>
            <p:ph type="dt" sz="half" idx="10"/>
          </p:nvPr>
        </p:nvSpPr>
        <p:spPr/>
        <p:txBody>
          <a:bodyPr/>
          <a:lstStyle/>
          <a:p>
            <a:fld id="{F332E988-1B43-D24A-AB98-18F946427577}" type="datetimeFigureOut">
              <a:rPr lang="en-BE" smtClean="0"/>
              <a:t>19/05/2023</a:t>
            </a:fld>
            <a:endParaRPr lang="en-BE"/>
          </a:p>
        </p:txBody>
      </p:sp>
      <p:sp>
        <p:nvSpPr>
          <p:cNvPr id="3" name="Footer Placeholder 2">
            <a:extLst>
              <a:ext uri="{FF2B5EF4-FFF2-40B4-BE49-F238E27FC236}">
                <a16:creationId xmlns:a16="http://schemas.microsoft.com/office/drawing/2014/main" id="{208A4F8E-F27D-6520-3BC2-70B727D6A2BD}"/>
              </a:ext>
            </a:extLst>
          </p:cNvPr>
          <p:cNvSpPr>
            <a:spLocks noGrp="1"/>
          </p:cNvSpPr>
          <p:nvPr>
            <p:ph type="ftr" sz="quarter" idx="11"/>
          </p:nvPr>
        </p:nvSpPr>
        <p:spPr/>
        <p:txBody>
          <a:bodyPr/>
          <a:lstStyle/>
          <a:p>
            <a:endParaRPr lang="en-BE"/>
          </a:p>
        </p:txBody>
      </p:sp>
      <p:sp>
        <p:nvSpPr>
          <p:cNvPr id="4" name="Slide Number Placeholder 3">
            <a:extLst>
              <a:ext uri="{FF2B5EF4-FFF2-40B4-BE49-F238E27FC236}">
                <a16:creationId xmlns:a16="http://schemas.microsoft.com/office/drawing/2014/main" id="{1AB8589C-CE3D-09B8-4879-DA3348AC29FF}"/>
              </a:ext>
            </a:extLst>
          </p:cNvPr>
          <p:cNvSpPr>
            <a:spLocks noGrp="1"/>
          </p:cNvSpPr>
          <p:nvPr>
            <p:ph type="sldNum" sz="quarter" idx="12"/>
          </p:nvPr>
        </p:nvSpPr>
        <p:spPr/>
        <p:txBody>
          <a:bodyPr/>
          <a:lstStyle/>
          <a:p>
            <a:fld id="{98EFE2C4-EDDB-A648-BE25-9BCB64F0917C}" type="slidenum">
              <a:rPr lang="en-BE" smtClean="0"/>
              <a:t>‹#›</a:t>
            </a:fld>
            <a:endParaRPr lang="en-BE"/>
          </a:p>
        </p:txBody>
      </p:sp>
    </p:spTree>
    <p:extLst>
      <p:ext uri="{BB962C8B-B14F-4D97-AF65-F5344CB8AC3E}">
        <p14:creationId xmlns:p14="http://schemas.microsoft.com/office/powerpoint/2010/main" val="2867315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587E2D-FDEE-F310-C71B-A0AE26CDB7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Content Placeholder 2">
            <a:extLst>
              <a:ext uri="{FF2B5EF4-FFF2-40B4-BE49-F238E27FC236}">
                <a16:creationId xmlns:a16="http://schemas.microsoft.com/office/drawing/2014/main" id="{8217046A-6CEE-C571-D99D-C0B4E7F3D9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Text Placeholder 3">
            <a:extLst>
              <a:ext uri="{FF2B5EF4-FFF2-40B4-BE49-F238E27FC236}">
                <a16:creationId xmlns:a16="http://schemas.microsoft.com/office/drawing/2014/main" id="{8EF41748-A347-FF5D-2B7B-F7E1D1AEEE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CF2B37-406E-25A6-A6C4-38BB413F8C59}"/>
              </a:ext>
            </a:extLst>
          </p:cNvPr>
          <p:cNvSpPr>
            <a:spLocks noGrp="1"/>
          </p:cNvSpPr>
          <p:nvPr>
            <p:ph type="dt" sz="half" idx="10"/>
          </p:nvPr>
        </p:nvSpPr>
        <p:spPr/>
        <p:txBody>
          <a:bodyPr/>
          <a:lstStyle/>
          <a:p>
            <a:fld id="{F332E988-1B43-D24A-AB98-18F946427577}" type="datetimeFigureOut">
              <a:rPr lang="en-BE" smtClean="0"/>
              <a:t>19/05/2023</a:t>
            </a:fld>
            <a:endParaRPr lang="en-BE"/>
          </a:p>
        </p:txBody>
      </p:sp>
      <p:sp>
        <p:nvSpPr>
          <p:cNvPr id="6" name="Footer Placeholder 5">
            <a:extLst>
              <a:ext uri="{FF2B5EF4-FFF2-40B4-BE49-F238E27FC236}">
                <a16:creationId xmlns:a16="http://schemas.microsoft.com/office/drawing/2014/main" id="{5AC561AA-17BE-9F03-11D3-740BD79991ED}"/>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CB924D12-3B74-C3E2-B068-275C68C84092}"/>
              </a:ext>
            </a:extLst>
          </p:cNvPr>
          <p:cNvSpPr>
            <a:spLocks noGrp="1"/>
          </p:cNvSpPr>
          <p:nvPr>
            <p:ph type="sldNum" sz="quarter" idx="12"/>
          </p:nvPr>
        </p:nvSpPr>
        <p:spPr/>
        <p:txBody>
          <a:bodyPr/>
          <a:lstStyle/>
          <a:p>
            <a:fld id="{98EFE2C4-EDDB-A648-BE25-9BCB64F0917C}" type="slidenum">
              <a:rPr lang="en-BE" smtClean="0"/>
              <a:t>‹#›</a:t>
            </a:fld>
            <a:endParaRPr lang="en-BE"/>
          </a:p>
        </p:txBody>
      </p:sp>
    </p:spTree>
    <p:extLst>
      <p:ext uri="{BB962C8B-B14F-4D97-AF65-F5344CB8AC3E}">
        <p14:creationId xmlns:p14="http://schemas.microsoft.com/office/powerpoint/2010/main" val="600684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AEAC0-6D26-2C53-D517-F3B169664F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BE"/>
          </a:p>
        </p:txBody>
      </p:sp>
      <p:sp>
        <p:nvSpPr>
          <p:cNvPr id="3" name="Picture Placeholder 2">
            <a:extLst>
              <a:ext uri="{FF2B5EF4-FFF2-40B4-BE49-F238E27FC236}">
                <a16:creationId xmlns:a16="http://schemas.microsoft.com/office/drawing/2014/main" id="{7AE78F6A-4669-9D83-71EE-5562675A88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BE"/>
          </a:p>
        </p:txBody>
      </p:sp>
      <p:sp>
        <p:nvSpPr>
          <p:cNvPr id="4" name="Text Placeholder 3">
            <a:extLst>
              <a:ext uri="{FF2B5EF4-FFF2-40B4-BE49-F238E27FC236}">
                <a16:creationId xmlns:a16="http://schemas.microsoft.com/office/drawing/2014/main" id="{D1285EB6-826D-EEFE-DE29-D93DE01EF9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2BDF0FF-6AF4-8D26-4FE8-49BF4AECC63E}"/>
              </a:ext>
            </a:extLst>
          </p:cNvPr>
          <p:cNvSpPr>
            <a:spLocks noGrp="1"/>
          </p:cNvSpPr>
          <p:nvPr>
            <p:ph type="dt" sz="half" idx="10"/>
          </p:nvPr>
        </p:nvSpPr>
        <p:spPr/>
        <p:txBody>
          <a:bodyPr/>
          <a:lstStyle/>
          <a:p>
            <a:fld id="{F332E988-1B43-D24A-AB98-18F946427577}" type="datetimeFigureOut">
              <a:rPr lang="en-BE" smtClean="0"/>
              <a:t>19/05/2023</a:t>
            </a:fld>
            <a:endParaRPr lang="en-BE"/>
          </a:p>
        </p:txBody>
      </p:sp>
      <p:sp>
        <p:nvSpPr>
          <p:cNvPr id="6" name="Footer Placeholder 5">
            <a:extLst>
              <a:ext uri="{FF2B5EF4-FFF2-40B4-BE49-F238E27FC236}">
                <a16:creationId xmlns:a16="http://schemas.microsoft.com/office/drawing/2014/main" id="{5BED7F44-CD4C-7174-C7BD-74864106AA9E}"/>
              </a:ext>
            </a:extLst>
          </p:cNvPr>
          <p:cNvSpPr>
            <a:spLocks noGrp="1"/>
          </p:cNvSpPr>
          <p:nvPr>
            <p:ph type="ftr" sz="quarter" idx="11"/>
          </p:nvPr>
        </p:nvSpPr>
        <p:spPr/>
        <p:txBody>
          <a:bodyPr/>
          <a:lstStyle/>
          <a:p>
            <a:endParaRPr lang="en-BE"/>
          </a:p>
        </p:txBody>
      </p:sp>
      <p:sp>
        <p:nvSpPr>
          <p:cNvPr id="7" name="Slide Number Placeholder 6">
            <a:extLst>
              <a:ext uri="{FF2B5EF4-FFF2-40B4-BE49-F238E27FC236}">
                <a16:creationId xmlns:a16="http://schemas.microsoft.com/office/drawing/2014/main" id="{D6E93ED3-A8A9-5F36-3D53-7E87473EF4F2}"/>
              </a:ext>
            </a:extLst>
          </p:cNvPr>
          <p:cNvSpPr>
            <a:spLocks noGrp="1"/>
          </p:cNvSpPr>
          <p:nvPr>
            <p:ph type="sldNum" sz="quarter" idx="12"/>
          </p:nvPr>
        </p:nvSpPr>
        <p:spPr/>
        <p:txBody>
          <a:bodyPr/>
          <a:lstStyle/>
          <a:p>
            <a:fld id="{98EFE2C4-EDDB-A648-BE25-9BCB64F0917C}" type="slidenum">
              <a:rPr lang="en-BE" smtClean="0"/>
              <a:t>‹#›</a:t>
            </a:fld>
            <a:endParaRPr lang="en-BE"/>
          </a:p>
        </p:txBody>
      </p:sp>
    </p:spTree>
    <p:extLst>
      <p:ext uri="{BB962C8B-B14F-4D97-AF65-F5344CB8AC3E}">
        <p14:creationId xmlns:p14="http://schemas.microsoft.com/office/powerpoint/2010/main" val="36726345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01061-C299-44E3-7EF8-1B6466BD5D75}"/>
              </a:ext>
            </a:extLst>
          </p:cNvPr>
          <p:cNvSpPr>
            <a:spLocks noGrp="1"/>
          </p:cNvSpPr>
          <p:nvPr>
            <p:ph type="title"/>
          </p:nvPr>
        </p:nvSpPr>
        <p:spPr/>
        <p:txBody>
          <a:bodyPr/>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1359A0F4-56A6-91E1-D16F-D8A286731D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3B7C0E60-5899-B82E-99B5-5B6EF3A42FBD}"/>
              </a:ext>
            </a:extLst>
          </p:cNvPr>
          <p:cNvSpPr>
            <a:spLocks noGrp="1"/>
          </p:cNvSpPr>
          <p:nvPr>
            <p:ph type="dt" sz="half" idx="10"/>
          </p:nvPr>
        </p:nvSpPr>
        <p:spPr/>
        <p:txBody>
          <a:bodyPr/>
          <a:lstStyle/>
          <a:p>
            <a:fld id="{F332E988-1B43-D24A-AB98-18F946427577}" type="datetimeFigureOut">
              <a:rPr lang="en-BE" smtClean="0"/>
              <a:t>19/05/2023</a:t>
            </a:fld>
            <a:endParaRPr lang="en-BE"/>
          </a:p>
        </p:txBody>
      </p:sp>
      <p:sp>
        <p:nvSpPr>
          <p:cNvPr id="5" name="Footer Placeholder 4">
            <a:extLst>
              <a:ext uri="{FF2B5EF4-FFF2-40B4-BE49-F238E27FC236}">
                <a16:creationId xmlns:a16="http://schemas.microsoft.com/office/drawing/2014/main" id="{DFCEF9DF-682F-7C54-4D1A-48F694A521F3}"/>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75D003CC-ABAF-079A-E68E-635DD9E30DE8}"/>
              </a:ext>
            </a:extLst>
          </p:cNvPr>
          <p:cNvSpPr>
            <a:spLocks noGrp="1"/>
          </p:cNvSpPr>
          <p:nvPr>
            <p:ph type="sldNum" sz="quarter" idx="12"/>
          </p:nvPr>
        </p:nvSpPr>
        <p:spPr/>
        <p:txBody>
          <a:bodyPr/>
          <a:lstStyle/>
          <a:p>
            <a:fld id="{98EFE2C4-EDDB-A648-BE25-9BCB64F0917C}" type="slidenum">
              <a:rPr lang="en-BE" smtClean="0"/>
              <a:t>‹#›</a:t>
            </a:fld>
            <a:endParaRPr lang="en-BE"/>
          </a:p>
        </p:txBody>
      </p:sp>
    </p:spTree>
    <p:extLst>
      <p:ext uri="{BB962C8B-B14F-4D97-AF65-F5344CB8AC3E}">
        <p14:creationId xmlns:p14="http://schemas.microsoft.com/office/powerpoint/2010/main" val="3515715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007C8A-DA7B-7389-1AF8-9E64D18DFA3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BE"/>
          </a:p>
        </p:txBody>
      </p:sp>
      <p:sp>
        <p:nvSpPr>
          <p:cNvPr id="3" name="Vertical Text Placeholder 2">
            <a:extLst>
              <a:ext uri="{FF2B5EF4-FFF2-40B4-BE49-F238E27FC236}">
                <a16:creationId xmlns:a16="http://schemas.microsoft.com/office/drawing/2014/main" id="{87B38EA7-1FD2-65CE-02F8-81A1643891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B7B0DB0D-93D9-615A-21A9-57B48144E717}"/>
              </a:ext>
            </a:extLst>
          </p:cNvPr>
          <p:cNvSpPr>
            <a:spLocks noGrp="1"/>
          </p:cNvSpPr>
          <p:nvPr>
            <p:ph type="dt" sz="half" idx="10"/>
          </p:nvPr>
        </p:nvSpPr>
        <p:spPr/>
        <p:txBody>
          <a:bodyPr/>
          <a:lstStyle/>
          <a:p>
            <a:fld id="{F332E988-1B43-D24A-AB98-18F946427577}" type="datetimeFigureOut">
              <a:rPr lang="en-BE" smtClean="0"/>
              <a:t>19/05/2023</a:t>
            </a:fld>
            <a:endParaRPr lang="en-BE"/>
          </a:p>
        </p:txBody>
      </p:sp>
      <p:sp>
        <p:nvSpPr>
          <p:cNvPr id="5" name="Footer Placeholder 4">
            <a:extLst>
              <a:ext uri="{FF2B5EF4-FFF2-40B4-BE49-F238E27FC236}">
                <a16:creationId xmlns:a16="http://schemas.microsoft.com/office/drawing/2014/main" id="{50659410-B046-80C1-545F-ECC3DA8A7F3F}"/>
              </a:ext>
            </a:extLst>
          </p:cNvPr>
          <p:cNvSpPr>
            <a:spLocks noGrp="1"/>
          </p:cNvSpPr>
          <p:nvPr>
            <p:ph type="ftr" sz="quarter" idx="11"/>
          </p:nvPr>
        </p:nvSpPr>
        <p:spPr/>
        <p:txBody>
          <a:bodyPr/>
          <a:lstStyle/>
          <a:p>
            <a:endParaRPr lang="en-BE"/>
          </a:p>
        </p:txBody>
      </p:sp>
      <p:sp>
        <p:nvSpPr>
          <p:cNvPr id="6" name="Slide Number Placeholder 5">
            <a:extLst>
              <a:ext uri="{FF2B5EF4-FFF2-40B4-BE49-F238E27FC236}">
                <a16:creationId xmlns:a16="http://schemas.microsoft.com/office/drawing/2014/main" id="{ED252CF1-735C-2A00-180A-A0433767912F}"/>
              </a:ext>
            </a:extLst>
          </p:cNvPr>
          <p:cNvSpPr>
            <a:spLocks noGrp="1"/>
          </p:cNvSpPr>
          <p:nvPr>
            <p:ph type="sldNum" sz="quarter" idx="12"/>
          </p:nvPr>
        </p:nvSpPr>
        <p:spPr/>
        <p:txBody>
          <a:bodyPr/>
          <a:lstStyle/>
          <a:p>
            <a:fld id="{98EFE2C4-EDDB-A648-BE25-9BCB64F0917C}" type="slidenum">
              <a:rPr lang="en-BE" smtClean="0"/>
              <a:t>‹#›</a:t>
            </a:fld>
            <a:endParaRPr lang="en-BE"/>
          </a:p>
        </p:txBody>
      </p:sp>
    </p:spTree>
    <p:extLst>
      <p:ext uri="{BB962C8B-B14F-4D97-AF65-F5344CB8AC3E}">
        <p14:creationId xmlns:p14="http://schemas.microsoft.com/office/powerpoint/2010/main" val="766914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2_cover">
    <p:spTree>
      <p:nvGrpSpPr>
        <p:cNvPr id="1" name=""/>
        <p:cNvGrpSpPr/>
        <p:nvPr/>
      </p:nvGrpSpPr>
      <p:grpSpPr>
        <a:xfrm>
          <a:off x="0" y="0"/>
          <a:ext cx="0" cy="0"/>
          <a:chOff x="0" y="0"/>
          <a:chExt cx="0" cy="0"/>
        </a:xfrm>
      </p:grpSpPr>
      <p:pic>
        <p:nvPicPr>
          <p:cNvPr id="4" name="Picture 3" descr="A picture containing person, indoor, sitting, person&#10;&#10;Description automatically generated">
            <a:extLst>
              <a:ext uri="{FF2B5EF4-FFF2-40B4-BE49-F238E27FC236}">
                <a16:creationId xmlns:a16="http://schemas.microsoft.com/office/drawing/2014/main" id="{6E307463-BA5E-410B-9871-98A4F72B50E1}"/>
              </a:ext>
            </a:extLst>
          </p:cNvPr>
          <p:cNvPicPr>
            <a:picLocks noChangeAspect="1"/>
          </p:cNvPicPr>
          <p:nvPr userDrawn="1"/>
        </p:nvPicPr>
        <p:blipFill>
          <a:blip r:embed="rId2"/>
          <a:stretch>
            <a:fillRect/>
          </a:stretch>
        </p:blipFill>
        <p:spPr>
          <a:xfrm>
            <a:off x="2034445" y="-16615"/>
            <a:ext cx="10262064" cy="6874616"/>
          </a:xfrm>
          <a:prstGeom prst="rect">
            <a:avLst/>
          </a:prstGeom>
        </p:spPr>
      </p:pic>
      <p:sp>
        <p:nvSpPr>
          <p:cNvPr id="7" name="Rectangle 6">
            <a:extLst>
              <a:ext uri="{FF2B5EF4-FFF2-40B4-BE49-F238E27FC236}">
                <a16:creationId xmlns:a16="http://schemas.microsoft.com/office/drawing/2014/main" id="{3E001FD8-8B7F-2D4B-A957-5A3FCC0E1FE5}"/>
              </a:ext>
            </a:extLst>
          </p:cNvPr>
          <p:cNvSpPr/>
          <p:nvPr/>
        </p:nvSpPr>
        <p:spPr>
          <a:xfrm>
            <a:off x="0" y="0"/>
            <a:ext cx="5351790" cy="6858000"/>
          </a:xfrm>
          <a:prstGeom prst="rect">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8" name="Right Triangle 7">
            <a:extLst>
              <a:ext uri="{FF2B5EF4-FFF2-40B4-BE49-F238E27FC236}">
                <a16:creationId xmlns:a16="http://schemas.microsoft.com/office/drawing/2014/main" id="{CA347957-CC54-2645-ACE6-2B2BEE5D7336}"/>
              </a:ext>
            </a:extLst>
          </p:cNvPr>
          <p:cNvSpPr/>
          <p:nvPr/>
        </p:nvSpPr>
        <p:spPr>
          <a:xfrm>
            <a:off x="5351790" y="16625"/>
            <a:ext cx="593898" cy="6858000"/>
          </a:xfrm>
          <a:prstGeom prst="rtTriangle">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1A279275-0F59-2640-8849-632702A992F9}"/>
              </a:ext>
            </a:extLst>
          </p:cNvPr>
          <p:cNvCxnSpPr/>
          <p:nvPr/>
        </p:nvCxnSpPr>
        <p:spPr>
          <a:xfrm>
            <a:off x="461684" y="4442762"/>
            <a:ext cx="1119843" cy="0"/>
          </a:xfrm>
          <a:prstGeom prst="line">
            <a:avLst/>
          </a:prstGeom>
          <a:ln>
            <a:solidFill>
              <a:schemeClr val="bg1">
                <a:alpha val="20000"/>
              </a:schemeClr>
            </a:solidFill>
          </a:ln>
        </p:spPr>
        <p:style>
          <a:lnRef idx="1">
            <a:schemeClr val="accent1"/>
          </a:lnRef>
          <a:fillRef idx="0">
            <a:schemeClr val="accent1"/>
          </a:fillRef>
          <a:effectRef idx="0">
            <a:schemeClr val="accent1"/>
          </a:effectRef>
          <a:fontRef idx="minor">
            <a:schemeClr val="tx1"/>
          </a:fontRef>
        </p:style>
      </p:cxnSp>
      <p:sp>
        <p:nvSpPr>
          <p:cNvPr id="21" name="Text Placeholder 20">
            <a:extLst>
              <a:ext uri="{FF2B5EF4-FFF2-40B4-BE49-F238E27FC236}">
                <a16:creationId xmlns:a16="http://schemas.microsoft.com/office/drawing/2014/main" id="{66917590-1F99-014A-88D7-AC68E2FB88D2}"/>
              </a:ext>
            </a:extLst>
          </p:cNvPr>
          <p:cNvSpPr>
            <a:spLocks noGrp="1"/>
          </p:cNvSpPr>
          <p:nvPr>
            <p:ph type="body" sz="quarter" idx="11" hasCustomPrompt="1"/>
          </p:nvPr>
        </p:nvSpPr>
        <p:spPr>
          <a:xfrm>
            <a:off x="457196" y="483079"/>
            <a:ext cx="5069546" cy="3453281"/>
          </a:xfrm>
          <a:prstGeom prst="rect">
            <a:avLst/>
          </a:prstGeom>
        </p:spPr>
        <p:txBody>
          <a:bodyPr anchor="b">
            <a:noAutofit/>
          </a:bodyPr>
          <a:lstStyle>
            <a:lvl1pPr marL="0" indent="0">
              <a:buNone/>
              <a:defRPr sz="5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Presentation title Example</a:t>
            </a:r>
          </a:p>
        </p:txBody>
      </p:sp>
      <p:sp>
        <p:nvSpPr>
          <p:cNvPr id="26" name="Text Placeholder 25">
            <a:extLst>
              <a:ext uri="{FF2B5EF4-FFF2-40B4-BE49-F238E27FC236}">
                <a16:creationId xmlns:a16="http://schemas.microsoft.com/office/drawing/2014/main" id="{4B00B05C-3C20-064A-9E69-78F5D5FB64ED}"/>
              </a:ext>
            </a:extLst>
          </p:cNvPr>
          <p:cNvSpPr>
            <a:spLocks noGrp="1"/>
          </p:cNvSpPr>
          <p:nvPr>
            <p:ph type="body" sz="quarter" idx="12" hasCustomPrompt="1"/>
          </p:nvPr>
        </p:nvSpPr>
        <p:spPr>
          <a:xfrm>
            <a:off x="457195" y="4678741"/>
            <a:ext cx="5567363" cy="997439"/>
          </a:xfrm>
          <a:prstGeom prst="rect">
            <a:avLst/>
          </a:prstGeom>
        </p:spPr>
        <p:txBody>
          <a:bodyPr>
            <a:normAutofit/>
          </a:bodyPr>
          <a:lstStyle>
            <a:lvl1pPr marL="0" indent="0">
              <a:buNone/>
              <a:defRPr sz="2400">
                <a:solidFill>
                  <a:schemeClr val="bg1">
                    <a:alpha val="50000"/>
                  </a:schemeClr>
                </a:solidFill>
              </a:defRPr>
            </a:lvl1pPr>
          </a:lstStyle>
          <a:p>
            <a:pPr lvl="0"/>
            <a:r>
              <a:rPr lang="en-US"/>
              <a:t>Date</a:t>
            </a:r>
          </a:p>
          <a:p>
            <a:pPr lvl="0"/>
            <a:r>
              <a:rPr lang="en-US"/>
              <a:t>Author — Function</a:t>
            </a:r>
          </a:p>
        </p:txBody>
      </p:sp>
      <p:pic>
        <p:nvPicPr>
          <p:cNvPr id="5" name="Picture 4">
            <a:extLst>
              <a:ext uri="{FF2B5EF4-FFF2-40B4-BE49-F238E27FC236}">
                <a16:creationId xmlns:a16="http://schemas.microsoft.com/office/drawing/2014/main" id="{EEF5ED77-A4CC-B344-A5B4-DEE5713EF5C1}"/>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457195" y="6033901"/>
            <a:ext cx="1602996" cy="591731"/>
          </a:xfrm>
          <a:prstGeom prst="rect">
            <a:avLst/>
          </a:prstGeom>
        </p:spPr>
      </p:pic>
    </p:spTree>
    <p:extLst>
      <p:ext uri="{BB962C8B-B14F-4D97-AF65-F5344CB8AC3E}">
        <p14:creationId xmlns:p14="http://schemas.microsoft.com/office/powerpoint/2010/main" val="2213696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696AA2-C63C-BF1F-6215-F7E9817186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BE"/>
          </a:p>
        </p:txBody>
      </p:sp>
      <p:sp>
        <p:nvSpPr>
          <p:cNvPr id="3" name="Text Placeholder 2">
            <a:extLst>
              <a:ext uri="{FF2B5EF4-FFF2-40B4-BE49-F238E27FC236}">
                <a16:creationId xmlns:a16="http://schemas.microsoft.com/office/drawing/2014/main" id="{3F516948-E860-743F-8CA3-E4D3A5E8A4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BE"/>
          </a:p>
        </p:txBody>
      </p:sp>
      <p:sp>
        <p:nvSpPr>
          <p:cNvPr id="4" name="Date Placeholder 3">
            <a:extLst>
              <a:ext uri="{FF2B5EF4-FFF2-40B4-BE49-F238E27FC236}">
                <a16:creationId xmlns:a16="http://schemas.microsoft.com/office/drawing/2014/main" id="{E23839BE-43ED-C803-DC55-B78229B64B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32E988-1B43-D24A-AB98-18F946427577}" type="datetimeFigureOut">
              <a:rPr lang="en-BE" smtClean="0"/>
              <a:t>19/05/2023</a:t>
            </a:fld>
            <a:endParaRPr lang="en-BE"/>
          </a:p>
        </p:txBody>
      </p:sp>
      <p:sp>
        <p:nvSpPr>
          <p:cNvPr id="5" name="Footer Placeholder 4">
            <a:extLst>
              <a:ext uri="{FF2B5EF4-FFF2-40B4-BE49-F238E27FC236}">
                <a16:creationId xmlns:a16="http://schemas.microsoft.com/office/drawing/2014/main" id="{DF1C0008-024C-F35F-D047-E226B1A9F0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BE"/>
          </a:p>
        </p:txBody>
      </p:sp>
      <p:sp>
        <p:nvSpPr>
          <p:cNvPr id="6" name="Slide Number Placeholder 5">
            <a:extLst>
              <a:ext uri="{FF2B5EF4-FFF2-40B4-BE49-F238E27FC236}">
                <a16:creationId xmlns:a16="http://schemas.microsoft.com/office/drawing/2014/main" id="{5D0A7E6B-A917-AA53-8CB2-505190DA12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EFE2C4-EDDB-A648-BE25-9BCB64F0917C}" type="slidenum">
              <a:rPr lang="en-BE" smtClean="0"/>
              <a:t>‹#›</a:t>
            </a:fld>
            <a:endParaRPr lang="en-BE"/>
          </a:p>
        </p:txBody>
      </p:sp>
    </p:spTree>
    <p:extLst>
      <p:ext uri="{BB962C8B-B14F-4D97-AF65-F5344CB8AC3E}">
        <p14:creationId xmlns:p14="http://schemas.microsoft.com/office/powerpoint/2010/main" val="15166817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6.jpeg"/><Relationship Id="rId3" Type="http://schemas.openxmlformats.org/officeDocument/2006/relationships/image" Target="../media/image11.svg"/><Relationship Id="rId7" Type="http://schemas.openxmlformats.org/officeDocument/2006/relationships/image" Target="../media/image15.svg"/><Relationship Id="rId12" Type="http://schemas.openxmlformats.org/officeDocument/2006/relationships/image" Target="../media/image9.pn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8.svg"/><Relationship Id="rId5" Type="http://schemas.openxmlformats.org/officeDocument/2006/relationships/image" Target="../media/image13.svg"/><Relationship Id="rId10" Type="http://schemas.openxmlformats.org/officeDocument/2006/relationships/image" Target="../media/image7.png"/><Relationship Id="rId4" Type="http://schemas.openxmlformats.org/officeDocument/2006/relationships/image" Target="../media/image12.png"/><Relationship Id="rId9" Type="http://schemas.openxmlformats.org/officeDocument/2006/relationships/image" Target="../media/image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9F8DB8-8E71-4A07-B502-068B32E845FD}"/>
              </a:ext>
            </a:extLst>
          </p:cNvPr>
          <p:cNvSpPr>
            <a:spLocks noGrp="1"/>
          </p:cNvSpPr>
          <p:nvPr>
            <p:ph type="body" sz="quarter" idx="12"/>
          </p:nvPr>
        </p:nvSpPr>
        <p:spPr>
          <a:xfrm>
            <a:off x="1134117" y="3330739"/>
            <a:ext cx="3240174" cy="997439"/>
          </a:xfrm>
        </p:spPr>
        <p:txBody>
          <a:bodyPr>
            <a:normAutofit/>
          </a:bodyPr>
          <a:lstStyle/>
          <a:p>
            <a:r>
              <a:rPr lang="fr-BE" dirty="0">
                <a:latin typeface="Montserrat Light" panose="00000400000000000000" pitchFamily="2" charset="0"/>
              </a:rPr>
              <a:t>Erasme – Dim3</a:t>
            </a:r>
          </a:p>
        </p:txBody>
      </p:sp>
      <p:sp>
        <p:nvSpPr>
          <p:cNvPr id="5" name="TextBox 4">
            <a:extLst>
              <a:ext uri="{FF2B5EF4-FFF2-40B4-BE49-F238E27FC236}">
                <a16:creationId xmlns:a16="http://schemas.microsoft.com/office/drawing/2014/main" id="{8F269273-6813-7421-70CC-DAB79925AA6C}"/>
              </a:ext>
            </a:extLst>
          </p:cNvPr>
          <p:cNvSpPr txBox="1"/>
          <p:nvPr/>
        </p:nvSpPr>
        <p:spPr>
          <a:xfrm>
            <a:off x="738315" y="1452605"/>
            <a:ext cx="3635976" cy="1077218"/>
          </a:xfrm>
          <a:prstGeom prst="rect">
            <a:avLst/>
          </a:prstGeom>
          <a:noFill/>
        </p:spPr>
        <p:txBody>
          <a:bodyPr wrap="square">
            <a:spAutoFit/>
          </a:bodyPr>
          <a:lstStyle/>
          <a:p>
            <a:pPr algn="ctr"/>
            <a:r>
              <a:rPr lang="en-BE" sz="3200" dirty="0">
                <a:solidFill>
                  <a:schemeClr val="bg1"/>
                </a:solidFill>
              </a:rPr>
              <a:t>Projet suivi désordre alimentaire</a:t>
            </a:r>
          </a:p>
        </p:txBody>
      </p:sp>
    </p:spTree>
    <p:extLst>
      <p:ext uri="{BB962C8B-B14F-4D97-AF65-F5344CB8AC3E}">
        <p14:creationId xmlns:p14="http://schemas.microsoft.com/office/powerpoint/2010/main" val="3301545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DF7BA-F3D1-4BF4-FA24-03D63CF615F2}"/>
              </a:ext>
            </a:extLst>
          </p:cNvPr>
          <p:cNvSpPr>
            <a:spLocks noGrp="1"/>
          </p:cNvSpPr>
          <p:nvPr>
            <p:ph type="title"/>
          </p:nvPr>
        </p:nvSpPr>
        <p:spPr/>
        <p:txBody>
          <a:bodyPr/>
          <a:lstStyle/>
          <a:p>
            <a:r>
              <a:rPr lang="en-BE" dirty="0"/>
              <a:t>Le problem</a:t>
            </a:r>
          </a:p>
        </p:txBody>
      </p:sp>
      <p:sp>
        <p:nvSpPr>
          <p:cNvPr id="3" name="Content Placeholder 2">
            <a:extLst>
              <a:ext uri="{FF2B5EF4-FFF2-40B4-BE49-F238E27FC236}">
                <a16:creationId xmlns:a16="http://schemas.microsoft.com/office/drawing/2014/main" id="{5502323F-565D-0FE1-B178-7CD52562FAEF}"/>
              </a:ext>
            </a:extLst>
          </p:cNvPr>
          <p:cNvSpPr>
            <a:spLocks noGrp="1"/>
          </p:cNvSpPr>
          <p:nvPr>
            <p:ph idx="1"/>
          </p:nvPr>
        </p:nvSpPr>
        <p:spPr/>
        <p:txBody>
          <a:bodyPr/>
          <a:lstStyle/>
          <a:p>
            <a:r>
              <a:rPr lang="en-BE" dirty="0"/>
              <a:t>A rédiger par le service</a:t>
            </a:r>
          </a:p>
        </p:txBody>
      </p:sp>
    </p:spTree>
    <p:extLst>
      <p:ext uri="{BB962C8B-B14F-4D97-AF65-F5344CB8AC3E}">
        <p14:creationId xmlns:p14="http://schemas.microsoft.com/office/powerpoint/2010/main" val="3512597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DF7BA-F3D1-4BF4-FA24-03D63CF615F2}"/>
              </a:ext>
            </a:extLst>
          </p:cNvPr>
          <p:cNvSpPr>
            <a:spLocks noGrp="1"/>
          </p:cNvSpPr>
          <p:nvPr>
            <p:ph type="title"/>
          </p:nvPr>
        </p:nvSpPr>
        <p:spPr/>
        <p:txBody>
          <a:bodyPr/>
          <a:lstStyle/>
          <a:p>
            <a:r>
              <a:rPr lang="en-BE" dirty="0"/>
              <a:t>Une solution</a:t>
            </a:r>
          </a:p>
        </p:txBody>
      </p:sp>
      <p:sp>
        <p:nvSpPr>
          <p:cNvPr id="3" name="Content Placeholder 2">
            <a:extLst>
              <a:ext uri="{FF2B5EF4-FFF2-40B4-BE49-F238E27FC236}">
                <a16:creationId xmlns:a16="http://schemas.microsoft.com/office/drawing/2014/main" id="{5502323F-565D-0FE1-B178-7CD52562FAEF}"/>
              </a:ext>
            </a:extLst>
          </p:cNvPr>
          <p:cNvSpPr>
            <a:spLocks noGrp="1"/>
          </p:cNvSpPr>
          <p:nvPr>
            <p:ph idx="1"/>
          </p:nvPr>
        </p:nvSpPr>
        <p:spPr/>
        <p:txBody>
          <a:bodyPr>
            <a:normAutofit fontScale="92500" lnSpcReduction="10000"/>
          </a:bodyPr>
          <a:lstStyle/>
          <a:p>
            <a:pPr marL="0" indent="0" algn="ctr">
              <a:buNone/>
            </a:pPr>
            <a:r>
              <a:rPr lang="en-BE" b="1" dirty="0"/>
              <a:t>Une plateforme du suivi objectif du désordre alimentaire serait focalisée sur la dynamique prandiale.</a:t>
            </a:r>
          </a:p>
          <a:p>
            <a:pPr marL="0" indent="0">
              <a:buNone/>
            </a:pPr>
            <a:endParaRPr lang="en-BE" dirty="0"/>
          </a:p>
          <a:p>
            <a:pPr marL="0" indent="0">
              <a:buNone/>
            </a:pPr>
            <a:r>
              <a:rPr lang="en-BE" dirty="0"/>
              <a:t>La plateforme constituée d’une balance connectée pesant en temps réel l’évolution du poids du repas permet de tracé des courbes de consommation. </a:t>
            </a:r>
          </a:p>
          <a:p>
            <a:pPr marL="0" indent="0">
              <a:buNone/>
            </a:pPr>
            <a:r>
              <a:rPr lang="en-BE" dirty="0"/>
              <a:t>Cette courbe evolution du poids/temps permet d’objectiver le comportement alimentaire de la personne et permet ainsi de voir des évolutions.</a:t>
            </a:r>
          </a:p>
          <a:p>
            <a:pPr marL="0" indent="0">
              <a:buNone/>
            </a:pPr>
            <a:r>
              <a:rPr lang="en-US" dirty="0"/>
              <a:t>A</a:t>
            </a:r>
            <a:r>
              <a:rPr lang="en-BE" dirty="0"/>
              <a:t>u delà de l’outil médical, l’utilisation de ces données pourraient s’averer etre un outil de communication avec la personne et ses référants</a:t>
            </a:r>
          </a:p>
          <a:p>
            <a:pPr marL="0" indent="0">
              <a:buNone/>
            </a:pPr>
            <a:endParaRPr lang="en-BE" dirty="0"/>
          </a:p>
        </p:txBody>
      </p:sp>
    </p:spTree>
    <p:extLst>
      <p:ext uri="{BB962C8B-B14F-4D97-AF65-F5344CB8AC3E}">
        <p14:creationId xmlns:p14="http://schemas.microsoft.com/office/powerpoint/2010/main" val="22962620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DF7BA-F3D1-4BF4-FA24-03D63CF615F2}"/>
              </a:ext>
            </a:extLst>
          </p:cNvPr>
          <p:cNvSpPr>
            <a:spLocks noGrp="1"/>
          </p:cNvSpPr>
          <p:nvPr>
            <p:ph type="title"/>
          </p:nvPr>
        </p:nvSpPr>
        <p:spPr/>
        <p:txBody>
          <a:bodyPr/>
          <a:lstStyle/>
          <a:p>
            <a:r>
              <a:rPr lang="en-BE" dirty="0"/>
              <a:t>Le Projet</a:t>
            </a:r>
          </a:p>
        </p:txBody>
      </p:sp>
      <p:sp>
        <p:nvSpPr>
          <p:cNvPr id="3" name="Content Placeholder 2">
            <a:extLst>
              <a:ext uri="{FF2B5EF4-FFF2-40B4-BE49-F238E27FC236}">
                <a16:creationId xmlns:a16="http://schemas.microsoft.com/office/drawing/2014/main" id="{5502323F-565D-0FE1-B178-7CD52562FAEF}"/>
              </a:ext>
            </a:extLst>
          </p:cNvPr>
          <p:cNvSpPr>
            <a:spLocks noGrp="1"/>
          </p:cNvSpPr>
          <p:nvPr>
            <p:ph idx="1"/>
          </p:nvPr>
        </p:nvSpPr>
        <p:spPr>
          <a:xfrm>
            <a:off x="87739" y="1821932"/>
            <a:ext cx="11984811" cy="4351338"/>
          </a:xfrm>
        </p:spPr>
        <p:txBody>
          <a:bodyPr>
            <a:normAutofit fontScale="92500" lnSpcReduction="10000"/>
          </a:bodyPr>
          <a:lstStyle/>
          <a:p>
            <a:pPr marL="0" indent="0" algn="ctr">
              <a:buNone/>
            </a:pPr>
            <a:r>
              <a:rPr lang="en-BE" b="1" dirty="0"/>
              <a:t>Plateforme fonctionnelle permet de suivre la dynamique prandiale par graphique</a:t>
            </a:r>
          </a:p>
          <a:p>
            <a:pPr marL="0" indent="0">
              <a:buNone/>
            </a:pPr>
            <a:endParaRPr lang="en-BE" dirty="0"/>
          </a:p>
          <a:p>
            <a:pPr marL="0" indent="0">
              <a:buNone/>
            </a:pPr>
            <a:r>
              <a:rPr lang="en-BE" dirty="0"/>
              <a:t>Phase 1 : Design des requirements y compris Scoring </a:t>
            </a:r>
          </a:p>
          <a:p>
            <a:pPr marL="0" indent="0">
              <a:buNone/>
            </a:pPr>
            <a:r>
              <a:rPr lang="en-BE" dirty="0"/>
              <a:t>Phase 2 : Connexion Balance/Repas et outils de captation et interpretation donnéez</a:t>
            </a:r>
          </a:p>
          <a:p>
            <a:pPr marL="0" indent="0">
              <a:buNone/>
            </a:pPr>
            <a:r>
              <a:rPr lang="en-BE" dirty="0"/>
              <a:t>Phase 3 : mise en graphique des données </a:t>
            </a:r>
          </a:p>
          <a:p>
            <a:pPr marL="0" indent="0">
              <a:buNone/>
            </a:pPr>
            <a:r>
              <a:rPr lang="en-BE" dirty="0"/>
              <a:t>Phase 4 : Application WebApp permettant le suivi par patient par repas et avec historique </a:t>
            </a:r>
          </a:p>
          <a:p>
            <a:pPr marL="0" indent="0">
              <a:buNone/>
            </a:pPr>
            <a:r>
              <a:rPr lang="en-BE" dirty="0"/>
              <a:t>Phase 5 : Utilisation plateforme en milieu réel</a:t>
            </a:r>
          </a:p>
          <a:p>
            <a:pPr marL="0" indent="0">
              <a:buNone/>
            </a:pPr>
            <a:r>
              <a:rPr lang="en-BE" dirty="0"/>
              <a:t>Phase 6 : rapport d’utilisation de la plateforem</a:t>
            </a:r>
          </a:p>
          <a:p>
            <a:pPr marL="0" indent="0">
              <a:buNone/>
            </a:pPr>
            <a:r>
              <a:rPr lang="en-BE" dirty="0"/>
              <a:t>Phase 7 : Amélioration du réalisé (pas de nouvelles fonctionnalité</a:t>
            </a:r>
          </a:p>
          <a:p>
            <a:pPr marL="0" indent="0">
              <a:buNone/>
            </a:pPr>
            <a:endParaRPr lang="en-BE" dirty="0"/>
          </a:p>
          <a:p>
            <a:pPr marL="0" indent="0">
              <a:buNone/>
            </a:pPr>
            <a:endParaRPr lang="en-BE" dirty="0"/>
          </a:p>
          <a:p>
            <a:pPr marL="0" indent="0">
              <a:buNone/>
            </a:pPr>
            <a:endParaRPr lang="en-BE" dirty="0"/>
          </a:p>
        </p:txBody>
      </p:sp>
    </p:spTree>
    <p:extLst>
      <p:ext uri="{BB962C8B-B14F-4D97-AF65-F5344CB8AC3E}">
        <p14:creationId xmlns:p14="http://schemas.microsoft.com/office/powerpoint/2010/main" val="1897432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Group 40">
            <a:extLst>
              <a:ext uri="{FF2B5EF4-FFF2-40B4-BE49-F238E27FC236}">
                <a16:creationId xmlns:a16="http://schemas.microsoft.com/office/drawing/2014/main" id="{25F0CC8E-550D-05D8-78A5-1FDB3C320BF6}"/>
              </a:ext>
            </a:extLst>
          </p:cNvPr>
          <p:cNvGrpSpPr/>
          <p:nvPr/>
        </p:nvGrpSpPr>
        <p:grpSpPr>
          <a:xfrm>
            <a:off x="871854" y="1334591"/>
            <a:ext cx="2482231" cy="2152721"/>
            <a:chOff x="663813" y="466615"/>
            <a:chExt cx="4175717" cy="3621401"/>
          </a:xfrm>
        </p:grpSpPr>
        <p:grpSp>
          <p:nvGrpSpPr>
            <p:cNvPr id="29" name="Group 28">
              <a:extLst>
                <a:ext uri="{FF2B5EF4-FFF2-40B4-BE49-F238E27FC236}">
                  <a16:creationId xmlns:a16="http://schemas.microsoft.com/office/drawing/2014/main" id="{971ED49E-B7FB-E492-E79E-5558E298D479}"/>
                </a:ext>
              </a:extLst>
            </p:cNvPr>
            <p:cNvGrpSpPr/>
            <p:nvPr/>
          </p:nvGrpSpPr>
          <p:grpSpPr>
            <a:xfrm>
              <a:off x="663813" y="466615"/>
              <a:ext cx="4175717" cy="3621401"/>
              <a:chOff x="663813" y="466615"/>
              <a:chExt cx="4175717" cy="3621401"/>
            </a:xfrm>
          </p:grpSpPr>
          <p:grpSp>
            <p:nvGrpSpPr>
              <p:cNvPr id="28" name="Group 27">
                <a:extLst>
                  <a:ext uri="{FF2B5EF4-FFF2-40B4-BE49-F238E27FC236}">
                    <a16:creationId xmlns:a16="http://schemas.microsoft.com/office/drawing/2014/main" id="{DF01E013-3D88-ED59-9854-0A229126E2B4}"/>
                  </a:ext>
                </a:extLst>
              </p:cNvPr>
              <p:cNvGrpSpPr/>
              <p:nvPr/>
            </p:nvGrpSpPr>
            <p:grpSpPr>
              <a:xfrm>
                <a:off x="663813" y="710802"/>
                <a:ext cx="3372160" cy="3377214"/>
                <a:chOff x="1425127" y="710802"/>
                <a:chExt cx="3372160" cy="3377214"/>
              </a:xfrm>
            </p:grpSpPr>
            <p:sp>
              <p:nvSpPr>
                <p:cNvPr id="4" name="Rounded Rectangle 3">
                  <a:extLst>
                    <a:ext uri="{FF2B5EF4-FFF2-40B4-BE49-F238E27FC236}">
                      <a16:creationId xmlns:a16="http://schemas.microsoft.com/office/drawing/2014/main" id="{06BC3F71-3EDA-46DC-EA76-6D8B157CE241}"/>
                    </a:ext>
                  </a:extLst>
                </p:cNvPr>
                <p:cNvSpPr/>
                <p:nvPr/>
              </p:nvSpPr>
              <p:spPr>
                <a:xfrm>
                  <a:off x="1425127" y="710802"/>
                  <a:ext cx="3372160" cy="33772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25" name="Rounded Rectangle 24">
                  <a:extLst>
                    <a:ext uri="{FF2B5EF4-FFF2-40B4-BE49-F238E27FC236}">
                      <a16:creationId xmlns:a16="http://schemas.microsoft.com/office/drawing/2014/main" id="{69CB48A1-501F-56D4-9E2C-98D71C8A110A}"/>
                    </a:ext>
                  </a:extLst>
                </p:cNvPr>
                <p:cNvSpPr/>
                <p:nvPr/>
              </p:nvSpPr>
              <p:spPr>
                <a:xfrm>
                  <a:off x="2496912" y="923815"/>
                  <a:ext cx="1228589" cy="34842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pic>
            <p:nvPicPr>
              <p:cNvPr id="27" name="Graphic 26" descr="Wi-Fi with solid fill">
                <a:extLst>
                  <a:ext uri="{FF2B5EF4-FFF2-40B4-BE49-F238E27FC236}">
                    <a16:creationId xmlns:a16="http://schemas.microsoft.com/office/drawing/2014/main" id="{6628EE4F-62A4-34EE-11A5-806328752DB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25130" y="466615"/>
                <a:ext cx="914400" cy="914400"/>
              </a:xfrm>
              <a:prstGeom prst="rect">
                <a:avLst/>
              </a:prstGeom>
            </p:spPr>
          </p:pic>
        </p:grpSp>
        <p:sp>
          <p:nvSpPr>
            <p:cNvPr id="35" name="TextBox 34">
              <a:extLst>
                <a:ext uri="{FF2B5EF4-FFF2-40B4-BE49-F238E27FC236}">
                  <a16:creationId xmlns:a16="http://schemas.microsoft.com/office/drawing/2014/main" id="{E1BBA77C-A89B-6E79-286E-3A89DAA41643}"/>
                </a:ext>
              </a:extLst>
            </p:cNvPr>
            <p:cNvSpPr txBox="1"/>
            <p:nvPr/>
          </p:nvSpPr>
          <p:spPr>
            <a:xfrm>
              <a:off x="1735597" y="3409416"/>
              <a:ext cx="756937" cy="369332"/>
            </a:xfrm>
            <a:prstGeom prst="rect">
              <a:avLst/>
            </a:prstGeom>
            <a:noFill/>
          </p:spPr>
          <p:txBody>
            <a:bodyPr wrap="none" rtlCol="0">
              <a:spAutoFit/>
            </a:bodyPr>
            <a:lstStyle/>
            <a:p>
              <a:r>
                <a:rPr lang="en-BE" dirty="0">
                  <a:solidFill>
                    <a:schemeClr val="bg1"/>
                  </a:solidFill>
                </a:rPr>
                <a:t>SCALE</a:t>
              </a:r>
            </a:p>
          </p:txBody>
        </p:sp>
      </p:grpSp>
      <p:grpSp>
        <p:nvGrpSpPr>
          <p:cNvPr id="39" name="Group 38">
            <a:extLst>
              <a:ext uri="{FF2B5EF4-FFF2-40B4-BE49-F238E27FC236}">
                <a16:creationId xmlns:a16="http://schemas.microsoft.com/office/drawing/2014/main" id="{F946F27F-05DF-825F-EDF7-036E2A9A2E2B}"/>
              </a:ext>
            </a:extLst>
          </p:cNvPr>
          <p:cNvGrpSpPr/>
          <p:nvPr/>
        </p:nvGrpSpPr>
        <p:grpSpPr>
          <a:xfrm>
            <a:off x="8962491" y="1606371"/>
            <a:ext cx="1396231" cy="2078776"/>
            <a:chOff x="5197103" y="776017"/>
            <a:chExt cx="1623392" cy="2897289"/>
          </a:xfrm>
        </p:grpSpPr>
        <p:grpSp>
          <p:nvGrpSpPr>
            <p:cNvPr id="30" name="Group 29">
              <a:extLst>
                <a:ext uri="{FF2B5EF4-FFF2-40B4-BE49-F238E27FC236}">
                  <a16:creationId xmlns:a16="http://schemas.microsoft.com/office/drawing/2014/main" id="{B2B3C2DB-AEFE-2B32-9B57-74F21A7FC896}"/>
                </a:ext>
              </a:extLst>
            </p:cNvPr>
            <p:cNvGrpSpPr/>
            <p:nvPr/>
          </p:nvGrpSpPr>
          <p:grpSpPr>
            <a:xfrm>
              <a:off x="5197103" y="776017"/>
              <a:ext cx="1623392" cy="2731538"/>
              <a:chOff x="5197103" y="776017"/>
              <a:chExt cx="1623392" cy="2731538"/>
            </a:xfrm>
          </p:grpSpPr>
          <p:pic>
            <p:nvPicPr>
              <p:cNvPr id="16" name="Graphic 15" descr="Smart Phone with solid fill">
                <a:extLst>
                  <a:ext uri="{FF2B5EF4-FFF2-40B4-BE49-F238E27FC236}">
                    <a16:creationId xmlns:a16="http://schemas.microsoft.com/office/drawing/2014/main" id="{34FF130F-1AF9-FE2F-FEE0-0021CB35FD0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97103" y="776017"/>
                <a:ext cx="1623392" cy="1623392"/>
              </a:xfrm>
              <a:prstGeom prst="rect">
                <a:avLst/>
              </a:prstGeom>
            </p:spPr>
          </p:pic>
          <p:pic>
            <p:nvPicPr>
              <p:cNvPr id="22" name="Graphic 21" descr="Laptop with solid fill">
                <a:extLst>
                  <a:ext uri="{FF2B5EF4-FFF2-40B4-BE49-F238E27FC236}">
                    <a16:creationId xmlns:a16="http://schemas.microsoft.com/office/drawing/2014/main" id="{574B75CE-CE7C-74F1-47F1-A04DF6B377B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77664" y="2245285"/>
                <a:ext cx="1262270" cy="1262270"/>
              </a:xfrm>
              <a:prstGeom prst="rect">
                <a:avLst/>
              </a:prstGeom>
            </p:spPr>
          </p:pic>
        </p:grpSp>
        <p:sp>
          <p:nvSpPr>
            <p:cNvPr id="36" name="TextBox 35">
              <a:extLst>
                <a:ext uri="{FF2B5EF4-FFF2-40B4-BE49-F238E27FC236}">
                  <a16:creationId xmlns:a16="http://schemas.microsoft.com/office/drawing/2014/main" id="{EE929D6D-ED9B-F7DC-75A5-C88D4893832E}"/>
                </a:ext>
              </a:extLst>
            </p:cNvPr>
            <p:cNvSpPr txBox="1"/>
            <p:nvPr/>
          </p:nvSpPr>
          <p:spPr>
            <a:xfrm>
              <a:off x="5347688" y="3303974"/>
              <a:ext cx="1322221" cy="369332"/>
            </a:xfrm>
            <a:prstGeom prst="rect">
              <a:avLst/>
            </a:prstGeom>
            <a:noFill/>
          </p:spPr>
          <p:txBody>
            <a:bodyPr wrap="none" rtlCol="0">
              <a:spAutoFit/>
            </a:bodyPr>
            <a:lstStyle/>
            <a:p>
              <a:r>
                <a:rPr lang="en-BE" dirty="0"/>
                <a:t>COM TOOLS</a:t>
              </a:r>
            </a:p>
          </p:txBody>
        </p:sp>
      </p:grpSp>
      <p:grpSp>
        <p:nvGrpSpPr>
          <p:cNvPr id="40" name="Group 39">
            <a:extLst>
              <a:ext uri="{FF2B5EF4-FFF2-40B4-BE49-F238E27FC236}">
                <a16:creationId xmlns:a16="http://schemas.microsoft.com/office/drawing/2014/main" id="{49279088-4D6B-9C09-E015-AD9EB9D40540}"/>
              </a:ext>
            </a:extLst>
          </p:cNvPr>
          <p:cNvGrpSpPr/>
          <p:nvPr/>
        </p:nvGrpSpPr>
        <p:grpSpPr>
          <a:xfrm>
            <a:off x="5462599" y="1813490"/>
            <a:ext cx="1487987" cy="1717727"/>
            <a:chOff x="8156027" y="1220733"/>
            <a:chExt cx="2352947" cy="2716234"/>
          </a:xfrm>
        </p:grpSpPr>
        <p:grpSp>
          <p:nvGrpSpPr>
            <p:cNvPr id="8" name="Group 7">
              <a:extLst>
                <a:ext uri="{FF2B5EF4-FFF2-40B4-BE49-F238E27FC236}">
                  <a16:creationId xmlns:a16="http://schemas.microsoft.com/office/drawing/2014/main" id="{85DE3E6C-4929-D1D4-3197-8970A954B36F}"/>
                </a:ext>
              </a:extLst>
            </p:cNvPr>
            <p:cNvGrpSpPr/>
            <p:nvPr/>
          </p:nvGrpSpPr>
          <p:grpSpPr>
            <a:xfrm>
              <a:off x="8156027" y="1220733"/>
              <a:ext cx="2352947" cy="2357354"/>
              <a:chOff x="5822731" y="2364828"/>
              <a:chExt cx="1555531" cy="1555531"/>
            </a:xfrm>
          </p:grpSpPr>
          <p:sp>
            <p:nvSpPr>
              <p:cNvPr id="5" name="Oval 4">
                <a:extLst>
                  <a:ext uri="{FF2B5EF4-FFF2-40B4-BE49-F238E27FC236}">
                    <a16:creationId xmlns:a16="http://schemas.microsoft.com/office/drawing/2014/main" id="{C6C6D02A-8732-FB0B-9820-2D94224C545E}"/>
                  </a:ext>
                </a:extLst>
              </p:cNvPr>
              <p:cNvSpPr/>
              <p:nvPr/>
            </p:nvSpPr>
            <p:spPr>
              <a:xfrm>
                <a:off x="5822731" y="2364828"/>
                <a:ext cx="1555531" cy="1555531"/>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 name="Oval 5">
                <a:extLst>
                  <a:ext uri="{FF2B5EF4-FFF2-40B4-BE49-F238E27FC236}">
                    <a16:creationId xmlns:a16="http://schemas.microsoft.com/office/drawing/2014/main" id="{F227BBF7-7786-FB57-1105-85D92EB20E98}"/>
                  </a:ext>
                </a:extLst>
              </p:cNvPr>
              <p:cNvSpPr/>
              <p:nvPr/>
            </p:nvSpPr>
            <p:spPr>
              <a:xfrm>
                <a:off x="6031623" y="2594741"/>
                <a:ext cx="1137746" cy="1095704"/>
              </a:xfrm>
              <a:prstGeom prst="ellipse">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sp>
          <p:nvSpPr>
            <p:cNvPr id="9" name="Oval 8">
              <a:extLst>
                <a:ext uri="{FF2B5EF4-FFF2-40B4-BE49-F238E27FC236}">
                  <a16:creationId xmlns:a16="http://schemas.microsoft.com/office/drawing/2014/main" id="{BE0155C0-9683-FB8D-23DE-F250865FF905}"/>
                </a:ext>
              </a:extLst>
            </p:cNvPr>
            <p:cNvSpPr/>
            <p:nvPr/>
          </p:nvSpPr>
          <p:spPr>
            <a:xfrm>
              <a:off x="8680863" y="1768341"/>
              <a:ext cx="1303274" cy="1262136"/>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7" name="TextBox 36">
              <a:extLst>
                <a:ext uri="{FF2B5EF4-FFF2-40B4-BE49-F238E27FC236}">
                  <a16:creationId xmlns:a16="http://schemas.microsoft.com/office/drawing/2014/main" id="{1FD68EBF-7670-BBE9-27A1-A7BCB9D1B66F}"/>
                </a:ext>
              </a:extLst>
            </p:cNvPr>
            <p:cNvSpPr txBox="1"/>
            <p:nvPr/>
          </p:nvSpPr>
          <p:spPr>
            <a:xfrm>
              <a:off x="9014945" y="3567635"/>
              <a:ext cx="635110" cy="369332"/>
            </a:xfrm>
            <a:prstGeom prst="rect">
              <a:avLst/>
            </a:prstGeom>
            <a:noFill/>
          </p:spPr>
          <p:txBody>
            <a:bodyPr wrap="none" rtlCol="0">
              <a:spAutoFit/>
            </a:bodyPr>
            <a:lstStyle/>
            <a:p>
              <a:r>
                <a:rPr lang="en-BE" dirty="0"/>
                <a:t>DISH</a:t>
              </a:r>
            </a:p>
          </p:txBody>
        </p:sp>
        <p:sp>
          <p:nvSpPr>
            <p:cNvPr id="38" name="TextBox 37">
              <a:extLst>
                <a:ext uri="{FF2B5EF4-FFF2-40B4-BE49-F238E27FC236}">
                  <a16:creationId xmlns:a16="http://schemas.microsoft.com/office/drawing/2014/main" id="{EC8658A5-5191-1398-D6F6-A1663D614ED4}"/>
                </a:ext>
              </a:extLst>
            </p:cNvPr>
            <p:cNvSpPr txBox="1"/>
            <p:nvPr/>
          </p:nvSpPr>
          <p:spPr>
            <a:xfrm>
              <a:off x="8768010" y="2095596"/>
              <a:ext cx="735650" cy="369332"/>
            </a:xfrm>
            <a:prstGeom prst="rect">
              <a:avLst/>
            </a:prstGeom>
            <a:noFill/>
          </p:spPr>
          <p:txBody>
            <a:bodyPr wrap="none" rtlCol="0">
              <a:spAutoFit/>
            </a:bodyPr>
            <a:lstStyle/>
            <a:p>
              <a:r>
                <a:rPr lang="en-BE" dirty="0"/>
                <a:t>FOOD</a:t>
              </a:r>
            </a:p>
          </p:txBody>
        </p:sp>
      </p:grpSp>
      <p:sp>
        <p:nvSpPr>
          <p:cNvPr id="2" name="Title 1">
            <a:extLst>
              <a:ext uri="{FF2B5EF4-FFF2-40B4-BE49-F238E27FC236}">
                <a16:creationId xmlns:a16="http://schemas.microsoft.com/office/drawing/2014/main" id="{BC2B8327-7F81-5F2D-6BAD-78C832739E33}"/>
              </a:ext>
            </a:extLst>
          </p:cNvPr>
          <p:cNvSpPr txBox="1">
            <a:spLocks/>
          </p:cNvSpPr>
          <p:nvPr/>
        </p:nvSpPr>
        <p:spPr>
          <a:xfrm>
            <a:off x="115794" y="219996"/>
            <a:ext cx="3576014" cy="543561"/>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BE" sz="4000" dirty="0"/>
              <a:t>La Plateforme</a:t>
            </a:r>
          </a:p>
        </p:txBody>
      </p:sp>
      <p:sp>
        <p:nvSpPr>
          <p:cNvPr id="3" name="TextBox 2">
            <a:extLst>
              <a:ext uri="{FF2B5EF4-FFF2-40B4-BE49-F238E27FC236}">
                <a16:creationId xmlns:a16="http://schemas.microsoft.com/office/drawing/2014/main" id="{5516265C-021C-7E4B-8826-E321F82B54B1}"/>
              </a:ext>
            </a:extLst>
          </p:cNvPr>
          <p:cNvSpPr txBox="1"/>
          <p:nvPr/>
        </p:nvSpPr>
        <p:spPr>
          <a:xfrm>
            <a:off x="965863" y="1040209"/>
            <a:ext cx="2004459" cy="369332"/>
          </a:xfrm>
          <a:prstGeom prst="rect">
            <a:avLst/>
          </a:prstGeom>
          <a:noFill/>
        </p:spPr>
        <p:txBody>
          <a:bodyPr wrap="none" rtlCol="0">
            <a:spAutoFit/>
          </a:bodyPr>
          <a:lstStyle/>
          <a:p>
            <a:r>
              <a:rPr lang="en-BE" dirty="0"/>
              <a:t>Balance connectée </a:t>
            </a:r>
          </a:p>
        </p:txBody>
      </p:sp>
      <p:sp>
        <p:nvSpPr>
          <p:cNvPr id="7" name="TextBox 6">
            <a:extLst>
              <a:ext uri="{FF2B5EF4-FFF2-40B4-BE49-F238E27FC236}">
                <a16:creationId xmlns:a16="http://schemas.microsoft.com/office/drawing/2014/main" id="{343059BC-A61D-4DD7-CFCC-06216A2F75CC}"/>
              </a:ext>
            </a:extLst>
          </p:cNvPr>
          <p:cNvSpPr txBox="1"/>
          <p:nvPr/>
        </p:nvSpPr>
        <p:spPr>
          <a:xfrm>
            <a:off x="5219052" y="1086509"/>
            <a:ext cx="2191562" cy="369332"/>
          </a:xfrm>
          <a:prstGeom prst="rect">
            <a:avLst/>
          </a:prstGeom>
          <a:noFill/>
        </p:spPr>
        <p:txBody>
          <a:bodyPr wrap="none" rtlCol="0">
            <a:spAutoFit/>
          </a:bodyPr>
          <a:lstStyle/>
          <a:p>
            <a:r>
              <a:rPr lang="en-BE" dirty="0"/>
              <a:t>Assiette avec le repas</a:t>
            </a:r>
          </a:p>
        </p:txBody>
      </p:sp>
      <p:sp>
        <p:nvSpPr>
          <p:cNvPr id="10" name="TextBox 9">
            <a:extLst>
              <a:ext uri="{FF2B5EF4-FFF2-40B4-BE49-F238E27FC236}">
                <a16:creationId xmlns:a16="http://schemas.microsoft.com/office/drawing/2014/main" id="{9214C1A5-8487-3D70-F4CD-2B3B40F17347}"/>
              </a:ext>
            </a:extLst>
          </p:cNvPr>
          <p:cNvSpPr txBox="1"/>
          <p:nvPr/>
        </p:nvSpPr>
        <p:spPr>
          <a:xfrm>
            <a:off x="3925615" y="1931448"/>
            <a:ext cx="529312" cy="923330"/>
          </a:xfrm>
          <a:prstGeom prst="rect">
            <a:avLst/>
          </a:prstGeom>
          <a:noFill/>
        </p:spPr>
        <p:txBody>
          <a:bodyPr wrap="none" rtlCol="0">
            <a:spAutoFit/>
          </a:bodyPr>
          <a:lstStyle/>
          <a:p>
            <a:r>
              <a:rPr lang="en-BE" sz="5400" dirty="0"/>
              <a:t>+</a:t>
            </a:r>
          </a:p>
        </p:txBody>
      </p:sp>
      <p:sp>
        <p:nvSpPr>
          <p:cNvPr id="11" name="TextBox 10">
            <a:extLst>
              <a:ext uri="{FF2B5EF4-FFF2-40B4-BE49-F238E27FC236}">
                <a16:creationId xmlns:a16="http://schemas.microsoft.com/office/drawing/2014/main" id="{8482B452-1BDD-A96F-3127-B803DD10A97C}"/>
              </a:ext>
            </a:extLst>
          </p:cNvPr>
          <p:cNvSpPr txBox="1"/>
          <p:nvPr/>
        </p:nvSpPr>
        <p:spPr>
          <a:xfrm>
            <a:off x="876598" y="3834170"/>
            <a:ext cx="1933927" cy="369332"/>
          </a:xfrm>
          <a:prstGeom prst="rect">
            <a:avLst/>
          </a:prstGeom>
          <a:noFill/>
        </p:spPr>
        <p:txBody>
          <a:bodyPr wrap="none" rtlCol="0">
            <a:spAutoFit/>
          </a:bodyPr>
          <a:lstStyle/>
          <a:p>
            <a:r>
              <a:rPr lang="en-BE" dirty="0"/>
              <a:t>Balance YOLANDA </a:t>
            </a:r>
          </a:p>
        </p:txBody>
      </p:sp>
      <p:sp>
        <p:nvSpPr>
          <p:cNvPr id="13" name="TextBox 12">
            <a:extLst>
              <a:ext uri="{FF2B5EF4-FFF2-40B4-BE49-F238E27FC236}">
                <a16:creationId xmlns:a16="http://schemas.microsoft.com/office/drawing/2014/main" id="{F16B37A2-A091-12C2-40AA-4DE30D036ED7}"/>
              </a:ext>
            </a:extLst>
          </p:cNvPr>
          <p:cNvSpPr txBox="1"/>
          <p:nvPr/>
        </p:nvSpPr>
        <p:spPr>
          <a:xfrm>
            <a:off x="5178547" y="3757941"/>
            <a:ext cx="1913794" cy="646331"/>
          </a:xfrm>
          <a:prstGeom prst="rect">
            <a:avLst/>
          </a:prstGeom>
          <a:noFill/>
        </p:spPr>
        <p:txBody>
          <a:bodyPr wrap="none" rtlCol="0">
            <a:spAutoFit/>
          </a:bodyPr>
          <a:lstStyle/>
          <a:p>
            <a:pPr algn="ctr"/>
            <a:r>
              <a:rPr lang="en-BE" dirty="0"/>
              <a:t>Vaisselle standard </a:t>
            </a:r>
          </a:p>
          <a:p>
            <a:pPr algn="ctr"/>
            <a:r>
              <a:rPr lang="en-BE" dirty="0"/>
              <a:t>à définir</a:t>
            </a:r>
          </a:p>
        </p:txBody>
      </p:sp>
      <p:sp>
        <p:nvSpPr>
          <p:cNvPr id="14" name="TextBox 13">
            <a:extLst>
              <a:ext uri="{FF2B5EF4-FFF2-40B4-BE49-F238E27FC236}">
                <a16:creationId xmlns:a16="http://schemas.microsoft.com/office/drawing/2014/main" id="{82C89CE1-23DC-E60D-72E9-B3F0335F5140}"/>
              </a:ext>
            </a:extLst>
          </p:cNvPr>
          <p:cNvSpPr txBox="1"/>
          <p:nvPr/>
        </p:nvSpPr>
        <p:spPr>
          <a:xfrm>
            <a:off x="8470135" y="3803389"/>
            <a:ext cx="2585259" cy="1200329"/>
          </a:xfrm>
          <a:prstGeom prst="rect">
            <a:avLst/>
          </a:prstGeom>
          <a:noFill/>
        </p:spPr>
        <p:txBody>
          <a:bodyPr wrap="none" rtlCol="0">
            <a:spAutoFit/>
          </a:bodyPr>
          <a:lstStyle/>
          <a:p>
            <a:pPr algn="ctr"/>
            <a:r>
              <a:rPr lang="en-BE" dirty="0"/>
              <a:t>Création graphique</a:t>
            </a:r>
          </a:p>
          <a:p>
            <a:pPr algn="ctr"/>
            <a:r>
              <a:rPr lang="en-BE" dirty="0"/>
              <a:t>Interface Médecin/Diet …</a:t>
            </a:r>
          </a:p>
          <a:p>
            <a:pPr algn="ctr"/>
            <a:r>
              <a:rPr lang="en-BE" dirty="0"/>
              <a:t>Interface Patient/Famille</a:t>
            </a:r>
          </a:p>
          <a:p>
            <a:pPr algn="ctr"/>
            <a:endParaRPr lang="en-BE" dirty="0"/>
          </a:p>
        </p:txBody>
      </p:sp>
      <p:pic>
        <p:nvPicPr>
          <p:cNvPr id="17" name="Picture 16">
            <a:extLst>
              <a:ext uri="{FF2B5EF4-FFF2-40B4-BE49-F238E27FC236}">
                <a16:creationId xmlns:a16="http://schemas.microsoft.com/office/drawing/2014/main" id="{52F89AB7-748D-29EA-1143-2ADD34067DE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17409" y="5197029"/>
            <a:ext cx="1841314" cy="449540"/>
          </a:xfrm>
          <a:prstGeom prst="rect">
            <a:avLst/>
          </a:prstGeom>
        </p:spPr>
      </p:pic>
      <p:sp>
        <p:nvSpPr>
          <p:cNvPr id="19" name="TextBox 18">
            <a:extLst>
              <a:ext uri="{FF2B5EF4-FFF2-40B4-BE49-F238E27FC236}">
                <a16:creationId xmlns:a16="http://schemas.microsoft.com/office/drawing/2014/main" id="{B6381684-9F19-F559-E1A6-8AABCA08CC75}"/>
              </a:ext>
            </a:extLst>
          </p:cNvPr>
          <p:cNvSpPr txBox="1"/>
          <p:nvPr/>
        </p:nvSpPr>
        <p:spPr>
          <a:xfrm>
            <a:off x="8704849" y="5763402"/>
            <a:ext cx="2350545" cy="923330"/>
          </a:xfrm>
          <a:prstGeom prst="rect">
            <a:avLst/>
          </a:prstGeom>
          <a:noFill/>
        </p:spPr>
        <p:txBody>
          <a:bodyPr wrap="square" rtlCol="0">
            <a:spAutoFit/>
          </a:bodyPr>
          <a:lstStyle/>
          <a:p>
            <a:r>
              <a:rPr lang="en-BE" dirty="0"/>
              <a:t>Outils de scoring </a:t>
            </a:r>
          </a:p>
          <a:p>
            <a:r>
              <a:rPr lang="en-BE" dirty="0"/>
              <a:t>EDE-Q / EDDS integrable à des DPI</a:t>
            </a:r>
          </a:p>
        </p:txBody>
      </p:sp>
      <p:sp>
        <p:nvSpPr>
          <p:cNvPr id="20" name="TextBox 19">
            <a:extLst>
              <a:ext uri="{FF2B5EF4-FFF2-40B4-BE49-F238E27FC236}">
                <a16:creationId xmlns:a16="http://schemas.microsoft.com/office/drawing/2014/main" id="{E1B17C1D-C9BF-FDDE-A569-DC06A6B1DCA7}"/>
              </a:ext>
            </a:extLst>
          </p:cNvPr>
          <p:cNvSpPr txBox="1"/>
          <p:nvPr/>
        </p:nvSpPr>
        <p:spPr>
          <a:xfrm>
            <a:off x="9474668" y="4403553"/>
            <a:ext cx="529312" cy="923330"/>
          </a:xfrm>
          <a:prstGeom prst="rect">
            <a:avLst/>
          </a:prstGeom>
          <a:noFill/>
        </p:spPr>
        <p:txBody>
          <a:bodyPr wrap="none" rtlCol="0">
            <a:spAutoFit/>
          </a:bodyPr>
          <a:lstStyle/>
          <a:p>
            <a:r>
              <a:rPr lang="en-BE" sz="5400" dirty="0"/>
              <a:t>+</a:t>
            </a:r>
          </a:p>
        </p:txBody>
      </p:sp>
    </p:spTree>
    <p:extLst>
      <p:ext uri="{BB962C8B-B14F-4D97-AF65-F5344CB8AC3E}">
        <p14:creationId xmlns:p14="http://schemas.microsoft.com/office/powerpoint/2010/main" val="2859251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4084F3A-A80C-6504-0F55-A53CA0C96700}"/>
              </a:ext>
            </a:extLst>
          </p:cNvPr>
          <p:cNvSpPr/>
          <p:nvPr/>
        </p:nvSpPr>
        <p:spPr>
          <a:xfrm>
            <a:off x="0" y="4181924"/>
            <a:ext cx="12192000" cy="271281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13" name="Rectangle 12">
            <a:extLst>
              <a:ext uri="{FF2B5EF4-FFF2-40B4-BE49-F238E27FC236}">
                <a16:creationId xmlns:a16="http://schemas.microsoft.com/office/drawing/2014/main" id="{C5B8704D-1B41-43E5-2D24-8CAB2F605697}"/>
              </a:ext>
            </a:extLst>
          </p:cNvPr>
          <p:cNvSpPr/>
          <p:nvPr/>
        </p:nvSpPr>
        <p:spPr>
          <a:xfrm>
            <a:off x="0" y="298173"/>
            <a:ext cx="12192000" cy="3429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grpSp>
        <p:nvGrpSpPr>
          <p:cNvPr id="43" name="Group 42">
            <a:extLst>
              <a:ext uri="{FF2B5EF4-FFF2-40B4-BE49-F238E27FC236}">
                <a16:creationId xmlns:a16="http://schemas.microsoft.com/office/drawing/2014/main" id="{BB59633A-840E-13D2-6BC1-1466FC518338}"/>
              </a:ext>
            </a:extLst>
          </p:cNvPr>
          <p:cNvGrpSpPr/>
          <p:nvPr/>
        </p:nvGrpSpPr>
        <p:grpSpPr>
          <a:xfrm>
            <a:off x="9529644" y="4181925"/>
            <a:ext cx="2193237" cy="2377902"/>
            <a:chOff x="8472003" y="4252131"/>
            <a:chExt cx="2193237" cy="2377902"/>
          </a:xfrm>
        </p:grpSpPr>
        <p:pic>
          <p:nvPicPr>
            <p:cNvPr id="18" name="Graphic 17" descr="Doctor female with solid fill">
              <a:extLst>
                <a:ext uri="{FF2B5EF4-FFF2-40B4-BE49-F238E27FC236}">
                  <a16:creationId xmlns:a16="http://schemas.microsoft.com/office/drawing/2014/main" id="{ABAEBA04-F09A-1DB5-9D13-7B023433271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72003" y="4252131"/>
              <a:ext cx="2193237" cy="2193237"/>
            </a:xfrm>
            <a:prstGeom prst="rect">
              <a:avLst/>
            </a:prstGeom>
          </p:spPr>
        </p:pic>
        <p:sp>
          <p:nvSpPr>
            <p:cNvPr id="31" name="TextBox 30">
              <a:extLst>
                <a:ext uri="{FF2B5EF4-FFF2-40B4-BE49-F238E27FC236}">
                  <a16:creationId xmlns:a16="http://schemas.microsoft.com/office/drawing/2014/main" id="{294C9775-8267-92BB-AE7A-70612068F4C1}"/>
                </a:ext>
              </a:extLst>
            </p:cNvPr>
            <p:cNvSpPr txBox="1"/>
            <p:nvPr/>
          </p:nvSpPr>
          <p:spPr>
            <a:xfrm>
              <a:off x="8498456" y="6260701"/>
              <a:ext cx="2140330" cy="369332"/>
            </a:xfrm>
            <a:prstGeom prst="rect">
              <a:avLst/>
            </a:prstGeom>
            <a:noFill/>
          </p:spPr>
          <p:txBody>
            <a:bodyPr wrap="none" rtlCol="0">
              <a:spAutoFit/>
            </a:bodyPr>
            <a:lstStyle/>
            <a:p>
              <a:r>
                <a:rPr lang="en-BE" dirty="0"/>
                <a:t>MEDICAL FOLLOWER</a:t>
              </a:r>
            </a:p>
          </p:txBody>
        </p:sp>
      </p:grpSp>
      <p:grpSp>
        <p:nvGrpSpPr>
          <p:cNvPr id="33" name="Group 32">
            <a:extLst>
              <a:ext uri="{FF2B5EF4-FFF2-40B4-BE49-F238E27FC236}">
                <a16:creationId xmlns:a16="http://schemas.microsoft.com/office/drawing/2014/main" id="{8C4F5E3C-5890-FDD9-1BF0-E34BF6B8ED2A}"/>
              </a:ext>
            </a:extLst>
          </p:cNvPr>
          <p:cNvGrpSpPr/>
          <p:nvPr/>
        </p:nvGrpSpPr>
        <p:grpSpPr>
          <a:xfrm>
            <a:off x="5385807" y="4296385"/>
            <a:ext cx="2193236" cy="2263442"/>
            <a:chOff x="5243296" y="4366591"/>
            <a:chExt cx="2193236" cy="2263442"/>
          </a:xfrm>
        </p:grpSpPr>
        <p:pic>
          <p:nvPicPr>
            <p:cNvPr id="24" name="Graphic 23" descr="Family with two children with solid fill">
              <a:extLst>
                <a:ext uri="{FF2B5EF4-FFF2-40B4-BE49-F238E27FC236}">
                  <a16:creationId xmlns:a16="http://schemas.microsoft.com/office/drawing/2014/main" id="{529EDACC-40CA-49C2-4D01-90A3178B807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43296" y="4366591"/>
              <a:ext cx="2193236" cy="2078776"/>
            </a:xfrm>
            <a:prstGeom prst="rect">
              <a:avLst/>
            </a:prstGeom>
          </p:spPr>
        </p:pic>
        <p:sp>
          <p:nvSpPr>
            <p:cNvPr id="32" name="TextBox 31">
              <a:extLst>
                <a:ext uri="{FF2B5EF4-FFF2-40B4-BE49-F238E27FC236}">
                  <a16:creationId xmlns:a16="http://schemas.microsoft.com/office/drawing/2014/main" id="{1B4BD478-A922-1BE5-99F1-D6B88CD37FCF}"/>
                </a:ext>
              </a:extLst>
            </p:cNvPr>
            <p:cNvSpPr txBox="1"/>
            <p:nvPr/>
          </p:nvSpPr>
          <p:spPr>
            <a:xfrm>
              <a:off x="5381030" y="6260701"/>
              <a:ext cx="1917769" cy="369332"/>
            </a:xfrm>
            <a:prstGeom prst="rect">
              <a:avLst/>
            </a:prstGeom>
            <a:noFill/>
          </p:spPr>
          <p:txBody>
            <a:bodyPr wrap="none" rtlCol="0">
              <a:spAutoFit/>
            </a:bodyPr>
            <a:lstStyle/>
            <a:p>
              <a:r>
                <a:rPr lang="en-BE" dirty="0"/>
                <a:t>FAMILY &amp; FRIENDS</a:t>
              </a:r>
            </a:p>
          </p:txBody>
        </p:sp>
      </p:grpSp>
      <p:grpSp>
        <p:nvGrpSpPr>
          <p:cNvPr id="42" name="Group 41">
            <a:extLst>
              <a:ext uri="{FF2B5EF4-FFF2-40B4-BE49-F238E27FC236}">
                <a16:creationId xmlns:a16="http://schemas.microsoft.com/office/drawing/2014/main" id="{F209B8EA-72E6-D518-1F4B-FA142730D1E0}"/>
              </a:ext>
            </a:extLst>
          </p:cNvPr>
          <p:cNvGrpSpPr/>
          <p:nvPr/>
        </p:nvGrpSpPr>
        <p:grpSpPr>
          <a:xfrm>
            <a:off x="1187013" y="4366591"/>
            <a:ext cx="2193236" cy="2263442"/>
            <a:chOff x="2014589" y="4366591"/>
            <a:chExt cx="2193236" cy="2263442"/>
          </a:xfrm>
        </p:grpSpPr>
        <p:pic>
          <p:nvPicPr>
            <p:cNvPr id="12" name="Graphic 11" descr="Female Profile with solid fill">
              <a:extLst>
                <a:ext uri="{FF2B5EF4-FFF2-40B4-BE49-F238E27FC236}">
                  <a16:creationId xmlns:a16="http://schemas.microsoft.com/office/drawing/2014/main" id="{B67B56CE-816C-C745-4BA7-E0A34E6A26C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014589" y="4366591"/>
              <a:ext cx="2193236" cy="2193236"/>
            </a:xfrm>
            <a:prstGeom prst="rect">
              <a:avLst/>
            </a:prstGeom>
          </p:spPr>
        </p:pic>
        <p:sp>
          <p:nvSpPr>
            <p:cNvPr id="34" name="TextBox 33">
              <a:extLst>
                <a:ext uri="{FF2B5EF4-FFF2-40B4-BE49-F238E27FC236}">
                  <a16:creationId xmlns:a16="http://schemas.microsoft.com/office/drawing/2014/main" id="{8615615C-8151-7F3C-69DB-39F6E7B29526}"/>
                </a:ext>
              </a:extLst>
            </p:cNvPr>
            <p:cNvSpPr txBox="1"/>
            <p:nvPr/>
          </p:nvSpPr>
          <p:spPr>
            <a:xfrm>
              <a:off x="2638834" y="6260701"/>
              <a:ext cx="944746" cy="369332"/>
            </a:xfrm>
            <a:prstGeom prst="rect">
              <a:avLst/>
            </a:prstGeom>
            <a:noFill/>
          </p:spPr>
          <p:txBody>
            <a:bodyPr wrap="none" rtlCol="0">
              <a:spAutoFit/>
            </a:bodyPr>
            <a:lstStyle/>
            <a:p>
              <a:r>
                <a:rPr lang="en-BE" dirty="0"/>
                <a:t>PATIENT</a:t>
              </a:r>
            </a:p>
          </p:txBody>
        </p:sp>
      </p:grpSp>
      <p:grpSp>
        <p:nvGrpSpPr>
          <p:cNvPr id="39" name="Group 38">
            <a:extLst>
              <a:ext uri="{FF2B5EF4-FFF2-40B4-BE49-F238E27FC236}">
                <a16:creationId xmlns:a16="http://schemas.microsoft.com/office/drawing/2014/main" id="{F946F27F-05DF-825F-EDF7-036E2A9A2E2B}"/>
              </a:ext>
            </a:extLst>
          </p:cNvPr>
          <p:cNvGrpSpPr/>
          <p:nvPr/>
        </p:nvGrpSpPr>
        <p:grpSpPr>
          <a:xfrm>
            <a:off x="4178726" y="715575"/>
            <a:ext cx="1361280" cy="2357355"/>
            <a:chOff x="5197103" y="776017"/>
            <a:chExt cx="1623392" cy="2897289"/>
          </a:xfrm>
        </p:grpSpPr>
        <p:grpSp>
          <p:nvGrpSpPr>
            <p:cNvPr id="30" name="Group 29">
              <a:extLst>
                <a:ext uri="{FF2B5EF4-FFF2-40B4-BE49-F238E27FC236}">
                  <a16:creationId xmlns:a16="http://schemas.microsoft.com/office/drawing/2014/main" id="{B2B3C2DB-AEFE-2B32-9B57-74F21A7FC896}"/>
                </a:ext>
              </a:extLst>
            </p:cNvPr>
            <p:cNvGrpSpPr/>
            <p:nvPr/>
          </p:nvGrpSpPr>
          <p:grpSpPr>
            <a:xfrm>
              <a:off x="5197103" y="776017"/>
              <a:ext cx="1623392" cy="2731538"/>
              <a:chOff x="5197103" y="776017"/>
              <a:chExt cx="1623392" cy="2731538"/>
            </a:xfrm>
          </p:grpSpPr>
          <p:pic>
            <p:nvPicPr>
              <p:cNvPr id="16" name="Graphic 15" descr="Smart Phone with solid fill">
                <a:extLst>
                  <a:ext uri="{FF2B5EF4-FFF2-40B4-BE49-F238E27FC236}">
                    <a16:creationId xmlns:a16="http://schemas.microsoft.com/office/drawing/2014/main" id="{34FF130F-1AF9-FE2F-FEE0-0021CB35FD00}"/>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197103" y="776017"/>
                <a:ext cx="1623392" cy="1623392"/>
              </a:xfrm>
              <a:prstGeom prst="rect">
                <a:avLst/>
              </a:prstGeom>
            </p:spPr>
          </p:pic>
          <p:pic>
            <p:nvPicPr>
              <p:cNvPr id="22" name="Graphic 21" descr="Laptop with solid fill">
                <a:extLst>
                  <a:ext uri="{FF2B5EF4-FFF2-40B4-BE49-F238E27FC236}">
                    <a16:creationId xmlns:a16="http://schemas.microsoft.com/office/drawing/2014/main" id="{574B75CE-CE7C-74F1-47F1-A04DF6B377B2}"/>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377664" y="2245285"/>
                <a:ext cx="1262270" cy="1262270"/>
              </a:xfrm>
              <a:prstGeom prst="rect">
                <a:avLst/>
              </a:prstGeom>
            </p:spPr>
          </p:pic>
        </p:grpSp>
        <p:sp>
          <p:nvSpPr>
            <p:cNvPr id="36" name="TextBox 35">
              <a:extLst>
                <a:ext uri="{FF2B5EF4-FFF2-40B4-BE49-F238E27FC236}">
                  <a16:creationId xmlns:a16="http://schemas.microsoft.com/office/drawing/2014/main" id="{EE929D6D-ED9B-F7DC-75A5-C88D4893832E}"/>
                </a:ext>
              </a:extLst>
            </p:cNvPr>
            <p:cNvSpPr txBox="1"/>
            <p:nvPr/>
          </p:nvSpPr>
          <p:spPr>
            <a:xfrm>
              <a:off x="5347688" y="3303974"/>
              <a:ext cx="1322221" cy="369332"/>
            </a:xfrm>
            <a:prstGeom prst="rect">
              <a:avLst/>
            </a:prstGeom>
            <a:noFill/>
          </p:spPr>
          <p:txBody>
            <a:bodyPr wrap="none" rtlCol="0">
              <a:spAutoFit/>
            </a:bodyPr>
            <a:lstStyle/>
            <a:p>
              <a:r>
                <a:rPr lang="en-BE" dirty="0"/>
                <a:t>COM TOOLS</a:t>
              </a:r>
            </a:p>
          </p:txBody>
        </p:sp>
      </p:grpSp>
      <p:grpSp>
        <p:nvGrpSpPr>
          <p:cNvPr id="40" name="Group 39">
            <a:extLst>
              <a:ext uri="{FF2B5EF4-FFF2-40B4-BE49-F238E27FC236}">
                <a16:creationId xmlns:a16="http://schemas.microsoft.com/office/drawing/2014/main" id="{49279088-4D6B-9C09-E015-AD9EB9D40540}"/>
              </a:ext>
            </a:extLst>
          </p:cNvPr>
          <p:cNvGrpSpPr/>
          <p:nvPr/>
        </p:nvGrpSpPr>
        <p:grpSpPr>
          <a:xfrm>
            <a:off x="6353912" y="852769"/>
            <a:ext cx="1984759" cy="2187164"/>
            <a:chOff x="8156027" y="1220733"/>
            <a:chExt cx="2352947" cy="2716234"/>
          </a:xfrm>
        </p:grpSpPr>
        <p:grpSp>
          <p:nvGrpSpPr>
            <p:cNvPr id="8" name="Group 7">
              <a:extLst>
                <a:ext uri="{FF2B5EF4-FFF2-40B4-BE49-F238E27FC236}">
                  <a16:creationId xmlns:a16="http://schemas.microsoft.com/office/drawing/2014/main" id="{85DE3E6C-4929-D1D4-3197-8970A954B36F}"/>
                </a:ext>
              </a:extLst>
            </p:cNvPr>
            <p:cNvGrpSpPr/>
            <p:nvPr/>
          </p:nvGrpSpPr>
          <p:grpSpPr>
            <a:xfrm>
              <a:off x="8156027" y="1220733"/>
              <a:ext cx="2352947" cy="2357354"/>
              <a:chOff x="5822731" y="2364828"/>
              <a:chExt cx="1555531" cy="1555531"/>
            </a:xfrm>
          </p:grpSpPr>
          <p:sp>
            <p:nvSpPr>
              <p:cNvPr id="5" name="Oval 4">
                <a:extLst>
                  <a:ext uri="{FF2B5EF4-FFF2-40B4-BE49-F238E27FC236}">
                    <a16:creationId xmlns:a16="http://schemas.microsoft.com/office/drawing/2014/main" id="{C6C6D02A-8732-FB0B-9820-2D94224C545E}"/>
                  </a:ext>
                </a:extLst>
              </p:cNvPr>
              <p:cNvSpPr/>
              <p:nvPr/>
            </p:nvSpPr>
            <p:spPr>
              <a:xfrm>
                <a:off x="5822731" y="2364828"/>
                <a:ext cx="1555531" cy="1555531"/>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6" name="Oval 5">
                <a:extLst>
                  <a:ext uri="{FF2B5EF4-FFF2-40B4-BE49-F238E27FC236}">
                    <a16:creationId xmlns:a16="http://schemas.microsoft.com/office/drawing/2014/main" id="{F227BBF7-7786-FB57-1105-85D92EB20E98}"/>
                  </a:ext>
                </a:extLst>
              </p:cNvPr>
              <p:cNvSpPr/>
              <p:nvPr/>
            </p:nvSpPr>
            <p:spPr>
              <a:xfrm>
                <a:off x="6031623" y="2594741"/>
                <a:ext cx="1137746" cy="1095704"/>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dirty="0"/>
              </a:p>
            </p:txBody>
          </p:sp>
        </p:grpSp>
        <p:sp>
          <p:nvSpPr>
            <p:cNvPr id="9" name="Oval 8">
              <a:extLst>
                <a:ext uri="{FF2B5EF4-FFF2-40B4-BE49-F238E27FC236}">
                  <a16:creationId xmlns:a16="http://schemas.microsoft.com/office/drawing/2014/main" id="{BE0155C0-9683-FB8D-23DE-F250865FF905}"/>
                </a:ext>
              </a:extLst>
            </p:cNvPr>
            <p:cNvSpPr/>
            <p:nvPr/>
          </p:nvSpPr>
          <p:spPr>
            <a:xfrm>
              <a:off x="8680863" y="1768341"/>
              <a:ext cx="1303274" cy="1262136"/>
            </a:xfrm>
            <a:prstGeom prst="ellipse">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E"/>
            </a:p>
          </p:txBody>
        </p:sp>
        <p:sp>
          <p:nvSpPr>
            <p:cNvPr id="37" name="TextBox 36">
              <a:extLst>
                <a:ext uri="{FF2B5EF4-FFF2-40B4-BE49-F238E27FC236}">
                  <a16:creationId xmlns:a16="http://schemas.microsoft.com/office/drawing/2014/main" id="{1FD68EBF-7670-BBE9-27A1-A7BCB9D1B66F}"/>
                </a:ext>
              </a:extLst>
            </p:cNvPr>
            <p:cNvSpPr txBox="1"/>
            <p:nvPr/>
          </p:nvSpPr>
          <p:spPr>
            <a:xfrm>
              <a:off x="9014945" y="3567635"/>
              <a:ext cx="635110" cy="369332"/>
            </a:xfrm>
            <a:prstGeom prst="rect">
              <a:avLst/>
            </a:prstGeom>
            <a:noFill/>
          </p:spPr>
          <p:txBody>
            <a:bodyPr wrap="none" rtlCol="0">
              <a:spAutoFit/>
            </a:bodyPr>
            <a:lstStyle/>
            <a:p>
              <a:r>
                <a:rPr lang="en-BE" dirty="0"/>
                <a:t>DISH</a:t>
              </a:r>
            </a:p>
          </p:txBody>
        </p:sp>
        <p:sp>
          <p:nvSpPr>
            <p:cNvPr id="38" name="TextBox 37">
              <a:extLst>
                <a:ext uri="{FF2B5EF4-FFF2-40B4-BE49-F238E27FC236}">
                  <a16:creationId xmlns:a16="http://schemas.microsoft.com/office/drawing/2014/main" id="{EC8658A5-5191-1398-D6F6-A1663D614ED4}"/>
                </a:ext>
              </a:extLst>
            </p:cNvPr>
            <p:cNvSpPr txBox="1"/>
            <p:nvPr/>
          </p:nvSpPr>
          <p:spPr>
            <a:xfrm>
              <a:off x="9030670" y="2245285"/>
              <a:ext cx="735651" cy="369332"/>
            </a:xfrm>
            <a:prstGeom prst="rect">
              <a:avLst/>
            </a:prstGeom>
            <a:noFill/>
          </p:spPr>
          <p:txBody>
            <a:bodyPr wrap="none" rtlCol="0">
              <a:spAutoFit/>
            </a:bodyPr>
            <a:lstStyle/>
            <a:p>
              <a:r>
                <a:rPr lang="en-BE" dirty="0"/>
                <a:t>FOOD</a:t>
              </a:r>
            </a:p>
          </p:txBody>
        </p:sp>
      </p:grpSp>
      <p:sp>
        <p:nvSpPr>
          <p:cNvPr id="2" name="TextBox 1">
            <a:extLst>
              <a:ext uri="{FF2B5EF4-FFF2-40B4-BE49-F238E27FC236}">
                <a16:creationId xmlns:a16="http://schemas.microsoft.com/office/drawing/2014/main" id="{376A2770-4375-A3BD-7953-D5CA3981EE25}"/>
              </a:ext>
            </a:extLst>
          </p:cNvPr>
          <p:cNvSpPr txBox="1"/>
          <p:nvPr/>
        </p:nvSpPr>
        <p:spPr>
          <a:xfrm>
            <a:off x="2941327" y="3623248"/>
            <a:ext cx="7082195" cy="646331"/>
          </a:xfrm>
          <a:prstGeom prst="rect">
            <a:avLst/>
          </a:prstGeom>
          <a:noFill/>
        </p:spPr>
        <p:txBody>
          <a:bodyPr wrap="none" rtlCol="0">
            <a:spAutoFit/>
          </a:bodyPr>
          <a:lstStyle/>
          <a:p>
            <a:r>
              <a:rPr lang="en-BE" sz="3600" dirty="0"/>
              <a:t>ECOSYSTEM ACTORS AND ELEMENTS</a:t>
            </a:r>
          </a:p>
        </p:txBody>
      </p:sp>
      <p:pic>
        <p:nvPicPr>
          <p:cNvPr id="10" name="Picture 9">
            <a:extLst>
              <a:ext uri="{FF2B5EF4-FFF2-40B4-BE49-F238E27FC236}">
                <a16:creationId xmlns:a16="http://schemas.microsoft.com/office/drawing/2014/main" id="{6E3817F2-7555-A300-1930-13F1131F1E2E}"/>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152577" y="1664142"/>
            <a:ext cx="2490711" cy="608084"/>
          </a:xfrm>
          <a:prstGeom prst="rect">
            <a:avLst/>
          </a:prstGeom>
        </p:spPr>
      </p:pic>
      <p:sp>
        <p:nvSpPr>
          <p:cNvPr id="11" name="TextBox 10">
            <a:extLst>
              <a:ext uri="{FF2B5EF4-FFF2-40B4-BE49-F238E27FC236}">
                <a16:creationId xmlns:a16="http://schemas.microsoft.com/office/drawing/2014/main" id="{7123F03E-0656-3688-4B01-DD17B349E71C}"/>
              </a:ext>
            </a:extLst>
          </p:cNvPr>
          <p:cNvSpPr txBox="1"/>
          <p:nvPr/>
        </p:nvSpPr>
        <p:spPr>
          <a:xfrm>
            <a:off x="10249208" y="2138459"/>
            <a:ext cx="1473673" cy="369332"/>
          </a:xfrm>
          <a:prstGeom prst="rect">
            <a:avLst/>
          </a:prstGeom>
          <a:noFill/>
        </p:spPr>
        <p:txBody>
          <a:bodyPr wrap="none" rtlCol="0">
            <a:spAutoFit/>
          </a:bodyPr>
          <a:lstStyle/>
          <a:p>
            <a:r>
              <a:rPr lang="en-BE" dirty="0"/>
              <a:t>EDE-Q / EDDS</a:t>
            </a:r>
          </a:p>
        </p:txBody>
      </p:sp>
      <p:pic>
        <p:nvPicPr>
          <p:cNvPr id="1026" name="Picture 2" descr="Yolanda Smart Weegschaal Voor Keuken 5Kg Bluetooth Huishoudelijke Voedsel Weegschalen Keuken Weegschaal Meten Voor Ons: Default Title">
            <a:extLst>
              <a:ext uri="{FF2B5EF4-FFF2-40B4-BE49-F238E27FC236}">
                <a16:creationId xmlns:a16="http://schemas.microsoft.com/office/drawing/2014/main" id="{53BE49C3-41C5-A54D-FB07-F711C5215B8D}"/>
              </a:ext>
            </a:extLst>
          </p:cNvPr>
          <p:cNvPicPr>
            <a:picLocks noChangeAspect="1" noChangeArrowheads="1"/>
          </p:cNvPicPr>
          <p:nvPr/>
        </p:nvPicPr>
        <p:blipFill>
          <a:blip r:embed="rId1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1280" y="383181"/>
            <a:ext cx="3183940" cy="31839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7218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up)">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DF7BA-F3D1-4BF4-FA24-03D63CF615F2}"/>
              </a:ext>
            </a:extLst>
          </p:cNvPr>
          <p:cNvSpPr>
            <a:spLocks noGrp="1"/>
          </p:cNvSpPr>
          <p:nvPr>
            <p:ph type="title"/>
          </p:nvPr>
        </p:nvSpPr>
        <p:spPr/>
        <p:txBody>
          <a:bodyPr/>
          <a:lstStyle/>
          <a:p>
            <a:r>
              <a:rPr lang="en-BE" dirty="0"/>
              <a:t>Couts et durée</a:t>
            </a:r>
          </a:p>
        </p:txBody>
      </p:sp>
      <p:sp>
        <p:nvSpPr>
          <p:cNvPr id="3" name="Content Placeholder 2">
            <a:extLst>
              <a:ext uri="{FF2B5EF4-FFF2-40B4-BE49-F238E27FC236}">
                <a16:creationId xmlns:a16="http://schemas.microsoft.com/office/drawing/2014/main" id="{5502323F-565D-0FE1-B178-7CD52562FAEF}"/>
              </a:ext>
            </a:extLst>
          </p:cNvPr>
          <p:cNvSpPr>
            <a:spLocks noGrp="1"/>
          </p:cNvSpPr>
          <p:nvPr>
            <p:ph idx="1"/>
          </p:nvPr>
        </p:nvSpPr>
        <p:spPr/>
        <p:txBody>
          <a:bodyPr>
            <a:normAutofit/>
          </a:bodyPr>
          <a:lstStyle/>
          <a:p>
            <a:pPr marL="0" indent="0" algn="ctr">
              <a:buNone/>
            </a:pPr>
            <a:r>
              <a:rPr lang="en-BE" b="1" dirty="0"/>
              <a:t>La Plateforme sera developpée par Dim3 en collaboration avec le service du Dr Delhaye</a:t>
            </a:r>
            <a:endParaRPr lang="en-BE" dirty="0"/>
          </a:p>
          <a:p>
            <a:pPr marL="0" indent="0">
              <a:buNone/>
            </a:pPr>
            <a:r>
              <a:rPr lang="en-BE" sz="2400" dirty="0"/>
              <a:t>Une estimation de 25 jours de travail  a été estimée sur base de l’expérience de Dim3. Le temps est estimée à 4 mois</a:t>
            </a:r>
          </a:p>
          <a:p>
            <a:pPr marL="0" indent="0">
              <a:buNone/>
            </a:pPr>
            <a:r>
              <a:rPr lang="en-BE" sz="2400" dirty="0"/>
              <a:t>La plateforem sera developpée avec les critères requis pour être en adéquation avec la reglementation Medical Device Regulation même si le scope du produit dans ce projet n’est pas sensu strictu un Medical Device </a:t>
            </a:r>
            <a:br>
              <a:rPr lang="en-BE" sz="2400" dirty="0"/>
            </a:br>
            <a:endParaRPr lang="en-BE" sz="2400" dirty="0"/>
          </a:p>
          <a:p>
            <a:pPr marL="0" indent="0">
              <a:buNone/>
            </a:pPr>
            <a:r>
              <a:rPr lang="en-BE" sz="2400" dirty="0"/>
              <a:t>Dim3 exécutera le développement pour une somme de 23.000 euros HTVA. Ce cout ne comporte pas de bénéfices pour Dim3</a:t>
            </a:r>
          </a:p>
          <a:p>
            <a:pPr marL="0" indent="0">
              <a:buNone/>
            </a:pPr>
            <a:endParaRPr lang="en-BE" dirty="0"/>
          </a:p>
        </p:txBody>
      </p:sp>
    </p:spTree>
    <p:extLst>
      <p:ext uri="{BB962C8B-B14F-4D97-AF65-F5344CB8AC3E}">
        <p14:creationId xmlns:p14="http://schemas.microsoft.com/office/powerpoint/2010/main" val="7180131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DF7BA-F3D1-4BF4-FA24-03D63CF615F2}"/>
              </a:ext>
            </a:extLst>
          </p:cNvPr>
          <p:cNvSpPr>
            <a:spLocks noGrp="1"/>
          </p:cNvSpPr>
          <p:nvPr>
            <p:ph type="title"/>
          </p:nvPr>
        </p:nvSpPr>
        <p:spPr/>
        <p:txBody>
          <a:bodyPr/>
          <a:lstStyle/>
          <a:p>
            <a:r>
              <a:rPr lang="en-BE" dirty="0"/>
              <a:t>Etapes</a:t>
            </a:r>
          </a:p>
        </p:txBody>
      </p:sp>
      <p:sp>
        <p:nvSpPr>
          <p:cNvPr id="3" name="Content Placeholder 2">
            <a:extLst>
              <a:ext uri="{FF2B5EF4-FFF2-40B4-BE49-F238E27FC236}">
                <a16:creationId xmlns:a16="http://schemas.microsoft.com/office/drawing/2014/main" id="{5502323F-565D-0FE1-B178-7CD52562FAEF}"/>
              </a:ext>
            </a:extLst>
          </p:cNvPr>
          <p:cNvSpPr>
            <a:spLocks noGrp="1"/>
          </p:cNvSpPr>
          <p:nvPr>
            <p:ph idx="1"/>
          </p:nvPr>
        </p:nvSpPr>
        <p:spPr>
          <a:xfrm>
            <a:off x="603422" y="1487616"/>
            <a:ext cx="10515600" cy="5015428"/>
          </a:xfrm>
        </p:spPr>
        <p:txBody>
          <a:bodyPr>
            <a:normAutofit/>
          </a:bodyPr>
          <a:lstStyle/>
          <a:p>
            <a:pPr marL="0" indent="0">
              <a:buNone/>
            </a:pPr>
            <a:r>
              <a:rPr lang="en-BE" sz="2000" dirty="0"/>
              <a:t>-Définition des requirements</a:t>
            </a:r>
          </a:p>
          <a:p>
            <a:pPr marL="0" indent="0">
              <a:buNone/>
            </a:pPr>
            <a:r>
              <a:rPr lang="en-BE" sz="2000" dirty="0"/>
              <a:t>-Définition des relations économiques si le projet abouti </a:t>
            </a:r>
          </a:p>
          <a:p>
            <a:pPr marL="0" indent="0">
              <a:buNone/>
            </a:pPr>
            <a:r>
              <a:rPr lang="en-BE" sz="2000" dirty="0"/>
              <a:t>	- accord de partenariat technico commercial </a:t>
            </a:r>
          </a:p>
          <a:p>
            <a:pPr marL="0" indent="0">
              <a:buNone/>
            </a:pPr>
            <a:r>
              <a:rPr lang="en-BE" sz="2000" dirty="0"/>
              <a:t>	- accord de partenariat scientifique pour faire evoluer le produit</a:t>
            </a:r>
          </a:p>
          <a:p>
            <a:pPr marL="0" indent="0">
              <a:buNone/>
            </a:pPr>
            <a:endParaRPr lang="en-BE" sz="2000" dirty="0"/>
          </a:p>
          <a:p>
            <a:pPr marL="0" indent="0">
              <a:buNone/>
            </a:pPr>
            <a:r>
              <a:rPr lang="en-BE" sz="2000" dirty="0"/>
              <a:t>-Acceptation officielle du projet et de son financement</a:t>
            </a:r>
          </a:p>
          <a:p>
            <a:pPr marL="0" indent="0">
              <a:buNone/>
            </a:pPr>
            <a:endParaRPr lang="en-BE" sz="2000" dirty="0"/>
          </a:p>
          <a:p>
            <a:pPr marL="0" indent="0">
              <a:buNone/>
            </a:pPr>
            <a:r>
              <a:rPr lang="en-BE" sz="2000" dirty="0"/>
              <a:t>-paiement</a:t>
            </a:r>
          </a:p>
          <a:p>
            <a:pPr marL="0" indent="0">
              <a:buNone/>
            </a:pPr>
            <a:r>
              <a:rPr lang="en-BE" sz="2000" dirty="0"/>
              <a:t>-démarrage du projet</a:t>
            </a:r>
          </a:p>
          <a:p>
            <a:pPr marL="0" indent="0">
              <a:buNone/>
            </a:pPr>
            <a:r>
              <a:rPr lang="en-BE" sz="2000" dirty="0"/>
              <a:t>-réunions de steering commit</a:t>
            </a:r>
            <a:r>
              <a:rPr lang="en-US" sz="2000" dirty="0"/>
              <a:t>t</a:t>
            </a:r>
            <a:r>
              <a:rPr lang="en-BE" sz="2000" dirty="0"/>
              <a:t>ee</a:t>
            </a:r>
          </a:p>
          <a:p>
            <a:pPr marL="0" indent="0">
              <a:buNone/>
            </a:pPr>
            <a:r>
              <a:rPr lang="en-BE" sz="2000" dirty="0"/>
              <a:t>-finalisation projet</a:t>
            </a:r>
          </a:p>
          <a:p>
            <a:pPr marL="0" indent="0">
              <a:buNone/>
            </a:pPr>
            <a:r>
              <a:rPr lang="en-BE" sz="2000" dirty="0"/>
              <a:t>-utilisation en routine et acceptation</a:t>
            </a:r>
          </a:p>
          <a:p>
            <a:pPr marL="0" indent="0">
              <a:buNone/>
            </a:pPr>
            <a:endParaRPr lang="en-BE" sz="2000" dirty="0"/>
          </a:p>
        </p:txBody>
      </p:sp>
    </p:spTree>
    <p:extLst>
      <p:ext uri="{BB962C8B-B14F-4D97-AF65-F5344CB8AC3E}">
        <p14:creationId xmlns:p14="http://schemas.microsoft.com/office/powerpoint/2010/main" val="5864588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89F8DB8-8E71-4A07-B502-068B32E845FD}"/>
              </a:ext>
            </a:extLst>
          </p:cNvPr>
          <p:cNvSpPr>
            <a:spLocks noGrp="1"/>
          </p:cNvSpPr>
          <p:nvPr>
            <p:ph type="body" sz="quarter" idx="12"/>
          </p:nvPr>
        </p:nvSpPr>
        <p:spPr>
          <a:xfrm>
            <a:off x="1134117" y="3330739"/>
            <a:ext cx="3240174" cy="997439"/>
          </a:xfrm>
        </p:spPr>
        <p:txBody>
          <a:bodyPr>
            <a:normAutofit/>
          </a:bodyPr>
          <a:lstStyle/>
          <a:p>
            <a:r>
              <a:rPr lang="fr-BE" dirty="0">
                <a:latin typeface="Montserrat Light" panose="00000400000000000000" pitchFamily="2" charset="0"/>
              </a:rPr>
              <a:t>Erasme – Dim3</a:t>
            </a:r>
          </a:p>
        </p:txBody>
      </p:sp>
      <p:sp>
        <p:nvSpPr>
          <p:cNvPr id="5" name="TextBox 4">
            <a:extLst>
              <a:ext uri="{FF2B5EF4-FFF2-40B4-BE49-F238E27FC236}">
                <a16:creationId xmlns:a16="http://schemas.microsoft.com/office/drawing/2014/main" id="{8F269273-6813-7421-70CC-DAB79925AA6C}"/>
              </a:ext>
            </a:extLst>
          </p:cNvPr>
          <p:cNvSpPr txBox="1"/>
          <p:nvPr/>
        </p:nvSpPr>
        <p:spPr>
          <a:xfrm>
            <a:off x="738315" y="1452605"/>
            <a:ext cx="3635976" cy="1077218"/>
          </a:xfrm>
          <a:prstGeom prst="rect">
            <a:avLst/>
          </a:prstGeom>
          <a:noFill/>
        </p:spPr>
        <p:txBody>
          <a:bodyPr wrap="square">
            <a:spAutoFit/>
          </a:bodyPr>
          <a:lstStyle/>
          <a:p>
            <a:pPr algn="ctr"/>
            <a:r>
              <a:rPr lang="en-BE" sz="3200" dirty="0">
                <a:solidFill>
                  <a:schemeClr val="bg1"/>
                </a:solidFill>
              </a:rPr>
              <a:t>Projet suivi désordre alimentaire</a:t>
            </a:r>
          </a:p>
        </p:txBody>
      </p:sp>
    </p:spTree>
    <p:extLst>
      <p:ext uri="{BB962C8B-B14F-4D97-AF65-F5344CB8AC3E}">
        <p14:creationId xmlns:p14="http://schemas.microsoft.com/office/powerpoint/2010/main" val="40892772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416</TotalTime>
  <Words>414</Words>
  <Application>Microsoft Macintosh PowerPoint</Application>
  <PresentationFormat>Widescreen</PresentationFormat>
  <Paragraphs>68</Paragraphs>
  <Slides>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Montserrat Light</vt:lpstr>
      <vt:lpstr>Office Theme</vt:lpstr>
      <vt:lpstr>PowerPoint Presentation</vt:lpstr>
      <vt:lpstr>Le problem</vt:lpstr>
      <vt:lpstr>Une solution</vt:lpstr>
      <vt:lpstr>Le Projet</vt:lpstr>
      <vt:lpstr>PowerPoint Presentation</vt:lpstr>
      <vt:lpstr>PowerPoint Presentation</vt:lpstr>
      <vt:lpstr>Couts et durée</vt:lpstr>
      <vt:lpstr>Etapes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Jean Claude havaux</dc:creator>
  <cp:lastModifiedBy>Jean Claude havaux</cp:lastModifiedBy>
  <cp:revision>6</cp:revision>
  <dcterms:created xsi:type="dcterms:W3CDTF">2022-11-03T09:30:59Z</dcterms:created>
  <dcterms:modified xsi:type="dcterms:W3CDTF">2023-05-19T07:49:28Z</dcterms:modified>
</cp:coreProperties>
</file>