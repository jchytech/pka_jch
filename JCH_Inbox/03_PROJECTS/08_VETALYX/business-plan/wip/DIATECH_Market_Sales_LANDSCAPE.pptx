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85" r:id="rId6"/>
    <p:sldId id="260" r:id="rId7"/>
    <p:sldId id="283" r:id="rId8"/>
    <p:sldId id="261" r:id="rId9"/>
    <p:sldId id="292" r:id="rId10"/>
    <p:sldId id="262" r:id="rId11"/>
    <p:sldId id="263" r:id="rId12"/>
    <p:sldId id="288" r:id="rId13"/>
    <p:sldId id="290" r:id="rId14"/>
    <p:sldId id="264" r:id="rId15"/>
    <p:sldId id="286" r:id="rId16"/>
    <p:sldId id="287" r:id="rId17"/>
    <p:sldId id="265" r:id="rId18"/>
    <p:sldId id="266" r:id="rId19"/>
    <p:sldId id="284" r:id="rId20"/>
    <p:sldId id="268" r:id="rId21"/>
    <p:sldId id="269" r:id="rId22"/>
    <p:sldId id="270" r:id="rId23"/>
    <p:sldId id="271" r:id="rId24"/>
    <p:sldId id="272" r:id="rId25"/>
    <p:sldId id="29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8"/>
    <p:restoredTop sz="94635"/>
  </p:normalViewPr>
  <p:slideViewPr>
    <p:cSldViewPr snapToGrid="0" snapToObjects="1">
      <p:cViewPr varScale="1">
        <p:scale>
          <a:sx n="106" d="100"/>
          <a:sy n="106" d="100"/>
        </p:scale>
        <p:origin x="1568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B21A3-F6A1-464A-94EE-E4C283FD3BF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4A0FBAD-B8B0-493C-B116-38A749D44654}">
      <dgm:prSet/>
      <dgm:spPr/>
      <dgm:t>
        <a:bodyPr/>
        <a:lstStyle/>
        <a:p>
          <a:r>
            <a:rPr lang="en-US"/>
            <a:t>Lab IgE panels: detailed but slow &amp; expensive</a:t>
          </a:r>
        </a:p>
      </dgm:t>
    </dgm:pt>
    <dgm:pt modelId="{28EFF686-CCC5-4050-B856-25ED01547947}" type="parTrans" cxnId="{ACD40478-C2F4-4CDE-B2E4-E94F1D7F1A98}">
      <dgm:prSet/>
      <dgm:spPr/>
      <dgm:t>
        <a:bodyPr/>
        <a:lstStyle/>
        <a:p>
          <a:endParaRPr lang="en-US"/>
        </a:p>
      </dgm:t>
    </dgm:pt>
    <dgm:pt modelId="{D89B3A22-BFBF-47EA-B8B7-2EC7D584BFF2}" type="sibTrans" cxnId="{ACD40478-C2F4-4CDE-B2E4-E94F1D7F1A98}">
      <dgm:prSet/>
      <dgm:spPr/>
      <dgm:t>
        <a:bodyPr/>
        <a:lstStyle/>
        <a:p>
          <a:endParaRPr lang="en-US"/>
        </a:p>
      </dgm:t>
    </dgm:pt>
    <dgm:pt modelId="{E843DB8C-BEFA-4A6A-A9E5-C325DA95F19A}">
      <dgm:prSet/>
      <dgm:spPr/>
      <dgm:t>
        <a:bodyPr/>
        <a:lstStyle/>
        <a:p>
          <a:r>
            <a:rPr lang="en-US"/>
            <a:t>Existing rapid tests: inconsistent quality</a:t>
          </a:r>
        </a:p>
      </dgm:t>
    </dgm:pt>
    <dgm:pt modelId="{3A94A234-6ED2-4072-BDB6-8DC2B880FB41}" type="parTrans" cxnId="{C1262971-3EF5-418B-971E-CAD02921DAA2}">
      <dgm:prSet/>
      <dgm:spPr/>
      <dgm:t>
        <a:bodyPr/>
        <a:lstStyle/>
        <a:p>
          <a:endParaRPr lang="en-US"/>
        </a:p>
      </dgm:t>
    </dgm:pt>
    <dgm:pt modelId="{E3C77DE9-D315-4658-A3CB-0486E68DAE21}" type="sibTrans" cxnId="{C1262971-3EF5-418B-971E-CAD02921DAA2}">
      <dgm:prSet/>
      <dgm:spPr/>
      <dgm:t>
        <a:bodyPr/>
        <a:lstStyle/>
        <a:p>
          <a:endParaRPr lang="en-US"/>
        </a:p>
      </dgm:t>
    </dgm:pt>
    <dgm:pt modelId="{A83D2C79-D695-4CBA-8C2B-61C4E335E8A0}">
      <dgm:prSet/>
      <dgm:spPr/>
      <dgm:t>
        <a:bodyPr/>
        <a:lstStyle/>
        <a:p>
          <a:r>
            <a:rPr lang="en-US"/>
            <a:t>Specialists: limited throughput</a:t>
          </a:r>
        </a:p>
      </dgm:t>
    </dgm:pt>
    <dgm:pt modelId="{A2A4F099-5629-41B4-82F0-CB0E5F2244D8}" type="parTrans" cxnId="{E73A06DC-D324-4357-AE3D-F5F393F3717C}">
      <dgm:prSet/>
      <dgm:spPr/>
      <dgm:t>
        <a:bodyPr/>
        <a:lstStyle/>
        <a:p>
          <a:endParaRPr lang="en-US"/>
        </a:p>
      </dgm:t>
    </dgm:pt>
    <dgm:pt modelId="{4AB4D713-06E2-4507-A98E-731F0504163F}" type="sibTrans" cxnId="{E73A06DC-D324-4357-AE3D-F5F393F3717C}">
      <dgm:prSet/>
      <dgm:spPr/>
      <dgm:t>
        <a:bodyPr/>
        <a:lstStyle/>
        <a:p>
          <a:endParaRPr lang="en-US"/>
        </a:p>
      </dgm:t>
    </dgm:pt>
    <dgm:pt modelId="{54BD923C-0F2E-412F-94BC-E745546E60D1}">
      <dgm:prSet/>
      <dgm:spPr/>
      <dgm:t>
        <a:bodyPr/>
        <a:lstStyle/>
        <a:p>
          <a:r>
            <a:rPr lang="en-US"/>
            <a:t>DIATECH: Fast + Accurate + Affordable + Scalable</a:t>
          </a:r>
        </a:p>
      </dgm:t>
    </dgm:pt>
    <dgm:pt modelId="{5E262A81-B898-41B0-B7E5-3471B8835D78}" type="parTrans" cxnId="{9D5E4DF1-E39F-4332-B169-C179F3783800}">
      <dgm:prSet/>
      <dgm:spPr/>
      <dgm:t>
        <a:bodyPr/>
        <a:lstStyle/>
        <a:p>
          <a:endParaRPr lang="en-US"/>
        </a:p>
      </dgm:t>
    </dgm:pt>
    <dgm:pt modelId="{4B393482-193E-486E-9E0B-8A086ADFE723}" type="sibTrans" cxnId="{9D5E4DF1-E39F-4332-B169-C179F3783800}">
      <dgm:prSet/>
      <dgm:spPr/>
      <dgm:t>
        <a:bodyPr/>
        <a:lstStyle/>
        <a:p>
          <a:endParaRPr lang="en-US"/>
        </a:p>
      </dgm:t>
    </dgm:pt>
    <dgm:pt modelId="{EB376957-000D-4845-B6D6-1BF89FB19036}" type="pres">
      <dgm:prSet presAssocID="{A15B21A3-F6A1-464A-94EE-E4C283FD3BF8}" presName="linear" presStyleCnt="0">
        <dgm:presLayoutVars>
          <dgm:dir/>
          <dgm:animLvl val="lvl"/>
          <dgm:resizeHandles val="exact"/>
        </dgm:presLayoutVars>
      </dgm:prSet>
      <dgm:spPr/>
    </dgm:pt>
    <dgm:pt modelId="{C6DAE420-44DA-D04D-A655-5BB0A2485550}" type="pres">
      <dgm:prSet presAssocID="{B4A0FBAD-B8B0-493C-B116-38A749D44654}" presName="parentLin" presStyleCnt="0"/>
      <dgm:spPr/>
    </dgm:pt>
    <dgm:pt modelId="{307CE277-DDA1-2145-9FE8-6CCED18B7773}" type="pres">
      <dgm:prSet presAssocID="{B4A0FBAD-B8B0-493C-B116-38A749D44654}" presName="parentLeftMargin" presStyleLbl="node1" presStyleIdx="0" presStyleCnt="4"/>
      <dgm:spPr/>
    </dgm:pt>
    <dgm:pt modelId="{9D1B3F03-73BD-A042-A67A-F5EEC9D5C601}" type="pres">
      <dgm:prSet presAssocID="{B4A0FBAD-B8B0-493C-B116-38A749D446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C26548B-7201-8042-80CA-B962ADFD3C6E}" type="pres">
      <dgm:prSet presAssocID="{B4A0FBAD-B8B0-493C-B116-38A749D44654}" presName="negativeSpace" presStyleCnt="0"/>
      <dgm:spPr/>
    </dgm:pt>
    <dgm:pt modelId="{8B2ACC42-C406-CE4E-A0B6-163C5C331AD5}" type="pres">
      <dgm:prSet presAssocID="{B4A0FBAD-B8B0-493C-B116-38A749D44654}" presName="childText" presStyleLbl="conFgAcc1" presStyleIdx="0" presStyleCnt="4">
        <dgm:presLayoutVars>
          <dgm:bulletEnabled val="1"/>
        </dgm:presLayoutVars>
      </dgm:prSet>
      <dgm:spPr/>
    </dgm:pt>
    <dgm:pt modelId="{99467777-371A-D445-BCA0-75194CBC8F38}" type="pres">
      <dgm:prSet presAssocID="{D89B3A22-BFBF-47EA-B8B7-2EC7D584BFF2}" presName="spaceBetweenRectangles" presStyleCnt="0"/>
      <dgm:spPr/>
    </dgm:pt>
    <dgm:pt modelId="{BB19F4AF-AF54-7240-8A07-7BEC589E0C3C}" type="pres">
      <dgm:prSet presAssocID="{E843DB8C-BEFA-4A6A-A9E5-C325DA95F19A}" presName="parentLin" presStyleCnt="0"/>
      <dgm:spPr/>
    </dgm:pt>
    <dgm:pt modelId="{3CD252FE-809F-FD42-B681-A444DEA5A47B}" type="pres">
      <dgm:prSet presAssocID="{E843DB8C-BEFA-4A6A-A9E5-C325DA95F19A}" presName="parentLeftMargin" presStyleLbl="node1" presStyleIdx="0" presStyleCnt="4"/>
      <dgm:spPr/>
    </dgm:pt>
    <dgm:pt modelId="{619B3DA1-8F2F-174F-B7DC-3385FBE67DA8}" type="pres">
      <dgm:prSet presAssocID="{E843DB8C-BEFA-4A6A-A9E5-C325DA95F1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2DA291-C647-5546-B402-7C754C957E97}" type="pres">
      <dgm:prSet presAssocID="{E843DB8C-BEFA-4A6A-A9E5-C325DA95F19A}" presName="negativeSpace" presStyleCnt="0"/>
      <dgm:spPr/>
    </dgm:pt>
    <dgm:pt modelId="{EF9144D3-9CCA-F94F-B8A4-FBF8DA7C10D2}" type="pres">
      <dgm:prSet presAssocID="{E843DB8C-BEFA-4A6A-A9E5-C325DA95F19A}" presName="childText" presStyleLbl="conFgAcc1" presStyleIdx="1" presStyleCnt="4">
        <dgm:presLayoutVars>
          <dgm:bulletEnabled val="1"/>
        </dgm:presLayoutVars>
      </dgm:prSet>
      <dgm:spPr/>
    </dgm:pt>
    <dgm:pt modelId="{05671FAA-DEE5-A147-A732-C99DB99AC540}" type="pres">
      <dgm:prSet presAssocID="{E3C77DE9-D315-4658-A3CB-0486E68DAE21}" presName="spaceBetweenRectangles" presStyleCnt="0"/>
      <dgm:spPr/>
    </dgm:pt>
    <dgm:pt modelId="{5EB1B9CA-4B02-0147-BD4C-2E4F55C4892B}" type="pres">
      <dgm:prSet presAssocID="{A83D2C79-D695-4CBA-8C2B-61C4E335E8A0}" presName="parentLin" presStyleCnt="0"/>
      <dgm:spPr/>
    </dgm:pt>
    <dgm:pt modelId="{8C8DCF27-29BA-3744-90E4-8B574AF024CB}" type="pres">
      <dgm:prSet presAssocID="{A83D2C79-D695-4CBA-8C2B-61C4E335E8A0}" presName="parentLeftMargin" presStyleLbl="node1" presStyleIdx="1" presStyleCnt="4"/>
      <dgm:spPr/>
    </dgm:pt>
    <dgm:pt modelId="{5E5E7227-0E73-5841-BFC7-63D06417007E}" type="pres">
      <dgm:prSet presAssocID="{A83D2C79-D695-4CBA-8C2B-61C4E335E8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B4E5225-C916-7C4D-A51A-C0D79C62D95E}" type="pres">
      <dgm:prSet presAssocID="{A83D2C79-D695-4CBA-8C2B-61C4E335E8A0}" presName="negativeSpace" presStyleCnt="0"/>
      <dgm:spPr/>
    </dgm:pt>
    <dgm:pt modelId="{0C1FBE03-C0D0-524F-BE1D-C93BACB0E977}" type="pres">
      <dgm:prSet presAssocID="{A83D2C79-D695-4CBA-8C2B-61C4E335E8A0}" presName="childText" presStyleLbl="conFgAcc1" presStyleIdx="2" presStyleCnt="4">
        <dgm:presLayoutVars>
          <dgm:bulletEnabled val="1"/>
        </dgm:presLayoutVars>
      </dgm:prSet>
      <dgm:spPr/>
    </dgm:pt>
    <dgm:pt modelId="{2D44D727-DA8C-6543-B0C6-7CB635746008}" type="pres">
      <dgm:prSet presAssocID="{4AB4D713-06E2-4507-A98E-731F0504163F}" presName="spaceBetweenRectangles" presStyleCnt="0"/>
      <dgm:spPr/>
    </dgm:pt>
    <dgm:pt modelId="{8D165F80-5426-EC40-A88A-7C96FAE353B7}" type="pres">
      <dgm:prSet presAssocID="{54BD923C-0F2E-412F-94BC-E745546E60D1}" presName="parentLin" presStyleCnt="0"/>
      <dgm:spPr/>
    </dgm:pt>
    <dgm:pt modelId="{C49D0EE8-5F30-1F45-83FF-F6606F8CAF20}" type="pres">
      <dgm:prSet presAssocID="{54BD923C-0F2E-412F-94BC-E745546E60D1}" presName="parentLeftMargin" presStyleLbl="node1" presStyleIdx="2" presStyleCnt="4"/>
      <dgm:spPr/>
    </dgm:pt>
    <dgm:pt modelId="{912D93AD-6B01-9E46-AD44-96CD3DDBD850}" type="pres">
      <dgm:prSet presAssocID="{54BD923C-0F2E-412F-94BC-E745546E60D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8CBBE8F-2A2B-AF46-ABBC-362E58D4EB8A}" type="pres">
      <dgm:prSet presAssocID="{54BD923C-0F2E-412F-94BC-E745546E60D1}" presName="negativeSpace" presStyleCnt="0"/>
      <dgm:spPr/>
    </dgm:pt>
    <dgm:pt modelId="{FC6E96BF-A00A-3B4D-AB0B-B0EF09536961}" type="pres">
      <dgm:prSet presAssocID="{54BD923C-0F2E-412F-94BC-E745546E60D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4F42E07-8B7F-EB43-A9DC-A4267C6A4E45}" type="presOf" srcId="{E843DB8C-BEFA-4A6A-A9E5-C325DA95F19A}" destId="{3CD252FE-809F-FD42-B681-A444DEA5A47B}" srcOrd="0" destOrd="0" presId="urn:microsoft.com/office/officeart/2005/8/layout/list1"/>
    <dgm:cxn modelId="{93D2DD18-AAE4-434C-9287-11EAD6EA0328}" type="presOf" srcId="{E843DB8C-BEFA-4A6A-A9E5-C325DA95F19A}" destId="{619B3DA1-8F2F-174F-B7DC-3385FBE67DA8}" srcOrd="1" destOrd="0" presId="urn:microsoft.com/office/officeart/2005/8/layout/list1"/>
    <dgm:cxn modelId="{42487D25-3FAA-FE4F-8881-C80E8C916814}" type="presOf" srcId="{54BD923C-0F2E-412F-94BC-E745546E60D1}" destId="{C49D0EE8-5F30-1F45-83FF-F6606F8CAF20}" srcOrd="0" destOrd="0" presId="urn:microsoft.com/office/officeart/2005/8/layout/list1"/>
    <dgm:cxn modelId="{E1A81429-57D2-FA4B-8EF1-25313625E347}" type="presOf" srcId="{B4A0FBAD-B8B0-493C-B116-38A749D44654}" destId="{307CE277-DDA1-2145-9FE8-6CCED18B7773}" srcOrd="0" destOrd="0" presId="urn:microsoft.com/office/officeart/2005/8/layout/list1"/>
    <dgm:cxn modelId="{A0B42638-42F0-674A-A618-63A0390B80CD}" type="presOf" srcId="{A83D2C79-D695-4CBA-8C2B-61C4E335E8A0}" destId="{8C8DCF27-29BA-3744-90E4-8B574AF024CB}" srcOrd="0" destOrd="0" presId="urn:microsoft.com/office/officeart/2005/8/layout/list1"/>
    <dgm:cxn modelId="{C1262971-3EF5-418B-971E-CAD02921DAA2}" srcId="{A15B21A3-F6A1-464A-94EE-E4C283FD3BF8}" destId="{E843DB8C-BEFA-4A6A-A9E5-C325DA95F19A}" srcOrd="1" destOrd="0" parTransId="{3A94A234-6ED2-4072-BDB6-8DC2B880FB41}" sibTransId="{E3C77DE9-D315-4658-A3CB-0486E68DAE21}"/>
    <dgm:cxn modelId="{ACD40478-C2F4-4CDE-B2E4-E94F1D7F1A98}" srcId="{A15B21A3-F6A1-464A-94EE-E4C283FD3BF8}" destId="{B4A0FBAD-B8B0-493C-B116-38A749D44654}" srcOrd="0" destOrd="0" parTransId="{28EFF686-CCC5-4050-B856-25ED01547947}" sibTransId="{D89B3A22-BFBF-47EA-B8B7-2EC7D584BFF2}"/>
    <dgm:cxn modelId="{825C2389-1805-B94E-B3D2-7052CE2471E1}" type="presOf" srcId="{A83D2C79-D695-4CBA-8C2B-61C4E335E8A0}" destId="{5E5E7227-0E73-5841-BFC7-63D06417007E}" srcOrd="1" destOrd="0" presId="urn:microsoft.com/office/officeart/2005/8/layout/list1"/>
    <dgm:cxn modelId="{299DA3AB-D326-F945-A389-E61434A3DFF3}" type="presOf" srcId="{54BD923C-0F2E-412F-94BC-E745546E60D1}" destId="{912D93AD-6B01-9E46-AD44-96CD3DDBD850}" srcOrd="1" destOrd="0" presId="urn:microsoft.com/office/officeart/2005/8/layout/list1"/>
    <dgm:cxn modelId="{ADE3AFB4-4D3A-F04D-AB0D-F144FFFABEDD}" type="presOf" srcId="{A15B21A3-F6A1-464A-94EE-E4C283FD3BF8}" destId="{EB376957-000D-4845-B6D6-1BF89FB19036}" srcOrd="0" destOrd="0" presId="urn:microsoft.com/office/officeart/2005/8/layout/list1"/>
    <dgm:cxn modelId="{E73A06DC-D324-4357-AE3D-F5F393F3717C}" srcId="{A15B21A3-F6A1-464A-94EE-E4C283FD3BF8}" destId="{A83D2C79-D695-4CBA-8C2B-61C4E335E8A0}" srcOrd="2" destOrd="0" parTransId="{A2A4F099-5629-41B4-82F0-CB0E5F2244D8}" sibTransId="{4AB4D713-06E2-4507-A98E-731F0504163F}"/>
    <dgm:cxn modelId="{9D5E4DF1-E39F-4332-B169-C179F3783800}" srcId="{A15B21A3-F6A1-464A-94EE-E4C283FD3BF8}" destId="{54BD923C-0F2E-412F-94BC-E745546E60D1}" srcOrd="3" destOrd="0" parTransId="{5E262A81-B898-41B0-B7E5-3471B8835D78}" sibTransId="{4B393482-193E-486E-9E0B-8A086ADFE723}"/>
    <dgm:cxn modelId="{BEAED9F1-43CC-5E42-B905-6127BF41607A}" type="presOf" srcId="{B4A0FBAD-B8B0-493C-B116-38A749D44654}" destId="{9D1B3F03-73BD-A042-A67A-F5EEC9D5C601}" srcOrd="1" destOrd="0" presId="urn:microsoft.com/office/officeart/2005/8/layout/list1"/>
    <dgm:cxn modelId="{B8A3DD07-6D63-B248-87D3-01B042B11490}" type="presParOf" srcId="{EB376957-000D-4845-B6D6-1BF89FB19036}" destId="{C6DAE420-44DA-D04D-A655-5BB0A2485550}" srcOrd="0" destOrd="0" presId="urn:microsoft.com/office/officeart/2005/8/layout/list1"/>
    <dgm:cxn modelId="{98914F06-25EF-6D46-B73C-F93518CBFEAB}" type="presParOf" srcId="{C6DAE420-44DA-D04D-A655-5BB0A2485550}" destId="{307CE277-DDA1-2145-9FE8-6CCED18B7773}" srcOrd="0" destOrd="0" presId="urn:microsoft.com/office/officeart/2005/8/layout/list1"/>
    <dgm:cxn modelId="{A2067DB0-64ED-CA4D-ABAD-FBD35D9BB782}" type="presParOf" srcId="{C6DAE420-44DA-D04D-A655-5BB0A2485550}" destId="{9D1B3F03-73BD-A042-A67A-F5EEC9D5C601}" srcOrd="1" destOrd="0" presId="urn:microsoft.com/office/officeart/2005/8/layout/list1"/>
    <dgm:cxn modelId="{1C90D62B-0487-E142-9C42-BF18549B9ADB}" type="presParOf" srcId="{EB376957-000D-4845-B6D6-1BF89FB19036}" destId="{5C26548B-7201-8042-80CA-B962ADFD3C6E}" srcOrd="1" destOrd="0" presId="urn:microsoft.com/office/officeart/2005/8/layout/list1"/>
    <dgm:cxn modelId="{6ED7141F-13D2-5948-A9E5-6EF0D17202D1}" type="presParOf" srcId="{EB376957-000D-4845-B6D6-1BF89FB19036}" destId="{8B2ACC42-C406-CE4E-A0B6-163C5C331AD5}" srcOrd="2" destOrd="0" presId="urn:microsoft.com/office/officeart/2005/8/layout/list1"/>
    <dgm:cxn modelId="{0EF9DF8E-327F-EF42-8A07-4745FA2C76ED}" type="presParOf" srcId="{EB376957-000D-4845-B6D6-1BF89FB19036}" destId="{99467777-371A-D445-BCA0-75194CBC8F38}" srcOrd="3" destOrd="0" presId="urn:microsoft.com/office/officeart/2005/8/layout/list1"/>
    <dgm:cxn modelId="{7424B9F5-A469-B04B-B14C-0EA051CA0294}" type="presParOf" srcId="{EB376957-000D-4845-B6D6-1BF89FB19036}" destId="{BB19F4AF-AF54-7240-8A07-7BEC589E0C3C}" srcOrd="4" destOrd="0" presId="urn:microsoft.com/office/officeart/2005/8/layout/list1"/>
    <dgm:cxn modelId="{F2588D7B-77D8-D849-8C0F-6E3BF78BA60B}" type="presParOf" srcId="{BB19F4AF-AF54-7240-8A07-7BEC589E0C3C}" destId="{3CD252FE-809F-FD42-B681-A444DEA5A47B}" srcOrd="0" destOrd="0" presId="urn:microsoft.com/office/officeart/2005/8/layout/list1"/>
    <dgm:cxn modelId="{5D1754C5-688F-CA48-943C-130DE45A58BA}" type="presParOf" srcId="{BB19F4AF-AF54-7240-8A07-7BEC589E0C3C}" destId="{619B3DA1-8F2F-174F-B7DC-3385FBE67DA8}" srcOrd="1" destOrd="0" presId="urn:microsoft.com/office/officeart/2005/8/layout/list1"/>
    <dgm:cxn modelId="{0B2BFEDD-EAFE-9640-8F10-4E0750E2F438}" type="presParOf" srcId="{EB376957-000D-4845-B6D6-1BF89FB19036}" destId="{712DA291-C647-5546-B402-7C754C957E97}" srcOrd="5" destOrd="0" presId="urn:microsoft.com/office/officeart/2005/8/layout/list1"/>
    <dgm:cxn modelId="{D2BE61D7-7FCE-CD41-AC7C-B03E4CFFBBDA}" type="presParOf" srcId="{EB376957-000D-4845-B6D6-1BF89FB19036}" destId="{EF9144D3-9CCA-F94F-B8A4-FBF8DA7C10D2}" srcOrd="6" destOrd="0" presId="urn:microsoft.com/office/officeart/2005/8/layout/list1"/>
    <dgm:cxn modelId="{7CCFE468-1F24-2149-A263-41302E176EC4}" type="presParOf" srcId="{EB376957-000D-4845-B6D6-1BF89FB19036}" destId="{05671FAA-DEE5-A147-A732-C99DB99AC540}" srcOrd="7" destOrd="0" presId="urn:microsoft.com/office/officeart/2005/8/layout/list1"/>
    <dgm:cxn modelId="{DF506CA9-BA1F-CA4C-A9D8-5D31F997C80E}" type="presParOf" srcId="{EB376957-000D-4845-B6D6-1BF89FB19036}" destId="{5EB1B9CA-4B02-0147-BD4C-2E4F55C4892B}" srcOrd="8" destOrd="0" presId="urn:microsoft.com/office/officeart/2005/8/layout/list1"/>
    <dgm:cxn modelId="{DE7830A7-00C1-9B4F-8EA5-E0F6B5179709}" type="presParOf" srcId="{5EB1B9CA-4B02-0147-BD4C-2E4F55C4892B}" destId="{8C8DCF27-29BA-3744-90E4-8B574AF024CB}" srcOrd="0" destOrd="0" presId="urn:microsoft.com/office/officeart/2005/8/layout/list1"/>
    <dgm:cxn modelId="{1AEB4550-5299-4148-94CA-9F486BC2DEC7}" type="presParOf" srcId="{5EB1B9CA-4B02-0147-BD4C-2E4F55C4892B}" destId="{5E5E7227-0E73-5841-BFC7-63D06417007E}" srcOrd="1" destOrd="0" presId="urn:microsoft.com/office/officeart/2005/8/layout/list1"/>
    <dgm:cxn modelId="{8E0CE222-244D-354B-8979-41693FB2AEB1}" type="presParOf" srcId="{EB376957-000D-4845-B6D6-1BF89FB19036}" destId="{9B4E5225-C916-7C4D-A51A-C0D79C62D95E}" srcOrd="9" destOrd="0" presId="urn:microsoft.com/office/officeart/2005/8/layout/list1"/>
    <dgm:cxn modelId="{60BAFA6C-AC13-2441-994F-02E047D42A63}" type="presParOf" srcId="{EB376957-000D-4845-B6D6-1BF89FB19036}" destId="{0C1FBE03-C0D0-524F-BE1D-C93BACB0E977}" srcOrd="10" destOrd="0" presId="urn:microsoft.com/office/officeart/2005/8/layout/list1"/>
    <dgm:cxn modelId="{F22C1E31-DA36-8B42-94D8-9253A76F420E}" type="presParOf" srcId="{EB376957-000D-4845-B6D6-1BF89FB19036}" destId="{2D44D727-DA8C-6543-B0C6-7CB635746008}" srcOrd="11" destOrd="0" presId="urn:microsoft.com/office/officeart/2005/8/layout/list1"/>
    <dgm:cxn modelId="{451C2C54-0677-0240-9817-2E64C1051F6F}" type="presParOf" srcId="{EB376957-000D-4845-B6D6-1BF89FB19036}" destId="{8D165F80-5426-EC40-A88A-7C96FAE353B7}" srcOrd="12" destOrd="0" presId="urn:microsoft.com/office/officeart/2005/8/layout/list1"/>
    <dgm:cxn modelId="{DDB10838-8BE7-8146-AE04-9D947614BED1}" type="presParOf" srcId="{8D165F80-5426-EC40-A88A-7C96FAE353B7}" destId="{C49D0EE8-5F30-1F45-83FF-F6606F8CAF20}" srcOrd="0" destOrd="0" presId="urn:microsoft.com/office/officeart/2005/8/layout/list1"/>
    <dgm:cxn modelId="{77A69273-A45E-8743-9B98-5A01741D6782}" type="presParOf" srcId="{8D165F80-5426-EC40-A88A-7C96FAE353B7}" destId="{912D93AD-6B01-9E46-AD44-96CD3DDBD850}" srcOrd="1" destOrd="0" presId="urn:microsoft.com/office/officeart/2005/8/layout/list1"/>
    <dgm:cxn modelId="{98E47A5E-1220-F445-A5DC-0A65CF8D1112}" type="presParOf" srcId="{EB376957-000D-4845-B6D6-1BF89FB19036}" destId="{08CBBE8F-2A2B-AF46-ABBC-362E58D4EB8A}" srcOrd="13" destOrd="0" presId="urn:microsoft.com/office/officeart/2005/8/layout/list1"/>
    <dgm:cxn modelId="{EF557E08-2B2C-1646-9CF9-10C714984B96}" type="presParOf" srcId="{EB376957-000D-4845-B6D6-1BF89FB19036}" destId="{FC6E96BF-A00A-3B4D-AB0B-B0EF0953696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C847EE-96BA-491F-AB1F-F1D5EC8D12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B89E75-037C-45D7-BD98-F57402F81A57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France: High potential / Medium complexity</a:t>
          </a:r>
        </a:p>
      </dgm:t>
    </dgm:pt>
    <dgm:pt modelId="{849E433D-5541-4954-951A-4AE0D914C6FC}" type="parTrans" cxnId="{D6743DDB-1690-451D-A2F7-65E0DF790CCF}">
      <dgm:prSet/>
      <dgm:spPr/>
      <dgm:t>
        <a:bodyPr/>
        <a:lstStyle/>
        <a:p>
          <a:endParaRPr lang="en-US"/>
        </a:p>
      </dgm:t>
    </dgm:pt>
    <dgm:pt modelId="{AB761565-71BF-4DAA-B1ED-E34B80661F3A}" type="sibTrans" cxnId="{D6743DDB-1690-451D-A2F7-65E0DF790CCF}">
      <dgm:prSet/>
      <dgm:spPr/>
      <dgm:t>
        <a:bodyPr/>
        <a:lstStyle/>
        <a:p>
          <a:endParaRPr lang="en-US"/>
        </a:p>
      </dgm:t>
    </dgm:pt>
    <dgm:pt modelId="{DC790212-C4E1-4090-AEDE-36DA17CACF96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Italy: High potential / Medium complexity</a:t>
          </a:r>
        </a:p>
      </dgm:t>
    </dgm:pt>
    <dgm:pt modelId="{D5AF79BA-8D3B-452A-B567-2EA2E63C6062}" type="parTrans" cxnId="{F92F4025-85CA-4336-9F80-AD841068EBA4}">
      <dgm:prSet/>
      <dgm:spPr/>
      <dgm:t>
        <a:bodyPr/>
        <a:lstStyle/>
        <a:p>
          <a:endParaRPr lang="en-US"/>
        </a:p>
      </dgm:t>
    </dgm:pt>
    <dgm:pt modelId="{09A86B2A-23C1-4C43-9BAB-18144635A9A1}" type="sibTrans" cxnId="{F92F4025-85CA-4336-9F80-AD841068EBA4}">
      <dgm:prSet/>
      <dgm:spPr/>
      <dgm:t>
        <a:bodyPr/>
        <a:lstStyle/>
        <a:p>
          <a:endParaRPr lang="en-US"/>
        </a:p>
      </dgm:t>
    </dgm:pt>
    <dgm:pt modelId="{9ECD6C2E-7F9F-45E8-A163-396B0047A0D2}">
      <dgm:prSet/>
      <dgm:spPr>
        <a:solidFill>
          <a:schemeClr val="accent2"/>
        </a:solidFill>
      </dgm:spPr>
      <dgm:t>
        <a:bodyPr/>
        <a:lstStyle/>
        <a:p>
          <a:r>
            <a:rPr lang="en-US"/>
            <a:t>Spain: Medium potential / Low complexity</a:t>
          </a:r>
        </a:p>
      </dgm:t>
    </dgm:pt>
    <dgm:pt modelId="{FAED53F7-11EB-4317-BC86-21C7A53D150F}" type="parTrans" cxnId="{DD6FF611-0317-4F3D-9E8E-FA49F5AAFA9D}">
      <dgm:prSet/>
      <dgm:spPr/>
      <dgm:t>
        <a:bodyPr/>
        <a:lstStyle/>
        <a:p>
          <a:endParaRPr lang="en-US"/>
        </a:p>
      </dgm:t>
    </dgm:pt>
    <dgm:pt modelId="{834CE5A9-B14F-40A8-A0E5-4299FFBE6530}" type="sibTrans" cxnId="{DD6FF611-0317-4F3D-9E8E-FA49F5AAFA9D}">
      <dgm:prSet/>
      <dgm:spPr/>
      <dgm:t>
        <a:bodyPr/>
        <a:lstStyle/>
        <a:p>
          <a:endParaRPr lang="en-US"/>
        </a:p>
      </dgm:t>
    </dgm:pt>
    <dgm:pt modelId="{088D290A-AE67-4DD7-89E6-5FF8004689B7}">
      <dgm:prSet/>
      <dgm:spPr>
        <a:solidFill>
          <a:schemeClr val="accent2"/>
        </a:solidFill>
      </dgm:spPr>
      <dgm:t>
        <a:bodyPr/>
        <a:lstStyle/>
        <a:p>
          <a:r>
            <a:rPr lang="en-US"/>
            <a:t>Germany: High potential / High complexity</a:t>
          </a:r>
        </a:p>
      </dgm:t>
    </dgm:pt>
    <dgm:pt modelId="{460B9DEE-53CB-4DD8-A1A7-01B8D3AFF1B4}" type="parTrans" cxnId="{9020CD58-DC8B-4BFB-8894-8660E3F8653B}">
      <dgm:prSet/>
      <dgm:spPr/>
      <dgm:t>
        <a:bodyPr/>
        <a:lstStyle/>
        <a:p>
          <a:endParaRPr lang="en-US"/>
        </a:p>
      </dgm:t>
    </dgm:pt>
    <dgm:pt modelId="{8482E5A3-5DE3-4753-B9EE-6478B0C476C6}" type="sibTrans" cxnId="{9020CD58-DC8B-4BFB-8894-8660E3F8653B}">
      <dgm:prSet/>
      <dgm:spPr/>
      <dgm:t>
        <a:bodyPr/>
        <a:lstStyle/>
        <a:p>
          <a:endParaRPr lang="en-US"/>
        </a:p>
      </dgm:t>
    </dgm:pt>
    <dgm:pt modelId="{0B54EFA7-7022-4627-B52D-EA826CF09560}">
      <dgm:prSet/>
      <dgm:spPr>
        <a:solidFill>
          <a:schemeClr val="accent2"/>
        </a:solidFill>
      </dgm:spPr>
      <dgm:t>
        <a:bodyPr/>
        <a:lstStyle/>
        <a:p>
          <a:r>
            <a:rPr lang="en-US"/>
            <a:t>Belgium: Low potential / Easy entry</a:t>
          </a:r>
        </a:p>
      </dgm:t>
    </dgm:pt>
    <dgm:pt modelId="{26A7A61F-8658-4279-9055-7572687F42F2}" type="parTrans" cxnId="{203A81E8-E4D2-4CEF-96B7-D5FF7DEB8627}">
      <dgm:prSet/>
      <dgm:spPr/>
      <dgm:t>
        <a:bodyPr/>
        <a:lstStyle/>
        <a:p>
          <a:endParaRPr lang="en-US"/>
        </a:p>
      </dgm:t>
    </dgm:pt>
    <dgm:pt modelId="{403B69FE-CEA0-451C-967B-7442C040D2C2}" type="sibTrans" cxnId="{203A81E8-E4D2-4CEF-96B7-D5FF7DEB8627}">
      <dgm:prSet/>
      <dgm:spPr/>
      <dgm:t>
        <a:bodyPr/>
        <a:lstStyle/>
        <a:p>
          <a:endParaRPr lang="en-US"/>
        </a:p>
      </dgm:t>
    </dgm:pt>
    <dgm:pt modelId="{764A7893-5164-E54F-8150-55E0140F208B}" type="pres">
      <dgm:prSet presAssocID="{9FC847EE-96BA-491F-AB1F-F1D5EC8D1237}" presName="linear" presStyleCnt="0">
        <dgm:presLayoutVars>
          <dgm:animLvl val="lvl"/>
          <dgm:resizeHandles val="exact"/>
        </dgm:presLayoutVars>
      </dgm:prSet>
      <dgm:spPr/>
    </dgm:pt>
    <dgm:pt modelId="{ED8B2933-F2AD-5540-B500-532396206D9A}" type="pres">
      <dgm:prSet presAssocID="{30B89E75-037C-45D7-BD98-F57402F81A5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744449-FB3E-E648-97E9-B192BC6A207A}" type="pres">
      <dgm:prSet presAssocID="{AB761565-71BF-4DAA-B1ED-E34B80661F3A}" presName="spacer" presStyleCnt="0"/>
      <dgm:spPr/>
    </dgm:pt>
    <dgm:pt modelId="{A4559B6B-0C82-D048-8190-0F4EBFFE02D1}" type="pres">
      <dgm:prSet presAssocID="{DC790212-C4E1-4090-AEDE-36DA17CACF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B7DE044-E72C-8046-BD44-EA1B7B764079}" type="pres">
      <dgm:prSet presAssocID="{09A86B2A-23C1-4C43-9BAB-18144635A9A1}" presName="spacer" presStyleCnt="0"/>
      <dgm:spPr/>
    </dgm:pt>
    <dgm:pt modelId="{C14E64D5-ABFD-4349-B6A3-1011E21FD9B1}" type="pres">
      <dgm:prSet presAssocID="{9ECD6C2E-7F9F-45E8-A163-396B0047A0D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7BFA01E-86CC-2643-A5BF-E2A33F391281}" type="pres">
      <dgm:prSet presAssocID="{834CE5A9-B14F-40A8-A0E5-4299FFBE6530}" presName="spacer" presStyleCnt="0"/>
      <dgm:spPr/>
    </dgm:pt>
    <dgm:pt modelId="{16557126-72DC-684F-A62C-F842754B2EB6}" type="pres">
      <dgm:prSet presAssocID="{088D290A-AE67-4DD7-89E6-5FF8004689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642F44-A951-3B46-AE02-FE67EF6B9664}" type="pres">
      <dgm:prSet presAssocID="{8482E5A3-5DE3-4753-B9EE-6478B0C476C6}" presName="spacer" presStyleCnt="0"/>
      <dgm:spPr/>
    </dgm:pt>
    <dgm:pt modelId="{DFBDE8AD-7303-8E40-AF88-56B38E54B40D}" type="pres">
      <dgm:prSet presAssocID="{0B54EFA7-7022-4627-B52D-EA826CF0956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D6FF611-0317-4F3D-9E8E-FA49F5AAFA9D}" srcId="{9FC847EE-96BA-491F-AB1F-F1D5EC8D1237}" destId="{9ECD6C2E-7F9F-45E8-A163-396B0047A0D2}" srcOrd="2" destOrd="0" parTransId="{FAED53F7-11EB-4317-BC86-21C7A53D150F}" sibTransId="{834CE5A9-B14F-40A8-A0E5-4299FFBE6530}"/>
    <dgm:cxn modelId="{5471F220-82EF-4241-98E9-605CA8790155}" type="presOf" srcId="{DC790212-C4E1-4090-AEDE-36DA17CACF96}" destId="{A4559B6B-0C82-D048-8190-0F4EBFFE02D1}" srcOrd="0" destOrd="0" presId="urn:microsoft.com/office/officeart/2005/8/layout/vList2"/>
    <dgm:cxn modelId="{F92F4025-85CA-4336-9F80-AD841068EBA4}" srcId="{9FC847EE-96BA-491F-AB1F-F1D5EC8D1237}" destId="{DC790212-C4E1-4090-AEDE-36DA17CACF96}" srcOrd="1" destOrd="0" parTransId="{D5AF79BA-8D3B-452A-B567-2EA2E63C6062}" sibTransId="{09A86B2A-23C1-4C43-9BAB-18144635A9A1}"/>
    <dgm:cxn modelId="{E33A6A38-E572-EF47-86AB-BDD59E2763C6}" type="presOf" srcId="{088D290A-AE67-4DD7-89E6-5FF8004689B7}" destId="{16557126-72DC-684F-A62C-F842754B2EB6}" srcOrd="0" destOrd="0" presId="urn:microsoft.com/office/officeart/2005/8/layout/vList2"/>
    <dgm:cxn modelId="{85579E4B-1CF4-0B47-9728-9D4E4EF94338}" type="presOf" srcId="{9ECD6C2E-7F9F-45E8-A163-396B0047A0D2}" destId="{C14E64D5-ABFD-4349-B6A3-1011E21FD9B1}" srcOrd="0" destOrd="0" presId="urn:microsoft.com/office/officeart/2005/8/layout/vList2"/>
    <dgm:cxn modelId="{4480E552-6166-6842-83F7-D364BF2AE26A}" type="presOf" srcId="{0B54EFA7-7022-4627-B52D-EA826CF09560}" destId="{DFBDE8AD-7303-8E40-AF88-56B38E54B40D}" srcOrd="0" destOrd="0" presId="urn:microsoft.com/office/officeart/2005/8/layout/vList2"/>
    <dgm:cxn modelId="{9020CD58-DC8B-4BFB-8894-8660E3F8653B}" srcId="{9FC847EE-96BA-491F-AB1F-F1D5EC8D1237}" destId="{088D290A-AE67-4DD7-89E6-5FF8004689B7}" srcOrd="3" destOrd="0" parTransId="{460B9DEE-53CB-4DD8-A1A7-01B8D3AFF1B4}" sibTransId="{8482E5A3-5DE3-4753-B9EE-6478B0C476C6}"/>
    <dgm:cxn modelId="{F2389670-D834-3D48-97DA-68EB7770A7EA}" type="presOf" srcId="{30B89E75-037C-45D7-BD98-F57402F81A57}" destId="{ED8B2933-F2AD-5540-B500-532396206D9A}" srcOrd="0" destOrd="0" presId="urn:microsoft.com/office/officeart/2005/8/layout/vList2"/>
    <dgm:cxn modelId="{509C79B5-DF0B-A14F-AD5A-F1E9E52B59D2}" type="presOf" srcId="{9FC847EE-96BA-491F-AB1F-F1D5EC8D1237}" destId="{764A7893-5164-E54F-8150-55E0140F208B}" srcOrd="0" destOrd="0" presId="urn:microsoft.com/office/officeart/2005/8/layout/vList2"/>
    <dgm:cxn modelId="{D6743DDB-1690-451D-A2F7-65E0DF790CCF}" srcId="{9FC847EE-96BA-491F-AB1F-F1D5EC8D1237}" destId="{30B89E75-037C-45D7-BD98-F57402F81A57}" srcOrd="0" destOrd="0" parTransId="{849E433D-5541-4954-951A-4AE0D914C6FC}" sibTransId="{AB761565-71BF-4DAA-B1ED-E34B80661F3A}"/>
    <dgm:cxn modelId="{203A81E8-E4D2-4CEF-96B7-D5FF7DEB8627}" srcId="{9FC847EE-96BA-491F-AB1F-F1D5EC8D1237}" destId="{0B54EFA7-7022-4627-B52D-EA826CF09560}" srcOrd="4" destOrd="0" parTransId="{26A7A61F-8658-4279-9055-7572687F42F2}" sibTransId="{403B69FE-CEA0-451C-967B-7442C040D2C2}"/>
    <dgm:cxn modelId="{2DD650B4-761F-5A4B-8A88-E89EED63CDB8}" type="presParOf" srcId="{764A7893-5164-E54F-8150-55E0140F208B}" destId="{ED8B2933-F2AD-5540-B500-532396206D9A}" srcOrd="0" destOrd="0" presId="urn:microsoft.com/office/officeart/2005/8/layout/vList2"/>
    <dgm:cxn modelId="{42BDB8EA-D7C3-6340-A257-D6590AE01A51}" type="presParOf" srcId="{764A7893-5164-E54F-8150-55E0140F208B}" destId="{1D744449-FB3E-E648-97E9-B192BC6A207A}" srcOrd="1" destOrd="0" presId="urn:microsoft.com/office/officeart/2005/8/layout/vList2"/>
    <dgm:cxn modelId="{99CE8460-1502-7B4B-9090-BBCE0F34244E}" type="presParOf" srcId="{764A7893-5164-E54F-8150-55E0140F208B}" destId="{A4559B6B-0C82-D048-8190-0F4EBFFE02D1}" srcOrd="2" destOrd="0" presId="urn:microsoft.com/office/officeart/2005/8/layout/vList2"/>
    <dgm:cxn modelId="{CE244CEF-1B04-2C45-9956-53F2E5928374}" type="presParOf" srcId="{764A7893-5164-E54F-8150-55E0140F208B}" destId="{3B7DE044-E72C-8046-BD44-EA1B7B764079}" srcOrd="3" destOrd="0" presId="urn:microsoft.com/office/officeart/2005/8/layout/vList2"/>
    <dgm:cxn modelId="{BD65014C-4BF1-404C-B333-28DAEA01266C}" type="presParOf" srcId="{764A7893-5164-E54F-8150-55E0140F208B}" destId="{C14E64D5-ABFD-4349-B6A3-1011E21FD9B1}" srcOrd="4" destOrd="0" presId="urn:microsoft.com/office/officeart/2005/8/layout/vList2"/>
    <dgm:cxn modelId="{215B51F5-DF8D-CE44-BBA5-5434A2D0387B}" type="presParOf" srcId="{764A7893-5164-E54F-8150-55E0140F208B}" destId="{17BFA01E-86CC-2643-A5BF-E2A33F391281}" srcOrd="5" destOrd="0" presId="urn:microsoft.com/office/officeart/2005/8/layout/vList2"/>
    <dgm:cxn modelId="{73F2533F-20C2-7845-AE9F-91FCC80266F1}" type="presParOf" srcId="{764A7893-5164-E54F-8150-55E0140F208B}" destId="{16557126-72DC-684F-A62C-F842754B2EB6}" srcOrd="6" destOrd="0" presId="urn:microsoft.com/office/officeart/2005/8/layout/vList2"/>
    <dgm:cxn modelId="{452C053A-9233-A345-A541-17C5CE4D5B19}" type="presParOf" srcId="{764A7893-5164-E54F-8150-55E0140F208B}" destId="{6E642F44-A951-3B46-AE02-FE67EF6B9664}" srcOrd="7" destOrd="0" presId="urn:microsoft.com/office/officeart/2005/8/layout/vList2"/>
    <dgm:cxn modelId="{AE6D01DD-03E7-E14A-8FCF-2AAC82F542FB}" type="presParOf" srcId="{764A7893-5164-E54F-8150-55E0140F208B}" destId="{DFBDE8AD-7303-8E40-AF88-56B38E54B40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BB0D22-C9F9-4EA4-BEC5-34218773BC69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0201F2E-DC09-4EA1-A4BA-00D2D15E2575}">
      <dgm:prSet/>
      <dgm:spPr/>
      <dgm:t>
        <a:bodyPr/>
        <a:lstStyle/>
        <a:p>
          <a:r>
            <a:rPr lang="en-US"/>
            <a:t>~7,200 clinics</a:t>
          </a:r>
        </a:p>
      </dgm:t>
    </dgm:pt>
    <dgm:pt modelId="{40578C78-6153-44FA-B9F6-F5F7E5CB20D4}" type="parTrans" cxnId="{A7C3E011-DF35-473D-AF0B-30A60C0D6197}">
      <dgm:prSet/>
      <dgm:spPr/>
      <dgm:t>
        <a:bodyPr/>
        <a:lstStyle/>
        <a:p>
          <a:endParaRPr lang="en-US"/>
        </a:p>
      </dgm:t>
    </dgm:pt>
    <dgm:pt modelId="{2F6331D8-A9EC-4B20-826C-AFE872D57214}" type="sibTrans" cxnId="{A7C3E011-DF35-473D-AF0B-30A60C0D6197}">
      <dgm:prSet/>
      <dgm:spPr/>
      <dgm:t>
        <a:bodyPr/>
        <a:lstStyle/>
        <a:p>
          <a:endParaRPr lang="en-US"/>
        </a:p>
      </dgm:t>
    </dgm:pt>
    <dgm:pt modelId="{0DF9B988-533F-4D08-BBD3-9BB1225C4916}">
      <dgm:prSet/>
      <dgm:spPr/>
      <dgm:t>
        <a:bodyPr/>
        <a:lstStyle/>
        <a:p>
          <a:r>
            <a:rPr lang="en-US"/>
            <a:t>High dermatology caseload</a:t>
          </a:r>
        </a:p>
      </dgm:t>
    </dgm:pt>
    <dgm:pt modelId="{18D0F9B0-6199-4057-B1DC-0607D98603DF}" type="parTrans" cxnId="{2286D4D3-B921-4346-AB90-72E48A9DC2BD}">
      <dgm:prSet/>
      <dgm:spPr/>
      <dgm:t>
        <a:bodyPr/>
        <a:lstStyle/>
        <a:p>
          <a:endParaRPr lang="en-US"/>
        </a:p>
      </dgm:t>
    </dgm:pt>
    <dgm:pt modelId="{49DA5C75-29F8-4957-9155-D62A2C3996B2}" type="sibTrans" cxnId="{2286D4D3-B921-4346-AB90-72E48A9DC2BD}">
      <dgm:prSet/>
      <dgm:spPr/>
      <dgm:t>
        <a:bodyPr/>
        <a:lstStyle/>
        <a:p>
          <a:endParaRPr lang="en-US"/>
        </a:p>
      </dgm:t>
    </dgm:pt>
    <dgm:pt modelId="{D90B8C31-4899-4B1D-B56A-883CA58D6069}">
      <dgm:prSet/>
      <dgm:spPr/>
      <dgm:t>
        <a:bodyPr/>
        <a:lstStyle/>
        <a:p>
          <a:r>
            <a:rPr lang="en-US"/>
            <a:t>Strong distributors: Centravet, Alcyon, Coveto</a:t>
          </a:r>
        </a:p>
      </dgm:t>
    </dgm:pt>
    <dgm:pt modelId="{8899C97C-C860-4EBC-8E80-E8617C3D13C0}" type="parTrans" cxnId="{EAE9A62B-BE0E-42AE-8FC1-B7C4C2641363}">
      <dgm:prSet/>
      <dgm:spPr/>
      <dgm:t>
        <a:bodyPr/>
        <a:lstStyle/>
        <a:p>
          <a:endParaRPr lang="en-US"/>
        </a:p>
      </dgm:t>
    </dgm:pt>
    <dgm:pt modelId="{F4E69D42-EF36-454C-BC66-1FFD99C59BC0}" type="sibTrans" cxnId="{EAE9A62B-BE0E-42AE-8FC1-B7C4C2641363}">
      <dgm:prSet/>
      <dgm:spPr/>
      <dgm:t>
        <a:bodyPr/>
        <a:lstStyle/>
        <a:p>
          <a:endParaRPr lang="en-US"/>
        </a:p>
      </dgm:t>
    </dgm:pt>
    <dgm:pt modelId="{4FAAE20C-A3EE-9D47-802F-D5B1F1EFB13E}" type="pres">
      <dgm:prSet presAssocID="{CBBB0D22-C9F9-4EA4-BEC5-34218773BC69}" presName="linear" presStyleCnt="0">
        <dgm:presLayoutVars>
          <dgm:dir/>
          <dgm:animLvl val="lvl"/>
          <dgm:resizeHandles val="exact"/>
        </dgm:presLayoutVars>
      </dgm:prSet>
      <dgm:spPr/>
    </dgm:pt>
    <dgm:pt modelId="{270A2EB7-4EC3-294A-8B05-F56AB2EE3E77}" type="pres">
      <dgm:prSet presAssocID="{60201F2E-DC09-4EA1-A4BA-00D2D15E2575}" presName="parentLin" presStyleCnt="0"/>
      <dgm:spPr/>
    </dgm:pt>
    <dgm:pt modelId="{B5E8EF4A-ADB3-DC43-8E73-417238263389}" type="pres">
      <dgm:prSet presAssocID="{60201F2E-DC09-4EA1-A4BA-00D2D15E2575}" presName="parentLeftMargin" presStyleLbl="node1" presStyleIdx="0" presStyleCnt="3"/>
      <dgm:spPr/>
    </dgm:pt>
    <dgm:pt modelId="{5C7DA1C9-D98A-F44D-BE87-035A85351FAC}" type="pres">
      <dgm:prSet presAssocID="{60201F2E-DC09-4EA1-A4BA-00D2D15E257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FEEAC2-B27C-1147-B018-8F7E48E59EA0}" type="pres">
      <dgm:prSet presAssocID="{60201F2E-DC09-4EA1-A4BA-00D2D15E2575}" presName="negativeSpace" presStyleCnt="0"/>
      <dgm:spPr/>
    </dgm:pt>
    <dgm:pt modelId="{693692DB-9FED-8E4F-8337-B6787E417E2B}" type="pres">
      <dgm:prSet presAssocID="{60201F2E-DC09-4EA1-A4BA-00D2D15E2575}" presName="childText" presStyleLbl="conFgAcc1" presStyleIdx="0" presStyleCnt="3">
        <dgm:presLayoutVars>
          <dgm:bulletEnabled val="1"/>
        </dgm:presLayoutVars>
      </dgm:prSet>
      <dgm:spPr/>
    </dgm:pt>
    <dgm:pt modelId="{03AA82AC-2677-1140-A89C-7AB6CAD56A8D}" type="pres">
      <dgm:prSet presAssocID="{2F6331D8-A9EC-4B20-826C-AFE872D57214}" presName="spaceBetweenRectangles" presStyleCnt="0"/>
      <dgm:spPr/>
    </dgm:pt>
    <dgm:pt modelId="{1C0751C3-D102-BC48-9A6B-4F742670855F}" type="pres">
      <dgm:prSet presAssocID="{0DF9B988-533F-4D08-BBD3-9BB1225C4916}" presName="parentLin" presStyleCnt="0"/>
      <dgm:spPr/>
    </dgm:pt>
    <dgm:pt modelId="{AA8ADD01-814A-F14D-8D4E-4C0D985B05BA}" type="pres">
      <dgm:prSet presAssocID="{0DF9B988-533F-4D08-BBD3-9BB1225C4916}" presName="parentLeftMargin" presStyleLbl="node1" presStyleIdx="0" presStyleCnt="3"/>
      <dgm:spPr/>
    </dgm:pt>
    <dgm:pt modelId="{B11DF5CD-52DF-8D43-B394-04FB71A14EEB}" type="pres">
      <dgm:prSet presAssocID="{0DF9B988-533F-4D08-BBD3-9BB1225C491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F21FD8D-9D8C-FD49-B570-F6248CAB2B45}" type="pres">
      <dgm:prSet presAssocID="{0DF9B988-533F-4D08-BBD3-9BB1225C4916}" presName="negativeSpace" presStyleCnt="0"/>
      <dgm:spPr/>
    </dgm:pt>
    <dgm:pt modelId="{34973F2D-DB5E-9D45-9023-00B60A5D4EF8}" type="pres">
      <dgm:prSet presAssocID="{0DF9B988-533F-4D08-BBD3-9BB1225C4916}" presName="childText" presStyleLbl="conFgAcc1" presStyleIdx="1" presStyleCnt="3">
        <dgm:presLayoutVars>
          <dgm:bulletEnabled val="1"/>
        </dgm:presLayoutVars>
      </dgm:prSet>
      <dgm:spPr/>
    </dgm:pt>
    <dgm:pt modelId="{B525E31B-D116-8A47-928B-739FA622B7B8}" type="pres">
      <dgm:prSet presAssocID="{49DA5C75-29F8-4957-9155-D62A2C3996B2}" presName="spaceBetweenRectangles" presStyleCnt="0"/>
      <dgm:spPr/>
    </dgm:pt>
    <dgm:pt modelId="{F081D266-A3E7-BD46-A7B2-B648E86B6F5B}" type="pres">
      <dgm:prSet presAssocID="{D90B8C31-4899-4B1D-B56A-883CA58D6069}" presName="parentLin" presStyleCnt="0"/>
      <dgm:spPr/>
    </dgm:pt>
    <dgm:pt modelId="{511BBAF2-AAB5-EF4E-AC07-AF218CB1719E}" type="pres">
      <dgm:prSet presAssocID="{D90B8C31-4899-4B1D-B56A-883CA58D6069}" presName="parentLeftMargin" presStyleLbl="node1" presStyleIdx="1" presStyleCnt="3"/>
      <dgm:spPr/>
    </dgm:pt>
    <dgm:pt modelId="{E784C26D-D557-5247-831D-5BE18B57EF29}" type="pres">
      <dgm:prSet presAssocID="{D90B8C31-4899-4B1D-B56A-883CA58D606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2991AAA-00B7-2F45-87BF-15139F1CA9F1}" type="pres">
      <dgm:prSet presAssocID="{D90B8C31-4899-4B1D-B56A-883CA58D6069}" presName="negativeSpace" presStyleCnt="0"/>
      <dgm:spPr/>
    </dgm:pt>
    <dgm:pt modelId="{B600D1C0-B273-DF4A-94B1-0404C354B720}" type="pres">
      <dgm:prSet presAssocID="{D90B8C31-4899-4B1D-B56A-883CA58D606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7C3E011-DF35-473D-AF0B-30A60C0D6197}" srcId="{CBBB0D22-C9F9-4EA4-BEC5-34218773BC69}" destId="{60201F2E-DC09-4EA1-A4BA-00D2D15E2575}" srcOrd="0" destOrd="0" parTransId="{40578C78-6153-44FA-B9F6-F5F7E5CB20D4}" sibTransId="{2F6331D8-A9EC-4B20-826C-AFE872D57214}"/>
    <dgm:cxn modelId="{EAE9A62B-BE0E-42AE-8FC1-B7C4C2641363}" srcId="{CBBB0D22-C9F9-4EA4-BEC5-34218773BC69}" destId="{D90B8C31-4899-4B1D-B56A-883CA58D6069}" srcOrd="2" destOrd="0" parTransId="{8899C97C-C860-4EBC-8E80-E8617C3D13C0}" sibTransId="{F4E69D42-EF36-454C-BC66-1FFD99C59BC0}"/>
    <dgm:cxn modelId="{64CF626D-A45E-9447-B0A4-C30F07949059}" type="presOf" srcId="{CBBB0D22-C9F9-4EA4-BEC5-34218773BC69}" destId="{4FAAE20C-A3EE-9D47-802F-D5B1F1EFB13E}" srcOrd="0" destOrd="0" presId="urn:microsoft.com/office/officeart/2005/8/layout/list1"/>
    <dgm:cxn modelId="{4E14B886-C2DD-8347-8211-AC9C4D94A0E3}" type="presOf" srcId="{0DF9B988-533F-4D08-BBD3-9BB1225C4916}" destId="{AA8ADD01-814A-F14D-8D4E-4C0D985B05BA}" srcOrd="0" destOrd="0" presId="urn:microsoft.com/office/officeart/2005/8/layout/list1"/>
    <dgm:cxn modelId="{86ABCBA8-9CC3-4649-A16C-475BD6A599C5}" type="presOf" srcId="{D90B8C31-4899-4B1D-B56A-883CA58D6069}" destId="{E784C26D-D557-5247-831D-5BE18B57EF29}" srcOrd="1" destOrd="0" presId="urn:microsoft.com/office/officeart/2005/8/layout/list1"/>
    <dgm:cxn modelId="{E48B18B0-2DD3-F943-8E09-9E75F9F9E216}" type="presOf" srcId="{0DF9B988-533F-4D08-BBD3-9BB1225C4916}" destId="{B11DF5CD-52DF-8D43-B394-04FB71A14EEB}" srcOrd="1" destOrd="0" presId="urn:microsoft.com/office/officeart/2005/8/layout/list1"/>
    <dgm:cxn modelId="{30D400B6-7E97-5E4D-BA94-AC5332BC8064}" type="presOf" srcId="{D90B8C31-4899-4B1D-B56A-883CA58D6069}" destId="{511BBAF2-AAB5-EF4E-AC07-AF218CB1719E}" srcOrd="0" destOrd="0" presId="urn:microsoft.com/office/officeart/2005/8/layout/list1"/>
    <dgm:cxn modelId="{2286D4D3-B921-4346-AB90-72E48A9DC2BD}" srcId="{CBBB0D22-C9F9-4EA4-BEC5-34218773BC69}" destId="{0DF9B988-533F-4D08-BBD3-9BB1225C4916}" srcOrd="1" destOrd="0" parTransId="{18D0F9B0-6199-4057-B1DC-0607D98603DF}" sibTransId="{49DA5C75-29F8-4957-9155-D62A2C3996B2}"/>
    <dgm:cxn modelId="{37D0DBF3-7C10-4B40-A053-599F51445F6F}" type="presOf" srcId="{60201F2E-DC09-4EA1-A4BA-00D2D15E2575}" destId="{B5E8EF4A-ADB3-DC43-8E73-417238263389}" srcOrd="0" destOrd="0" presId="urn:microsoft.com/office/officeart/2005/8/layout/list1"/>
    <dgm:cxn modelId="{EAE450F8-7098-0E4D-8EF3-FAEE62A55B05}" type="presOf" srcId="{60201F2E-DC09-4EA1-A4BA-00D2D15E2575}" destId="{5C7DA1C9-D98A-F44D-BE87-035A85351FAC}" srcOrd="1" destOrd="0" presId="urn:microsoft.com/office/officeart/2005/8/layout/list1"/>
    <dgm:cxn modelId="{3AC2ECDC-342C-B045-8B96-25B4E6365D8A}" type="presParOf" srcId="{4FAAE20C-A3EE-9D47-802F-D5B1F1EFB13E}" destId="{270A2EB7-4EC3-294A-8B05-F56AB2EE3E77}" srcOrd="0" destOrd="0" presId="urn:microsoft.com/office/officeart/2005/8/layout/list1"/>
    <dgm:cxn modelId="{169A1649-C537-9A46-9E70-916360F5A381}" type="presParOf" srcId="{270A2EB7-4EC3-294A-8B05-F56AB2EE3E77}" destId="{B5E8EF4A-ADB3-DC43-8E73-417238263389}" srcOrd="0" destOrd="0" presId="urn:microsoft.com/office/officeart/2005/8/layout/list1"/>
    <dgm:cxn modelId="{86E23327-A199-8346-8CF7-838A4DA66D50}" type="presParOf" srcId="{270A2EB7-4EC3-294A-8B05-F56AB2EE3E77}" destId="{5C7DA1C9-D98A-F44D-BE87-035A85351FAC}" srcOrd="1" destOrd="0" presId="urn:microsoft.com/office/officeart/2005/8/layout/list1"/>
    <dgm:cxn modelId="{7AB79051-CDFA-7249-AEFE-4AD13D8BFAA4}" type="presParOf" srcId="{4FAAE20C-A3EE-9D47-802F-D5B1F1EFB13E}" destId="{80FEEAC2-B27C-1147-B018-8F7E48E59EA0}" srcOrd="1" destOrd="0" presId="urn:microsoft.com/office/officeart/2005/8/layout/list1"/>
    <dgm:cxn modelId="{02D95384-264A-7645-AE71-F623901FA7CA}" type="presParOf" srcId="{4FAAE20C-A3EE-9D47-802F-D5B1F1EFB13E}" destId="{693692DB-9FED-8E4F-8337-B6787E417E2B}" srcOrd="2" destOrd="0" presId="urn:microsoft.com/office/officeart/2005/8/layout/list1"/>
    <dgm:cxn modelId="{76E23332-C374-CD41-AA57-FBCD4B04E5B0}" type="presParOf" srcId="{4FAAE20C-A3EE-9D47-802F-D5B1F1EFB13E}" destId="{03AA82AC-2677-1140-A89C-7AB6CAD56A8D}" srcOrd="3" destOrd="0" presId="urn:microsoft.com/office/officeart/2005/8/layout/list1"/>
    <dgm:cxn modelId="{DFAAE36A-4827-6740-8C83-25E34BBBABDC}" type="presParOf" srcId="{4FAAE20C-A3EE-9D47-802F-D5B1F1EFB13E}" destId="{1C0751C3-D102-BC48-9A6B-4F742670855F}" srcOrd="4" destOrd="0" presId="urn:microsoft.com/office/officeart/2005/8/layout/list1"/>
    <dgm:cxn modelId="{818F0894-E89B-1F42-A78A-6DE2299EE448}" type="presParOf" srcId="{1C0751C3-D102-BC48-9A6B-4F742670855F}" destId="{AA8ADD01-814A-F14D-8D4E-4C0D985B05BA}" srcOrd="0" destOrd="0" presId="urn:microsoft.com/office/officeart/2005/8/layout/list1"/>
    <dgm:cxn modelId="{622E8F3C-E273-B547-BE2C-2C0D72A7628E}" type="presParOf" srcId="{1C0751C3-D102-BC48-9A6B-4F742670855F}" destId="{B11DF5CD-52DF-8D43-B394-04FB71A14EEB}" srcOrd="1" destOrd="0" presId="urn:microsoft.com/office/officeart/2005/8/layout/list1"/>
    <dgm:cxn modelId="{E5FBDEFC-F1C4-8540-8FA1-383F020F31A3}" type="presParOf" srcId="{4FAAE20C-A3EE-9D47-802F-D5B1F1EFB13E}" destId="{EF21FD8D-9D8C-FD49-B570-F6248CAB2B45}" srcOrd="5" destOrd="0" presId="urn:microsoft.com/office/officeart/2005/8/layout/list1"/>
    <dgm:cxn modelId="{59FDC198-FA4F-C949-961F-FBB86D3B5E69}" type="presParOf" srcId="{4FAAE20C-A3EE-9D47-802F-D5B1F1EFB13E}" destId="{34973F2D-DB5E-9D45-9023-00B60A5D4EF8}" srcOrd="6" destOrd="0" presId="urn:microsoft.com/office/officeart/2005/8/layout/list1"/>
    <dgm:cxn modelId="{561EBCAE-6EA0-3A46-AC80-4EAA43C4724B}" type="presParOf" srcId="{4FAAE20C-A3EE-9D47-802F-D5B1F1EFB13E}" destId="{B525E31B-D116-8A47-928B-739FA622B7B8}" srcOrd="7" destOrd="0" presId="urn:microsoft.com/office/officeart/2005/8/layout/list1"/>
    <dgm:cxn modelId="{11C9E5B5-BAD7-A94B-BCAE-C38FD6886A28}" type="presParOf" srcId="{4FAAE20C-A3EE-9D47-802F-D5B1F1EFB13E}" destId="{F081D266-A3E7-BD46-A7B2-B648E86B6F5B}" srcOrd="8" destOrd="0" presId="urn:microsoft.com/office/officeart/2005/8/layout/list1"/>
    <dgm:cxn modelId="{ADC8A050-7068-0B48-BA8A-AB573BC5D022}" type="presParOf" srcId="{F081D266-A3E7-BD46-A7B2-B648E86B6F5B}" destId="{511BBAF2-AAB5-EF4E-AC07-AF218CB1719E}" srcOrd="0" destOrd="0" presId="urn:microsoft.com/office/officeart/2005/8/layout/list1"/>
    <dgm:cxn modelId="{356AB4EF-D1A6-0147-AD55-0336B86F9732}" type="presParOf" srcId="{F081D266-A3E7-BD46-A7B2-B648E86B6F5B}" destId="{E784C26D-D557-5247-831D-5BE18B57EF29}" srcOrd="1" destOrd="0" presId="urn:microsoft.com/office/officeart/2005/8/layout/list1"/>
    <dgm:cxn modelId="{5849AC4E-DC18-A34B-8C9A-EC9F3F2DF186}" type="presParOf" srcId="{4FAAE20C-A3EE-9D47-802F-D5B1F1EFB13E}" destId="{82991AAA-00B7-2F45-87BF-15139F1CA9F1}" srcOrd="9" destOrd="0" presId="urn:microsoft.com/office/officeart/2005/8/layout/list1"/>
    <dgm:cxn modelId="{1AFC630C-5634-B543-8F7C-369A7FDAAA76}" type="presParOf" srcId="{4FAAE20C-A3EE-9D47-802F-D5B1F1EFB13E}" destId="{B600D1C0-B273-DF4A-94B1-0404C354B72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0933A7-6F52-4E89-9493-AC0C2E208A7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DFC19C7-323F-4C21-9A59-16EE4E25C040}">
      <dgm:prSet custT="1"/>
      <dgm:spPr/>
      <dgm:t>
        <a:bodyPr/>
        <a:lstStyle/>
        <a:p>
          <a:r>
            <a:rPr lang="en-US" sz="2000"/>
            <a:t>230k–290k tests annually</a:t>
          </a:r>
        </a:p>
      </dgm:t>
    </dgm:pt>
    <dgm:pt modelId="{36EBF64E-806D-4208-90FA-EC571D5EF971}" type="parTrans" cxnId="{309277BC-55EF-4C0B-B8BA-482B60AC8E14}">
      <dgm:prSet/>
      <dgm:spPr/>
      <dgm:t>
        <a:bodyPr/>
        <a:lstStyle/>
        <a:p>
          <a:endParaRPr lang="en-US"/>
        </a:p>
      </dgm:t>
    </dgm:pt>
    <dgm:pt modelId="{3F084534-57CF-4746-9B56-8985C5340A86}" type="sibTrans" cxnId="{309277BC-55EF-4C0B-B8BA-482B60AC8E14}">
      <dgm:prSet/>
      <dgm:spPr/>
      <dgm:t>
        <a:bodyPr/>
        <a:lstStyle/>
        <a:p>
          <a:endParaRPr lang="en-US"/>
        </a:p>
      </dgm:t>
    </dgm:pt>
    <dgm:pt modelId="{3099AC2D-225C-4DE0-B6F7-8214F21238D6}">
      <dgm:prSet custT="1"/>
      <dgm:spPr/>
      <dgm:t>
        <a:bodyPr/>
        <a:lstStyle/>
        <a:p>
          <a:r>
            <a:rPr lang="en-US" sz="2000" dirty="0"/>
            <a:t>High willingness to adopt rapid testing</a:t>
          </a:r>
        </a:p>
      </dgm:t>
    </dgm:pt>
    <dgm:pt modelId="{C0A39CD7-F662-4748-90FA-C07BDFD9DC9E}" type="parTrans" cxnId="{008BA5EA-CC48-4394-9965-F85257AB6F7E}">
      <dgm:prSet/>
      <dgm:spPr/>
      <dgm:t>
        <a:bodyPr/>
        <a:lstStyle/>
        <a:p>
          <a:endParaRPr lang="en-US"/>
        </a:p>
      </dgm:t>
    </dgm:pt>
    <dgm:pt modelId="{05472EF3-1987-4DD9-9D12-77B8DF2642CA}" type="sibTrans" cxnId="{008BA5EA-CC48-4394-9965-F85257AB6F7E}">
      <dgm:prSet/>
      <dgm:spPr/>
      <dgm:t>
        <a:bodyPr/>
        <a:lstStyle/>
        <a:p>
          <a:endParaRPr lang="en-US"/>
        </a:p>
      </dgm:t>
    </dgm:pt>
    <dgm:pt modelId="{04BA51EA-BDBB-5748-A82C-0452524877F2}" type="pres">
      <dgm:prSet presAssocID="{E30933A7-6F52-4E89-9493-AC0C2E208A76}" presName="linear" presStyleCnt="0">
        <dgm:presLayoutVars>
          <dgm:animLvl val="lvl"/>
          <dgm:resizeHandles val="exact"/>
        </dgm:presLayoutVars>
      </dgm:prSet>
      <dgm:spPr/>
    </dgm:pt>
    <dgm:pt modelId="{A6C63AF2-3657-B448-BE6C-7CA8B5C60CC9}" type="pres">
      <dgm:prSet presAssocID="{5DFC19C7-323F-4C21-9A59-16EE4E25C040}" presName="parentText" presStyleLbl="node1" presStyleIdx="0" presStyleCnt="2" custScaleY="35877">
        <dgm:presLayoutVars>
          <dgm:chMax val="0"/>
          <dgm:bulletEnabled val="1"/>
        </dgm:presLayoutVars>
      </dgm:prSet>
      <dgm:spPr/>
    </dgm:pt>
    <dgm:pt modelId="{8DF47130-15CB-9041-A2DC-2DFD7A444E61}" type="pres">
      <dgm:prSet presAssocID="{3F084534-57CF-4746-9B56-8985C5340A86}" presName="spacer" presStyleCnt="0"/>
      <dgm:spPr/>
    </dgm:pt>
    <dgm:pt modelId="{740825C0-CC62-7F4E-BDB7-ECDF39155D3F}" type="pres">
      <dgm:prSet presAssocID="{3099AC2D-225C-4DE0-B6F7-8214F21238D6}" presName="parentText" presStyleLbl="node1" presStyleIdx="1" presStyleCnt="2" custScaleY="32601">
        <dgm:presLayoutVars>
          <dgm:chMax val="0"/>
          <dgm:bulletEnabled val="1"/>
        </dgm:presLayoutVars>
      </dgm:prSet>
      <dgm:spPr/>
    </dgm:pt>
  </dgm:ptLst>
  <dgm:cxnLst>
    <dgm:cxn modelId="{39B67310-EAD1-AF48-A32B-1DF916FE36A0}" type="presOf" srcId="{E30933A7-6F52-4E89-9493-AC0C2E208A76}" destId="{04BA51EA-BDBB-5748-A82C-0452524877F2}" srcOrd="0" destOrd="0" presId="urn:microsoft.com/office/officeart/2005/8/layout/vList2"/>
    <dgm:cxn modelId="{8F458F84-84BB-834C-9B4F-BC96D0D73F7C}" type="presOf" srcId="{5DFC19C7-323F-4C21-9A59-16EE4E25C040}" destId="{A6C63AF2-3657-B448-BE6C-7CA8B5C60CC9}" srcOrd="0" destOrd="0" presId="urn:microsoft.com/office/officeart/2005/8/layout/vList2"/>
    <dgm:cxn modelId="{309277BC-55EF-4C0B-B8BA-482B60AC8E14}" srcId="{E30933A7-6F52-4E89-9493-AC0C2E208A76}" destId="{5DFC19C7-323F-4C21-9A59-16EE4E25C040}" srcOrd="0" destOrd="0" parTransId="{36EBF64E-806D-4208-90FA-EC571D5EF971}" sibTransId="{3F084534-57CF-4746-9B56-8985C5340A86}"/>
    <dgm:cxn modelId="{E50E6EE2-3ADD-9D4B-B0F5-8F2AF76A1A00}" type="presOf" srcId="{3099AC2D-225C-4DE0-B6F7-8214F21238D6}" destId="{740825C0-CC62-7F4E-BDB7-ECDF39155D3F}" srcOrd="0" destOrd="0" presId="urn:microsoft.com/office/officeart/2005/8/layout/vList2"/>
    <dgm:cxn modelId="{008BA5EA-CC48-4394-9965-F85257AB6F7E}" srcId="{E30933A7-6F52-4E89-9493-AC0C2E208A76}" destId="{3099AC2D-225C-4DE0-B6F7-8214F21238D6}" srcOrd="1" destOrd="0" parTransId="{C0A39CD7-F662-4748-90FA-C07BDFD9DC9E}" sibTransId="{05472EF3-1987-4DD9-9D12-77B8DF2642CA}"/>
    <dgm:cxn modelId="{4DEE03B2-6B5F-4341-8719-1BDB51E75178}" type="presParOf" srcId="{04BA51EA-BDBB-5748-A82C-0452524877F2}" destId="{A6C63AF2-3657-B448-BE6C-7CA8B5C60CC9}" srcOrd="0" destOrd="0" presId="urn:microsoft.com/office/officeart/2005/8/layout/vList2"/>
    <dgm:cxn modelId="{3D8DEA92-E08E-4C4F-B7A3-9852021D021B}" type="presParOf" srcId="{04BA51EA-BDBB-5748-A82C-0452524877F2}" destId="{8DF47130-15CB-9041-A2DC-2DFD7A444E61}" srcOrd="1" destOrd="0" presId="urn:microsoft.com/office/officeart/2005/8/layout/vList2"/>
    <dgm:cxn modelId="{B119317B-9B69-D644-B1B1-CEC79D57AA0D}" type="presParOf" srcId="{04BA51EA-BDBB-5748-A82C-0452524877F2}" destId="{740825C0-CC62-7F4E-BDB7-ECDF39155D3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9E84EA-A70F-41AF-A217-140B8DD7541A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645177-A48C-46F7-8594-E1A6B593BCC0}">
      <dgm:prSet/>
      <dgm:spPr/>
      <dgm:t>
        <a:bodyPr/>
        <a:lstStyle/>
        <a:p>
          <a:r>
            <a:rPr lang="en-US"/>
            <a:t>Lab panels strong but costly</a:t>
          </a:r>
        </a:p>
      </dgm:t>
    </dgm:pt>
    <dgm:pt modelId="{7368FFC9-1E7D-4306-8648-EA036E4E0951}" type="parTrans" cxnId="{AD009B15-F59A-4C52-BE2C-6842D2AE3BFA}">
      <dgm:prSet/>
      <dgm:spPr/>
      <dgm:t>
        <a:bodyPr/>
        <a:lstStyle/>
        <a:p>
          <a:endParaRPr lang="en-US"/>
        </a:p>
      </dgm:t>
    </dgm:pt>
    <dgm:pt modelId="{47EFA03D-7257-4D8A-ACB1-4E612B50AECA}" type="sibTrans" cxnId="{AD009B15-F59A-4C52-BE2C-6842D2AE3BFA}">
      <dgm:prSet/>
      <dgm:spPr/>
      <dgm:t>
        <a:bodyPr/>
        <a:lstStyle/>
        <a:p>
          <a:endParaRPr lang="en-US"/>
        </a:p>
      </dgm:t>
    </dgm:pt>
    <dgm:pt modelId="{F16D1239-EF6C-4F31-A0EA-8D9A51368EF8}">
      <dgm:prSet/>
      <dgm:spPr/>
      <dgm:t>
        <a:bodyPr/>
        <a:lstStyle/>
        <a:p>
          <a:r>
            <a:rPr lang="en-US"/>
            <a:t>Rapid tests: low CE compliance</a:t>
          </a:r>
        </a:p>
      </dgm:t>
    </dgm:pt>
    <dgm:pt modelId="{D2CB41AF-A131-4BAD-9C0D-CE623CFFC84B}" type="parTrans" cxnId="{86015C55-855E-468F-9AFB-0BDAAF2EDB50}">
      <dgm:prSet/>
      <dgm:spPr/>
      <dgm:t>
        <a:bodyPr/>
        <a:lstStyle/>
        <a:p>
          <a:endParaRPr lang="en-US"/>
        </a:p>
      </dgm:t>
    </dgm:pt>
    <dgm:pt modelId="{5A3FD350-ACA2-46D7-9EA5-FF56BFB157F7}" type="sibTrans" cxnId="{86015C55-855E-468F-9AFB-0BDAAF2EDB50}">
      <dgm:prSet/>
      <dgm:spPr/>
      <dgm:t>
        <a:bodyPr/>
        <a:lstStyle/>
        <a:p>
          <a:endParaRPr lang="en-US"/>
        </a:p>
      </dgm:t>
    </dgm:pt>
    <dgm:pt modelId="{BFE2B45E-C5BD-4130-8A37-AE2413D5BC8F}">
      <dgm:prSet/>
      <dgm:spPr/>
      <dgm:t>
        <a:bodyPr/>
        <a:lstStyle/>
        <a:p>
          <a:r>
            <a:rPr lang="en-US"/>
            <a:t>Specialists overloaded → clinics need tools</a:t>
          </a:r>
        </a:p>
      </dgm:t>
    </dgm:pt>
    <dgm:pt modelId="{DE481723-21CD-4178-94AE-2BBC91ECB488}" type="parTrans" cxnId="{73627B25-2885-4292-9F05-4C5102A427F5}">
      <dgm:prSet/>
      <dgm:spPr/>
      <dgm:t>
        <a:bodyPr/>
        <a:lstStyle/>
        <a:p>
          <a:endParaRPr lang="en-US"/>
        </a:p>
      </dgm:t>
    </dgm:pt>
    <dgm:pt modelId="{F0017070-4CF0-4E6F-9E30-E30F3258D76B}" type="sibTrans" cxnId="{73627B25-2885-4292-9F05-4C5102A427F5}">
      <dgm:prSet/>
      <dgm:spPr/>
      <dgm:t>
        <a:bodyPr/>
        <a:lstStyle/>
        <a:p>
          <a:endParaRPr lang="en-US"/>
        </a:p>
      </dgm:t>
    </dgm:pt>
    <dgm:pt modelId="{8B78B8F7-3E2B-6644-A2FD-4235D3096EBA}" type="pres">
      <dgm:prSet presAssocID="{669E84EA-A70F-41AF-A217-140B8DD7541A}" presName="diagram" presStyleCnt="0">
        <dgm:presLayoutVars>
          <dgm:dir/>
          <dgm:resizeHandles val="exact"/>
        </dgm:presLayoutVars>
      </dgm:prSet>
      <dgm:spPr/>
    </dgm:pt>
    <dgm:pt modelId="{AE4D3A36-89D7-CA43-A366-7113B9ED6F0D}" type="pres">
      <dgm:prSet presAssocID="{6B645177-A48C-46F7-8594-E1A6B593BCC0}" presName="arrow" presStyleLbl="node1" presStyleIdx="0" presStyleCnt="3" custRadScaleRad="142480" custRadScaleInc="-895">
        <dgm:presLayoutVars>
          <dgm:bulletEnabled val="1"/>
        </dgm:presLayoutVars>
      </dgm:prSet>
      <dgm:spPr/>
    </dgm:pt>
    <dgm:pt modelId="{20C79802-BF32-F749-933F-28D5A15FB462}" type="pres">
      <dgm:prSet presAssocID="{F16D1239-EF6C-4F31-A0EA-8D9A51368EF8}" presName="arrow" presStyleLbl="node1" presStyleIdx="1" presStyleCnt="3">
        <dgm:presLayoutVars>
          <dgm:bulletEnabled val="1"/>
        </dgm:presLayoutVars>
      </dgm:prSet>
      <dgm:spPr/>
    </dgm:pt>
    <dgm:pt modelId="{66BB7FCE-F6F7-8C45-9A2C-7C8B1FD23343}" type="pres">
      <dgm:prSet presAssocID="{BFE2B45E-C5BD-4130-8A37-AE2413D5BC8F}" presName="arrow" presStyleLbl="node1" presStyleIdx="2" presStyleCnt="3">
        <dgm:presLayoutVars>
          <dgm:bulletEnabled val="1"/>
        </dgm:presLayoutVars>
      </dgm:prSet>
      <dgm:spPr/>
    </dgm:pt>
  </dgm:ptLst>
  <dgm:cxnLst>
    <dgm:cxn modelId="{AD009B15-F59A-4C52-BE2C-6842D2AE3BFA}" srcId="{669E84EA-A70F-41AF-A217-140B8DD7541A}" destId="{6B645177-A48C-46F7-8594-E1A6B593BCC0}" srcOrd="0" destOrd="0" parTransId="{7368FFC9-1E7D-4306-8648-EA036E4E0951}" sibTransId="{47EFA03D-7257-4D8A-ACB1-4E612B50AECA}"/>
    <dgm:cxn modelId="{73627B25-2885-4292-9F05-4C5102A427F5}" srcId="{669E84EA-A70F-41AF-A217-140B8DD7541A}" destId="{BFE2B45E-C5BD-4130-8A37-AE2413D5BC8F}" srcOrd="2" destOrd="0" parTransId="{DE481723-21CD-4178-94AE-2BBC91ECB488}" sibTransId="{F0017070-4CF0-4E6F-9E30-E30F3258D76B}"/>
    <dgm:cxn modelId="{12240927-9559-A946-98BF-49B167274CB5}" type="presOf" srcId="{BFE2B45E-C5BD-4130-8A37-AE2413D5BC8F}" destId="{66BB7FCE-F6F7-8C45-9A2C-7C8B1FD23343}" srcOrd="0" destOrd="0" presId="urn:microsoft.com/office/officeart/2005/8/layout/arrow5"/>
    <dgm:cxn modelId="{86015C55-855E-468F-9AFB-0BDAAF2EDB50}" srcId="{669E84EA-A70F-41AF-A217-140B8DD7541A}" destId="{F16D1239-EF6C-4F31-A0EA-8D9A51368EF8}" srcOrd="1" destOrd="0" parTransId="{D2CB41AF-A131-4BAD-9C0D-CE623CFFC84B}" sibTransId="{5A3FD350-ACA2-46D7-9EA5-FF56BFB157F7}"/>
    <dgm:cxn modelId="{C6886159-C46C-E94A-A612-48CD586B1FE8}" type="presOf" srcId="{669E84EA-A70F-41AF-A217-140B8DD7541A}" destId="{8B78B8F7-3E2B-6644-A2FD-4235D3096EBA}" srcOrd="0" destOrd="0" presId="urn:microsoft.com/office/officeart/2005/8/layout/arrow5"/>
    <dgm:cxn modelId="{BF87BB85-2E02-1142-91CA-BDF89D26FF4D}" type="presOf" srcId="{F16D1239-EF6C-4F31-A0EA-8D9A51368EF8}" destId="{20C79802-BF32-F749-933F-28D5A15FB462}" srcOrd="0" destOrd="0" presId="urn:microsoft.com/office/officeart/2005/8/layout/arrow5"/>
    <dgm:cxn modelId="{3E63DAF5-F7D9-784A-A76F-420A92F190E6}" type="presOf" srcId="{6B645177-A48C-46F7-8594-E1A6B593BCC0}" destId="{AE4D3A36-89D7-CA43-A366-7113B9ED6F0D}" srcOrd="0" destOrd="0" presId="urn:microsoft.com/office/officeart/2005/8/layout/arrow5"/>
    <dgm:cxn modelId="{59EC79C9-4BBA-5444-9E55-BB505D2C460A}" type="presParOf" srcId="{8B78B8F7-3E2B-6644-A2FD-4235D3096EBA}" destId="{AE4D3A36-89D7-CA43-A366-7113B9ED6F0D}" srcOrd="0" destOrd="0" presId="urn:microsoft.com/office/officeart/2005/8/layout/arrow5"/>
    <dgm:cxn modelId="{45DCFC06-FB15-F943-BE8C-4D05E6C98955}" type="presParOf" srcId="{8B78B8F7-3E2B-6644-A2FD-4235D3096EBA}" destId="{20C79802-BF32-F749-933F-28D5A15FB462}" srcOrd="1" destOrd="0" presId="urn:microsoft.com/office/officeart/2005/8/layout/arrow5"/>
    <dgm:cxn modelId="{147D8D9D-158C-634E-A47B-EE0145CD6132}" type="presParOf" srcId="{8B78B8F7-3E2B-6644-A2FD-4235D3096EBA}" destId="{66BB7FCE-F6F7-8C45-9A2C-7C8B1FD23343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B9A499-B21A-49EE-96B2-AC180F776B5F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FA42AC-7C3B-4AA8-BE9E-9C68D36E3D5A}">
      <dgm:prSet/>
      <dgm:spPr/>
      <dgm:t>
        <a:bodyPr/>
        <a:lstStyle/>
        <a:p>
          <a:r>
            <a:rPr lang="en-US"/>
            <a:t>Phase 1</a:t>
          </a:r>
        </a:p>
      </dgm:t>
    </dgm:pt>
    <dgm:pt modelId="{EB1CFFAC-0EB2-499B-99D2-3D5350C444E1}" type="parTrans" cxnId="{F030189B-AD88-4843-9E85-84BBDF3F1C0C}">
      <dgm:prSet/>
      <dgm:spPr/>
      <dgm:t>
        <a:bodyPr/>
        <a:lstStyle/>
        <a:p>
          <a:endParaRPr lang="en-US"/>
        </a:p>
      </dgm:t>
    </dgm:pt>
    <dgm:pt modelId="{ADEC5F52-62D8-4D2E-AF14-EA0DF1D3AE4F}" type="sibTrans" cxnId="{F030189B-AD88-4843-9E85-84BBDF3F1C0C}">
      <dgm:prSet/>
      <dgm:spPr/>
      <dgm:t>
        <a:bodyPr/>
        <a:lstStyle/>
        <a:p>
          <a:endParaRPr lang="en-US"/>
        </a:p>
      </dgm:t>
    </dgm:pt>
    <dgm:pt modelId="{FB744D93-D786-43A4-9F0A-F019F82BDD6A}">
      <dgm:prSet/>
      <dgm:spPr/>
      <dgm:t>
        <a:bodyPr/>
        <a:lstStyle/>
        <a:p>
          <a:r>
            <a:rPr lang="en-US" dirty="0"/>
            <a:t>KOL network AFVAC</a:t>
          </a:r>
          <a:br>
            <a:rPr lang="en-US" dirty="0"/>
          </a:br>
          <a:r>
            <a:rPr lang="en-US" dirty="0"/>
            <a:t>Veterinary association including Belgium </a:t>
          </a:r>
        </a:p>
      </dgm:t>
    </dgm:pt>
    <dgm:pt modelId="{865AB42A-B8B1-46C4-A2CB-8C61AA8A90A2}" type="parTrans" cxnId="{A9CA47F4-9A59-49FE-856A-25F630C32775}">
      <dgm:prSet/>
      <dgm:spPr/>
      <dgm:t>
        <a:bodyPr/>
        <a:lstStyle/>
        <a:p>
          <a:endParaRPr lang="en-US"/>
        </a:p>
      </dgm:t>
    </dgm:pt>
    <dgm:pt modelId="{7FF101C0-77FD-48C8-A4DC-0BBA87EE4618}" type="sibTrans" cxnId="{A9CA47F4-9A59-49FE-856A-25F630C32775}">
      <dgm:prSet/>
      <dgm:spPr/>
      <dgm:t>
        <a:bodyPr/>
        <a:lstStyle/>
        <a:p>
          <a:endParaRPr lang="en-US"/>
        </a:p>
      </dgm:t>
    </dgm:pt>
    <dgm:pt modelId="{0AC9B1B3-E753-4FA0-AF89-2CF555761BB1}">
      <dgm:prSet/>
      <dgm:spPr/>
      <dgm:t>
        <a:bodyPr/>
        <a:lstStyle/>
        <a:p>
          <a:r>
            <a:rPr lang="en-US"/>
            <a:t>Phase 2</a:t>
          </a:r>
        </a:p>
      </dgm:t>
    </dgm:pt>
    <dgm:pt modelId="{17043D16-84FE-403C-95D7-6C9D922C3478}" type="parTrans" cxnId="{4A7B0CC1-2AB2-456E-BDB4-B668D955B28E}">
      <dgm:prSet/>
      <dgm:spPr/>
      <dgm:t>
        <a:bodyPr/>
        <a:lstStyle/>
        <a:p>
          <a:endParaRPr lang="en-US"/>
        </a:p>
      </dgm:t>
    </dgm:pt>
    <dgm:pt modelId="{887137D4-9005-405B-BD96-D3AF0C76A12F}" type="sibTrans" cxnId="{4A7B0CC1-2AB2-456E-BDB4-B668D955B28E}">
      <dgm:prSet/>
      <dgm:spPr/>
      <dgm:t>
        <a:bodyPr/>
        <a:lstStyle/>
        <a:p>
          <a:endParaRPr lang="en-US"/>
        </a:p>
      </dgm:t>
    </dgm:pt>
    <dgm:pt modelId="{6CF363E2-4E5C-4867-8DA9-55CF8EE8F89E}">
      <dgm:prSet/>
      <dgm:spPr/>
      <dgm:t>
        <a:bodyPr/>
        <a:lstStyle/>
        <a:p>
          <a:r>
            <a:rPr lang="en-US"/>
            <a:t>Distributors onboarding</a:t>
          </a:r>
        </a:p>
      </dgm:t>
    </dgm:pt>
    <dgm:pt modelId="{B02729C3-9A50-43B2-88AE-0741F4B04627}" type="parTrans" cxnId="{A667CED7-40CC-47CD-B122-DFC7340363FA}">
      <dgm:prSet/>
      <dgm:spPr/>
      <dgm:t>
        <a:bodyPr/>
        <a:lstStyle/>
        <a:p>
          <a:endParaRPr lang="en-US"/>
        </a:p>
      </dgm:t>
    </dgm:pt>
    <dgm:pt modelId="{2F458E25-201C-4332-BE1C-280F1065C026}" type="sibTrans" cxnId="{A667CED7-40CC-47CD-B122-DFC7340363FA}">
      <dgm:prSet/>
      <dgm:spPr/>
      <dgm:t>
        <a:bodyPr/>
        <a:lstStyle/>
        <a:p>
          <a:endParaRPr lang="en-US"/>
        </a:p>
      </dgm:t>
    </dgm:pt>
    <dgm:pt modelId="{46DCAC96-CC7A-4DDF-8AF8-B6D97C83A1E7}">
      <dgm:prSet/>
      <dgm:spPr/>
      <dgm:t>
        <a:bodyPr/>
        <a:lstStyle/>
        <a:p>
          <a:r>
            <a:rPr lang="en-US"/>
            <a:t>Phase 3</a:t>
          </a:r>
        </a:p>
      </dgm:t>
    </dgm:pt>
    <dgm:pt modelId="{AE791D1B-A460-437B-9B41-0EA714942D44}" type="parTrans" cxnId="{62711403-E95F-44B6-9FAA-3507C5F2C0DB}">
      <dgm:prSet/>
      <dgm:spPr/>
      <dgm:t>
        <a:bodyPr/>
        <a:lstStyle/>
        <a:p>
          <a:endParaRPr lang="en-US"/>
        </a:p>
      </dgm:t>
    </dgm:pt>
    <dgm:pt modelId="{ACD7BD49-CBCB-4E5D-8AC1-30F995625C9C}" type="sibTrans" cxnId="{62711403-E95F-44B6-9FAA-3507C5F2C0DB}">
      <dgm:prSet/>
      <dgm:spPr/>
      <dgm:t>
        <a:bodyPr/>
        <a:lstStyle/>
        <a:p>
          <a:endParaRPr lang="en-US"/>
        </a:p>
      </dgm:t>
    </dgm:pt>
    <dgm:pt modelId="{56E1450F-52E4-4C2A-82C1-4878A093BAA6}">
      <dgm:prSet/>
      <dgm:spPr/>
      <dgm:t>
        <a:bodyPr/>
        <a:lstStyle/>
        <a:p>
          <a:r>
            <a:rPr lang="en-US"/>
            <a:t>Direct-to-clinic activation</a:t>
          </a:r>
        </a:p>
      </dgm:t>
    </dgm:pt>
    <dgm:pt modelId="{FFB5EB4A-9089-44A8-8290-9593A47CB1A1}" type="parTrans" cxnId="{9E0126A7-F394-4E1D-8E44-AE78941A3025}">
      <dgm:prSet/>
      <dgm:spPr/>
      <dgm:t>
        <a:bodyPr/>
        <a:lstStyle/>
        <a:p>
          <a:endParaRPr lang="en-US"/>
        </a:p>
      </dgm:t>
    </dgm:pt>
    <dgm:pt modelId="{E8787896-4B50-42AB-BD7F-D3AEC61C82F0}" type="sibTrans" cxnId="{9E0126A7-F394-4E1D-8E44-AE78941A3025}">
      <dgm:prSet/>
      <dgm:spPr/>
      <dgm:t>
        <a:bodyPr/>
        <a:lstStyle/>
        <a:p>
          <a:endParaRPr lang="en-US"/>
        </a:p>
      </dgm:t>
    </dgm:pt>
    <dgm:pt modelId="{21C8A368-9A8E-4159-AD0B-3E62CE81012A}">
      <dgm:prSet/>
      <dgm:spPr/>
      <dgm:t>
        <a:bodyPr/>
        <a:lstStyle/>
        <a:p>
          <a:r>
            <a:rPr lang="en-US"/>
            <a:t>Phase 4</a:t>
          </a:r>
        </a:p>
      </dgm:t>
    </dgm:pt>
    <dgm:pt modelId="{4C026BC9-BE08-43AD-99D7-5CEFEDBB9F91}" type="parTrans" cxnId="{0474BE0B-DF0F-44CD-AA0E-AC2C5EAE902A}">
      <dgm:prSet/>
      <dgm:spPr/>
      <dgm:t>
        <a:bodyPr/>
        <a:lstStyle/>
        <a:p>
          <a:endParaRPr lang="en-US"/>
        </a:p>
      </dgm:t>
    </dgm:pt>
    <dgm:pt modelId="{89FCF9B3-444C-4083-A300-BC5939D513AD}" type="sibTrans" cxnId="{0474BE0B-DF0F-44CD-AA0E-AC2C5EAE902A}">
      <dgm:prSet/>
      <dgm:spPr/>
      <dgm:t>
        <a:bodyPr/>
        <a:lstStyle/>
        <a:p>
          <a:endParaRPr lang="en-US"/>
        </a:p>
      </dgm:t>
    </dgm:pt>
    <dgm:pt modelId="{56663D15-2653-4190-A398-063B1624B201}">
      <dgm:prSet/>
      <dgm:spPr/>
      <dgm:t>
        <a:bodyPr/>
        <a:lstStyle/>
        <a:p>
          <a:r>
            <a:rPr lang="en-US"/>
            <a:t>Upsell arrays + reader</a:t>
          </a:r>
        </a:p>
      </dgm:t>
    </dgm:pt>
    <dgm:pt modelId="{1DBBACD3-B55A-4751-8567-D51464D4F8D9}" type="parTrans" cxnId="{11121A17-DC02-4DDB-9B69-AB7344308F76}">
      <dgm:prSet/>
      <dgm:spPr/>
      <dgm:t>
        <a:bodyPr/>
        <a:lstStyle/>
        <a:p>
          <a:endParaRPr lang="en-US"/>
        </a:p>
      </dgm:t>
    </dgm:pt>
    <dgm:pt modelId="{86F61C8A-B0BA-4BF1-ADE1-4AF9CF449CDC}" type="sibTrans" cxnId="{11121A17-DC02-4DDB-9B69-AB7344308F76}">
      <dgm:prSet/>
      <dgm:spPr/>
      <dgm:t>
        <a:bodyPr/>
        <a:lstStyle/>
        <a:p>
          <a:endParaRPr lang="en-US"/>
        </a:p>
      </dgm:t>
    </dgm:pt>
    <dgm:pt modelId="{11016561-B14F-5F43-A202-7887BCD7D4BF}" type="pres">
      <dgm:prSet presAssocID="{E7B9A499-B21A-49EE-96B2-AC180F776B5F}" presName="Name0" presStyleCnt="0">
        <dgm:presLayoutVars>
          <dgm:dir/>
          <dgm:animLvl val="lvl"/>
          <dgm:resizeHandles val="exact"/>
        </dgm:presLayoutVars>
      </dgm:prSet>
      <dgm:spPr/>
    </dgm:pt>
    <dgm:pt modelId="{4E01BB41-E485-E549-99B0-E0D87074E1F3}" type="pres">
      <dgm:prSet presAssocID="{21C8A368-9A8E-4159-AD0B-3E62CE81012A}" presName="boxAndChildren" presStyleCnt="0"/>
      <dgm:spPr/>
    </dgm:pt>
    <dgm:pt modelId="{DC588B60-42E5-7941-BBDB-206839FF763C}" type="pres">
      <dgm:prSet presAssocID="{21C8A368-9A8E-4159-AD0B-3E62CE81012A}" presName="parentTextBox" presStyleLbl="alignNode1" presStyleIdx="0" presStyleCnt="4"/>
      <dgm:spPr/>
    </dgm:pt>
    <dgm:pt modelId="{7290E001-E287-8446-AF54-EE41E967A371}" type="pres">
      <dgm:prSet presAssocID="{21C8A368-9A8E-4159-AD0B-3E62CE81012A}" presName="descendantBox" presStyleLbl="bgAccFollowNode1" presStyleIdx="0" presStyleCnt="4"/>
      <dgm:spPr/>
    </dgm:pt>
    <dgm:pt modelId="{87E9D826-82F1-164E-A0B5-86165373C23E}" type="pres">
      <dgm:prSet presAssocID="{ACD7BD49-CBCB-4E5D-8AC1-30F995625C9C}" presName="sp" presStyleCnt="0"/>
      <dgm:spPr/>
    </dgm:pt>
    <dgm:pt modelId="{7D0B74C8-41E2-F84F-A448-0BD89BEABFDD}" type="pres">
      <dgm:prSet presAssocID="{46DCAC96-CC7A-4DDF-8AF8-B6D97C83A1E7}" presName="arrowAndChildren" presStyleCnt="0"/>
      <dgm:spPr/>
    </dgm:pt>
    <dgm:pt modelId="{88DC776D-6B5D-7549-8D01-D740E5DA81C6}" type="pres">
      <dgm:prSet presAssocID="{46DCAC96-CC7A-4DDF-8AF8-B6D97C83A1E7}" presName="parentTextArrow" presStyleLbl="node1" presStyleIdx="0" presStyleCnt="0"/>
      <dgm:spPr/>
    </dgm:pt>
    <dgm:pt modelId="{89ACE36B-5C95-0E4F-8208-240F5DAEC66C}" type="pres">
      <dgm:prSet presAssocID="{46DCAC96-CC7A-4DDF-8AF8-B6D97C83A1E7}" presName="arrow" presStyleLbl="alignNode1" presStyleIdx="1" presStyleCnt="4"/>
      <dgm:spPr/>
    </dgm:pt>
    <dgm:pt modelId="{36F8A955-2D0F-5147-8FF2-A5FB28C1B19C}" type="pres">
      <dgm:prSet presAssocID="{46DCAC96-CC7A-4DDF-8AF8-B6D97C83A1E7}" presName="descendantArrow" presStyleLbl="bgAccFollowNode1" presStyleIdx="1" presStyleCnt="4"/>
      <dgm:spPr/>
    </dgm:pt>
    <dgm:pt modelId="{F73C2115-A0C3-7243-9BA7-8D7A2F999CCD}" type="pres">
      <dgm:prSet presAssocID="{887137D4-9005-405B-BD96-D3AF0C76A12F}" presName="sp" presStyleCnt="0"/>
      <dgm:spPr/>
    </dgm:pt>
    <dgm:pt modelId="{89EB38EC-33B7-184E-8DF1-4E9938FD611B}" type="pres">
      <dgm:prSet presAssocID="{0AC9B1B3-E753-4FA0-AF89-2CF555761BB1}" presName="arrowAndChildren" presStyleCnt="0"/>
      <dgm:spPr/>
    </dgm:pt>
    <dgm:pt modelId="{5CF3F69C-B2A4-4F4E-8AE4-A8CD177617C0}" type="pres">
      <dgm:prSet presAssocID="{0AC9B1B3-E753-4FA0-AF89-2CF555761BB1}" presName="parentTextArrow" presStyleLbl="node1" presStyleIdx="0" presStyleCnt="0"/>
      <dgm:spPr/>
    </dgm:pt>
    <dgm:pt modelId="{4142E3E8-9CBB-5446-89D9-6BCC63CEC659}" type="pres">
      <dgm:prSet presAssocID="{0AC9B1B3-E753-4FA0-AF89-2CF555761BB1}" presName="arrow" presStyleLbl="alignNode1" presStyleIdx="2" presStyleCnt="4"/>
      <dgm:spPr/>
    </dgm:pt>
    <dgm:pt modelId="{AC52CBBA-817E-5148-9BF5-3E9E612D2A9F}" type="pres">
      <dgm:prSet presAssocID="{0AC9B1B3-E753-4FA0-AF89-2CF555761BB1}" presName="descendantArrow" presStyleLbl="bgAccFollowNode1" presStyleIdx="2" presStyleCnt="4"/>
      <dgm:spPr/>
    </dgm:pt>
    <dgm:pt modelId="{E1BA7ECD-EDF8-D04D-ADB4-C29DCFC8EBE9}" type="pres">
      <dgm:prSet presAssocID="{ADEC5F52-62D8-4D2E-AF14-EA0DF1D3AE4F}" presName="sp" presStyleCnt="0"/>
      <dgm:spPr/>
    </dgm:pt>
    <dgm:pt modelId="{C57978FA-5E33-6B4D-A73C-8A886E4C4BF7}" type="pres">
      <dgm:prSet presAssocID="{EFFA42AC-7C3B-4AA8-BE9E-9C68D36E3D5A}" presName="arrowAndChildren" presStyleCnt="0"/>
      <dgm:spPr/>
    </dgm:pt>
    <dgm:pt modelId="{15D3A228-5AD0-684D-9788-927468E8B39D}" type="pres">
      <dgm:prSet presAssocID="{EFFA42AC-7C3B-4AA8-BE9E-9C68D36E3D5A}" presName="parentTextArrow" presStyleLbl="node1" presStyleIdx="0" presStyleCnt="0"/>
      <dgm:spPr/>
    </dgm:pt>
    <dgm:pt modelId="{29AF861B-EF39-5747-A862-2D6734906572}" type="pres">
      <dgm:prSet presAssocID="{EFFA42AC-7C3B-4AA8-BE9E-9C68D36E3D5A}" presName="arrow" presStyleLbl="alignNode1" presStyleIdx="3" presStyleCnt="4"/>
      <dgm:spPr/>
    </dgm:pt>
    <dgm:pt modelId="{30B5EBEE-1105-474C-B0FA-835864B2ED5C}" type="pres">
      <dgm:prSet presAssocID="{EFFA42AC-7C3B-4AA8-BE9E-9C68D36E3D5A}" presName="descendantArrow" presStyleLbl="bgAccFollowNode1" presStyleIdx="3" presStyleCnt="4" custLinFactNeighborX="21678" custLinFactNeighborY="-68033"/>
      <dgm:spPr/>
    </dgm:pt>
  </dgm:ptLst>
  <dgm:cxnLst>
    <dgm:cxn modelId="{62711403-E95F-44B6-9FAA-3507C5F2C0DB}" srcId="{E7B9A499-B21A-49EE-96B2-AC180F776B5F}" destId="{46DCAC96-CC7A-4DDF-8AF8-B6D97C83A1E7}" srcOrd="2" destOrd="0" parTransId="{AE791D1B-A460-437B-9B41-0EA714942D44}" sibTransId="{ACD7BD49-CBCB-4E5D-8AC1-30F995625C9C}"/>
    <dgm:cxn modelId="{0474BE0B-DF0F-44CD-AA0E-AC2C5EAE902A}" srcId="{E7B9A499-B21A-49EE-96B2-AC180F776B5F}" destId="{21C8A368-9A8E-4159-AD0B-3E62CE81012A}" srcOrd="3" destOrd="0" parTransId="{4C026BC9-BE08-43AD-99D7-5CEFEDBB9F91}" sibTransId="{89FCF9B3-444C-4083-A300-BC5939D513AD}"/>
    <dgm:cxn modelId="{11121A17-DC02-4DDB-9B69-AB7344308F76}" srcId="{21C8A368-9A8E-4159-AD0B-3E62CE81012A}" destId="{56663D15-2653-4190-A398-063B1624B201}" srcOrd="0" destOrd="0" parTransId="{1DBBACD3-B55A-4751-8567-D51464D4F8D9}" sibTransId="{86F61C8A-B0BA-4BF1-ADE1-4AF9CF449CDC}"/>
    <dgm:cxn modelId="{8F44B92A-D3BA-7449-8DDC-9D3DC7F15C80}" type="presOf" srcId="{46DCAC96-CC7A-4DDF-8AF8-B6D97C83A1E7}" destId="{89ACE36B-5C95-0E4F-8208-240F5DAEC66C}" srcOrd="1" destOrd="0" presId="urn:microsoft.com/office/officeart/2016/7/layout/VerticalDownArrowProcess"/>
    <dgm:cxn modelId="{D5A58142-5949-614E-8C4B-497CCD5556BD}" type="presOf" srcId="{0AC9B1B3-E753-4FA0-AF89-2CF555761BB1}" destId="{5CF3F69C-B2A4-4F4E-8AE4-A8CD177617C0}" srcOrd="0" destOrd="0" presId="urn:microsoft.com/office/officeart/2016/7/layout/VerticalDownArrowProcess"/>
    <dgm:cxn modelId="{E1ACBB6B-9315-1347-B890-243AB87E44D3}" type="presOf" srcId="{EFFA42AC-7C3B-4AA8-BE9E-9C68D36E3D5A}" destId="{29AF861B-EF39-5747-A862-2D6734906572}" srcOrd="1" destOrd="0" presId="urn:microsoft.com/office/officeart/2016/7/layout/VerticalDownArrowProcess"/>
    <dgm:cxn modelId="{7921738A-2A24-4E41-A21B-84284D9879AC}" type="presOf" srcId="{56663D15-2653-4190-A398-063B1624B201}" destId="{7290E001-E287-8446-AF54-EE41E967A371}" srcOrd="0" destOrd="0" presId="urn:microsoft.com/office/officeart/2016/7/layout/VerticalDownArrowProcess"/>
    <dgm:cxn modelId="{B107888C-E2E8-0943-89C9-90D6DB869A6D}" type="presOf" srcId="{21C8A368-9A8E-4159-AD0B-3E62CE81012A}" destId="{DC588B60-42E5-7941-BBDB-206839FF763C}" srcOrd="0" destOrd="0" presId="urn:microsoft.com/office/officeart/2016/7/layout/VerticalDownArrowProcess"/>
    <dgm:cxn modelId="{F888B390-8A7C-384A-873A-06F32BA84FD1}" type="presOf" srcId="{46DCAC96-CC7A-4DDF-8AF8-B6D97C83A1E7}" destId="{88DC776D-6B5D-7549-8D01-D740E5DA81C6}" srcOrd="0" destOrd="0" presId="urn:microsoft.com/office/officeart/2016/7/layout/VerticalDownArrowProcess"/>
    <dgm:cxn modelId="{D8AEA494-E41A-4F4B-8E4A-4EB006E139B2}" type="presOf" srcId="{56E1450F-52E4-4C2A-82C1-4878A093BAA6}" destId="{36F8A955-2D0F-5147-8FF2-A5FB28C1B19C}" srcOrd="0" destOrd="0" presId="urn:microsoft.com/office/officeart/2016/7/layout/VerticalDownArrowProcess"/>
    <dgm:cxn modelId="{F030189B-AD88-4843-9E85-84BBDF3F1C0C}" srcId="{E7B9A499-B21A-49EE-96B2-AC180F776B5F}" destId="{EFFA42AC-7C3B-4AA8-BE9E-9C68D36E3D5A}" srcOrd="0" destOrd="0" parTransId="{EB1CFFAC-0EB2-499B-99D2-3D5350C444E1}" sibTransId="{ADEC5F52-62D8-4D2E-AF14-EA0DF1D3AE4F}"/>
    <dgm:cxn modelId="{9E0126A7-F394-4E1D-8E44-AE78941A3025}" srcId="{46DCAC96-CC7A-4DDF-8AF8-B6D97C83A1E7}" destId="{56E1450F-52E4-4C2A-82C1-4878A093BAA6}" srcOrd="0" destOrd="0" parTransId="{FFB5EB4A-9089-44A8-8290-9593A47CB1A1}" sibTransId="{E8787896-4B50-42AB-BD7F-D3AEC61C82F0}"/>
    <dgm:cxn modelId="{B869F4A8-A003-7342-A4D6-C52BE45AE31C}" type="presOf" srcId="{E7B9A499-B21A-49EE-96B2-AC180F776B5F}" destId="{11016561-B14F-5F43-A202-7887BCD7D4BF}" srcOrd="0" destOrd="0" presId="urn:microsoft.com/office/officeart/2016/7/layout/VerticalDownArrowProcess"/>
    <dgm:cxn modelId="{14F302AD-0AA3-2A46-B3ED-5D1848120F53}" type="presOf" srcId="{0AC9B1B3-E753-4FA0-AF89-2CF555761BB1}" destId="{4142E3E8-9CBB-5446-89D9-6BCC63CEC659}" srcOrd="1" destOrd="0" presId="urn:microsoft.com/office/officeart/2016/7/layout/VerticalDownArrowProcess"/>
    <dgm:cxn modelId="{87B9E1BC-689C-CA42-A702-B8B520599B07}" type="presOf" srcId="{FB744D93-D786-43A4-9F0A-F019F82BDD6A}" destId="{30B5EBEE-1105-474C-B0FA-835864B2ED5C}" srcOrd="0" destOrd="0" presId="urn:microsoft.com/office/officeart/2016/7/layout/VerticalDownArrowProcess"/>
    <dgm:cxn modelId="{4A7B0CC1-2AB2-456E-BDB4-B668D955B28E}" srcId="{E7B9A499-B21A-49EE-96B2-AC180F776B5F}" destId="{0AC9B1B3-E753-4FA0-AF89-2CF555761BB1}" srcOrd="1" destOrd="0" parTransId="{17043D16-84FE-403C-95D7-6C9D922C3478}" sibTransId="{887137D4-9005-405B-BD96-D3AF0C76A12F}"/>
    <dgm:cxn modelId="{7B9D9FC9-0E6F-AE48-B559-E9827CB07441}" type="presOf" srcId="{EFFA42AC-7C3B-4AA8-BE9E-9C68D36E3D5A}" destId="{15D3A228-5AD0-684D-9788-927468E8B39D}" srcOrd="0" destOrd="0" presId="urn:microsoft.com/office/officeart/2016/7/layout/VerticalDownArrowProcess"/>
    <dgm:cxn modelId="{A667CED7-40CC-47CD-B122-DFC7340363FA}" srcId="{0AC9B1B3-E753-4FA0-AF89-2CF555761BB1}" destId="{6CF363E2-4E5C-4867-8DA9-55CF8EE8F89E}" srcOrd="0" destOrd="0" parTransId="{B02729C3-9A50-43B2-88AE-0741F4B04627}" sibTransId="{2F458E25-201C-4332-BE1C-280F1065C026}"/>
    <dgm:cxn modelId="{66C6D4F1-137F-324E-99CE-A22553A9B61A}" type="presOf" srcId="{6CF363E2-4E5C-4867-8DA9-55CF8EE8F89E}" destId="{AC52CBBA-817E-5148-9BF5-3E9E612D2A9F}" srcOrd="0" destOrd="0" presId="urn:microsoft.com/office/officeart/2016/7/layout/VerticalDownArrowProcess"/>
    <dgm:cxn modelId="{A9CA47F4-9A59-49FE-856A-25F630C32775}" srcId="{EFFA42AC-7C3B-4AA8-BE9E-9C68D36E3D5A}" destId="{FB744D93-D786-43A4-9F0A-F019F82BDD6A}" srcOrd="0" destOrd="0" parTransId="{865AB42A-B8B1-46C4-A2CB-8C61AA8A90A2}" sibTransId="{7FF101C0-77FD-48C8-A4DC-0BBA87EE4618}"/>
    <dgm:cxn modelId="{9D83C372-3612-EE49-8AAC-4AA84EEF94EB}" type="presParOf" srcId="{11016561-B14F-5F43-A202-7887BCD7D4BF}" destId="{4E01BB41-E485-E549-99B0-E0D87074E1F3}" srcOrd="0" destOrd="0" presId="urn:microsoft.com/office/officeart/2016/7/layout/VerticalDownArrowProcess"/>
    <dgm:cxn modelId="{F415ECC5-62DF-3E4D-BB69-B4B5258FAE88}" type="presParOf" srcId="{4E01BB41-E485-E549-99B0-E0D87074E1F3}" destId="{DC588B60-42E5-7941-BBDB-206839FF763C}" srcOrd="0" destOrd="0" presId="urn:microsoft.com/office/officeart/2016/7/layout/VerticalDownArrowProcess"/>
    <dgm:cxn modelId="{E3DA9C29-2708-1240-BDB4-25B26E815006}" type="presParOf" srcId="{4E01BB41-E485-E549-99B0-E0D87074E1F3}" destId="{7290E001-E287-8446-AF54-EE41E967A371}" srcOrd="1" destOrd="0" presId="urn:microsoft.com/office/officeart/2016/7/layout/VerticalDownArrowProcess"/>
    <dgm:cxn modelId="{D07DB09D-AA91-5747-B2D4-D01B11112B45}" type="presParOf" srcId="{11016561-B14F-5F43-A202-7887BCD7D4BF}" destId="{87E9D826-82F1-164E-A0B5-86165373C23E}" srcOrd="1" destOrd="0" presId="urn:microsoft.com/office/officeart/2016/7/layout/VerticalDownArrowProcess"/>
    <dgm:cxn modelId="{D831FDB3-C02A-0446-B7D6-51E622E80339}" type="presParOf" srcId="{11016561-B14F-5F43-A202-7887BCD7D4BF}" destId="{7D0B74C8-41E2-F84F-A448-0BD89BEABFDD}" srcOrd="2" destOrd="0" presId="urn:microsoft.com/office/officeart/2016/7/layout/VerticalDownArrowProcess"/>
    <dgm:cxn modelId="{22B650C4-086D-AA4E-AB42-FDE06056440A}" type="presParOf" srcId="{7D0B74C8-41E2-F84F-A448-0BD89BEABFDD}" destId="{88DC776D-6B5D-7549-8D01-D740E5DA81C6}" srcOrd="0" destOrd="0" presId="urn:microsoft.com/office/officeart/2016/7/layout/VerticalDownArrowProcess"/>
    <dgm:cxn modelId="{5874697C-2901-564D-9BD8-FF3691799865}" type="presParOf" srcId="{7D0B74C8-41E2-F84F-A448-0BD89BEABFDD}" destId="{89ACE36B-5C95-0E4F-8208-240F5DAEC66C}" srcOrd="1" destOrd="0" presId="urn:microsoft.com/office/officeart/2016/7/layout/VerticalDownArrowProcess"/>
    <dgm:cxn modelId="{C9EF4B19-1FAF-9A42-BCFA-BA5524259E63}" type="presParOf" srcId="{7D0B74C8-41E2-F84F-A448-0BD89BEABFDD}" destId="{36F8A955-2D0F-5147-8FF2-A5FB28C1B19C}" srcOrd="2" destOrd="0" presId="urn:microsoft.com/office/officeart/2016/7/layout/VerticalDownArrowProcess"/>
    <dgm:cxn modelId="{BCD20BA1-5DA9-1049-8892-81E7227B327A}" type="presParOf" srcId="{11016561-B14F-5F43-A202-7887BCD7D4BF}" destId="{F73C2115-A0C3-7243-9BA7-8D7A2F999CCD}" srcOrd="3" destOrd="0" presId="urn:microsoft.com/office/officeart/2016/7/layout/VerticalDownArrowProcess"/>
    <dgm:cxn modelId="{344DF084-8AFA-3D43-9423-6E382BD6D490}" type="presParOf" srcId="{11016561-B14F-5F43-A202-7887BCD7D4BF}" destId="{89EB38EC-33B7-184E-8DF1-4E9938FD611B}" srcOrd="4" destOrd="0" presId="urn:microsoft.com/office/officeart/2016/7/layout/VerticalDownArrowProcess"/>
    <dgm:cxn modelId="{88C156CB-A2F0-B042-8A6B-E94C4E02CAAE}" type="presParOf" srcId="{89EB38EC-33B7-184E-8DF1-4E9938FD611B}" destId="{5CF3F69C-B2A4-4F4E-8AE4-A8CD177617C0}" srcOrd="0" destOrd="0" presId="urn:microsoft.com/office/officeart/2016/7/layout/VerticalDownArrowProcess"/>
    <dgm:cxn modelId="{97637705-6E8C-624D-B38E-9F1E2BF3043B}" type="presParOf" srcId="{89EB38EC-33B7-184E-8DF1-4E9938FD611B}" destId="{4142E3E8-9CBB-5446-89D9-6BCC63CEC659}" srcOrd="1" destOrd="0" presId="urn:microsoft.com/office/officeart/2016/7/layout/VerticalDownArrowProcess"/>
    <dgm:cxn modelId="{D62A989F-C269-7245-9977-207D8493828D}" type="presParOf" srcId="{89EB38EC-33B7-184E-8DF1-4E9938FD611B}" destId="{AC52CBBA-817E-5148-9BF5-3E9E612D2A9F}" srcOrd="2" destOrd="0" presId="urn:microsoft.com/office/officeart/2016/7/layout/VerticalDownArrowProcess"/>
    <dgm:cxn modelId="{ECD458CF-DEF3-7D40-9847-094C01009D3F}" type="presParOf" srcId="{11016561-B14F-5F43-A202-7887BCD7D4BF}" destId="{E1BA7ECD-EDF8-D04D-ADB4-C29DCFC8EBE9}" srcOrd="5" destOrd="0" presId="urn:microsoft.com/office/officeart/2016/7/layout/VerticalDownArrowProcess"/>
    <dgm:cxn modelId="{51AD0879-8D1A-F448-AD7C-9AE60A6CC7F3}" type="presParOf" srcId="{11016561-B14F-5F43-A202-7887BCD7D4BF}" destId="{C57978FA-5E33-6B4D-A73C-8A886E4C4BF7}" srcOrd="6" destOrd="0" presId="urn:microsoft.com/office/officeart/2016/7/layout/VerticalDownArrowProcess"/>
    <dgm:cxn modelId="{0D3D692B-513B-A24D-8F07-59EBDCE325E6}" type="presParOf" srcId="{C57978FA-5E33-6B4D-A73C-8A886E4C4BF7}" destId="{15D3A228-5AD0-684D-9788-927468E8B39D}" srcOrd="0" destOrd="0" presId="urn:microsoft.com/office/officeart/2016/7/layout/VerticalDownArrowProcess"/>
    <dgm:cxn modelId="{AAE00CBB-14E9-C64C-B193-AEBE4215040D}" type="presParOf" srcId="{C57978FA-5E33-6B4D-A73C-8A886E4C4BF7}" destId="{29AF861B-EF39-5747-A862-2D6734906572}" srcOrd="1" destOrd="0" presId="urn:microsoft.com/office/officeart/2016/7/layout/VerticalDownArrowProcess"/>
    <dgm:cxn modelId="{182A8590-3209-654F-A0EF-4A2B22CAC102}" type="presParOf" srcId="{C57978FA-5E33-6B4D-A73C-8A886E4C4BF7}" destId="{30B5EBEE-1105-474C-B0FA-835864B2ED5C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FE501E7-C2F6-4A01-94CA-7FBEA4D3003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E5851D8-4824-4507-B94D-1481878D6B95}">
      <dgm:prSet custT="1"/>
      <dgm:spPr/>
      <dgm:t>
        <a:bodyPr/>
        <a:lstStyle/>
        <a:p>
          <a:r>
            <a:rPr lang="en-US" sz="2000"/>
            <a:t>High dermatology culture</a:t>
          </a:r>
        </a:p>
      </dgm:t>
    </dgm:pt>
    <dgm:pt modelId="{AC11C6D3-2FEA-4D87-81EB-7A5C82868DB4}" type="parTrans" cxnId="{A891D038-31FC-4F93-9679-0291AEBA3B1D}">
      <dgm:prSet/>
      <dgm:spPr/>
      <dgm:t>
        <a:bodyPr/>
        <a:lstStyle/>
        <a:p>
          <a:endParaRPr lang="en-US"/>
        </a:p>
      </dgm:t>
    </dgm:pt>
    <dgm:pt modelId="{502270D0-595E-4853-A5AE-51D725756767}" type="sibTrans" cxnId="{A891D038-31FC-4F93-9679-0291AEBA3B1D}">
      <dgm:prSet/>
      <dgm:spPr/>
      <dgm:t>
        <a:bodyPr/>
        <a:lstStyle/>
        <a:p>
          <a:endParaRPr lang="en-US"/>
        </a:p>
      </dgm:t>
    </dgm:pt>
    <dgm:pt modelId="{897644DA-A251-498B-B6F6-2B4A608AED36}">
      <dgm:prSet custT="1"/>
      <dgm:spPr/>
      <dgm:t>
        <a:bodyPr/>
        <a:lstStyle/>
        <a:p>
          <a:r>
            <a:rPr lang="en-US" sz="2000"/>
            <a:t>Key distributors: Agrisan, Virbac Italy</a:t>
          </a:r>
        </a:p>
      </dgm:t>
    </dgm:pt>
    <dgm:pt modelId="{99ABF255-BDDC-4932-AE4F-C534FA99298C}" type="parTrans" cxnId="{EFA70951-13BE-4BAA-A7E9-AA825A8DD56A}">
      <dgm:prSet/>
      <dgm:spPr/>
      <dgm:t>
        <a:bodyPr/>
        <a:lstStyle/>
        <a:p>
          <a:endParaRPr lang="en-US"/>
        </a:p>
      </dgm:t>
    </dgm:pt>
    <dgm:pt modelId="{D225276C-2508-4AF5-A15F-475A7612D7D7}" type="sibTrans" cxnId="{EFA70951-13BE-4BAA-A7E9-AA825A8DD56A}">
      <dgm:prSet/>
      <dgm:spPr/>
      <dgm:t>
        <a:bodyPr/>
        <a:lstStyle/>
        <a:p>
          <a:endParaRPr lang="en-US"/>
        </a:p>
      </dgm:t>
    </dgm:pt>
    <dgm:pt modelId="{F117B548-9B14-6747-A9DF-2EB764C1794B}" type="pres">
      <dgm:prSet presAssocID="{3FE501E7-C2F6-4A01-94CA-7FBEA4D3003A}" presName="linear" presStyleCnt="0">
        <dgm:presLayoutVars>
          <dgm:animLvl val="lvl"/>
          <dgm:resizeHandles val="exact"/>
        </dgm:presLayoutVars>
      </dgm:prSet>
      <dgm:spPr/>
    </dgm:pt>
    <dgm:pt modelId="{B91D79A5-0713-2B41-A8BF-D36E7130AE47}" type="pres">
      <dgm:prSet presAssocID="{5E5851D8-4824-4507-B94D-1481878D6B95}" presName="parentText" presStyleLbl="node1" presStyleIdx="0" presStyleCnt="2" custScaleY="45762" custLinFactY="100000" custLinFactNeighborX="-1020" custLinFactNeighborY="116613">
        <dgm:presLayoutVars>
          <dgm:chMax val="0"/>
          <dgm:bulletEnabled val="1"/>
        </dgm:presLayoutVars>
      </dgm:prSet>
      <dgm:spPr/>
    </dgm:pt>
    <dgm:pt modelId="{530CFE1B-D22C-2849-A771-2C23F3DB9CDA}" type="pres">
      <dgm:prSet presAssocID="{502270D0-595E-4853-A5AE-51D725756767}" presName="spacer" presStyleCnt="0"/>
      <dgm:spPr/>
    </dgm:pt>
    <dgm:pt modelId="{99F74B73-8645-394A-911D-AE6D63145DDE}" type="pres">
      <dgm:prSet presAssocID="{897644DA-A251-498B-B6F6-2B4A608AED36}" presName="parentText" presStyleLbl="node1" presStyleIdx="1" presStyleCnt="2" custScaleY="45762" custLinFactY="100000" custLinFactNeighborX="-1020" custLinFactNeighborY="116613">
        <dgm:presLayoutVars>
          <dgm:chMax val="0"/>
          <dgm:bulletEnabled val="1"/>
        </dgm:presLayoutVars>
      </dgm:prSet>
      <dgm:spPr/>
    </dgm:pt>
  </dgm:ptLst>
  <dgm:cxnLst>
    <dgm:cxn modelId="{A891D038-31FC-4F93-9679-0291AEBA3B1D}" srcId="{3FE501E7-C2F6-4A01-94CA-7FBEA4D3003A}" destId="{5E5851D8-4824-4507-B94D-1481878D6B95}" srcOrd="0" destOrd="0" parTransId="{AC11C6D3-2FEA-4D87-81EB-7A5C82868DB4}" sibTransId="{502270D0-595E-4853-A5AE-51D725756767}"/>
    <dgm:cxn modelId="{247A9E40-32C6-BA46-888B-8FC64C552862}" type="presOf" srcId="{897644DA-A251-498B-B6F6-2B4A608AED36}" destId="{99F74B73-8645-394A-911D-AE6D63145DDE}" srcOrd="0" destOrd="0" presId="urn:microsoft.com/office/officeart/2005/8/layout/vList2"/>
    <dgm:cxn modelId="{EFA70951-13BE-4BAA-A7E9-AA825A8DD56A}" srcId="{3FE501E7-C2F6-4A01-94CA-7FBEA4D3003A}" destId="{897644DA-A251-498B-B6F6-2B4A608AED36}" srcOrd="1" destOrd="0" parTransId="{99ABF255-BDDC-4932-AE4F-C534FA99298C}" sibTransId="{D225276C-2508-4AF5-A15F-475A7612D7D7}"/>
    <dgm:cxn modelId="{7EDA9F6C-EFEB-0645-B05B-FC1A32A56D15}" type="presOf" srcId="{5E5851D8-4824-4507-B94D-1481878D6B95}" destId="{B91D79A5-0713-2B41-A8BF-D36E7130AE47}" srcOrd="0" destOrd="0" presId="urn:microsoft.com/office/officeart/2005/8/layout/vList2"/>
    <dgm:cxn modelId="{C4A854CB-0BE7-7446-8A11-924A7B8A52A3}" type="presOf" srcId="{3FE501E7-C2F6-4A01-94CA-7FBEA4D3003A}" destId="{F117B548-9B14-6747-A9DF-2EB764C1794B}" srcOrd="0" destOrd="0" presId="urn:microsoft.com/office/officeart/2005/8/layout/vList2"/>
    <dgm:cxn modelId="{B657705B-B23E-B54F-B583-347BFBF2A221}" type="presParOf" srcId="{F117B548-9B14-6747-A9DF-2EB764C1794B}" destId="{B91D79A5-0713-2B41-A8BF-D36E7130AE47}" srcOrd="0" destOrd="0" presId="urn:microsoft.com/office/officeart/2005/8/layout/vList2"/>
    <dgm:cxn modelId="{C7D5D30C-F25D-5844-9E3D-B6657DBFBA45}" type="presParOf" srcId="{F117B548-9B14-6747-A9DF-2EB764C1794B}" destId="{530CFE1B-D22C-2849-A771-2C23F3DB9CDA}" srcOrd="1" destOrd="0" presId="urn:microsoft.com/office/officeart/2005/8/layout/vList2"/>
    <dgm:cxn modelId="{D1882E21-4CA4-0349-9F5F-166195155F72}" type="presParOf" srcId="{F117B548-9B14-6747-A9DF-2EB764C1794B}" destId="{99F74B73-8645-394A-911D-AE6D63145DD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9DB661-AC97-4D45-B320-7BA4A7F368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8A459B8-6B7F-47F6-8DA5-D9A8CE1E81FC}">
      <dgm:prSet/>
      <dgm:spPr/>
      <dgm:t>
        <a:bodyPr/>
        <a:lstStyle/>
        <a:p>
          <a:r>
            <a:rPr lang="en-US"/>
            <a:t>Price-sensitive but easy entry</a:t>
          </a:r>
        </a:p>
      </dgm:t>
    </dgm:pt>
    <dgm:pt modelId="{13D6A582-AF9D-4808-AAC1-9672ADA98754}" type="parTrans" cxnId="{CA4A4418-1D8C-443C-89E0-2A3468501FE7}">
      <dgm:prSet/>
      <dgm:spPr/>
      <dgm:t>
        <a:bodyPr/>
        <a:lstStyle/>
        <a:p>
          <a:endParaRPr lang="en-US"/>
        </a:p>
      </dgm:t>
    </dgm:pt>
    <dgm:pt modelId="{7C819B9E-9DDC-4CF5-926A-B8D1271CAB3C}" type="sibTrans" cxnId="{CA4A4418-1D8C-443C-89E0-2A3468501FE7}">
      <dgm:prSet/>
      <dgm:spPr/>
      <dgm:t>
        <a:bodyPr/>
        <a:lstStyle/>
        <a:p>
          <a:endParaRPr lang="en-US"/>
        </a:p>
      </dgm:t>
    </dgm:pt>
    <dgm:pt modelId="{2BC8F4FF-6FFE-4549-B139-EB7D110BD3D7}">
      <dgm:prSet/>
      <dgm:spPr/>
      <dgm:t>
        <a:bodyPr/>
        <a:lstStyle/>
        <a:p>
          <a:r>
            <a:rPr lang="en-US"/>
            <a:t>Key distributors: Distrivet, Covetrus Iberia</a:t>
          </a:r>
        </a:p>
      </dgm:t>
    </dgm:pt>
    <dgm:pt modelId="{39305FE4-4B28-4218-9ABF-56A979A695F0}" type="parTrans" cxnId="{FF182C04-7D8A-4A09-B11C-C6F1A102D1E3}">
      <dgm:prSet/>
      <dgm:spPr/>
      <dgm:t>
        <a:bodyPr/>
        <a:lstStyle/>
        <a:p>
          <a:endParaRPr lang="en-US"/>
        </a:p>
      </dgm:t>
    </dgm:pt>
    <dgm:pt modelId="{832FF599-4235-4778-AC0C-7DDCF2B33373}" type="sibTrans" cxnId="{FF182C04-7D8A-4A09-B11C-C6F1A102D1E3}">
      <dgm:prSet/>
      <dgm:spPr/>
      <dgm:t>
        <a:bodyPr/>
        <a:lstStyle/>
        <a:p>
          <a:endParaRPr lang="en-US"/>
        </a:p>
      </dgm:t>
    </dgm:pt>
    <dgm:pt modelId="{15DF97A0-4BEA-744D-868E-E3402BC6A09F}" type="pres">
      <dgm:prSet presAssocID="{909DB661-AC97-4D45-B320-7BA4A7F3683C}" presName="linear" presStyleCnt="0">
        <dgm:presLayoutVars>
          <dgm:animLvl val="lvl"/>
          <dgm:resizeHandles val="exact"/>
        </dgm:presLayoutVars>
      </dgm:prSet>
      <dgm:spPr/>
    </dgm:pt>
    <dgm:pt modelId="{BB1F5FF2-66D1-C94A-BD22-7699D780858F}" type="pres">
      <dgm:prSet presAssocID="{F8A459B8-6B7F-47F6-8DA5-D9A8CE1E81FC}" presName="parentText" presStyleLbl="node1" presStyleIdx="0" presStyleCnt="2" custScaleY="12858" custLinFactY="27957" custLinFactNeighborX="583" custLinFactNeighborY="100000">
        <dgm:presLayoutVars>
          <dgm:chMax val="0"/>
          <dgm:bulletEnabled val="1"/>
        </dgm:presLayoutVars>
      </dgm:prSet>
      <dgm:spPr/>
    </dgm:pt>
    <dgm:pt modelId="{7A94D0B2-1C58-D042-A09B-973B5E066694}" type="pres">
      <dgm:prSet presAssocID="{7C819B9E-9DDC-4CF5-926A-B8D1271CAB3C}" presName="spacer" presStyleCnt="0"/>
      <dgm:spPr/>
    </dgm:pt>
    <dgm:pt modelId="{4280F11F-CFA6-4043-A2D5-EB752FEF5A31}" type="pres">
      <dgm:prSet presAssocID="{2BC8F4FF-6FFE-4549-B139-EB7D110BD3D7}" presName="parentText" presStyleLbl="node1" presStyleIdx="1" presStyleCnt="2" custScaleY="12858" custLinFactY="27957" custLinFactNeighborX="583" custLinFactNeighborY="100000">
        <dgm:presLayoutVars>
          <dgm:chMax val="0"/>
          <dgm:bulletEnabled val="1"/>
        </dgm:presLayoutVars>
      </dgm:prSet>
      <dgm:spPr/>
    </dgm:pt>
  </dgm:ptLst>
  <dgm:cxnLst>
    <dgm:cxn modelId="{FF182C04-7D8A-4A09-B11C-C6F1A102D1E3}" srcId="{909DB661-AC97-4D45-B320-7BA4A7F3683C}" destId="{2BC8F4FF-6FFE-4549-B139-EB7D110BD3D7}" srcOrd="1" destOrd="0" parTransId="{39305FE4-4B28-4218-9ABF-56A979A695F0}" sibTransId="{832FF599-4235-4778-AC0C-7DDCF2B33373}"/>
    <dgm:cxn modelId="{CA4A4418-1D8C-443C-89E0-2A3468501FE7}" srcId="{909DB661-AC97-4D45-B320-7BA4A7F3683C}" destId="{F8A459B8-6B7F-47F6-8DA5-D9A8CE1E81FC}" srcOrd="0" destOrd="0" parTransId="{13D6A582-AF9D-4808-AAC1-9672ADA98754}" sibTransId="{7C819B9E-9DDC-4CF5-926A-B8D1271CAB3C}"/>
    <dgm:cxn modelId="{A7C09871-9F48-424D-8A94-DDE495B671FB}" type="presOf" srcId="{909DB661-AC97-4D45-B320-7BA4A7F3683C}" destId="{15DF97A0-4BEA-744D-868E-E3402BC6A09F}" srcOrd="0" destOrd="0" presId="urn:microsoft.com/office/officeart/2005/8/layout/vList2"/>
    <dgm:cxn modelId="{20DC4BD0-D4DE-AC48-AF9B-94AFA276240B}" type="presOf" srcId="{2BC8F4FF-6FFE-4549-B139-EB7D110BD3D7}" destId="{4280F11F-CFA6-4043-A2D5-EB752FEF5A31}" srcOrd="0" destOrd="0" presId="urn:microsoft.com/office/officeart/2005/8/layout/vList2"/>
    <dgm:cxn modelId="{E57667E5-0D03-924D-9223-7CF1D8D76AEA}" type="presOf" srcId="{F8A459B8-6B7F-47F6-8DA5-D9A8CE1E81FC}" destId="{BB1F5FF2-66D1-C94A-BD22-7699D780858F}" srcOrd="0" destOrd="0" presId="urn:microsoft.com/office/officeart/2005/8/layout/vList2"/>
    <dgm:cxn modelId="{4BEEBD3F-64DF-264E-9999-B4EA435D9BB6}" type="presParOf" srcId="{15DF97A0-4BEA-744D-868E-E3402BC6A09F}" destId="{BB1F5FF2-66D1-C94A-BD22-7699D780858F}" srcOrd="0" destOrd="0" presId="urn:microsoft.com/office/officeart/2005/8/layout/vList2"/>
    <dgm:cxn modelId="{A3EF446E-1EA8-5A4D-BAB9-66D1E3846506}" type="presParOf" srcId="{15DF97A0-4BEA-744D-868E-E3402BC6A09F}" destId="{7A94D0B2-1C58-D042-A09B-973B5E066694}" srcOrd="1" destOrd="0" presId="urn:microsoft.com/office/officeart/2005/8/layout/vList2"/>
    <dgm:cxn modelId="{799F0874-C579-6840-8E5F-619A4C3DA2A0}" type="presParOf" srcId="{15DF97A0-4BEA-744D-868E-E3402BC6A09F}" destId="{4280F11F-CFA6-4043-A2D5-EB752FEF5A3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E2151AD-0A55-4BDB-9E0C-A724E1598CC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5A0311-613A-49C4-AC0E-CF82AE279DC8}">
      <dgm:prSet custT="1"/>
      <dgm:spPr/>
      <dgm:t>
        <a:bodyPr/>
        <a:lstStyle/>
        <a:p>
          <a:r>
            <a:rPr lang="en-US" sz="1800" dirty="0"/>
            <a:t>Highest ARPU </a:t>
          </a:r>
          <a:r>
            <a:rPr lang="en-US" sz="1200" b="1" i="0" u="none" dirty="0"/>
            <a:t>Average Revenue Per User</a:t>
          </a:r>
          <a:endParaRPr lang="en-US" sz="1800" dirty="0"/>
        </a:p>
      </dgm:t>
    </dgm:pt>
    <dgm:pt modelId="{4C804777-F3C3-4739-8F97-691B80108CAB}" type="parTrans" cxnId="{DFBA4628-E635-41BF-8139-9B8BB686904F}">
      <dgm:prSet/>
      <dgm:spPr/>
      <dgm:t>
        <a:bodyPr/>
        <a:lstStyle/>
        <a:p>
          <a:endParaRPr lang="en-US"/>
        </a:p>
      </dgm:t>
    </dgm:pt>
    <dgm:pt modelId="{B06D9196-7977-43C5-90A2-F0F42642BEAC}" type="sibTrans" cxnId="{DFBA4628-E635-41BF-8139-9B8BB686904F}">
      <dgm:prSet/>
      <dgm:spPr/>
      <dgm:t>
        <a:bodyPr/>
        <a:lstStyle/>
        <a:p>
          <a:endParaRPr lang="en-US"/>
        </a:p>
      </dgm:t>
    </dgm:pt>
    <dgm:pt modelId="{32F4AE27-164A-4BAD-ADB4-75ADC34D7185}">
      <dgm:prSet custT="1"/>
      <dgm:spPr/>
      <dgm:t>
        <a:bodyPr/>
        <a:lstStyle/>
        <a:p>
          <a:r>
            <a:rPr lang="en-US" sz="1800"/>
            <a:t>Strict regulations</a:t>
          </a:r>
        </a:p>
      </dgm:t>
    </dgm:pt>
    <dgm:pt modelId="{FD7C44EF-43AD-4581-A11E-5C85C0AABD2F}" type="parTrans" cxnId="{ED14398F-97D3-4345-81BE-D4FD0A28801C}">
      <dgm:prSet/>
      <dgm:spPr/>
      <dgm:t>
        <a:bodyPr/>
        <a:lstStyle/>
        <a:p>
          <a:endParaRPr lang="en-US"/>
        </a:p>
      </dgm:t>
    </dgm:pt>
    <dgm:pt modelId="{337C5A20-0D6D-4D56-B4F8-9FD5D8B8723B}" type="sibTrans" cxnId="{ED14398F-97D3-4345-81BE-D4FD0A28801C}">
      <dgm:prSet/>
      <dgm:spPr/>
      <dgm:t>
        <a:bodyPr/>
        <a:lstStyle/>
        <a:p>
          <a:endParaRPr lang="en-US"/>
        </a:p>
      </dgm:t>
    </dgm:pt>
    <dgm:pt modelId="{5ABB900B-4AEE-4C27-9D72-A83B5C6CFF87}">
      <dgm:prSet custT="1"/>
      <dgm:spPr/>
      <dgm:t>
        <a:bodyPr/>
        <a:lstStyle/>
        <a:p>
          <a:r>
            <a:rPr lang="en-US" sz="1800"/>
            <a:t>Long-term strategic market</a:t>
          </a:r>
        </a:p>
      </dgm:t>
    </dgm:pt>
    <dgm:pt modelId="{50CE6728-4F1E-4380-895E-F09D28D363D4}" type="parTrans" cxnId="{604C6725-3840-4FE4-B78D-9C7863889829}">
      <dgm:prSet/>
      <dgm:spPr/>
      <dgm:t>
        <a:bodyPr/>
        <a:lstStyle/>
        <a:p>
          <a:endParaRPr lang="en-US"/>
        </a:p>
      </dgm:t>
    </dgm:pt>
    <dgm:pt modelId="{37FBB96F-7134-4A23-BDA7-40B1E0E3E727}" type="sibTrans" cxnId="{604C6725-3840-4FE4-B78D-9C7863889829}">
      <dgm:prSet/>
      <dgm:spPr/>
      <dgm:t>
        <a:bodyPr/>
        <a:lstStyle/>
        <a:p>
          <a:endParaRPr lang="en-US"/>
        </a:p>
      </dgm:t>
    </dgm:pt>
    <dgm:pt modelId="{9D26C017-0899-3044-BB16-71F6D3990022}" type="pres">
      <dgm:prSet presAssocID="{BE2151AD-0A55-4BDB-9E0C-A724E1598CCD}" presName="linear" presStyleCnt="0">
        <dgm:presLayoutVars>
          <dgm:animLvl val="lvl"/>
          <dgm:resizeHandles val="exact"/>
        </dgm:presLayoutVars>
      </dgm:prSet>
      <dgm:spPr/>
    </dgm:pt>
    <dgm:pt modelId="{08ABF6AA-6D11-9242-AB01-C03F2F54471C}" type="pres">
      <dgm:prSet presAssocID="{1C5A0311-613A-49C4-AC0E-CF82AE279DC8}" presName="parentText" presStyleLbl="node1" presStyleIdx="0" presStyleCnt="3" custScaleY="42272" custLinFactY="100000" custLinFactNeighborX="291" custLinFactNeighborY="190177">
        <dgm:presLayoutVars>
          <dgm:chMax val="0"/>
          <dgm:bulletEnabled val="1"/>
        </dgm:presLayoutVars>
      </dgm:prSet>
      <dgm:spPr/>
    </dgm:pt>
    <dgm:pt modelId="{D5146D52-55C2-794C-A4F4-FAD2C06E8D59}" type="pres">
      <dgm:prSet presAssocID="{B06D9196-7977-43C5-90A2-F0F42642BEAC}" presName="spacer" presStyleCnt="0"/>
      <dgm:spPr/>
    </dgm:pt>
    <dgm:pt modelId="{AFCBCCEC-86E0-7649-B438-BB340E199E29}" type="pres">
      <dgm:prSet presAssocID="{32F4AE27-164A-4BAD-ADB4-75ADC34D7185}" presName="parentText" presStyleLbl="node1" presStyleIdx="1" presStyleCnt="3" custScaleY="42272" custLinFactY="100000" custLinFactNeighborX="291" custLinFactNeighborY="190177">
        <dgm:presLayoutVars>
          <dgm:chMax val="0"/>
          <dgm:bulletEnabled val="1"/>
        </dgm:presLayoutVars>
      </dgm:prSet>
      <dgm:spPr/>
    </dgm:pt>
    <dgm:pt modelId="{D62049E0-CF60-4940-A7BC-130D1802EE4C}" type="pres">
      <dgm:prSet presAssocID="{337C5A20-0D6D-4D56-B4F8-9FD5D8B8723B}" presName="spacer" presStyleCnt="0"/>
      <dgm:spPr/>
    </dgm:pt>
    <dgm:pt modelId="{4BCD58C7-8713-454E-AA1D-09DF07946895}" type="pres">
      <dgm:prSet presAssocID="{5ABB900B-4AEE-4C27-9D72-A83B5C6CFF87}" presName="parentText" presStyleLbl="node1" presStyleIdx="2" presStyleCnt="3" custScaleY="42272" custLinFactY="100000" custLinFactNeighborX="291" custLinFactNeighborY="190177">
        <dgm:presLayoutVars>
          <dgm:chMax val="0"/>
          <dgm:bulletEnabled val="1"/>
        </dgm:presLayoutVars>
      </dgm:prSet>
      <dgm:spPr/>
    </dgm:pt>
  </dgm:ptLst>
  <dgm:cxnLst>
    <dgm:cxn modelId="{5EB01F13-C2AC-F94B-A73E-C4484C30021A}" type="presOf" srcId="{32F4AE27-164A-4BAD-ADB4-75ADC34D7185}" destId="{AFCBCCEC-86E0-7649-B438-BB340E199E29}" srcOrd="0" destOrd="0" presId="urn:microsoft.com/office/officeart/2005/8/layout/vList2"/>
    <dgm:cxn modelId="{604C6725-3840-4FE4-B78D-9C7863889829}" srcId="{BE2151AD-0A55-4BDB-9E0C-A724E1598CCD}" destId="{5ABB900B-4AEE-4C27-9D72-A83B5C6CFF87}" srcOrd="2" destOrd="0" parTransId="{50CE6728-4F1E-4380-895E-F09D28D363D4}" sibTransId="{37FBB96F-7134-4A23-BDA7-40B1E0E3E727}"/>
    <dgm:cxn modelId="{DFBA4628-E635-41BF-8139-9B8BB686904F}" srcId="{BE2151AD-0A55-4BDB-9E0C-A724E1598CCD}" destId="{1C5A0311-613A-49C4-AC0E-CF82AE279DC8}" srcOrd="0" destOrd="0" parTransId="{4C804777-F3C3-4739-8F97-691B80108CAB}" sibTransId="{B06D9196-7977-43C5-90A2-F0F42642BEAC}"/>
    <dgm:cxn modelId="{283D452C-5E8C-C342-BC9F-B1C40E22D380}" type="presOf" srcId="{5ABB900B-4AEE-4C27-9D72-A83B5C6CFF87}" destId="{4BCD58C7-8713-454E-AA1D-09DF07946895}" srcOrd="0" destOrd="0" presId="urn:microsoft.com/office/officeart/2005/8/layout/vList2"/>
    <dgm:cxn modelId="{D9A16D87-76CE-E54C-989B-2CC1874D38F0}" type="presOf" srcId="{1C5A0311-613A-49C4-AC0E-CF82AE279DC8}" destId="{08ABF6AA-6D11-9242-AB01-C03F2F54471C}" srcOrd="0" destOrd="0" presId="urn:microsoft.com/office/officeart/2005/8/layout/vList2"/>
    <dgm:cxn modelId="{ED14398F-97D3-4345-81BE-D4FD0A28801C}" srcId="{BE2151AD-0A55-4BDB-9E0C-A724E1598CCD}" destId="{32F4AE27-164A-4BAD-ADB4-75ADC34D7185}" srcOrd="1" destOrd="0" parTransId="{FD7C44EF-43AD-4581-A11E-5C85C0AABD2F}" sibTransId="{337C5A20-0D6D-4D56-B4F8-9FD5D8B8723B}"/>
    <dgm:cxn modelId="{BB8C4FCD-40A6-AB42-B81E-F7A06A5272EE}" type="presOf" srcId="{BE2151AD-0A55-4BDB-9E0C-A724E1598CCD}" destId="{9D26C017-0899-3044-BB16-71F6D3990022}" srcOrd="0" destOrd="0" presId="urn:microsoft.com/office/officeart/2005/8/layout/vList2"/>
    <dgm:cxn modelId="{E6973360-12FD-5743-8D35-363ABA5D191C}" type="presParOf" srcId="{9D26C017-0899-3044-BB16-71F6D3990022}" destId="{08ABF6AA-6D11-9242-AB01-C03F2F54471C}" srcOrd="0" destOrd="0" presId="urn:microsoft.com/office/officeart/2005/8/layout/vList2"/>
    <dgm:cxn modelId="{FBC964EC-6FAD-064C-82A4-7FF93B543A11}" type="presParOf" srcId="{9D26C017-0899-3044-BB16-71F6D3990022}" destId="{D5146D52-55C2-794C-A4F4-FAD2C06E8D59}" srcOrd="1" destOrd="0" presId="urn:microsoft.com/office/officeart/2005/8/layout/vList2"/>
    <dgm:cxn modelId="{15FC5C38-F7F3-374C-B877-A9972216BBFE}" type="presParOf" srcId="{9D26C017-0899-3044-BB16-71F6D3990022}" destId="{AFCBCCEC-86E0-7649-B438-BB340E199E29}" srcOrd="2" destOrd="0" presId="urn:microsoft.com/office/officeart/2005/8/layout/vList2"/>
    <dgm:cxn modelId="{36D9F9E6-C069-C344-A130-87E9B5C5240B}" type="presParOf" srcId="{9D26C017-0899-3044-BB16-71F6D3990022}" destId="{D62049E0-CF60-4940-A7BC-130D1802EE4C}" srcOrd="3" destOrd="0" presId="urn:microsoft.com/office/officeart/2005/8/layout/vList2"/>
    <dgm:cxn modelId="{8F493F9D-3DE1-C743-89F8-9D1EB526D4C2}" type="presParOf" srcId="{9D26C017-0899-3044-BB16-71F6D3990022}" destId="{4BCD58C7-8713-454E-AA1D-09DF079468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4A9CBD0-0F83-4E52-9720-EFE5310D2A4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CB5830-A8B6-478B-A91F-147C48D4C8CE}">
      <dgm:prSet/>
      <dgm:spPr/>
      <dgm:t>
        <a:bodyPr/>
        <a:lstStyle/>
        <a:p>
          <a:r>
            <a:rPr lang="en-US"/>
            <a:t>Small market, easy entry</a:t>
          </a:r>
        </a:p>
      </dgm:t>
    </dgm:pt>
    <dgm:pt modelId="{3192C109-C580-416D-B0BA-A92A765491B8}" type="parTrans" cxnId="{F3B52025-4737-466E-A1F0-AE73DFEC3DEE}">
      <dgm:prSet/>
      <dgm:spPr/>
      <dgm:t>
        <a:bodyPr/>
        <a:lstStyle/>
        <a:p>
          <a:endParaRPr lang="en-US"/>
        </a:p>
      </dgm:t>
    </dgm:pt>
    <dgm:pt modelId="{FE22EC0C-4FA7-442D-A18D-72ECB553ED59}" type="sibTrans" cxnId="{F3B52025-4737-466E-A1F0-AE73DFEC3DEE}">
      <dgm:prSet/>
      <dgm:spPr/>
      <dgm:t>
        <a:bodyPr/>
        <a:lstStyle/>
        <a:p>
          <a:endParaRPr lang="en-US"/>
        </a:p>
      </dgm:t>
    </dgm:pt>
    <dgm:pt modelId="{62C489BC-5020-482E-8639-81C6D468669D}">
      <dgm:prSet/>
      <dgm:spPr/>
      <dgm:t>
        <a:bodyPr/>
        <a:lstStyle/>
        <a:p>
          <a:r>
            <a:rPr lang="en-US" dirty="0"/>
            <a:t>High distributor </a:t>
          </a:r>
          <a:r>
            <a:rPr lang="en-US" dirty="0" err="1"/>
            <a:t>centralisation</a:t>
          </a:r>
          <a:endParaRPr lang="en-US" dirty="0"/>
        </a:p>
      </dgm:t>
    </dgm:pt>
    <dgm:pt modelId="{92A19069-57AC-4560-A754-AE86C1863F3C}" type="parTrans" cxnId="{0FE13E10-110C-475F-B88D-CD916B680F36}">
      <dgm:prSet/>
      <dgm:spPr/>
      <dgm:t>
        <a:bodyPr/>
        <a:lstStyle/>
        <a:p>
          <a:endParaRPr lang="en-US"/>
        </a:p>
      </dgm:t>
    </dgm:pt>
    <dgm:pt modelId="{1013F4D0-ABBA-4152-B525-4994B1F3AC29}" type="sibTrans" cxnId="{0FE13E10-110C-475F-B88D-CD916B680F36}">
      <dgm:prSet/>
      <dgm:spPr/>
      <dgm:t>
        <a:bodyPr/>
        <a:lstStyle/>
        <a:p>
          <a:endParaRPr lang="en-US"/>
        </a:p>
      </dgm:t>
    </dgm:pt>
    <dgm:pt modelId="{A5AFBEBF-DB23-7444-8EB5-37D095E50480}">
      <dgm:prSet/>
      <dgm:spPr/>
      <dgm:t>
        <a:bodyPr/>
        <a:lstStyle/>
        <a:p>
          <a:r>
            <a:rPr lang="en-US" dirty="0"/>
            <a:t>High level KOL</a:t>
          </a:r>
        </a:p>
      </dgm:t>
    </dgm:pt>
    <dgm:pt modelId="{72A27036-2EE8-D04C-BC78-6B432722960E}" type="parTrans" cxnId="{2A04F896-8BDF-3B48-AA54-2A234C526448}">
      <dgm:prSet/>
      <dgm:spPr/>
      <dgm:t>
        <a:bodyPr/>
        <a:lstStyle/>
        <a:p>
          <a:endParaRPr lang="en-US"/>
        </a:p>
      </dgm:t>
    </dgm:pt>
    <dgm:pt modelId="{9ED7E4FF-8ED4-2247-A85E-4D751942E0BB}" type="sibTrans" cxnId="{2A04F896-8BDF-3B48-AA54-2A234C526448}">
      <dgm:prSet/>
      <dgm:spPr/>
      <dgm:t>
        <a:bodyPr/>
        <a:lstStyle/>
        <a:p>
          <a:endParaRPr lang="en-US"/>
        </a:p>
      </dgm:t>
    </dgm:pt>
    <dgm:pt modelId="{E4DB523A-1453-214B-AAC8-E893A0A68F66}" type="pres">
      <dgm:prSet presAssocID="{74A9CBD0-0F83-4E52-9720-EFE5310D2A49}" presName="linear" presStyleCnt="0">
        <dgm:presLayoutVars>
          <dgm:animLvl val="lvl"/>
          <dgm:resizeHandles val="exact"/>
        </dgm:presLayoutVars>
      </dgm:prSet>
      <dgm:spPr/>
    </dgm:pt>
    <dgm:pt modelId="{124CCDE6-67A3-D743-8F92-26E14E6FE6EA}" type="pres">
      <dgm:prSet presAssocID="{B0CB5830-A8B6-478B-A91F-147C48D4C8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FD9D33-C97D-1549-8CAC-C89061544969}" type="pres">
      <dgm:prSet presAssocID="{FE22EC0C-4FA7-442D-A18D-72ECB553ED59}" presName="spacer" presStyleCnt="0"/>
      <dgm:spPr/>
    </dgm:pt>
    <dgm:pt modelId="{57527C5A-AD1A-9A46-A612-C2CC11501168}" type="pres">
      <dgm:prSet presAssocID="{62C489BC-5020-482E-8639-81C6D46866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537A5B-581C-DA41-8FB0-09223DF5FC96}" type="pres">
      <dgm:prSet presAssocID="{1013F4D0-ABBA-4152-B525-4994B1F3AC29}" presName="spacer" presStyleCnt="0"/>
      <dgm:spPr/>
    </dgm:pt>
    <dgm:pt modelId="{619C733B-EDB8-384B-A59C-4E3F1233737C}" type="pres">
      <dgm:prSet presAssocID="{A5AFBEBF-DB23-7444-8EB5-37D095E5048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E13E10-110C-475F-B88D-CD916B680F36}" srcId="{74A9CBD0-0F83-4E52-9720-EFE5310D2A49}" destId="{62C489BC-5020-482E-8639-81C6D468669D}" srcOrd="1" destOrd="0" parTransId="{92A19069-57AC-4560-A754-AE86C1863F3C}" sibTransId="{1013F4D0-ABBA-4152-B525-4994B1F3AC29}"/>
    <dgm:cxn modelId="{F3B52025-4737-466E-A1F0-AE73DFEC3DEE}" srcId="{74A9CBD0-0F83-4E52-9720-EFE5310D2A49}" destId="{B0CB5830-A8B6-478B-A91F-147C48D4C8CE}" srcOrd="0" destOrd="0" parTransId="{3192C109-C580-416D-B0BA-A92A765491B8}" sibTransId="{FE22EC0C-4FA7-442D-A18D-72ECB553ED59}"/>
    <dgm:cxn modelId="{B9A36E26-8EA9-AA49-AC14-64DF9B3B0F84}" type="presOf" srcId="{B0CB5830-A8B6-478B-A91F-147C48D4C8CE}" destId="{124CCDE6-67A3-D743-8F92-26E14E6FE6EA}" srcOrd="0" destOrd="0" presId="urn:microsoft.com/office/officeart/2005/8/layout/vList2"/>
    <dgm:cxn modelId="{E303942B-6BE6-0F4E-ACB9-A2871D03E16A}" type="presOf" srcId="{62C489BC-5020-482E-8639-81C6D468669D}" destId="{57527C5A-AD1A-9A46-A612-C2CC11501168}" srcOrd="0" destOrd="0" presId="urn:microsoft.com/office/officeart/2005/8/layout/vList2"/>
    <dgm:cxn modelId="{5D962893-800E-BE46-9CFB-93BEB81D6CD0}" type="presOf" srcId="{74A9CBD0-0F83-4E52-9720-EFE5310D2A49}" destId="{E4DB523A-1453-214B-AAC8-E893A0A68F66}" srcOrd="0" destOrd="0" presId="urn:microsoft.com/office/officeart/2005/8/layout/vList2"/>
    <dgm:cxn modelId="{2A04F896-8BDF-3B48-AA54-2A234C526448}" srcId="{74A9CBD0-0F83-4E52-9720-EFE5310D2A49}" destId="{A5AFBEBF-DB23-7444-8EB5-37D095E50480}" srcOrd="2" destOrd="0" parTransId="{72A27036-2EE8-D04C-BC78-6B432722960E}" sibTransId="{9ED7E4FF-8ED4-2247-A85E-4D751942E0BB}"/>
    <dgm:cxn modelId="{6EC550E7-748E-CE45-8245-E62B78683F86}" type="presOf" srcId="{A5AFBEBF-DB23-7444-8EB5-37D095E50480}" destId="{619C733B-EDB8-384B-A59C-4E3F1233737C}" srcOrd="0" destOrd="0" presId="urn:microsoft.com/office/officeart/2005/8/layout/vList2"/>
    <dgm:cxn modelId="{BF5F73A5-79D0-9F48-9DBE-8D69C98D70D8}" type="presParOf" srcId="{E4DB523A-1453-214B-AAC8-E893A0A68F66}" destId="{124CCDE6-67A3-D743-8F92-26E14E6FE6EA}" srcOrd="0" destOrd="0" presId="urn:microsoft.com/office/officeart/2005/8/layout/vList2"/>
    <dgm:cxn modelId="{77616C5A-EBBA-254F-8251-4B2DB30A38DA}" type="presParOf" srcId="{E4DB523A-1453-214B-AAC8-E893A0A68F66}" destId="{B0FD9D33-C97D-1549-8CAC-C89061544969}" srcOrd="1" destOrd="0" presId="urn:microsoft.com/office/officeart/2005/8/layout/vList2"/>
    <dgm:cxn modelId="{40223986-52C5-1948-AD25-FBA787B3C817}" type="presParOf" srcId="{E4DB523A-1453-214B-AAC8-E893A0A68F66}" destId="{57527C5A-AD1A-9A46-A612-C2CC11501168}" srcOrd="2" destOrd="0" presId="urn:microsoft.com/office/officeart/2005/8/layout/vList2"/>
    <dgm:cxn modelId="{CC0B6FBC-BDA5-814B-8688-B48F6451E9E6}" type="presParOf" srcId="{E4DB523A-1453-214B-AAC8-E893A0A68F66}" destId="{8F537A5B-581C-DA41-8FB0-09223DF5FC96}" srcOrd="3" destOrd="0" presId="urn:microsoft.com/office/officeart/2005/8/layout/vList2"/>
    <dgm:cxn modelId="{3AB3C66F-2109-7246-A803-2EE9979FA940}" type="presParOf" srcId="{E4DB523A-1453-214B-AAC8-E893A0A68F66}" destId="{619C733B-EDB8-384B-A59C-4E3F123373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ACC42-C406-CE4E-A0B6-163C5C331AD5}">
      <dsp:nvSpPr>
        <dsp:cNvPr id="0" name=""/>
        <dsp:cNvSpPr/>
      </dsp:nvSpPr>
      <dsp:spPr>
        <a:xfrm>
          <a:off x="0" y="2156802"/>
          <a:ext cx="4995973" cy="302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B3F03-73BD-A042-A67A-F5EEC9D5C601}">
      <dsp:nvSpPr>
        <dsp:cNvPr id="0" name=""/>
        <dsp:cNvSpPr/>
      </dsp:nvSpPr>
      <dsp:spPr>
        <a:xfrm>
          <a:off x="249798" y="1979682"/>
          <a:ext cx="3497181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85" tIns="0" rIns="132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Lab IgE panels: detailed but slow &amp; expensive</a:t>
          </a:r>
        </a:p>
      </dsp:txBody>
      <dsp:txXfrm>
        <a:off x="267091" y="1996975"/>
        <a:ext cx="3462595" cy="319654"/>
      </dsp:txXfrm>
    </dsp:sp>
    <dsp:sp modelId="{EF9144D3-9CCA-F94F-B8A4-FBF8DA7C10D2}">
      <dsp:nvSpPr>
        <dsp:cNvPr id="0" name=""/>
        <dsp:cNvSpPr/>
      </dsp:nvSpPr>
      <dsp:spPr>
        <a:xfrm>
          <a:off x="0" y="2701122"/>
          <a:ext cx="4995973" cy="302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B3DA1-8F2F-174F-B7DC-3385FBE67DA8}">
      <dsp:nvSpPr>
        <dsp:cNvPr id="0" name=""/>
        <dsp:cNvSpPr/>
      </dsp:nvSpPr>
      <dsp:spPr>
        <a:xfrm>
          <a:off x="249798" y="2524002"/>
          <a:ext cx="3497181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85" tIns="0" rIns="132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Existing rapid tests: inconsistent quality</a:t>
          </a:r>
        </a:p>
      </dsp:txBody>
      <dsp:txXfrm>
        <a:off x="267091" y="2541295"/>
        <a:ext cx="3462595" cy="319654"/>
      </dsp:txXfrm>
    </dsp:sp>
    <dsp:sp modelId="{0C1FBE03-C0D0-524F-BE1D-C93BACB0E977}">
      <dsp:nvSpPr>
        <dsp:cNvPr id="0" name=""/>
        <dsp:cNvSpPr/>
      </dsp:nvSpPr>
      <dsp:spPr>
        <a:xfrm>
          <a:off x="0" y="3245442"/>
          <a:ext cx="4995973" cy="302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E7227-0E73-5841-BFC7-63D06417007E}">
      <dsp:nvSpPr>
        <dsp:cNvPr id="0" name=""/>
        <dsp:cNvSpPr/>
      </dsp:nvSpPr>
      <dsp:spPr>
        <a:xfrm>
          <a:off x="249798" y="3068322"/>
          <a:ext cx="3497181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85" tIns="0" rIns="132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Specialists: limited throughput</a:t>
          </a:r>
        </a:p>
      </dsp:txBody>
      <dsp:txXfrm>
        <a:off x="267091" y="3085615"/>
        <a:ext cx="3462595" cy="319654"/>
      </dsp:txXfrm>
    </dsp:sp>
    <dsp:sp modelId="{FC6E96BF-A00A-3B4D-AB0B-B0EF09536961}">
      <dsp:nvSpPr>
        <dsp:cNvPr id="0" name=""/>
        <dsp:cNvSpPr/>
      </dsp:nvSpPr>
      <dsp:spPr>
        <a:xfrm>
          <a:off x="0" y="3789762"/>
          <a:ext cx="4995973" cy="30239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D93AD-6B01-9E46-AD44-96CD3DDBD850}">
      <dsp:nvSpPr>
        <dsp:cNvPr id="0" name=""/>
        <dsp:cNvSpPr/>
      </dsp:nvSpPr>
      <dsp:spPr>
        <a:xfrm>
          <a:off x="249798" y="3612642"/>
          <a:ext cx="3497181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185" tIns="0" rIns="132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DIATECH: Fast + Accurate + Affordable + Scalable</a:t>
          </a:r>
        </a:p>
      </dsp:txBody>
      <dsp:txXfrm>
        <a:off x="267091" y="3629935"/>
        <a:ext cx="3462595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B2933-F2AD-5540-B500-532396206D9A}">
      <dsp:nvSpPr>
        <dsp:cNvPr id="0" name=""/>
        <dsp:cNvSpPr/>
      </dsp:nvSpPr>
      <dsp:spPr>
        <a:xfrm>
          <a:off x="0" y="56866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France: High potential / Medium complexity</a:t>
          </a:r>
        </a:p>
      </dsp:txBody>
      <dsp:txXfrm>
        <a:off x="21075" y="589741"/>
        <a:ext cx="4316196" cy="389580"/>
      </dsp:txXfrm>
    </dsp:sp>
    <dsp:sp modelId="{A4559B6B-0C82-D048-8190-0F4EBFFE02D1}">
      <dsp:nvSpPr>
        <dsp:cNvPr id="0" name=""/>
        <dsp:cNvSpPr/>
      </dsp:nvSpPr>
      <dsp:spPr>
        <a:xfrm>
          <a:off x="0" y="105223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Italy: High potential / Medium complexity</a:t>
          </a:r>
        </a:p>
      </dsp:txBody>
      <dsp:txXfrm>
        <a:off x="21075" y="1073311"/>
        <a:ext cx="4316196" cy="389580"/>
      </dsp:txXfrm>
    </dsp:sp>
    <dsp:sp modelId="{C14E64D5-ABFD-4349-B6A3-1011E21FD9B1}">
      <dsp:nvSpPr>
        <dsp:cNvPr id="0" name=""/>
        <dsp:cNvSpPr/>
      </dsp:nvSpPr>
      <dsp:spPr>
        <a:xfrm>
          <a:off x="0" y="153580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Spain: Medium potential / Low complexity</a:t>
          </a:r>
        </a:p>
      </dsp:txBody>
      <dsp:txXfrm>
        <a:off x="21075" y="1556881"/>
        <a:ext cx="4316196" cy="389580"/>
      </dsp:txXfrm>
    </dsp:sp>
    <dsp:sp modelId="{16557126-72DC-684F-A62C-F842754B2EB6}">
      <dsp:nvSpPr>
        <dsp:cNvPr id="0" name=""/>
        <dsp:cNvSpPr/>
      </dsp:nvSpPr>
      <dsp:spPr>
        <a:xfrm>
          <a:off x="0" y="201937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Germany: High potential / High complexity</a:t>
          </a:r>
        </a:p>
      </dsp:txBody>
      <dsp:txXfrm>
        <a:off x="21075" y="2040451"/>
        <a:ext cx="4316196" cy="389580"/>
      </dsp:txXfrm>
    </dsp:sp>
    <dsp:sp modelId="{DFBDE8AD-7303-8E40-AF88-56B38E54B40D}">
      <dsp:nvSpPr>
        <dsp:cNvPr id="0" name=""/>
        <dsp:cNvSpPr/>
      </dsp:nvSpPr>
      <dsp:spPr>
        <a:xfrm>
          <a:off x="0" y="2502946"/>
          <a:ext cx="4358346" cy="43173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Belgium: Low potential / Easy entry</a:t>
          </a:r>
        </a:p>
      </dsp:txBody>
      <dsp:txXfrm>
        <a:off x="21075" y="2524021"/>
        <a:ext cx="4316196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692DB-9FED-8E4F-8337-B6787E417E2B}">
      <dsp:nvSpPr>
        <dsp:cNvPr id="0" name=""/>
        <dsp:cNvSpPr/>
      </dsp:nvSpPr>
      <dsp:spPr>
        <a:xfrm>
          <a:off x="0" y="2282729"/>
          <a:ext cx="4358346" cy="27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7DA1C9-D98A-F44D-BE87-035A85351FAC}">
      <dsp:nvSpPr>
        <dsp:cNvPr id="0" name=""/>
        <dsp:cNvSpPr/>
      </dsp:nvSpPr>
      <dsp:spPr>
        <a:xfrm>
          <a:off x="217917" y="2120369"/>
          <a:ext cx="3050842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~7,200 clinics</a:t>
          </a:r>
        </a:p>
      </dsp:txBody>
      <dsp:txXfrm>
        <a:off x="233769" y="2136221"/>
        <a:ext cx="3019138" cy="293016"/>
      </dsp:txXfrm>
    </dsp:sp>
    <dsp:sp modelId="{34973F2D-DB5E-9D45-9023-00B60A5D4EF8}">
      <dsp:nvSpPr>
        <dsp:cNvPr id="0" name=""/>
        <dsp:cNvSpPr/>
      </dsp:nvSpPr>
      <dsp:spPr>
        <a:xfrm>
          <a:off x="0" y="2781689"/>
          <a:ext cx="4358346" cy="27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DF5CD-52DF-8D43-B394-04FB71A14EEB}">
      <dsp:nvSpPr>
        <dsp:cNvPr id="0" name=""/>
        <dsp:cNvSpPr/>
      </dsp:nvSpPr>
      <dsp:spPr>
        <a:xfrm>
          <a:off x="217917" y="2619329"/>
          <a:ext cx="3050842" cy="3247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High dermatology caseload</a:t>
          </a:r>
        </a:p>
      </dsp:txBody>
      <dsp:txXfrm>
        <a:off x="233769" y="2635181"/>
        <a:ext cx="3019138" cy="293016"/>
      </dsp:txXfrm>
    </dsp:sp>
    <dsp:sp modelId="{B600D1C0-B273-DF4A-94B1-0404C354B720}">
      <dsp:nvSpPr>
        <dsp:cNvPr id="0" name=""/>
        <dsp:cNvSpPr/>
      </dsp:nvSpPr>
      <dsp:spPr>
        <a:xfrm>
          <a:off x="0" y="3280649"/>
          <a:ext cx="4358346" cy="27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4C26D-D557-5247-831D-5BE18B57EF29}">
      <dsp:nvSpPr>
        <dsp:cNvPr id="0" name=""/>
        <dsp:cNvSpPr/>
      </dsp:nvSpPr>
      <dsp:spPr>
        <a:xfrm>
          <a:off x="217917" y="3118289"/>
          <a:ext cx="3050842" cy="3247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315" tIns="0" rIns="11531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Strong distributors: Centravet, Alcyon, Coveto</a:t>
          </a:r>
        </a:p>
      </dsp:txBody>
      <dsp:txXfrm>
        <a:off x="233769" y="3134141"/>
        <a:ext cx="3019138" cy="29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63AF2-3657-B448-BE6C-7CA8B5C60CC9}">
      <dsp:nvSpPr>
        <dsp:cNvPr id="0" name=""/>
        <dsp:cNvSpPr/>
      </dsp:nvSpPr>
      <dsp:spPr>
        <a:xfrm>
          <a:off x="0" y="2336738"/>
          <a:ext cx="4358346" cy="4298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230k–290k tests annually</a:t>
          </a:r>
        </a:p>
      </dsp:txBody>
      <dsp:txXfrm>
        <a:off x="20983" y="2357721"/>
        <a:ext cx="4316380" cy="387869"/>
      </dsp:txXfrm>
    </dsp:sp>
    <dsp:sp modelId="{740825C0-CC62-7F4E-BDB7-ECDF39155D3F}">
      <dsp:nvSpPr>
        <dsp:cNvPr id="0" name=""/>
        <dsp:cNvSpPr/>
      </dsp:nvSpPr>
      <dsp:spPr>
        <a:xfrm>
          <a:off x="0" y="2950894"/>
          <a:ext cx="4358346" cy="390586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High willingness to adopt rapid testing</a:t>
          </a:r>
        </a:p>
      </dsp:txBody>
      <dsp:txXfrm>
        <a:off x="19067" y="2969961"/>
        <a:ext cx="4320212" cy="3524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D3A36-89D7-CA43-A366-7113B9ED6F0D}">
      <dsp:nvSpPr>
        <dsp:cNvPr id="0" name=""/>
        <dsp:cNvSpPr/>
      </dsp:nvSpPr>
      <dsp:spPr>
        <a:xfrm>
          <a:off x="1274874" y="0"/>
          <a:ext cx="1818103" cy="18181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Lab panels strong but costly</a:t>
          </a:r>
        </a:p>
      </dsp:txBody>
      <dsp:txXfrm>
        <a:off x="1729400" y="0"/>
        <a:ext cx="909051" cy="1499935"/>
      </dsp:txXfrm>
    </dsp:sp>
    <dsp:sp modelId="{20C79802-BF32-F749-933F-28D5A15FB462}">
      <dsp:nvSpPr>
        <dsp:cNvPr id="0" name=""/>
        <dsp:cNvSpPr/>
      </dsp:nvSpPr>
      <dsp:spPr>
        <a:xfrm rot="7200000">
          <a:off x="2358894" y="1821591"/>
          <a:ext cx="1818103" cy="18181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Rapid tests: low CE compliance</a:t>
          </a:r>
        </a:p>
      </dsp:txBody>
      <dsp:txXfrm rot="-5400000">
        <a:off x="2655749" y="2355659"/>
        <a:ext cx="1499935" cy="909051"/>
      </dsp:txXfrm>
    </dsp:sp>
    <dsp:sp modelId="{66BB7FCE-F6F7-8C45-9A2C-7C8B1FD23343}">
      <dsp:nvSpPr>
        <dsp:cNvPr id="0" name=""/>
        <dsp:cNvSpPr/>
      </dsp:nvSpPr>
      <dsp:spPr>
        <a:xfrm rot="14400000">
          <a:off x="255712" y="1821591"/>
          <a:ext cx="1818103" cy="18181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Specialists overloaded → clinics need tools</a:t>
          </a:r>
        </a:p>
      </dsp:txBody>
      <dsp:txXfrm rot="5400000">
        <a:off x="277025" y="2355659"/>
        <a:ext cx="1499935" cy="9090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88B60-42E5-7941-BBDB-206839FF763C}">
      <dsp:nvSpPr>
        <dsp:cNvPr id="0" name=""/>
        <dsp:cNvSpPr/>
      </dsp:nvSpPr>
      <dsp:spPr>
        <a:xfrm>
          <a:off x="0" y="3414090"/>
          <a:ext cx="800661" cy="746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4</a:t>
          </a:r>
        </a:p>
      </dsp:txBody>
      <dsp:txXfrm>
        <a:off x="0" y="3414090"/>
        <a:ext cx="800661" cy="746919"/>
      </dsp:txXfrm>
    </dsp:sp>
    <dsp:sp modelId="{7290E001-E287-8446-AF54-EE41E967A371}">
      <dsp:nvSpPr>
        <dsp:cNvPr id="0" name=""/>
        <dsp:cNvSpPr/>
      </dsp:nvSpPr>
      <dsp:spPr>
        <a:xfrm>
          <a:off x="800661" y="3414090"/>
          <a:ext cx="2401984" cy="7469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Upsell arrays + reader</a:t>
          </a:r>
        </a:p>
      </dsp:txBody>
      <dsp:txXfrm>
        <a:off x="800661" y="3414090"/>
        <a:ext cx="2401984" cy="746919"/>
      </dsp:txXfrm>
    </dsp:sp>
    <dsp:sp modelId="{89ACE36B-5C95-0E4F-8208-240F5DAEC66C}">
      <dsp:nvSpPr>
        <dsp:cNvPr id="0" name=""/>
        <dsp:cNvSpPr/>
      </dsp:nvSpPr>
      <dsp:spPr>
        <a:xfrm rot="10800000">
          <a:off x="0" y="2276531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3</a:t>
          </a:r>
        </a:p>
      </dsp:txBody>
      <dsp:txXfrm rot="-10800000">
        <a:off x="0" y="2276531"/>
        <a:ext cx="800661" cy="746695"/>
      </dsp:txXfrm>
    </dsp:sp>
    <dsp:sp modelId="{36F8A955-2D0F-5147-8FF2-A5FB28C1B19C}">
      <dsp:nvSpPr>
        <dsp:cNvPr id="0" name=""/>
        <dsp:cNvSpPr/>
      </dsp:nvSpPr>
      <dsp:spPr>
        <a:xfrm>
          <a:off x="800661" y="2276531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Direct-to-clinic activation</a:t>
          </a:r>
        </a:p>
      </dsp:txBody>
      <dsp:txXfrm>
        <a:off x="800661" y="2276531"/>
        <a:ext cx="2401984" cy="746695"/>
      </dsp:txXfrm>
    </dsp:sp>
    <dsp:sp modelId="{4142E3E8-9CBB-5446-89D9-6BCC63CEC659}">
      <dsp:nvSpPr>
        <dsp:cNvPr id="0" name=""/>
        <dsp:cNvSpPr/>
      </dsp:nvSpPr>
      <dsp:spPr>
        <a:xfrm rot="10800000">
          <a:off x="0" y="1138973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2</a:t>
          </a:r>
        </a:p>
      </dsp:txBody>
      <dsp:txXfrm rot="-10800000">
        <a:off x="0" y="1138973"/>
        <a:ext cx="800661" cy="746695"/>
      </dsp:txXfrm>
    </dsp:sp>
    <dsp:sp modelId="{AC52CBBA-817E-5148-9BF5-3E9E612D2A9F}">
      <dsp:nvSpPr>
        <dsp:cNvPr id="0" name=""/>
        <dsp:cNvSpPr/>
      </dsp:nvSpPr>
      <dsp:spPr>
        <a:xfrm>
          <a:off x="800661" y="1138973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Distributors onboarding</a:t>
          </a:r>
        </a:p>
      </dsp:txBody>
      <dsp:txXfrm>
        <a:off x="800661" y="1138973"/>
        <a:ext cx="2401984" cy="746695"/>
      </dsp:txXfrm>
    </dsp:sp>
    <dsp:sp modelId="{29AF861B-EF39-5747-A862-2D6734906572}">
      <dsp:nvSpPr>
        <dsp:cNvPr id="0" name=""/>
        <dsp:cNvSpPr/>
      </dsp:nvSpPr>
      <dsp:spPr>
        <a:xfrm rot="10800000">
          <a:off x="0" y="1415"/>
          <a:ext cx="800661" cy="114876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43" tIns="120904" rIns="56943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1</a:t>
          </a:r>
        </a:p>
      </dsp:txBody>
      <dsp:txXfrm rot="-10800000">
        <a:off x="0" y="1415"/>
        <a:ext cx="800661" cy="746695"/>
      </dsp:txXfrm>
    </dsp:sp>
    <dsp:sp modelId="{30B5EBEE-1105-474C-B0FA-835864B2ED5C}">
      <dsp:nvSpPr>
        <dsp:cNvPr id="0" name=""/>
        <dsp:cNvSpPr/>
      </dsp:nvSpPr>
      <dsp:spPr>
        <a:xfrm>
          <a:off x="800661" y="0"/>
          <a:ext cx="2401984" cy="746695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24" tIns="139700" rIns="48724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KOL network AFVAC</a:t>
          </a:r>
          <a:br>
            <a:rPr lang="en-US" sz="1100" kern="1200" dirty="0"/>
          </a:br>
          <a:r>
            <a:rPr lang="en-US" sz="1100" kern="1200" dirty="0"/>
            <a:t>Veterinary association including Belgium </a:t>
          </a:r>
        </a:p>
      </dsp:txBody>
      <dsp:txXfrm>
        <a:off x="800661" y="0"/>
        <a:ext cx="2401984" cy="7466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1D79A5-0713-2B41-A8BF-D36E7130AE47}">
      <dsp:nvSpPr>
        <dsp:cNvPr id="0" name=""/>
        <dsp:cNvSpPr/>
      </dsp:nvSpPr>
      <dsp:spPr>
        <a:xfrm>
          <a:off x="0" y="3623777"/>
          <a:ext cx="4358346" cy="5568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High dermatology culture</a:t>
          </a:r>
        </a:p>
      </dsp:txBody>
      <dsp:txXfrm>
        <a:off x="27182" y="3650959"/>
        <a:ext cx="4303982" cy="502468"/>
      </dsp:txXfrm>
    </dsp:sp>
    <dsp:sp modelId="{99F74B73-8645-394A-911D-AE6D63145DDE}">
      <dsp:nvSpPr>
        <dsp:cNvPr id="0" name=""/>
        <dsp:cNvSpPr/>
      </dsp:nvSpPr>
      <dsp:spPr>
        <a:xfrm>
          <a:off x="0" y="4367809"/>
          <a:ext cx="4358346" cy="556832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Key distributors: Agrisan, Virbac Italy</a:t>
          </a:r>
        </a:p>
      </dsp:txBody>
      <dsp:txXfrm>
        <a:off x="27182" y="4394991"/>
        <a:ext cx="4303982" cy="5024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F5FF2-66D1-C94A-BD22-7699D780858F}">
      <dsp:nvSpPr>
        <dsp:cNvPr id="0" name=""/>
        <dsp:cNvSpPr/>
      </dsp:nvSpPr>
      <dsp:spPr>
        <a:xfrm>
          <a:off x="0" y="3631843"/>
          <a:ext cx="4358346" cy="6076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Price-sensitive but easy entry</a:t>
          </a:r>
        </a:p>
      </dsp:txBody>
      <dsp:txXfrm>
        <a:off x="29662" y="3661505"/>
        <a:ext cx="4299022" cy="548306"/>
      </dsp:txXfrm>
    </dsp:sp>
    <dsp:sp modelId="{4280F11F-CFA6-4043-A2D5-EB752FEF5A31}">
      <dsp:nvSpPr>
        <dsp:cNvPr id="0" name=""/>
        <dsp:cNvSpPr/>
      </dsp:nvSpPr>
      <dsp:spPr>
        <a:xfrm>
          <a:off x="0" y="4397874"/>
          <a:ext cx="4358346" cy="60763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distributors: Distrivet, Covetrus Iberia</a:t>
          </a:r>
        </a:p>
      </dsp:txBody>
      <dsp:txXfrm>
        <a:off x="29662" y="4427536"/>
        <a:ext cx="4299022" cy="5483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BF6AA-6D11-9242-AB01-C03F2F54471C}">
      <dsp:nvSpPr>
        <dsp:cNvPr id="0" name=""/>
        <dsp:cNvSpPr/>
      </dsp:nvSpPr>
      <dsp:spPr>
        <a:xfrm>
          <a:off x="0" y="3453172"/>
          <a:ext cx="4358346" cy="5143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Highest ARPU </a:t>
          </a:r>
          <a:r>
            <a:rPr lang="en-US" sz="1200" b="1" i="0" u="none" kern="1200" dirty="0"/>
            <a:t>Average Revenue Per User</a:t>
          </a:r>
          <a:endParaRPr lang="en-US" sz="1800" kern="1200" dirty="0"/>
        </a:p>
      </dsp:txBody>
      <dsp:txXfrm>
        <a:off x="25109" y="3478281"/>
        <a:ext cx="4308128" cy="464147"/>
      </dsp:txXfrm>
    </dsp:sp>
    <dsp:sp modelId="{AFCBCCEC-86E0-7649-B438-BB340E199E29}">
      <dsp:nvSpPr>
        <dsp:cNvPr id="0" name=""/>
        <dsp:cNvSpPr/>
      </dsp:nvSpPr>
      <dsp:spPr>
        <a:xfrm>
          <a:off x="0" y="4154737"/>
          <a:ext cx="4358346" cy="51436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Strict regulations</a:t>
          </a:r>
        </a:p>
      </dsp:txBody>
      <dsp:txXfrm>
        <a:off x="25109" y="4179846"/>
        <a:ext cx="4308128" cy="464147"/>
      </dsp:txXfrm>
    </dsp:sp>
    <dsp:sp modelId="{4BCD58C7-8713-454E-AA1D-09DF07946895}">
      <dsp:nvSpPr>
        <dsp:cNvPr id="0" name=""/>
        <dsp:cNvSpPr/>
      </dsp:nvSpPr>
      <dsp:spPr>
        <a:xfrm>
          <a:off x="0" y="4856303"/>
          <a:ext cx="4358346" cy="51436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Long-term strategic market</a:t>
          </a:r>
        </a:p>
      </dsp:txBody>
      <dsp:txXfrm>
        <a:off x="25109" y="4881412"/>
        <a:ext cx="4308128" cy="46414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CCDE6-67A3-D743-8F92-26E14E6FE6EA}">
      <dsp:nvSpPr>
        <dsp:cNvPr id="0" name=""/>
        <dsp:cNvSpPr/>
      </dsp:nvSpPr>
      <dsp:spPr>
        <a:xfrm>
          <a:off x="0" y="10223"/>
          <a:ext cx="4358346" cy="5516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Small market, easy entry</a:t>
          </a:r>
        </a:p>
      </dsp:txBody>
      <dsp:txXfrm>
        <a:off x="26930" y="37153"/>
        <a:ext cx="4304486" cy="497795"/>
      </dsp:txXfrm>
    </dsp:sp>
    <dsp:sp modelId="{57527C5A-AD1A-9A46-A612-C2CC11501168}">
      <dsp:nvSpPr>
        <dsp:cNvPr id="0" name=""/>
        <dsp:cNvSpPr/>
      </dsp:nvSpPr>
      <dsp:spPr>
        <a:xfrm>
          <a:off x="0" y="628119"/>
          <a:ext cx="4358346" cy="55165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 distributor </a:t>
          </a:r>
          <a:r>
            <a:rPr lang="en-US" sz="2300" kern="1200" dirty="0" err="1"/>
            <a:t>centralisation</a:t>
          </a:r>
          <a:endParaRPr lang="en-US" sz="2300" kern="1200" dirty="0"/>
        </a:p>
      </dsp:txBody>
      <dsp:txXfrm>
        <a:off x="26930" y="655049"/>
        <a:ext cx="4304486" cy="497795"/>
      </dsp:txXfrm>
    </dsp:sp>
    <dsp:sp modelId="{619C733B-EDB8-384B-A59C-4E3F1233737C}">
      <dsp:nvSpPr>
        <dsp:cNvPr id="0" name=""/>
        <dsp:cNvSpPr/>
      </dsp:nvSpPr>
      <dsp:spPr>
        <a:xfrm>
          <a:off x="0" y="1246014"/>
          <a:ext cx="4358346" cy="55165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High level KOL</a:t>
          </a:r>
        </a:p>
      </dsp:txBody>
      <dsp:txXfrm>
        <a:off x="26930" y="1272944"/>
        <a:ext cx="4304486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1A7A01-176D-7402-C974-FC8F3934E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35BEB-DCC2-3D68-4EA6-2204A1473C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28E5A-DEC4-774E-B344-711EE300AAB7}" type="datetimeFigureOut">
              <a:rPr lang="en-BE" smtClean="0"/>
              <a:t>16/11/2025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7F404-2179-671D-AFB0-3A89E4107A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BD3CD-4F59-8382-A472-2982B2F337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82B04-63D8-C443-927C-E36E11019AB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0744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A867E-A919-4B41-8DD6-7B1B8495C2A2}" type="datetimeFigureOut">
              <a:rPr lang="en-BE" smtClean="0"/>
              <a:t>16/11/2025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455FE-28E6-7A48-BF77-3B38ED9C404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6752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455FE-28E6-7A48-BF77-3B38ED9C404D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725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13160-22B1-404C-86E9-F0A16C54CD91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E3D8-1D9F-864F-8A1F-E21CA1C8A6E1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6253F-FF6C-DC4C-868D-73B6A740973F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57C0-3CE3-5248-9C7E-BAB5BB3B65A5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1D10B-0FE2-A44E-9CE1-4ACDF2892CFA}" type="datetime1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B8-9E49-D848-877E-B6E348E0FFDE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B74DC-42CA-8A47-BFE4-CA17753F0CDD}" type="datetime1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92E8-F261-734B-A357-B5592D9C60FC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FE1EB-4357-EC46-BF05-2FC4E399A343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4FB65-6420-D249-9967-EFB98FA824EC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DDB5-FAEA-A24F-99F5-26942EC75D8F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CC1E3-C609-5645-9A22-DF4FAD018992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1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2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3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4.jpe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1558" y="583345"/>
            <a:ext cx="5269031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7000" dirty="0">
                <a:solidFill>
                  <a:srgbClr val="FFFFFF"/>
                </a:solidFill>
              </a:rPr>
              <a:t>DIATECH Market &amp; Sales </a:t>
            </a:r>
            <a:br>
              <a:rPr lang="en-US" sz="7000" dirty="0">
                <a:solidFill>
                  <a:srgbClr val="FFFFFF"/>
                </a:solidFill>
              </a:rPr>
            </a:br>
            <a:r>
              <a:rPr lang="en-US" sz="7000" dirty="0">
                <a:solidFill>
                  <a:srgbClr val="FFFFFF"/>
                </a:solidFill>
              </a:rPr>
              <a:t>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277" y="5985616"/>
            <a:ext cx="6434024" cy="504825"/>
          </a:xfrm>
        </p:spPr>
        <p:txBody>
          <a:bodyPr>
            <a:normAutofit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</a:rPr>
              <a:t>JCHYTECH version 13-11-2025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8AA1F-8671-0BF0-5139-259ABD1B2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B0180-D2B5-FD47-AC7A-24B70DEA5F25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4C8EA-52D9-57AB-8D5F-B8866EE0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A logo with text overlay&#10;&#10;AI-generated content may be incorrect.">
            <a:extLst>
              <a:ext uri="{FF2B5EF4-FFF2-40B4-BE49-F238E27FC236}">
                <a16:creationId xmlns:a16="http://schemas.microsoft.com/office/drawing/2014/main" id="{8ACCA5E7-39FF-92AF-CB31-DC78B409FBC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030" y="5016264"/>
            <a:ext cx="3167733" cy="953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7000" dirty="0">
                <a:solidFill>
                  <a:srgbClr val="FFFFFF"/>
                </a:solidFill>
              </a:rPr>
              <a:t>Market Trends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348646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Strong increase in Pet dermatology consultations (+8–12%/year)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Rising pet ownership across EU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Owners demand rapid answers; less tolerance for guesswork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Insurance coverage expanding in FR/IT/ES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Clinics shift to rapid diagnostics for margin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optimisation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12E81-D37D-3304-743A-42A4C705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8381-5A4B-A545-9276-3B5D01864B2C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EC020-465D-C442-63B8-807CF862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Data on Pet  Allergies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3" y="518400"/>
            <a:ext cx="4269309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Dogs: 12–18% prevalence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Cats: 10–14% prevalence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Less than 25% of symptomatic cases tested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Symptoms: pruritus, skin lesions, respiratory signs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537AF-6408-C92B-8B6D-B0DF74FD5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8E74F-6749-8C4C-AD7B-3E6A28395CB1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9E5FF-A24F-8DAA-75F0-800C482F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FFFF"/>
                </a:solidFill>
              </a:rPr>
              <a:t>Data Pet</a:t>
            </a:r>
            <a:br>
              <a:rPr lang="en-US" sz="3900" dirty="0">
                <a:solidFill>
                  <a:srgbClr val="FFFFFF"/>
                </a:solidFill>
              </a:rPr>
            </a:br>
            <a:r>
              <a:rPr lang="en-US" sz="3900" dirty="0">
                <a:solidFill>
                  <a:srgbClr val="FFFFFF"/>
                </a:solidFill>
              </a:rPr>
              <a:t>Viral Diseases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453" y="518400"/>
            <a:ext cx="3812177" cy="5837949"/>
          </a:xfrm>
        </p:spPr>
        <p:txBody>
          <a:bodyPr anchor="ctr">
            <a:normAutofit/>
          </a:bodyPr>
          <a:lstStyle/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Parvo, Distemper, Corona in dogs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Panleukopenia, Calicivirus in cats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Strong driver for rapid in-clinic testing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EE43-47D2-D049-DDDD-E98DDA3D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5525C-B776-0440-8879-1900520F796B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2293E-27A5-C896-A4C2-0D3CA1A31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B339B-7D25-C3D5-F759-87E44069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cons of different breeds of dogs">
            <a:extLst>
              <a:ext uri="{FF2B5EF4-FFF2-40B4-BE49-F238E27FC236}">
                <a16:creationId xmlns:a16="http://schemas.microsoft.com/office/drawing/2014/main" id="{3AFA5625-C92D-640B-BAF0-B3D3D0709D6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DEF584CD-5121-F1C0-DA1F-12A08646E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3" name="Freeform: Shape 1032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83204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09302-D654-843F-37ED-19CE1B331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09600"/>
            <a:ext cx="2994525" cy="38771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Pet Allergy Diagnostics Market</a:t>
            </a:r>
            <a:b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800" dirty="0"/>
            </a:br>
            <a:r>
              <a:rPr lang="en-US" sz="3800" dirty="0"/>
              <a:t>Data</a:t>
            </a: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4CF3D-CF85-3A34-E12B-41106407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8CDB-B3D4-584B-8F31-A6356DBC4FBC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C422B-7A11-795F-F991-06175BB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Pet Allergy Diagnostics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617" y="2423568"/>
            <a:ext cx="2866641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Global: $370M (2025) → $714M (2035)</a:t>
            </a:r>
          </a:p>
          <a:p>
            <a:pPr lvl="1"/>
            <a:r>
              <a:rPr lang="en-US" sz="1700" dirty="0"/>
              <a:t>EU is fastest-growing region</a:t>
            </a:r>
          </a:p>
          <a:p>
            <a:pPr lvl="1"/>
            <a:r>
              <a:rPr lang="en-US" sz="1700" dirty="0"/>
              <a:t>Diagnostics driven by insurance, dermatology and vet margins</a:t>
            </a:r>
          </a:p>
        </p:txBody>
      </p:sp>
      <p:pic>
        <p:nvPicPr>
          <p:cNvPr id="6" name="Picture 5" descr="Icons of different breeds of dogs">
            <a:extLst>
              <a:ext uri="{FF2B5EF4-FFF2-40B4-BE49-F238E27FC236}">
                <a16:creationId xmlns:a16="http://schemas.microsoft.com/office/drawing/2014/main" id="{7E32D0A2-6E13-36AA-0016-7A8A7F6E6F7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4542DFF-6A47-27E0-2B97-7ED4091DF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52DE1-1350-DC6B-534B-F98F689F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34D0-4489-214C-AD09-E2F04E1E9E97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A734A-804E-9D24-D3BB-E3751E00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58834-BFCB-A0F5-0895-6B792F08F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A85479-EE0D-CDCC-41A4-48C707D0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Pet Allergy Diagnostics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DBCC-536A-6121-0C62-D96713792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2" y="2434201"/>
            <a:ext cx="3197579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Global: $370M (2025) → $714M (2035)</a:t>
            </a:r>
          </a:p>
          <a:p>
            <a:pPr lvl="1"/>
            <a:r>
              <a:rPr lang="en-US" sz="1700" dirty="0"/>
              <a:t>EU is fastest-growing region</a:t>
            </a:r>
          </a:p>
          <a:p>
            <a:pPr lvl="1"/>
            <a:r>
              <a:rPr lang="en-US" sz="1700" dirty="0"/>
              <a:t>Diagnostics driven by insurance, dermatology and vet margins</a:t>
            </a:r>
          </a:p>
        </p:txBody>
      </p:sp>
      <p:pic>
        <p:nvPicPr>
          <p:cNvPr id="5" name="Picture 4" descr="Icons of different breeds of dogs">
            <a:extLst>
              <a:ext uri="{FF2B5EF4-FFF2-40B4-BE49-F238E27FC236}">
                <a16:creationId xmlns:a16="http://schemas.microsoft.com/office/drawing/2014/main" id="{3E94B309-C475-6F9B-E8FA-FFC4A9B04E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9983D3FD-841E-48F0-1438-BB63E7452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546F1-6DB2-4C27-351A-4E985B1D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75AB5-67C5-294C-9D88-C7B89E9E0952}" type="datetime1">
              <a:rPr lang="en-US" smtClean="0"/>
              <a:t>11/16/25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859DB-4D77-9452-E398-91977F18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4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59" y="343859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 dirty="0"/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434201"/>
            <a:ext cx="3495291" cy="3742762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pPr lvl="1"/>
            <a:r>
              <a:rPr lang="en-US" sz="1700" dirty="0"/>
              <a:t>By test type: LFIA, ELISA, Dot Arrays</a:t>
            </a:r>
          </a:p>
          <a:p>
            <a:pPr lvl="1"/>
            <a:r>
              <a:rPr lang="en-US" sz="1700" dirty="0"/>
              <a:t>By channel: clinics, specialists, distributors, D2C</a:t>
            </a:r>
          </a:p>
          <a:p>
            <a:pPr lvl="1"/>
            <a:r>
              <a:rPr lang="en-US" sz="1700" dirty="0"/>
              <a:t>By species: dogs (~75%), cats (~25%)</a:t>
            </a:r>
          </a:p>
        </p:txBody>
      </p:sp>
      <p:pic>
        <p:nvPicPr>
          <p:cNvPr id="4" name="Picture 3" descr="Icons of different breeds of dogs">
            <a:extLst>
              <a:ext uri="{FF2B5EF4-FFF2-40B4-BE49-F238E27FC236}">
                <a16:creationId xmlns:a16="http://schemas.microsoft.com/office/drawing/2014/main" id="{AAB8036A-3D1C-AC98-EE7F-D5B1CED783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CF2BCEF8-AE69-3806-554D-4D98F1EAE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EDC96-CDF6-6624-0750-292F9EEE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0EDB-E68B-D146-8347-CC0F0D11CA2A}" type="datetime1">
              <a:rPr lang="en-US" smtClean="0"/>
              <a:t>11/16/25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8DB01-1418-FEE7-E1F0-08EFAFB7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5C30E-13AE-A13E-F225-8C479933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FBEBF8-66A3-6FBD-B7EB-12A98FE08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1C1C1-0721-025B-33DB-E22DCAA8B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3FA63-642E-BFBC-E9C7-045EE3CD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896" y="208025"/>
            <a:ext cx="2866641" cy="726952"/>
          </a:xfrm>
        </p:spPr>
        <p:txBody>
          <a:bodyPr>
            <a:normAutofit/>
          </a:bodyPr>
          <a:lstStyle/>
          <a:p>
            <a:r>
              <a:rPr lang="en-US" sz="3500" b="1" dirty="0"/>
              <a:t>REGULATIONS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A22507-79FD-B878-8CA5-5204B96352AE}"/>
              </a:ext>
            </a:extLst>
          </p:cNvPr>
          <p:cNvGrpSpPr/>
          <p:nvPr/>
        </p:nvGrpSpPr>
        <p:grpSpPr>
          <a:xfrm>
            <a:off x="5942289" y="277594"/>
            <a:ext cx="3115208" cy="4513076"/>
            <a:chOff x="3200400" y="10"/>
            <a:chExt cx="5954661" cy="6857990"/>
          </a:xfrm>
        </p:grpSpPr>
        <p:pic>
          <p:nvPicPr>
            <p:cNvPr id="4" name="Picture 3" descr="Icons of different breeds of dogs">
              <a:extLst>
                <a:ext uri="{FF2B5EF4-FFF2-40B4-BE49-F238E27FC236}">
                  <a16:creationId xmlns:a16="http://schemas.microsoft.com/office/drawing/2014/main" id="{A9168C6C-5A88-62D3-8E30-71FD7736C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200400" y="10"/>
              <a:ext cx="5943600" cy="3383270"/>
            </a:xfrm>
            <a:prstGeom prst="rect">
              <a:avLst/>
            </a:prstGeom>
          </p:spPr>
        </p:pic>
        <p:pic>
          <p:nvPicPr>
            <p:cNvPr id="6" name="Picture 2" descr="Generated image">
              <a:extLst>
                <a:ext uri="{FF2B5EF4-FFF2-40B4-BE49-F238E27FC236}">
                  <a16:creationId xmlns:a16="http://schemas.microsoft.com/office/drawing/2014/main" id="{8A081217-6901-CE42-844A-724358B62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"/>
            <a:stretch>
              <a:fillRect/>
            </a:stretch>
          </p:blipFill>
          <p:spPr bwMode="auto">
            <a:xfrm>
              <a:off x="3488187" y="3474720"/>
              <a:ext cx="5666874" cy="3383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B291A14-E80E-1185-8677-7174C92B1CC4}"/>
              </a:ext>
            </a:extLst>
          </p:cNvPr>
          <p:cNvSpPr txBox="1"/>
          <p:nvPr/>
        </p:nvSpPr>
        <p:spPr>
          <a:xfrm>
            <a:off x="106250" y="4236819"/>
            <a:ext cx="7701627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BE" sz="2000" kern="100" dirty="0">
              <a:solidFill>
                <a:srgbClr val="000000"/>
              </a:solidFill>
              <a:effectLst/>
              <a:latin typeface="-webkit-standard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sz="2400" b="1" kern="100" dirty="0">
                <a:solidFill>
                  <a:srgbClr val="000000"/>
                </a:solidFill>
                <a:effectLst/>
                <a:latin typeface="-webkit-standard"/>
                <a:ea typeface="DengXian" panose="02010600030101010101" pitchFamily="2" charset="-122"/>
                <a:cs typeface="Arial" panose="020B0604020202020204" pitchFamily="34" charset="0"/>
              </a:rPr>
              <a:t>Diatech as Importer: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b="1" kern="100" dirty="0">
                <a:solidFill>
                  <a:srgbClr val="000000"/>
                </a:solidFill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BE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esponsible</a:t>
            </a:r>
            <a:r>
              <a:rPr lang="en-BE" kern="100" dirty="0">
                <a:solidFill>
                  <a:srgbClr val="000000"/>
                </a:solidFill>
                <a:effectLst/>
                <a:latin typeface="-webkit-standard"/>
                <a:ea typeface="DengXian" panose="02010600030101010101" pitchFamily="2" charset="-122"/>
                <a:cs typeface="Arial" panose="020B0604020202020204" pitchFamily="34" charset="0"/>
              </a:rPr>
              <a:t> for the Chinese manufacturer's quality compliance and for having complete technical documentation.</a:t>
            </a:r>
            <a:endParaRPr lang="en-BE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Mandatory registration</a:t>
            </a:r>
            <a:r>
              <a:rPr lang="en-BE" kern="100" dirty="0">
                <a:solidFill>
                  <a:srgbClr val="000000"/>
                </a:solidFill>
                <a:effectLst/>
                <a:latin typeface="-webkit-standard"/>
                <a:ea typeface="DengXian" panose="02010600030101010101" pitchFamily="2" charset="-122"/>
                <a:cs typeface="Arial" panose="020B0604020202020204" pitchFamily="34" charset="0"/>
              </a:rPr>
              <a:t> as an economic operator with the competent authority for each country</a:t>
            </a:r>
            <a:endParaRPr lang="en-BE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0635B0-6FD8-0750-239F-A319EEE1BED7}"/>
              </a:ext>
            </a:extLst>
          </p:cNvPr>
          <p:cNvSpPr txBox="1"/>
          <p:nvPr/>
        </p:nvSpPr>
        <p:spPr>
          <a:xfrm>
            <a:off x="106250" y="836271"/>
            <a:ext cx="6190924" cy="3772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sz="2400" b="1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Product Classification</a:t>
            </a:r>
            <a:r>
              <a:rPr lang="en-BE" sz="2400" b="1" kern="100" dirty="0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BE" b="1" kern="100" dirty="0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: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classified as </a:t>
            </a:r>
            <a:r>
              <a:rPr lang="en-BE" b="1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Veterinary Medical Devices (VMDs)</a:t>
            </a: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.</a:t>
            </a:r>
            <a:endParaRPr lang="en-BE" kern="100" dirty="0">
              <a:effectLst/>
              <a:latin typeface="+mj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sz="2400" b="1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CE Marking </a:t>
            </a:r>
            <a:endParaRPr lang="en-BE" b="1" kern="100" dirty="0">
              <a:solidFill>
                <a:srgbClr val="000000"/>
              </a:solidFill>
              <a:effectLst/>
              <a:latin typeface="+mj-lt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b="1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not mandatory</a:t>
            </a: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 for all VMDs, but it is </a:t>
            </a:r>
            <a:r>
              <a:rPr lang="en-BE" b="1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recommended</a:t>
            </a: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 to become rapidly ISO 9001 and 13485.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sz="2400" b="1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Marketing Authorization (MA)</a:t>
            </a:r>
            <a:r>
              <a:rPr lang="en-BE" sz="2400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mandatory for VMD </a:t>
            </a:r>
            <a:r>
              <a:rPr lang="en-BE" kern="100" dirty="0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providing </a:t>
            </a: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Technical Documentation Proof of Performance/Validation AND required Labeling Reg</a:t>
            </a:r>
            <a:r>
              <a:rPr lang="en-BE" kern="100" dirty="0">
                <a:solidFill>
                  <a:srgbClr val="000000"/>
                </a:solidFill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BE" kern="100" dirty="0">
                <a:solidFill>
                  <a:srgbClr val="000000"/>
                </a:solidFill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in the official language of each country of sale.</a:t>
            </a:r>
            <a:r>
              <a:rPr lang="en-BE" kern="100" dirty="0">
                <a:effectLst/>
                <a:latin typeface="+mj-lt"/>
                <a:ea typeface="DengXian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13E47-91D7-4603-2E63-A6AA7B9B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2FA4-D780-5648-8CC4-82C62123C414}" type="datetime1">
              <a:rPr lang="en-US" smtClean="0"/>
              <a:t>11/16/25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40601-B59C-BBC6-FFFF-0AAA6EDA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30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Competitive Landscape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E8D2CEE-DC37-1827-BD47-A632195AB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109187"/>
              </p:ext>
            </p:extLst>
          </p:nvPr>
        </p:nvGraphicFramePr>
        <p:xfrm>
          <a:off x="3519377" y="541606"/>
          <a:ext cx="4995973" cy="6071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8D118-95B0-C9BE-26C9-E66354E3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959D6-7302-024E-8F2F-20B6BA88B35A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F0C87-367E-DD1D-CCFC-99185438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Pricing Benchmarks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F293B2-0CFB-AB9C-D892-913606316B8D}"/>
              </a:ext>
            </a:extLst>
          </p:cNvPr>
          <p:cNvSpPr/>
          <p:nvPr/>
        </p:nvSpPr>
        <p:spPr>
          <a:xfrm>
            <a:off x="3763304" y="1997389"/>
            <a:ext cx="4821896" cy="3725594"/>
          </a:xfrm>
          <a:prstGeom prst="rect">
            <a:avLst/>
          </a:prstGeom>
          <a:noFill/>
        </p:spPr>
        <p:txBody>
          <a:bodyPr/>
          <a:lstStyle/>
          <a:p>
            <a:endParaRPr lang="en-BE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2FC4BBA2-9C89-0F3E-3810-B5F1E2E9FCD9}"/>
              </a:ext>
            </a:extLst>
          </p:cNvPr>
          <p:cNvSpPr/>
          <p:nvPr/>
        </p:nvSpPr>
        <p:spPr>
          <a:xfrm>
            <a:off x="3763304" y="234856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Lab IgE panels: €85–150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14BF999-6894-7201-9AC4-A3454EE5C872}"/>
              </a:ext>
            </a:extLst>
          </p:cNvPr>
          <p:cNvSpPr/>
          <p:nvPr/>
        </p:nvSpPr>
        <p:spPr>
          <a:xfrm>
            <a:off x="3763304" y="2966463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1170380"/>
              <a:satOff val="-1460"/>
              <a:lumOff val="343"/>
              <a:alphaOff val="0"/>
            </a:schemeClr>
          </a:fillRef>
          <a:effectRef idx="0">
            <a:schemeClr val="accent2">
              <a:hueOff val="1170380"/>
              <a:satOff val="-1460"/>
              <a:lumOff val="34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Rapid tests: €28–45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267168C-3DED-D8C6-079A-027440C91B0E}"/>
              </a:ext>
            </a:extLst>
          </p:cNvPr>
          <p:cNvSpPr/>
          <p:nvPr/>
        </p:nvSpPr>
        <p:spPr>
          <a:xfrm>
            <a:off x="3763304" y="358435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2340760"/>
              <a:satOff val="-2919"/>
              <a:lumOff val="686"/>
              <a:alphaOff val="0"/>
            </a:schemeClr>
          </a:fillRef>
          <a:effectRef idx="0">
            <a:schemeClr val="accent2">
              <a:hueOff val="2340760"/>
              <a:satOff val="-2919"/>
              <a:lumOff val="68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300" kern="1200"/>
              <a:t>Dot arrays: €120–180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BD918AD-C3A1-97A0-D82C-724DAD481D41}"/>
              </a:ext>
            </a:extLst>
          </p:cNvPr>
          <p:cNvSpPr/>
          <p:nvPr/>
        </p:nvSpPr>
        <p:spPr>
          <a:xfrm>
            <a:off x="3763304" y="4202253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3511140"/>
              <a:satOff val="-4379"/>
              <a:lumOff val="1030"/>
              <a:alphaOff val="0"/>
            </a:schemeClr>
          </a:fillRef>
          <a:effectRef idx="0">
            <a:schemeClr val="accent2">
              <a:hueOff val="3511140"/>
              <a:satOff val="-4379"/>
              <a:lumOff val="103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/>
              <a:t>Proposal </a:t>
            </a:r>
            <a:r>
              <a:rPr lang="en-US" sz="2300" kern="1200"/>
              <a:t>DIATECH Rapid Test: €35–39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956A097-C017-F840-E121-912CD657C2B9}"/>
              </a:ext>
            </a:extLst>
          </p:cNvPr>
          <p:cNvSpPr/>
          <p:nvPr/>
        </p:nvSpPr>
        <p:spPr>
          <a:xfrm>
            <a:off x="3763304" y="4820148"/>
            <a:ext cx="4821896" cy="551655"/>
          </a:xfrm>
          <a:custGeom>
            <a:avLst/>
            <a:gdLst>
              <a:gd name="csX0" fmla="*/ 0 w 4821896"/>
              <a:gd name="csY0" fmla="*/ 91944 h 551655"/>
              <a:gd name="csX1" fmla="*/ 91944 w 4821896"/>
              <a:gd name="csY1" fmla="*/ 0 h 551655"/>
              <a:gd name="csX2" fmla="*/ 4729952 w 4821896"/>
              <a:gd name="csY2" fmla="*/ 0 h 551655"/>
              <a:gd name="csX3" fmla="*/ 4821896 w 4821896"/>
              <a:gd name="csY3" fmla="*/ 91944 h 551655"/>
              <a:gd name="csX4" fmla="*/ 4821896 w 4821896"/>
              <a:gd name="csY4" fmla="*/ 459711 h 551655"/>
              <a:gd name="csX5" fmla="*/ 4729952 w 4821896"/>
              <a:gd name="csY5" fmla="*/ 551655 h 551655"/>
              <a:gd name="csX6" fmla="*/ 91944 w 4821896"/>
              <a:gd name="csY6" fmla="*/ 551655 h 551655"/>
              <a:gd name="csX7" fmla="*/ 0 w 4821896"/>
              <a:gd name="csY7" fmla="*/ 459711 h 551655"/>
              <a:gd name="csX8" fmla="*/ 0 w 4821896"/>
              <a:gd name="csY8" fmla="*/ 91944 h 551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821896" h="551655">
                <a:moveTo>
                  <a:pt x="0" y="91944"/>
                </a:moveTo>
                <a:cubicBezTo>
                  <a:pt x="0" y="41165"/>
                  <a:pt x="41165" y="0"/>
                  <a:pt x="91944" y="0"/>
                </a:cubicBezTo>
                <a:lnTo>
                  <a:pt x="4729952" y="0"/>
                </a:lnTo>
                <a:cubicBezTo>
                  <a:pt x="4780731" y="0"/>
                  <a:pt x="4821896" y="41165"/>
                  <a:pt x="4821896" y="91944"/>
                </a:cubicBezTo>
                <a:lnTo>
                  <a:pt x="4821896" y="459711"/>
                </a:lnTo>
                <a:cubicBezTo>
                  <a:pt x="4821896" y="510490"/>
                  <a:pt x="4780731" y="551655"/>
                  <a:pt x="4729952" y="551655"/>
                </a:cubicBezTo>
                <a:lnTo>
                  <a:pt x="91944" y="551655"/>
                </a:lnTo>
                <a:cubicBezTo>
                  <a:pt x="41165" y="551655"/>
                  <a:pt x="0" y="510490"/>
                  <a:pt x="0" y="459711"/>
                </a:cubicBezTo>
                <a:lnTo>
                  <a:pt x="0" y="91944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4681520"/>
              <a:satOff val="-5839"/>
              <a:lumOff val="1373"/>
              <a:alphaOff val="0"/>
            </a:schemeClr>
          </a:fillRef>
          <a:effectRef idx="0">
            <a:schemeClr val="accent2">
              <a:hueOff val="4681520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60" tIns="114560" rIns="114560" bIns="114560" numCol="1" spcCol="1270" anchor="ctr" anchorCtr="0">
            <a:noAutofit/>
          </a:bodyPr>
          <a:lstStyle/>
          <a:p>
            <a:pPr marL="0" lvl="0" indent="0" algn="l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2300" kern="1200"/>
              <a:t>Proposal </a:t>
            </a:r>
            <a:r>
              <a:rPr lang="en-US" sz="2300" kern="1200"/>
              <a:t>DIATECH Array: €120–150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417EE-8B3F-2E62-3C1C-E1D815A0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AE48-87B5-EA46-9DC8-2AA179ED441F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336F0-F6DE-5DAF-6204-EAD4C888F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E14FB-D88D-F13F-248A-1A3BA018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4" y="673770"/>
            <a:ext cx="2733367" cy="2414488"/>
          </a:xfrm>
        </p:spPr>
        <p:txBody>
          <a:bodyPr anchor="t">
            <a:normAutofit/>
          </a:bodyPr>
          <a:lstStyle/>
          <a:p>
            <a:r>
              <a:rPr lang="en-BE" sz="4700" dirty="0">
                <a:solidFill>
                  <a:srgbClr val="FFFFFF"/>
                </a:solidFill>
              </a:rPr>
              <a:t>Market by countries</a:t>
            </a:r>
            <a:br>
              <a:rPr lang="en-BE" sz="4700" dirty="0">
                <a:solidFill>
                  <a:srgbClr val="FFFFFF"/>
                </a:solidFill>
              </a:rPr>
            </a:br>
            <a:endParaRPr lang="en-BE" sz="4700" dirty="0">
              <a:solidFill>
                <a:srgbClr val="FFFFFF"/>
              </a:solidFill>
            </a:endParaRP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1C1796A-E9C7-A849-07CE-2D1D29ED23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5436" y="2466474"/>
            <a:ext cx="6978804" cy="41334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1E88C-0D2A-3535-E0DE-B3222BAE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D8C1-C846-824C-B6BB-9B6310BB3936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37906-5805-BDED-3A4C-64A940A6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94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FDF7ED-1CCC-5976-3C10-0A4444C4CD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092" y="1172029"/>
            <a:ext cx="3802996" cy="4513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D51B8D-7B74-BC5E-44EA-8D377F828C30}"/>
              </a:ext>
            </a:extLst>
          </p:cNvPr>
          <p:cNvSpPr txBox="1"/>
          <p:nvPr/>
        </p:nvSpPr>
        <p:spPr>
          <a:xfrm>
            <a:off x="2628092" y="140415"/>
            <a:ext cx="41869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3200" dirty="0"/>
              <a:t>Percentage of V</a:t>
            </a:r>
            <a:r>
              <a:rPr lang="en-US" sz="3200" dirty="0"/>
              <a:t>e</a:t>
            </a:r>
            <a:r>
              <a:rPr lang="en-BE" sz="3200" dirty="0"/>
              <a:t>terinarians working in Clinics structure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BA0A7-7ECB-0FE3-3E12-4DD9FCA9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9A65-0E22-D842-9F8F-89992AE09834}" type="datetime1">
              <a:rPr lang="en-US" smtClean="0"/>
              <a:t>11/16/25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8F67A7-84CC-D07F-F7EF-CC7524C9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45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EU5 Prioritisation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400FBF3-1864-65E1-1955-997F7EE07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396240"/>
              </p:ext>
            </p:extLst>
          </p:nvPr>
        </p:nvGraphicFramePr>
        <p:xfrm>
          <a:off x="4068104" y="2554557"/>
          <a:ext cx="4358346" cy="3503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332C1-DFCC-58C2-8321-62F40EF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91FC-1873-D347-B749-5B05B7F639BF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8D8E9-78E2-9CE0-1387-16CB2F3C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43300-3688-1F62-5894-27034CAC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41341F-96D8-1BEE-F8F9-7732E25DC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21B7D2E-5017-D95D-FD03-500B0EA4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36349-A159-944A-330E-BEA3CDC0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EU5 Prioritisation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A9948B2-8A15-6B3C-1A45-31CD2424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graph with numbers and points&#10;&#10;AI-generated content may be incorrect.">
            <a:extLst>
              <a:ext uri="{FF2B5EF4-FFF2-40B4-BE49-F238E27FC236}">
                <a16:creationId xmlns:a16="http://schemas.microsoft.com/office/drawing/2014/main" id="{1B14C620-6679-5C4C-E94E-01727122817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4573" y="1775705"/>
            <a:ext cx="5187950" cy="32818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84E376-8C48-02BE-C41F-B61BF26511FB}"/>
              </a:ext>
            </a:extLst>
          </p:cNvPr>
          <p:cNvSpPr txBox="1"/>
          <p:nvPr/>
        </p:nvSpPr>
        <p:spPr>
          <a:xfrm>
            <a:off x="4153376" y="703187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b="1" i="0" u="none" dirty="0"/>
              <a:t>Average Revenue of Vet Per Pet Owner</a:t>
            </a:r>
          </a:p>
          <a:p>
            <a:pPr lvl="0" algn="ctr"/>
            <a:endParaRPr lang="en-US" sz="800" b="1" dirty="0"/>
          </a:p>
          <a:p>
            <a:pPr lvl="0" algn="ctr"/>
            <a:r>
              <a:rPr lang="en-US" b="1" dirty="0"/>
              <a:t>ARPU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B4690-A562-939E-B4BF-49ED4434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E61AB-7046-7A4D-84E3-B553E4E16B8B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C2055-78D6-52A1-887D-05D63956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20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F1111-2DF4-C996-6804-F5826303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0CB3FC-63AA-347C-5007-92E8706C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D6A3FD-0434-78D5-93BC-0DA75272C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2E5C1-6A27-B3B2-AE0B-FCDE87DC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France – Overview</a:t>
            </a:r>
          </a:p>
        </p:txBody>
      </p:sp>
      <p:pic>
        <p:nvPicPr>
          <p:cNvPr id="3" name="Picture 2" descr="Computer-generated image of the french flag (formerly image #523922)">
            <a:extLst>
              <a:ext uri="{FF2B5EF4-FFF2-40B4-BE49-F238E27FC236}">
                <a16:creationId xmlns:a16="http://schemas.microsoft.com/office/drawing/2014/main" id="{4F368189-D5C6-9A9B-9123-F2092B31FB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2768" y="2351747"/>
            <a:ext cx="3500203" cy="25123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905F2-FB0D-9675-FC91-14F86DC8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915A-6E7A-3847-A873-5A5F2ED11A9D}" type="datetime1">
              <a:rPr lang="en-US" smtClean="0"/>
              <a:t>11/16/25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ADB95-DE01-C748-3F9A-AB476294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6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France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06DD57-51D2-5DCC-6600-8EA028472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805956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C1122-1F36-F811-13AF-2D04493B7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9093C-1E2C-6B4A-93D9-DDA61A28D757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1A52C-AC92-A783-5E2D-270B09AC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France – Market Potential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CB2DF8-A755-C9A2-707A-6B9DF67FC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98891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7351B-730E-3202-14C4-46A0EF7E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BC4C2-0A58-D244-9073-48C62944C714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CF325-A0DE-BF16-FF6D-E3BF04F5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EAD12-F691-92F6-3457-00729DE70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57705F-40EC-AA15-79B5-323C0FAF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25FE27F-55CE-0591-8DA2-06BB953A2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24918-ED06-5CCB-F676-FBABA3A1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14" y="694106"/>
            <a:ext cx="3073400" cy="2027227"/>
          </a:xfrm>
        </p:spPr>
        <p:txBody>
          <a:bodyPr anchor="t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France – Competitive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857787-8275-BD7A-8956-E3FEA8955B14}"/>
              </a:ext>
            </a:extLst>
          </p:cNvPr>
          <p:cNvSpPr txBox="1">
            <a:spLocks/>
          </p:cNvSpPr>
          <p:nvPr/>
        </p:nvSpPr>
        <p:spPr>
          <a:xfrm>
            <a:off x="1244600" y="22317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EE111D5-1890-9F97-6C1D-9F46E0E7C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7269200"/>
              </p:ext>
            </p:extLst>
          </p:nvPr>
        </p:nvGraphicFramePr>
        <p:xfrm>
          <a:off x="3790950" y="1997389"/>
          <a:ext cx="4432710" cy="3639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A6F5D-9B26-C893-F830-0B1FCB60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27726-7EFB-BE43-93FE-A25D9BCAEBBE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88AF9-55CB-D8DE-54A2-218BFAA5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67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France – Go-to-Market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8166F1-74BB-6EDD-0EC2-EDE3AB909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871249"/>
              </p:ext>
            </p:extLst>
          </p:nvPr>
        </p:nvGraphicFramePr>
        <p:xfrm>
          <a:off x="4659218" y="1587500"/>
          <a:ext cx="3202646" cy="416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AAB39-CA23-73C9-2563-192A0D7D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5B33-DC5E-C24B-9B44-09E1B6D16955}" type="datetime1">
              <a:rPr lang="en-US" smtClean="0"/>
              <a:t>11/16/25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F4E5E-2699-41EE-652D-EDB58BBA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Italy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2BAD8B-A66A-F2D4-03BD-E41A2FCF58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53661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Italian flag, three dimensional render, satin texture">
            <a:extLst>
              <a:ext uri="{FF2B5EF4-FFF2-40B4-BE49-F238E27FC236}">
                <a16:creationId xmlns:a16="http://schemas.microsoft.com/office/drawing/2014/main" id="{C5CB75C3-C2C7-D62E-5D02-2015B978471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0857" y="928987"/>
            <a:ext cx="3282950" cy="21368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C748-8555-A803-AE0F-F0B51669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459D-3A56-B947-94CC-8AFA1051A66C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F89D0-BD61-BD66-7E24-BCBB7E32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Spain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97C3F4-CCE2-58AE-32C8-B6F001611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37477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&quot;Spanish flag, fabric texture.. Other flags:&quot;">
            <a:extLst>
              <a:ext uri="{FF2B5EF4-FFF2-40B4-BE49-F238E27FC236}">
                <a16:creationId xmlns:a16="http://schemas.microsoft.com/office/drawing/2014/main" id="{073BE0F3-4A0F-4DEA-5E51-27CC7ED4DE9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1418" y="1261243"/>
            <a:ext cx="3471837" cy="22185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D1458-5B8B-FBF3-61BA-DE18ECB3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5E53-6461-3742-ABA8-1CF895B68554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A861-D57C-B4C6-24A8-429E6423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Germany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B1F647-7C44-3B2A-306C-A79B8F51D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87224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Grunge flag of Germany background isolated">
            <a:extLst>
              <a:ext uri="{FF2B5EF4-FFF2-40B4-BE49-F238E27FC236}">
                <a16:creationId xmlns:a16="http://schemas.microsoft.com/office/drawing/2014/main" id="{947B908D-F87A-A5C2-A864-D4A51CEF079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1200" y="933450"/>
            <a:ext cx="4029954" cy="256791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39441-C6CA-9DB7-3B84-68D0E90A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11E3-2F78-6E4F-96F7-918598A4EB24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561B-0D47-AFC7-995F-4B0AEFA7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300">
                <a:solidFill>
                  <a:srgbClr val="FFFFFF"/>
                </a:solidFill>
              </a:rPr>
              <a:t>Belgium –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A16E7-4D7A-836A-8211-B8A6C9094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183081"/>
              </p:ext>
            </p:extLst>
          </p:nvPr>
        </p:nvGraphicFramePr>
        <p:xfrm>
          <a:off x="4118904" y="4146161"/>
          <a:ext cx="4358346" cy="1807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Belgian flag with fabric structure">
            <a:extLst>
              <a:ext uri="{FF2B5EF4-FFF2-40B4-BE49-F238E27FC236}">
                <a16:creationId xmlns:a16="http://schemas.microsoft.com/office/drawing/2014/main" id="{EB1E92DF-EB06-DD9C-66A1-40948B9597E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2450" y="1482328"/>
            <a:ext cx="3460750" cy="19466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7668-A713-05CC-008E-857840A1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55F02-A277-C341-97FB-5AF9A79BCEBF}" type="datetime1">
              <a:rPr lang="en-US" smtClean="0"/>
              <a:t>11/16/25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C34B1-97C0-E1DF-6434-ECCFD3EC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6823-0991-1A54-A709-6E815080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s of different breeds of dogs">
            <a:extLst>
              <a:ext uri="{FF2B5EF4-FFF2-40B4-BE49-F238E27FC236}">
                <a16:creationId xmlns:a16="http://schemas.microsoft.com/office/drawing/2014/main" id="{74577057-D938-D70B-4022-5449EED0CF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00400" y="10"/>
            <a:ext cx="5943600" cy="3383270"/>
          </a:xfrm>
          <a:prstGeom prst="rect">
            <a:avLst/>
          </a:prstGeom>
        </p:spPr>
      </p:pic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64032BAF-1383-5B8B-B00E-38676B888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 bwMode="auto">
          <a:xfrm>
            <a:off x="3488187" y="3474720"/>
            <a:ext cx="5666874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58092F-5630-D9C9-A9F0-FA632844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359" y="958517"/>
            <a:ext cx="2994525" cy="20734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5" name="Picture 4" descr="A logo with text overlay&#10;&#10;AI-generated content may be incorrect.">
            <a:extLst>
              <a:ext uri="{FF2B5EF4-FFF2-40B4-BE49-F238E27FC236}">
                <a16:creationId xmlns:a16="http://schemas.microsoft.com/office/drawing/2014/main" id="{B29D008B-6C37-E53E-0596-861090E78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7" y="3319103"/>
            <a:ext cx="3167733" cy="95366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C5E7C2-5F81-ADEE-226F-7EC17D63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D2BD5-4DD0-F445-8FE5-5F10EDDC05DE}" type="datetime1">
              <a:rPr lang="en-US" smtClean="0"/>
              <a:t>11/16/25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EA467-F1EE-7009-7373-DE9BD42C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6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610</Words>
  <Application>Microsoft Macintosh PowerPoint</Application>
  <PresentationFormat>On-screen Show (4:3)</PresentationFormat>
  <Paragraphs>157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-webkit-standard</vt:lpstr>
      <vt:lpstr>Aptos</vt:lpstr>
      <vt:lpstr>Arial</vt:lpstr>
      <vt:lpstr>Calibri</vt:lpstr>
      <vt:lpstr>Office Theme</vt:lpstr>
      <vt:lpstr>DIATECH Market &amp; Sales  LANDSCAPE</vt:lpstr>
      <vt:lpstr>Market Trends</vt:lpstr>
      <vt:lpstr>Data on Pet  Allergies</vt:lpstr>
      <vt:lpstr>Data Pet Viral Diseases</vt:lpstr>
      <vt:lpstr>Pet Allergy Diagnostics Market  Data</vt:lpstr>
      <vt:lpstr>Pet Allergy Diagnostics Market</vt:lpstr>
      <vt:lpstr>Pet Allergy Diagnostics Market</vt:lpstr>
      <vt:lpstr>Segmentation</vt:lpstr>
      <vt:lpstr>REGULATIONS</vt:lpstr>
      <vt:lpstr>Competitive Landscape</vt:lpstr>
      <vt:lpstr>Pricing Benchmarks</vt:lpstr>
      <vt:lpstr>Market by countries </vt:lpstr>
      <vt:lpstr>PowerPoint Presentation</vt:lpstr>
      <vt:lpstr>EU5 Prioritisation</vt:lpstr>
      <vt:lpstr>EU5 Prioritisation</vt:lpstr>
      <vt:lpstr>France – Overview</vt:lpstr>
      <vt:lpstr>France – Overview</vt:lpstr>
      <vt:lpstr>France – Market Potential</vt:lpstr>
      <vt:lpstr>France – Competitive</vt:lpstr>
      <vt:lpstr>France – Go-to-Market</vt:lpstr>
      <vt:lpstr>Italy – Overview</vt:lpstr>
      <vt:lpstr>Spain – Overview</vt:lpstr>
      <vt:lpstr>Germany – Overview</vt:lpstr>
      <vt:lpstr>Belgium – Overview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Brevo</cp:lastModifiedBy>
  <cp:revision>11</cp:revision>
  <dcterms:created xsi:type="dcterms:W3CDTF">2013-01-27T09:14:16Z</dcterms:created>
  <dcterms:modified xsi:type="dcterms:W3CDTF">2025-11-16T10:52:59Z</dcterms:modified>
  <cp:category/>
</cp:coreProperties>
</file>