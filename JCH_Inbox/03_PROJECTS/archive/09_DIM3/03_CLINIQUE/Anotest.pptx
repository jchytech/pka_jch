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94"/>
  </p:normalViewPr>
  <p:slideViewPr>
    <p:cSldViewPr snapToGrid="0">
      <p:cViewPr varScale="1">
        <p:scale>
          <a:sx n="96" d="100"/>
          <a:sy n="96" d="100"/>
        </p:scale>
        <p:origin x="20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0DAD-26CF-027F-A989-F4C2939E6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C8C4A-1678-F3E5-31AB-A6DF2C3CC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750C3-1B38-BA16-5645-6D486D7AC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988-1B43-D24A-AB98-18F946427577}" type="datetimeFigureOut">
              <a:rPr lang="en-BE" smtClean="0"/>
              <a:t>03/11/2022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5750E-A2EB-CE56-89A9-6A6B47048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5D4FF-1608-AB72-159B-03A2EBE85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E2C4-EDDB-A648-BE25-9BCB64F0917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69770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3DC52-B3A7-96F9-8587-7357EB28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A49EA-FC31-5CC7-F571-4802C410E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C6B17-E244-0F03-03BB-68CB67A9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988-1B43-D24A-AB98-18F946427577}" type="datetimeFigureOut">
              <a:rPr lang="en-BE" smtClean="0"/>
              <a:t>03/11/2022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6DA74-BC05-B6FE-28D8-FA345FEA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8B8AF-B577-060D-1D15-C60018507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E2C4-EDDB-A648-BE25-9BCB64F0917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3396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75D4C-1F9A-399B-8E97-D9C19BE4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6B87F-4CC4-5BC0-B31C-56BA7ACC9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193F3-49C8-39D7-47F9-573CD417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988-1B43-D24A-AB98-18F946427577}" type="datetimeFigureOut">
              <a:rPr lang="en-BE" smtClean="0"/>
              <a:t>03/11/2022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12E2E-59C7-0297-36FF-4363C3CB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9F8AC-61E7-5599-9DFB-9D52A48A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E2C4-EDDB-A648-BE25-9BCB64F0917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1020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08A3-D1A2-9488-BDAC-5D5C71222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62417-F8CD-3D33-1814-7E4B130A5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08851-1FB6-C6F8-32DB-493512DC4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2FD7A-EC96-F65E-ACDA-C13CACE9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988-1B43-D24A-AB98-18F946427577}" type="datetimeFigureOut">
              <a:rPr lang="en-BE" smtClean="0"/>
              <a:t>03/11/2022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5ACE0-D132-1653-5E7F-26E55426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C4E24-9F4A-0713-7568-A0879486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E2C4-EDDB-A648-BE25-9BCB64F0917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2254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42876-BC00-0076-C38C-2E48178B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73255-5371-6375-66B5-388DB82F9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A700F-9B35-AD55-A449-8B4C73DEC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569EB-BADA-82C4-75AA-06EECE70D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E1D41C-A8D4-0471-E948-569C48653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79787F-AF8F-D983-D097-15413215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988-1B43-D24A-AB98-18F946427577}" type="datetimeFigureOut">
              <a:rPr lang="en-BE" smtClean="0"/>
              <a:t>03/11/2022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46AF59-23E6-7F38-31B0-0287AFB34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EDDEFD-E8A0-3185-3839-A00EDD95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E2C4-EDDB-A648-BE25-9BCB64F0917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815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261D-3CF2-962B-6664-A387129F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269ED0-E1AD-C935-30C7-357B50A5F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988-1B43-D24A-AB98-18F946427577}" type="datetimeFigureOut">
              <a:rPr lang="en-BE" smtClean="0"/>
              <a:t>03/11/2022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FA894-BAD8-4A8E-A5A7-A39429F09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A6856-673E-39FD-14EC-91D4D6899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E2C4-EDDB-A648-BE25-9BCB64F0917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5728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3A0B38-A4A4-B448-2219-E32BC4AC1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988-1B43-D24A-AB98-18F946427577}" type="datetimeFigureOut">
              <a:rPr lang="en-BE" smtClean="0"/>
              <a:t>03/11/2022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A4F8E-F27D-6520-3BC2-70B727D6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8589C-CE3D-09B8-4879-DA3348AC2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E2C4-EDDB-A648-BE25-9BCB64F0917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6731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87E2D-FDEE-F310-C71B-A0AE26CDB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7046A-6CEE-C571-D99D-C0B4E7F3D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41748-A347-FF5D-2B7B-F7E1D1AEE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F2B37-406E-25A6-A6C4-38BB413F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988-1B43-D24A-AB98-18F946427577}" type="datetimeFigureOut">
              <a:rPr lang="en-BE" smtClean="0"/>
              <a:t>03/11/2022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561AA-17BE-9F03-11D3-740BD7999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24D12-3B74-C3E2-B068-275C68C84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E2C4-EDDB-A648-BE25-9BCB64F0917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00684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AEAC0-6D26-2C53-D517-F3B16966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E78F6A-4669-9D83-71EE-5562675A8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85EB6-826D-EEFE-DE29-D93DE01EF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DF0FF-6AF4-8D26-4FE8-49BF4AECC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988-1B43-D24A-AB98-18F946427577}" type="datetimeFigureOut">
              <a:rPr lang="en-BE" smtClean="0"/>
              <a:t>03/11/2022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D7F44-CD4C-7174-C7BD-74864106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93ED3-A8A9-5F36-3D53-7E87473EF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E2C4-EDDB-A648-BE25-9BCB64F0917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7263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1061-C299-44E3-7EF8-1B6466BD5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9A0F4-56A6-91E1-D16F-D8A286731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C0E60-5899-B82E-99B5-5B6EF3A42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988-1B43-D24A-AB98-18F946427577}" type="datetimeFigureOut">
              <a:rPr lang="en-BE" smtClean="0"/>
              <a:t>03/11/2022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EF9DF-682F-7C54-4D1A-48F694A5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003CC-ABAF-079A-E68E-635DD9E30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E2C4-EDDB-A648-BE25-9BCB64F0917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1571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007C8A-DA7B-7389-1AF8-9E64D18DF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38EA7-1FD2-65CE-02F8-81A164389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0DB0D-93D9-615A-21A9-57B48144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988-1B43-D24A-AB98-18F946427577}" type="datetimeFigureOut">
              <a:rPr lang="en-BE" smtClean="0"/>
              <a:t>03/11/2022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59410-B046-80C1-545F-ECC3DA8A7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52CF1-735C-2A00-180A-A0433767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E2C4-EDDB-A648-BE25-9BCB64F0917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66914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696AA2-C63C-BF1F-6215-F7E98171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16948-E860-743F-8CA3-E4D3A5E8A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839BE-43ED-C803-DC55-B78229B64B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2E988-1B43-D24A-AB98-18F946427577}" type="datetimeFigureOut">
              <a:rPr lang="en-BE" smtClean="0"/>
              <a:t>03/11/2022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C0008-024C-F35F-D047-E226B1A9F0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A7E6B-A917-AA53-8CB2-505190DA1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FE2C4-EDDB-A648-BE25-9BCB64F0917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16681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BB59633A-840E-13D2-6BC1-1466FC518338}"/>
              </a:ext>
            </a:extLst>
          </p:cNvPr>
          <p:cNvGrpSpPr/>
          <p:nvPr/>
        </p:nvGrpSpPr>
        <p:grpSpPr>
          <a:xfrm>
            <a:off x="9529644" y="4181925"/>
            <a:ext cx="2193237" cy="2377902"/>
            <a:chOff x="8472003" y="4252131"/>
            <a:chExt cx="2193237" cy="2377902"/>
          </a:xfrm>
        </p:grpSpPr>
        <p:pic>
          <p:nvPicPr>
            <p:cNvPr id="18" name="Graphic 17" descr="Doctor female with solid fill">
              <a:extLst>
                <a:ext uri="{FF2B5EF4-FFF2-40B4-BE49-F238E27FC236}">
                  <a16:creationId xmlns:a16="http://schemas.microsoft.com/office/drawing/2014/main" id="{ABAEBA04-F09A-1DB5-9D13-7B0234332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72003" y="4252131"/>
              <a:ext cx="2193237" cy="2193237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94C9775-8267-92BB-AE7A-70612068F4C1}"/>
                </a:ext>
              </a:extLst>
            </p:cNvPr>
            <p:cNvSpPr txBox="1"/>
            <p:nvPr/>
          </p:nvSpPr>
          <p:spPr>
            <a:xfrm>
              <a:off x="8498456" y="6260701"/>
              <a:ext cx="2140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MEDICAL FOLLOWER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C4F5E3C-5890-FDD9-1BF0-E34BF6B8ED2A}"/>
              </a:ext>
            </a:extLst>
          </p:cNvPr>
          <p:cNvGrpSpPr/>
          <p:nvPr/>
        </p:nvGrpSpPr>
        <p:grpSpPr>
          <a:xfrm>
            <a:off x="5896849" y="4296385"/>
            <a:ext cx="2193236" cy="2263442"/>
            <a:chOff x="5243296" y="4366591"/>
            <a:chExt cx="2193236" cy="2263442"/>
          </a:xfrm>
        </p:grpSpPr>
        <p:pic>
          <p:nvPicPr>
            <p:cNvPr id="24" name="Graphic 23" descr="Family with two children with solid fill">
              <a:extLst>
                <a:ext uri="{FF2B5EF4-FFF2-40B4-BE49-F238E27FC236}">
                  <a16:creationId xmlns:a16="http://schemas.microsoft.com/office/drawing/2014/main" id="{529EDACC-40CA-49C2-4D01-90A3178B8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43296" y="4366591"/>
              <a:ext cx="2193236" cy="2078776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B4BD478-A922-1BE5-99F1-D6B88CD37FCF}"/>
                </a:ext>
              </a:extLst>
            </p:cNvPr>
            <p:cNvSpPr txBox="1"/>
            <p:nvPr/>
          </p:nvSpPr>
          <p:spPr>
            <a:xfrm>
              <a:off x="5381030" y="6260701"/>
              <a:ext cx="19177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FAMILY &amp; FRIENDS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209B8EA-72E6-D518-1F4B-FA142730D1E0}"/>
              </a:ext>
            </a:extLst>
          </p:cNvPr>
          <p:cNvGrpSpPr/>
          <p:nvPr/>
        </p:nvGrpSpPr>
        <p:grpSpPr>
          <a:xfrm>
            <a:off x="1187013" y="4366591"/>
            <a:ext cx="2193236" cy="2263442"/>
            <a:chOff x="2014589" y="4366591"/>
            <a:chExt cx="2193236" cy="2263442"/>
          </a:xfrm>
        </p:grpSpPr>
        <p:pic>
          <p:nvPicPr>
            <p:cNvPr id="12" name="Graphic 11" descr="Female Profile with solid fill">
              <a:extLst>
                <a:ext uri="{FF2B5EF4-FFF2-40B4-BE49-F238E27FC236}">
                  <a16:creationId xmlns:a16="http://schemas.microsoft.com/office/drawing/2014/main" id="{B67B56CE-816C-C745-4BA7-E0A34E6A2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14589" y="4366591"/>
              <a:ext cx="2193236" cy="2193236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615615C-8151-7F3C-69DB-39F6E7B29526}"/>
                </a:ext>
              </a:extLst>
            </p:cNvPr>
            <p:cNvSpPr txBox="1"/>
            <p:nvPr/>
          </p:nvSpPr>
          <p:spPr>
            <a:xfrm>
              <a:off x="2638834" y="6260701"/>
              <a:ext cx="944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PATIENT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5F0CC8E-550D-05D8-78A5-1FDB3C320BF6}"/>
              </a:ext>
            </a:extLst>
          </p:cNvPr>
          <p:cNvGrpSpPr/>
          <p:nvPr/>
        </p:nvGrpSpPr>
        <p:grpSpPr>
          <a:xfrm>
            <a:off x="597552" y="227967"/>
            <a:ext cx="4175717" cy="3621401"/>
            <a:chOff x="663813" y="466615"/>
            <a:chExt cx="4175717" cy="362140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71ED49E-B7FB-E492-E79E-5558E298D479}"/>
                </a:ext>
              </a:extLst>
            </p:cNvPr>
            <p:cNvGrpSpPr/>
            <p:nvPr/>
          </p:nvGrpSpPr>
          <p:grpSpPr>
            <a:xfrm>
              <a:off x="663813" y="466615"/>
              <a:ext cx="4175717" cy="3621401"/>
              <a:chOff x="663813" y="466615"/>
              <a:chExt cx="4175717" cy="3621401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DF01E013-3D88-ED59-9854-0A229126E2B4}"/>
                  </a:ext>
                </a:extLst>
              </p:cNvPr>
              <p:cNvGrpSpPr/>
              <p:nvPr/>
            </p:nvGrpSpPr>
            <p:grpSpPr>
              <a:xfrm>
                <a:off x="663813" y="710802"/>
                <a:ext cx="3372160" cy="3377214"/>
                <a:chOff x="1425127" y="710802"/>
                <a:chExt cx="3372160" cy="3377214"/>
              </a:xfrm>
            </p:grpSpPr>
            <p:sp>
              <p:nvSpPr>
                <p:cNvPr id="4" name="Rounded Rectangle 3">
                  <a:extLst>
                    <a:ext uri="{FF2B5EF4-FFF2-40B4-BE49-F238E27FC236}">
                      <a16:creationId xmlns:a16="http://schemas.microsoft.com/office/drawing/2014/main" id="{06BC3F71-3EDA-46DC-EA76-6D8B157CE241}"/>
                    </a:ext>
                  </a:extLst>
                </p:cNvPr>
                <p:cNvSpPr/>
                <p:nvPr/>
              </p:nvSpPr>
              <p:spPr>
                <a:xfrm>
                  <a:off x="1425127" y="710802"/>
                  <a:ext cx="3372160" cy="3377214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/>
                </a:p>
              </p:txBody>
            </p:sp>
            <p:sp>
              <p:nvSpPr>
                <p:cNvPr id="25" name="Rounded Rectangle 24">
                  <a:extLst>
                    <a:ext uri="{FF2B5EF4-FFF2-40B4-BE49-F238E27FC236}">
                      <a16:creationId xmlns:a16="http://schemas.microsoft.com/office/drawing/2014/main" id="{69CB48A1-501F-56D4-9E2C-98D71C8A110A}"/>
                    </a:ext>
                  </a:extLst>
                </p:cNvPr>
                <p:cNvSpPr/>
                <p:nvPr/>
              </p:nvSpPr>
              <p:spPr>
                <a:xfrm>
                  <a:off x="2496912" y="923815"/>
                  <a:ext cx="1228589" cy="34842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/>
                </a:p>
              </p:txBody>
            </p:sp>
          </p:grpSp>
          <p:pic>
            <p:nvPicPr>
              <p:cNvPr id="27" name="Graphic 26" descr="Wi-Fi with solid fill">
                <a:extLst>
                  <a:ext uri="{FF2B5EF4-FFF2-40B4-BE49-F238E27FC236}">
                    <a16:creationId xmlns:a16="http://schemas.microsoft.com/office/drawing/2014/main" id="{6628EE4F-62A4-34EE-11A5-806328752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925130" y="466615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1BBA77C-A89B-6E79-286E-3A89DAA41643}"/>
                </a:ext>
              </a:extLst>
            </p:cNvPr>
            <p:cNvSpPr txBox="1"/>
            <p:nvPr/>
          </p:nvSpPr>
          <p:spPr>
            <a:xfrm>
              <a:off x="2014589" y="3673306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>
                  <a:solidFill>
                    <a:schemeClr val="bg1"/>
                  </a:solidFill>
                </a:rPr>
                <a:t>SCALE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946F27F-05DF-825F-EDF7-036E2A9A2E2B}"/>
              </a:ext>
            </a:extLst>
          </p:cNvPr>
          <p:cNvGrpSpPr/>
          <p:nvPr/>
        </p:nvGrpSpPr>
        <p:grpSpPr>
          <a:xfrm>
            <a:off x="6181772" y="590023"/>
            <a:ext cx="1623392" cy="2897289"/>
            <a:chOff x="5197103" y="776017"/>
            <a:chExt cx="1623392" cy="2897289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2B3C2DB-AEFE-2B32-9B57-74F21A7FC896}"/>
                </a:ext>
              </a:extLst>
            </p:cNvPr>
            <p:cNvGrpSpPr/>
            <p:nvPr/>
          </p:nvGrpSpPr>
          <p:grpSpPr>
            <a:xfrm>
              <a:off x="5197103" y="776017"/>
              <a:ext cx="1623392" cy="2731538"/>
              <a:chOff x="5197103" y="776017"/>
              <a:chExt cx="1623392" cy="2731538"/>
            </a:xfrm>
          </p:grpSpPr>
          <p:pic>
            <p:nvPicPr>
              <p:cNvPr id="16" name="Graphic 15" descr="Smart Phone with solid fill">
                <a:extLst>
                  <a:ext uri="{FF2B5EF4-FFF2-40B4-BE49-F238E27FC236}">
                    <a16:creationId xmlns:a16="http://schemas.microsoft.com/office/drawing/2014/main" id="{34FF130F-1AF9-FE2F-FEE0-0021CB35F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197103" y="776017"/>
                <a:ext cx="1623392" cy="1623392"/>
              </a:xfrm>
              <a:prstGeom prst="rect">
                <a:avLst/>
              </a:prstGeom>
            </p:spPr>
          </p:pic>
          <p:pic>
            <p:nvPicPr>
              <p:cNvPr id="22" name="Graphic 21" descr="Laptop with solid fill">
                <a:extLst>
                  <a:ext uri="{FF2B5EF4-FFF2-40B4-BE49-F238E27FC236}">
                    <a16:creationId xmlns:a16="http://schemas.microsoft.com/office/drawing/2014/main" id="{574B75CE-CE7C-74F1-47F1-A04DF6B377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377664" y="2245285"/>
                <a:ext cx="1262270" cy="1262270"/>
              </a:xfrm>
              <a:prstGeom prst="rect">
                <a:avLst/>
              </a:prstGeom>
            </p:spPr>
          </p:pic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E929D6D-ED9B-F7DC-75A5-C88D4893832E}"/>
                </a:ext>
              </a:extLst>
            </p:cNvPr>
            <p:cNvSpPr txBox="1"/>
            <p:nvPr/>
          </p:nvSpPr>
          <p:spPr>
            <a:xfrm>
              <a:off x="5347688" y="3303974"/>
              <a:ext cx="1322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COM TOOLS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9279088-4D6B-9C09-E015-AD9EB9D40540}"/>
              </a:ext>
            </a:extLst>
          </p:cNvPr>
          <p:cNvGrpSpPr/>
          <p:nvPr/>
        </p:nvGrpSpPr>
        <p:grpSpPr>
          <a:xfrm>
            <a:off x="9213667" y="680550"/>
            <a:ext cx="2352947" cy="2716234"/>
            <a:chOff x="8156027" y="1220733"/>
            <a:chExt cx="2352947" cy="27162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5DE3E6C-4929-D1D4-3197-8970A954B36F}"/>
                </a:ext>
              </a:extLst>
            </p:cNvPr>
            <p:cNvGrpSpPr/>
            <p:nvPr/>
          </p:nvGrpSpPr>
          <p:grpSpPr>
            <a:xfrm>
              <a:off x="8156027" y="1220733"/>
              <a:ext cx="2352947" cy="2357354"/>
              <a:chOff x="5822731" y="2364828"/>
              <a:chExt cx="1555531" cy="155553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6C6D02A-8732-FB0B-9820-2D94224C545E}"/>
                  </a:ext>
                </a:extLst>
              </p:cNvPr>
              <p:cNvSpPr/>
              <p:nvPr/>
            </p:nvSpPr>
            <p:spPr>
              <a:xfrm>
                <a:off x="5822731" y="2364828"/>
                <a:ext cx="1555531" cy="1555531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227BBF7-7786-FB57-1105-85D92EB20E98}"/>
                  </a:ext>
                </a:extLst>
              </p:cNvPr>
              <p:cNvSpPr/>
              <p:nvPr/>
            </p:nvSpPr>
            <p:spPr>
              <a:xfrm>
                <a:off x="6031623" y="2594741"/>
                <a:ext cx="1137746" cy="1095704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dirty="0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E0155C0-9683-FB8D-23DE-F250865FF905}"/>
                </a:ext>
              </a:extLst>
            </p:cNvPr>
            <p:cNvSpPr/>
            <p:nvPr/>
          </p:nvSpPr>
          <p:spPr>
            <a:xfrm>
              <a:off x="8680863" y="1768341"/>
              <a:ext cx="1303274" cy="126213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FD68EBF-7670-BBE9-27A1-A7BCB9D1B66F}"/>
                </a:ext>
              </a:extLst>
            </p:cNvPr>
            <p:cNvSpPr txBox="1"/>
            <p:nvPr/>
          </p:nvSpPr>
          <p:spPr>
            <a:xfrm>
              <a:off x="9014945" y="3567635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DISH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C8658A5-5191-1398-D6F6-A1663D614ED4}"/>
                </a:ext>
              </a:extLst>
            </p:cNvPr>
            <p:cNvSpPr txBox="1"/>
            <p:nvPr/>
          </p:nvSpPr>
          <p:spPr>
            <a:xfrm>
              <a:off x="9030670" y="2245285"/>
              <a:ext cx="735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FOOD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4969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4084F3A-A80C-6504-0F55-A53CA0C96700}"/>
              </a:ext>
            </a:extLst>
          </p:cNvPr>
          <p:cNvSpPr/>
          <p:nvPr/>
        </p:nvSpPr>
        <p:spPr>
          <a:xfrm>
            <a:off x="0" y="4181924"/>
            <a:ext cx="12192000" cy="27128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B8704D-1B41-43E5-2D24-8CAB2F605697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B59633A-840E-13D2-6BC1-1466FC518338}"/>
              </a:ext>
            </a:extLst>
          </p:cNvPr>
          <p:cNvGrpSpPr/>
          <p:nvPr/>
        </p:nvGrpSpPr>
        <p:grpSpPr>
          <a:xfrm>
            <a:off x="9529644" y="4181925"/>
            <a:ext cx="2193237" cy="2377902"/>
            <a:chOff x="8472003" y="4252131"/>
            <a:chExt cx="2193237" cy="2377902"/>
          </a:xfrm>
        </p:grpSpPr>
        <p:pic>
          <p:nvPicPr>
            <p:cNvPr id="18" name="Graphic 17" descr="Doctor female with solid fill">
              <a:extLst>
                <a:ext uri="{FF2B5EF4-FFF2-40B4-BE49-F238E27FC236}">
                  <a16:creationId xmlns:a16="http://schemas.microsoft.com/office/drawing/2014/main" id="{ABAEBA04-F09A-1DB5-9D13-7B0234332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72003" y="4252131"/>
              <a:ext cx="2193237" cy="2193237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94C9775-8267-92BB-AE7A-70612068F4C1}"/>
                </a:ext>
              </a:extLst>
            </p:cNvPr>
            <p:cNvSpPr txBox="1"/>
            <p:nvPr/>
          </p:nvSpPr>
          <p:spPr>
            <a:xfrm>
              <a:off x="8498456" y="6260701"/>
              <a:ext cx="2140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MEDICAL FOLLOWER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C4F5E3C-5890-FDD9-1BF0-E34BF6B8ED2A}"/>
              </a:ext>
            </a:extLst>
          </p:cNvPr>
          <p:cNvGrpSpPr/>
          <p:nvPr/>
        </p:nvGrpSpPr>
        <p:grpSpPr>
          <a:xfrm>
            <a:off x="5736818" y="4296385"/>
            <a:ext cx="2193236" cy="2263442"/>
            <a:chOff x="5243296" y="4366591"/>
            <a:chExt cx="2193236" cy="2263442"/>
          </a:xfrm>
        </p:grpSpPr>
        <p:pic>
          <p:nvPicPr>
            <p:cNvPr id="24" name="Graphic 23" descr="Family with two children with solid fill">
              <a:extLst>
                <a:ext uri="{FF2B5EF4-FFF2-40B4-BE49-F238E27FC236}">
                  <a16:creationId xmlns:a16="http://schemas.microsoft.com/office/drawing/2014/main" id="{529EDACC-40CA-49C2-4D01-90A3178B8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43296" y="4366591"/>
              <a:ext cx="2193236" cy="2078776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B4BD478-A922-1BE5-99F1-D6B88CD37FCF}"/>
                </a:ext>
              </a:extLst>
            </p:cNvPr>
            <p:cNvSpPr txBox="1"/>
            <p:nvPr/>
          </p:nvSpPr>
          <p:spPr>
            <a:xfrm>
              <a:off x="5381030" y="6260701"/>
              <a:ext cx="19177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FAMILY &amp; FRIENDS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209B8EA-72E6-D518-1F4B-FA142730D1E0}"/>
              </a:ext>
            </a:extLst>
          </p:cNvPr>
          <p:cNvGrpSpPr/>
          <p:nvPr/>
        </p:nvGrpSpPr>
        <p:grpSpPr>
          <a:xfrm>
            <a:off x="1187013" y="4366591"/>
            <a:ext cx="2193236" cy="2263442"/>
            <a:chOff x="2014589" y="4366591"/>
            <a:chExt cx="2193236" cy="2263442"/>
          </a:xfrm>
        </p:grpSpPr>
        <p:pic>
          <p:nvPicPr>
            <p:cNvPr id="12" name="Graphic 11" descr="Female Profile with solid fill">
              <a:extLst>
                <a:ext uri="{FF2B5EF4-FFF2-40B4-BE49-F238E27FC236}">
                  <a16:creationId xmlns:a16="http://schemas.microsoft.com/office/drawing/2014/main" id="{B67B56CE-816C-C745-4BA7-E0A34E6A2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14589" y="4366591"/>
              <a:ext cx="2193236" cy="2193236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615615C-8151-7F3C-69DB-39F6E7B29526}"/>
                </a:ext>
              </a:extLst>
            </p:cNvPr>
            <p:cNvSpPr txBox="1"/>
            <p:nvPr/>
          </p:nvSpPr>
          <p:spPr>
            <a:xfrm>
              <a:off x="2638834" y="6260701"/>
              <a:ext cx="944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PATIENT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B71DD94-049D-3C39-EE30-6C515B72D666}"/>
              </a:ext>
            </a:extLst>
          </p:cNvPr>
          <p:cNvGrpSpPr/>
          <p:nvPr/>
        </p:nvGrpSpPr>
        <p:grpSpPr>
          <a:xfrm>
            <a:off x="741377" y="519890"/>
            <a:ext cx="2743051" cy="2193237"/>
            <a:chOff x="1559310" y="406352"/>
            <a:chExt cx="2743051" cy="2193237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71ED49E-B7FB-E492-E79E-5558E298D479}"/>
                </a:ext>
              </a:extLst>
            </p:cNvPr>
            <p:cNvGrpSpPr/>
            <p:nvPr/>
          </p:nvGrpSpPr>
          <p:grpSpPr>
            <a:xfrm>
              <a:off x="1559310" y="406352"/>
              <a:ext cx="2743051" cy="2193237"/>
              <a:chOff x="663813" y="466615"/>
              <a:chExt cx="4175717" cy="3621401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DF01E013-3D88-ED59-9854-0A229126E2B4}"/>
                  </a:ext>
                </a:extLst>
              </p:cNvPr>
              <p:cNvGrpSpPr/>
              <p:nvPr/>
            </p:nvGrpSpPr>
            <p:grpSpPr>
              <a:xfrm>
                <a:off x="663813" y="710802"/>
                <a:ext cx="3372160" cy="3377214"/>
                <a:chOff x="1425127" y="710802"/>
                <a:chExt cx="3372160" cy="3377214"/>
              </a:xfrm>
            </p:grpSpPr>
            <p:sp>
              <p:nvSpPr>
                <p:cNvPr id="4" name="Rounded Rectangle 3">
                  <a:extLst>
                    <a:ext uri="{FF2B5EF4-FFF2-40B4-BE49-F238E27FC236}">
                      <a16:creationId xmlns:a16="http://schemas.microsoft.com/office/drawing/2014/main" id="{06BC3F71-3EDA-46DC-EA76-6D8B157CE241}"/>
                    </a:ext>
                  </a:extLst>
                </p:cNvPr>
                <p:cNvSpPr/>
                <p:nvPr/>
              </p:nvSpPr>
              <p:spPr>
                <a:xfrm>
                  <a:off x="1425127" y="710802"/>
                  <a:ext cx="3372160" cy="3377214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/>
                </a:p>
              </p:txBody>
            </p:sp>
            <p:sp>
              <p:nvSpPr>
                <p:cNvPr id="25" name="Rounded Rectangle 24">
                  <a:extLst>
                    <a:ext uri="{FF2B5EF4-FFF2-40B4-BE49-F238E27FC236}">
                      <a16:creationId xmlns:a16="http://schemas.microsoft.com/office/drawing/2014/main" id="{69CB48A1-501F-56D4-9E2C-98D71C8A110A}"/>
                    </a:ext>
                  </a:extLst>
                </p:cNvPr>
                <p:cNvSpPr/>
                <p:nvPr/>
              </p:nvSpPr>
              <p:spPr>
                <a:xfrm>
                  <a:off x="2496912" y="923815"/>
                  <a:ext cx="1228589" cy="34842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/>
                </a:p>
              </p:txBody>
            </p:sp>
          </p:grpSp>
          <p:pic>
            <p:nvPicPr>
              <p:cNvPr id="27" name="Graphic 26" descr="Wi-Fi with solid fill">
                <a:extLst>
                  <a:ext uri="{FF2B5EF4-FFF2-40B4-BE49-F238E27FC236}">
                    <a16:creationId xmlns:a16="http://schemas.microsoft.com/office/drawing/2014/main" id="{6628EE4F-62A4-34EE-11A5-806328752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925130" y="466615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1BBA77C-A89B-6E79-286E-3A89DAA41643}"/>
                </a:ext>
              </a:extLst>
            </p:cNvPr>
            <p:cNvSpPr txBox="1"/>
            <p:nvPr/>
          </p:nvSpPr>
          <p:spPr>
            <a:xfrm>
              <a:off x="2283631" y="2224614"/>
              <a:ext cx="497237" cy="223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>
                  <a:solidFill>
                    <a:schemeClr val="bg1"/>
                  </a:solidFill>
                </a:rPr>
                <a:t>SCALE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946F27F-05DF-825F-EDF7-036E2A9A2E2B}"/>
              </a:ext>
            </a:extLst>
          </p:cNvPr>
          <p:cNvGrpSpPr/>
          <p:nvPr/>
        </p:nvGrpSpPr>
        <p:grpSpPr>
          <a:xfrm>
            <a:off x="4178726" y="715575"/>
            <a:ext cx="1361280" cy="2357355"/>
            <a:chOff x="5197103" y="776017"/>
            <a:chExt cx="1623392" cy="2897289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2B3C2DB-AEFE-2B32-9B57-74F21A7FC896}"/>
                </a:ext>
              </a:extLst>
            </p:cNvPr>
            <p:cNvGrpSpPr/>
            <p:nvPr/>
          </p:nvGrpSpPr>
          <p:grpSpPr>
            <a:xfrm>
              <a:off x="5197103" y="776017"/>
              <a:ext cx="1623392" cy="2731538"/>
              <a:chOff x="5197103" y="776017"/>
              <a:chExt cx="1623392" cy="2731538"/>
            </a:xfrm>
          </p:grpSpPr>
          <p:pic>
            <p:nvPicPr>
              <p:cNvPr id="16" name="Graphic 15" descr="Smart Phone with solid fill">
                <a:extLst>
                  <a:ext uri="{FF2B5EF4-FFF2-40B4-BE49-F238E27FC236}">
                    <a16:creationId xmlns:a16="http://schemas.microsoft.com/office/drawing/2014/main" id="{34FF130F-1AF9-FE2F-FEE0-0021CB35F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197103" y="776017"/>
                <a:ext cx="1623392" cy="1623392"/>
              </a:xfrm>
              <a:prstGeom prst="rect">
                <a:avLst/>
              </a:prstGeom>
            </p:spPr>
          </p:pic>
          <p:pic>
            <p:nvPicPr>
              <p:cNvPr id="22" name="Graphic 21" descr="Laptop with solid fill">
                <a:extLst>
                  <a:ext uri="{FF2B5EF4-FFF2-40B4-BE49-F238E27FC236}">
                    <a16:creationId xmlns:a16="http://schemas.microsoft.com/office/drawing/2014/main" id="{574B75CE-CE7C-74F1-47F1-A04DF6B377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377664" y="2245285"/>
                <a:ext cx="1262270" cy="1262270"/>
              </a:xfrm>
              <a:prstGeom prst="rect">
                <a:avLst/>
              </a:prstGeom>
            </p:spPr>
          </p:pic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E929D6D-ED9B-F7DC-75A5-C88D4893832E}"/>
                </a:ext>
              </a:extLst>
            </p:cNvPr>
            <p:cNvSpPr txBox="1"/>
            <p:nvPr/>
          </p:nvSpPr>
          <p:spPr>
            <a:xfrm>
              <a:off x="5347688" y="3303974"/>
              <a:ext cx="1322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COM TOOLS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9279088-4D6B-9C09-E015-AD9EB9D40540}"/>
              </a:ext>
            </a:extLst>
          </p:cNvPr>
          <p:cNvGrpSpPr/>
          <p:nvPr/>
        </p:nvGrpSpPr>
        <p:grpSpPr>
          <a:xfrm>
            <a:off x="6353912" y="852769"/>
            <a:ext cx="1984759" cy="2187164"/>
            <a:chOff x="8156027" y="1220733"/>
            <a:chExt cx="2352947" cy="27162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5DE3E6C-4929-D1D4-3197-8970A954B36F}"/>
                </a:ext>
              </a:extLst>
            </p:cNvPr>
            <p:cNvGrpSpPr/>
            <p:nvPr/>
          </p:nvGrpSpPr>
          <p:grpSpPr>
            <a:xfrm>
              <a:off x="8156027" y="1220733"/>
              <a:ext cx="2352947" cy="2357354"/>
              <a:chOff x="5822731" y="2364828"/>
              <a:chExt cx="1555531" cy="155553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6C6D02A-8732-FB0B-9820-2D94224C545E}"/>
                  </a:ext>
                </a:extLst>
              </p:cNvPr>
              <p:cNvSpPr/>
              <p:nvPr/>
            </p:nvSpPr>
            <p:spPr>
              <a:xfrm>
                <a:off x="5822731" y="2364828"/>
                <a:ext cx="1555531" cy="155553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227BBF7-7786-FB57-1105-85D92EB20E98}"/>
                  </a:ext>
                </a:extLst>
              </p:cNvPr>
              <p:cNvSpPr/>
              <p:nvPr/>
            </p:nvSpPr>
            <p:spPr>
              <a:xfrm>
                <a:off x="6031623" y="2594741"/>
                <a:ext cx="1137746" cy="109570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dirty="0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E0155C0-9683-FB8D-23DE-F250865FF905}"/>
                </a:ext>
              </a:extLst>
            </p:cNvPr>
            <p:cNvSpPr/>
            <p:nvPr/>
          </p:nvSpPr>
          <p:spPr>
            <a:xfrm>
              <a:off x="8680863" y="1768341"/>
              <a:ext cx="1303274" cy="126213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FD68EBF-7670-BBE9-27A1-A7BCB9D1B66F}"/>
                </a:ext>
              </a:extLst>
            </p:cNvPr>
            <p:cNvSpPr txBox="1"/>
            <p:nvPr/>
          </p:nvSpPr>
          <p:spPr>
            <a:xfrm>
              <a:off x="9014945" y="3567635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DISH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C8658A5-5191-1398-D6F6-A1663D614ED4}"/>
                </a:ext>
              </a:extLst>
            </p:cNvPr>
            <p:cNvSpPr txBox="1"/>
            <p:nvPr/>
          </p:nvSpPr>
          <p:spPr>
            <a:xfrm>
              <a:off x="9030670" y="2245285"/>
              <a:ext cx="735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FOOD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76A2770-4375-A3BD-7953-D5CA3981EE25}"/>
              </a:ext>
            </a:extLst>
          </p:cNvPr>
          <p:cNvSpPr txBox="1"/>
          <p:nvPr/>
        </p:nvSpPr>
        <p:spPr>
          <a:xfrm>
            <a:off x="2956567" y="3498619"/>
            <a:ext cx="7082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3600" dirty="0"/>
              <a:t>ECOSYSTEM ACTORS AND ELEMENTS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D6ABA-B6EB-CE89-54FE-D47287D5C27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577" y="1007802"/>
            <a:ext cx="2743050" cy="6134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3817F2-7555-A300-1930-13F1131F1E2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577" y="1664142"/>
            <a:ext cx="2490711" cy="6080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23F03E-0656-3688-4B01-DD17B349E71C}"/>
              </a:ext>
            </a:extLst>
          </p:cNvPr>
          <p:cNvSpPr txBox="1"/>
          <p:nvPr/>
        </p:nvSpPr>
        <p:spPr>
          <a:xfrm>
            <a:off x="10249208" y="2138459"/>
            <a:ext cx="1473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EDE-Q / EDDS</a:t>
            </a:r>
          </a:p>
        </p:txBody>
      </p:sp>
    </p:spTree>
    <p:extLst>
      <p:ext uri="{BB962C8B-B14F-4D97-AF65-F5344CB8AC3E}">
        <p14:creationId xmlns:p14="http://schemas.microsoft.com/office/powerpoint/2010/main" val="101721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29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 Claude havaux</dc:creator>
  <cp:lastModifiedBy>Jean Claude havaux</cp:lastModifiedBy>
  <cp:revision>5</cp:revision>
  <dcterms:created xsi:type="dcterms:W3CDTF">2022-11-03T09:30:59Z</dcterms:created>
  <dcterms:modified xsi:type="dcterms:W3CDTF">2022-11-03T15:58:55Z</dcterms:modified>
</cp:coreProperties>
</file>