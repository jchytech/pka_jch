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 snapToObjects="1">
      <p:cViewPr varScale="1">
        <p:scale>
          <a:sx n="120" d="100"/>
          <a:sy n="120" d="100"/>
        </p:scale>
        <p:origin x="19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400" b="1">
                <a:solidFill>
                  <a:srgbClr val="E89B1F"/>
                </a:solidFill>
              </a:defRPr>
            </a:pPr>
            <a:r>
              <a:t>JCHYTECH</a:t>
            </a:r>
          </a:p>
          <a:p>
            <a:pPr>
              <a:defRPr sz="2800">
                <a:solidFill>
                  <a:srgbClr val="555555"/>
                </a:solidFill>
              </a:defRPr>
            </a:pPr>
            <a:r>
              <a:t>Veterinary Diagnostic Kits: Regulatory &amp; Market Overview (France, 2025)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Jean-Claude Havaux – Regulatory Affairs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555555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Import and distribution of veterinary diagnostic kits (ELISA &amp; Lateral Flow).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Target: canine/feline allergy testing for veterinary clinics.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No IVDR/CE marking required for veterinary use.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Compliance required: REACH, CLP, French SDS and labelling.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Border checks (SIVEP/CHED-A) only if animal-derived materials present.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555555"/>
                </a:solidFill>
              </a:defRPr>
            </a:pPr>
            <a:r>
              <a:t>EU &amp; French Regulatory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Veterinary IVDs are excluded from Regulation (EU) 2017/746 (IVDR).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No CE marking required – general product safety rules apply.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French competent bodies: DGAL (Agriculture Ministry) and ANSES.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Validation by ANSES NRLs only required for regulated diseases.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555555"/>
                </a:solidFill>
              </a:defRPr>
            </a:pPr>
            <a:r>
              <a:t>Chemical &amp; Safety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CLP Regulation: labelling, pictograms, hazard (H) and precaution (P) statements.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REACH Regulation: importer obligations for substances and mixtures.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UFI/PCN notification required for hazardous mixtures sold in EU.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French-language Safety Data Sheet mandatory for all reagents.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555555"/>
                </a:solidFill>
              </a:defRPr>
            </a:pPr>
            <a:r>
              <a:t>Importer Obligations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Ensure French labelling and IFU for all marketed products.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Maintain technical documentation and performance data for 10 years.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Implement vigilance and traceability procedures (lot recall, CAPA).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Keep records of supplier qualifications and certificates (ISO 13485 preferred).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555555"/>
                </a:solidFill>
              </a:defRPr>
            </a:pPr>
            <a:r>
              <a:t>Border Procedures (SIVEP / CHED-A)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Required only if reagents contain animal-derived materials (sera, antibodies).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Documentation: commercial invoice, sanitary certificate, DSCE/CHED-A, SDS.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Entry via authorised Border Control Post (BCP/SIVEP).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Customs classification: HS 3822.00 (diagnostic reagents).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555555"/>
                </a:solidFill>
              </a:defRPr>
            </a:pPr>
            <a:r>
              <a:t>Label &amp; IFU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Label must include: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Product reference, lot number, expiry date, storage conditions.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Manufacturer and importer details, CLP pictograms and UFI (if applicable).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Clear indication: 'For veterinary professional use only – Not for human diagnosis.'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IFU must describe principle, procedure, interpretation, and precautions.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555555"/>
                </a:solidFill>
              </a:defRPr>
            </a:pPr>
            <a:r>
              <a:t>ANSES / NRL Validation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Allergy kits (cat/dog): no validation required – non-regulated use.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Regulated diseases (ASF, avian influenza, brucellosis, TB, rabies):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   - Validation by ANSES National Reference Laboratories mandatory.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• Reference tables updated annually by ANSES website.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555555"/>
                </a:solidFill>
              </a:defRPr>
            </a:pPr>
            <a:r>
              <a:t>90-Day 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Weeks 1–2: Supplier qualification, confirm animal-derived content.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Weeks 3–6: Finalise French labels, SDS, and import logistics (SIVEP setup).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Weeks 7–12: Pilot import, perform QC and stability checks, implement vigilance system.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Parallel: initiate ANSES validation if expansion to regulated tests is planned.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555555"/>
                </a:solidFill>
              </a:defRPr>
            </a:pPr>
            <a:r>
              <a:t>Confidentiality 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endParaRPr/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Confidential – For internal and partner use only.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© JCHYTECH 2025. All rights reserved.</a:t>
            </a:r>
          </a:p>
          <a:p>
            <a:pPr>
              <a:spcAft>
                <a:spcPts val="500"/>
              </a:spcAft>
              <a:defRPr sz="2000">
                <a:solidFill>
                  <a:srgbClr val="555555"/>
                </a:solidFill>
              </a:defRPr>
            </a:pPr>
            <a:r>
              <a:t>This presentation contains proprietary information intended solely for strategic and regulatory planning purposes.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511</Words>
  <Application>Microsoft Macintosh PowerPoint</Application>
  <PresentationFormat>On-screen Show (4:3)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Executive Summary</vt:lpstr>
      <vt:lpstr>EU &amp; French Regulatory Framework</vt:lpstr>
      <vt:lpstr>Chemical &amp; Safety Compliance</vt:lpstr>
      <vt:lpstr>Importer Obligations</vt:lpstr>
      <vt:lpstr>Border Procedures (SIVEP / CHED-A)</vt:lpstr>
      <vt:lpstr>Label &amp; IFU Examples</vt:lpstr>
      <vt:lpstr>ANSES / NRL Validation Overview</vt:lpstr>
      <vt:lpstr>90-Day Implementation Plan</vt:lpstr>
      <vt:lpstr>Confidentiality Notice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Jean-Claude Havaux - Brevo</cp:lastModifiedBy>
  <cp:revision>1</cp:revision>
  <dcterms:created xsi:type="dcterms:W3CDTF">2013-01-27T09:14:16Z</dcterms:created>
  <dcterms:modified xsi:type="dcterms:W3CDTF">2025-10-30T09:26:13Z</dcterms:modified>
  <cp:category/>
</cp:coreProperties>
</file>