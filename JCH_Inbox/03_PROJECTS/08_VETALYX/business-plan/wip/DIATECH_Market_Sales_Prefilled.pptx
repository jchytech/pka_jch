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DIATECH Market &amp; Sales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Pre-filled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Benchmarks</a:t>
            </a:r>
          </a:p>
        </p:txBody>
      </p:sp>
      <p:pic>
        <p:nvPicPr>
          <p:cNvPr id="3" name="Picture 2" descr="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3972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EU5 Market Prioritization</a:t>
            </a:r>
          </a:p>
        </p:txBody>
      </p:sp>
      <p:pic>
        <p:nvPicPr>
          <p:cNvPr id="3" name="Picture 2" descr="priori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4715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