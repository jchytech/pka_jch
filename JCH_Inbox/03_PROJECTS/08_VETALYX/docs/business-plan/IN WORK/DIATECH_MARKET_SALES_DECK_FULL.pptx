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DIATECH Market &amp; Sales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DIATECH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Rising pet ownership</a:t>
            </a:r>
          </a:p>
          <a:p>
            <a:r>
              <a:t>• Dermatology demand growing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Epidemiology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Dogs 12–18%</a:t>
            </a:r>
          </a:p>
          <a:p>
            <a:r>
              <a:t>Cats 10–14%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Test type</a:t>
            </a:r>
          </a:p>
          <a:p>
            <a:r>
              <a:t>• Species</a:t>
            </a:r>
          </a:p>
          <a:p>
            <a:r>
              <a:t>• Channel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IgE labs</a:t>
            </a:r>
          </a:p>
          <a:p>
            <a:r>
              <a:t>• Rapid tests</a:t>
            </a:r>
          </a:p>
          <a:p>
            <a:r>
              <a:t>• Arrays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Labs €85–150</a:t>
            </a:r>
          </a:p>
          <a:p>
            <a:r>
              <a:t>Rapid €28–45</a:t>
            </a:r>
          </a:p>
          <a:p>
            <a:r>
              <a:t>DIATECH €35–39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France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7,200 clinics</a:t>
            </a:r>
          </a:p>
          <a:p>
            <a:r>
              <a:t>High adoption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Italy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dermatology volume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Spain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complexity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Germany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ARPU, strict regulation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Belgium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 but easy entry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Tier‑1 partners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Funnel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Awareness→Trial→Repeat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CE‑IVD + import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