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61" r:id="rId5"/>
    <p:sldId id="263" r:id="rId6"/>
    <p:sldId id="264" r:id="rId7"/>
    <p:sldId id="259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0D159F-F8E9-4AFD-8BBB-A6F17AB022B1}" v="2" dt="2023-11-06T07:23:24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 Sevecotte, Stefan" userId="533e1c9c-2e4f-4653-b693-1bb999d1a608" providerId="ADAL" clId="{62A1A093-8EFF-48A2-9095-8F5E296DB893}"/>
    <pc:docChg chg="modSld">
      <pc:chgData name="Van Sevecotte, Stefan" userId="533e1c9c-2e4f-4653-b693-1bb999d1a608" providerId="ADAL" clId="{62A1A093-8EFF-48A2-9095-8F5E296DB893}" dt="2023-11-02T07:41:30.640" v="11" actId="20577"/>
      <pc:docMkLst>
        <pc:docMk/>
      </pc:docMkLst>
      <pc:sldChg chg="modSp mod">
        <pc:chgData name="Van Sevecotte, Stefan" userId="533e1c9c-2e4f-4653-b693-1bb999d1a608" providerId="ADAL" clId="{62A1A093-8EFF-48A2-9095-8F5E296DB893}" dt="2023-11-02T07:41:10.174" v="9" actId="20577"/>
        <pc:sldMkLst>
          <pc:docMk/>
          <pc:sldMk cId="4139197612" sldId="259"/>
        </pc:sldMkLst>
        <pc:spChg chg="mod">
          <ac:chgData name="Van Sevecotte, Stefan" userId="533e1c9c-2e4f-4653-b693-1bb999d1a608" providerId="ADAL" clId="{62A1A093-8EFF-48A2-9095-8F5E296DB893}" dt="2023-11-02T07:41:10.174" v="9" actId="20577"/>
          <ac:spMkLst>
            <pc:docMk/>
            <pc:sldMk cId="4139197612" sldId="259"/>
            <ac:spMk id="3" creationId="{0B6FB1DB-33E4-C795-E899-F09C2F74FC16}"/>
          </ac:spMkLst>
        </pc:spChg>
      </pc:sldChg>
      <pc:sldChg chg="modSp mod">
        <pc:chgData name="Van Sevecotte, Stefan" userId="533e1c9c-2e4f-4653-b693-1bb999d1a608" providerId="ADAL" clId="{62A1A093-8EFF-48A2-9095-8F5E296DB893}" dt="2023-11-02T07:41:30.640" v="11" actId="20577"/>
        <pc:sldMkLst>
          <pc:docMk/>
          <pc:sldMk cId="2794741326" sldId="263"/>
        </pc:sldMkLst>
        <pc:spChg chg="mod">
          <ac:chgData name="Van Sevecotte, Stefan" userId="533e1c9c-2e4f-4653-b693-1bb999d1a608" providerId="ADAL" clId="{62A1A093-8EFF-48A2-9095-8F5E296DB893}" dt="2023-11-02T07:41:30.640" v="11" actId="20577"/>
          <ac:spMkLst>
            <pc:docMk/>
            <pc:sldMk cId="2794741326" sldId="263"/>
            <ac:spMk id="6" creationId="{3619A8D7-13B1-2FD9-85F2-87DD36378C94}"/>
          </ac:spMkLst>
        </pc:spChg>
      </pc:sldChg>
    </pc:docChg>
  </pc:docChgLst>
  <pc:docChgLst>
    <pc:chgData name="Broekmans, Tom" userId="da313021-0096-41a9-a254-3e4e4881797d" providerId="ADAL" clId="{F20D159F-F8E9-4AFD-8BBB-A6F17AB022B1}"/>
    <pc:docChg chg="undo custSel modSld">
      <pc:chgData name="Broekmans, Tom" userId="da313021-0096-41a9-a254-3e4e4881797d" providerId="ADAL" clId="{F20D159F-F8E9-4AFD-8BBB-A6F17AB022B1}" dt="2023-11-06T07:52:57.011" v="217" actId="27636"/>
      <pc:docMkLst>
        <pc:docMk/>
      </pc:docMkLst>
      <pc:sldChg chg="modSp mod">
        <pc:chgData name="Broekmans, Tom" userId="da313021-0096-41a9-a254-3e4e4881797d" providerId="ADAL" clId="{F20D159F-F8E9-4AFD-8BBB-A6F17AB022B1}" dt="2023-10-30T09:28:05.851" v="82" actId="27636"/>
        <pc:sldMkLst>
          <pc:docMk/>
          <pc:sldMk cId="4139197612" sldId="259"/>
        </pc:sldMkLst>
        <pc:spChg chg="mod">
          <ac:chgData name="Broekmans, Tom" userId="da313021-0096-41a9-a254-3e4e4881797d" providerId="ADAL" clId="{F20D159F-F8E9-4AFD-8BBB-A6F17AB022B1}" dt="2023-10-30T09:28:05.851" v="82" actId="27636"/>
          <ac:spMkLst>
            <pc:docMk/>
            <pc:sldMk cId="4139197612" sldId="259"/>
            <ac:spMk id="3" creationId="{0B6FB1DB-33E4-C795-E899-F09C2F74FC16}"/>
          </ac:spMkLst>
        </pc:spChg>
      </pc:sldChg>
      <pc:sldChg chg="modSp mod">
        <pc:chgData name="Broekmans, Tom" userId="da313021-0096-41a9-a254-3e4e4881797d" providerId="ADAL" clId="{F20D159F-F8E9-4AFD-8BBB-A6F17AB022B1}" dt="2023-10-30T09:03:54.188" v="66" actId="14100"/>
        <pc:sldMkLst>
          <pc:docMk/>
          <pc:sldMk cId="973943994" sldId="261"/>
        </pc:sldMkLst>
        <pc:spChg chg="mod">
          <ac:chgData name="Broekmans, Tom" userId="da313021-0096-41a9-a254-3e4e4881797d" providerId="ADAL" clId="{F20D159F-F8E9-4AFD-8BBB-A6F17AB022B1}" dt="2023-10-30T09:03:54.188" v="66" actId="14100"/>
          <ac:spMkLst>
            <pc:docMk/>
            <pc:sldMk cId="973943994" sldId="261"/>
            <ac:spMk id="2" creationId="{ED4F3D2D-90AE-5CED-85AC-9A588D3A5260}"/>
          </ac:spMkLst>
        </pc:spChg>
        <pc:spChg chg="mod">
          <ac:chgData name="Broekmans, Tom" userId="da313021-0096-41a9-a254-3e4e4881797d" providerId="ADAL" clId="{F20D159F-F8E9-4AFD-8BBB-A6F17AB022B1}" dt="2023-10-30T09:03:31.285" v="53" actId="1036"/>
          <ac:spMkLst>
            <pc:docMk/>
            <pc:sldMk cId="973943994" sldId="261"/>
            <ac:spMk id="3" creationId="{42F236A5-F5EA-C998-004A-4684FBC62B69}"/>
          </ac:spMkLst>
        </pc:spChg>
      </pc:sldChg>
      <pc:sldChg chg="modSp mod">
        <pc:chgData name="Broekmans, Tom" userId="da313021-0096-41a9-a254-3e4e4881797d" providerId="ADAL" clId="{F20D159F-F8E9-4AFD-8BBB-A6F17AB022B1}" dt="2023-11-06T07:52:57.011" v="217" actId="27636"/>
        <pc:sldMkLst>
          <pc:docMk/>
          <pc:sldMk cId="2794741326" sldId="263"/>
        </pc:sldMkLst>
        <pc:spChg chg="mod">
          <ac:chgData name="Broekmans, Tom" userId="da313021-0096-41a9-a254-3e4e4881797d" providerId="ADAL" clId="{F20D159F-F8E9-4AFD-8BBB-A6F17AB022B1}" dt="2023-10-30T09:48:08.278" v="213" actId="20577"/>
          <ac:spMkLst>
            <pc:docMk/>
            <pc:sldMk cId="2794741326" sldId="263"/>
            <ac:spMk id="2" creationId="{0F4D7A7E-BD39-D4AF-44D5-5300600737DC}"/>
          </ac:spMkLst>
        </pc:spChg>
        <pc:spChg chg="mod">
          <ac:chgData name="Broekmans, Tom" userId="da313021-0096-41a9-a254-3e4e4881797d" providerId="ADAL" clId="{F20D159F-F8E9-4AFD-8BBB-A6F17AB022B1}" dt="2023-11-06T07:52:57.005" v="216" actId="27636"/>
          <ac:spMkLst>
            <pc:docMk/>
            <pc:sldMk cId="2794741326" sldId="263"/>
            <ac:spMk id="4" creationId="{4E3C64BA-1867-E0A1-16DA-A49FEC257B17}"/>
          </ac:spMkLst>
        </pc:spChg>
        <pc:spChg chg="mod">
          <ac:chgData name="Broekmans, Tom" userId="da313021-0096-41a9-a254-3e4e4881797d" providerId="ADAL" clId="{F20D159F-F8E9-4AFD-8BBB-A6F17AB022B1}" dt="2023-11-06T07:52:57.011" v="217" actId="27636"/>
          <ac:spMkLst>
            <pc:docMk/>
            <pc:sldMk cId="2794741326" sldId="263"/>
            <ac:spMk id="6" creationId="{3619A8D7-13B1-2FD9-85F2-87DD36378C94}"/>
          </ac:spMkLst>
        </pc:spChg>
      </pc:sldChg>
      <pc:sldChg chg="addSp delSp modSp mod modAnim">
        <pc:chgData name="Broekmans, Tom" userId="da313021-0096-41a9-a254-3e4e4881797d" providerId="ADAL" clId="{F20D159F-F8E9-4AFD-8BBB-A6F17AB022B1}" dt="2023-10-30T09:48:11.151" v="214" actId="20577"/>
        <pc:sldMkLst>
          <pc:docMk/>
          <pc:sldMk cId="786363153" sldId="264"/>
        </pc:sldMkLst>
        <pc:spChg chg="mod">
          <ac:chgData name="Broekmans, Tom" userId="da313021-0096-41a9-a254-3e4e4881797d" providerId="ADAL" clId="{F20D159F-F8E9-4AFD-8BBB-A6F17AB022B1}" dt="2023-10-30T09:48:11.151" v="214" actId="20577"/>
          <ac:spMkLst>
            <pc:docMk/>
            <pc:sldMk cId="786363153" sldId="264"/>
            <ac:spMk id="2" creationId="{0F4D7A7E-BD39-D4AF-44D5-5300600737DC}"/>
          </ac:spMkLst>
        </pc:spChg>
        <pc:spChg chg="del">
          <ac:chgData name="Broekmans, Tom" userId="da313021-0096-41a9-a254-3e4e4881797d" providerId="ADAL" clId="{F20D159F-F8E9-4AFD-8BBB-A6F17AB022B1}" dt="2023-10-30T09:32:20.934" v="97" actId="478"/>
          <ac:spMkLst>
            <pc:docMk/>
            <pc:sldMk cId="786363153" sldId="264"/>
            <ac:spMk id="3" creationId="{04A85373-FFB9-88C0-3528-4BC718B2E5FC}"/>
          </ac:spMkLst>
        </pc:spChg>
        <pc:spChg chg="del mod">
          <ac:chgData name="Broekmans, Tom" userId="da313021-0096-41a9-a254-3e4e4881797d" providerId="ADAL" clId="{F20D159F-F8E9-4AFD-8BBB-A6F17AB022B1}" dt="2023-10-30T09:32:35.796" v="102" actId="478"/>
          <ac:spMkLst>
            <pc:docMk/>
            <pc:sldMk cId="786363153" sldId="264"/>
            <ac:spMk id="4" creationId="{4E3C64BA-1867-E0A1-16DA-A49FEC257B17}"/>
          </ac:spMkLst>
        </pc:spChg>
        <pc:spChg chg="del">
          <ac:chgData name="Broekmans, Tom" userId="da313021-0096-41a9-a254-3e4e4881797d" providerId="ADAL" clId="{F20D159F-F8E9-4AFD-8BBB-A6F17AB022B1}" dt="2023-10-30T09:32:28.481" v="99" actId="478"/>
          <ac:spMkLst>
            <pc:docMk/>
            <pc:sldMk cId="786363153" sldId="264"/>
            <ac:spMk id="5" creationId="{6E05F79B-5520-21FF-D840-F73503A756F4}"/>
          </ac:spMkLst>
        </pc:spChg>
        <pc:spChg chg="del mod">
          <ac:chgData name="Broekmans, Tom" userId="da313021-0096-41a9-a254-3e4e4881797d" providerId="ADAL" clId="{F20D159F-F8E9-4AFD-8BBB-A6F17AB022B1}" dt="2023-10-30T09:32:32.929" v="101" actId="478"/>
          <ac:spMkLst>
            <pc:docMk/>
            <pc:sldMk cId="786363153" sldId="264"/>
            <ac:spMk id="6" creationId="{3619A8D7-13B1-2FD9-85F2-87DD36378C94}"/>
          </ac:spMkLst>
        </pc:spChg>
        <pc:spChg chg="add del mod">
          <ac:chgData name="Broekmans, Tom" userId="da313021-0096-41a9-a254-3e4e4881797d" providerId="ADAL" clId="{F20D159F-F8E9-4AFD-8BBB-A6F17AB022B1}" dt="2023-10-30T09:32:25.327" v="98" actId="478"/>
          <ac:spMkLst>
            <pc:docMk/>
            <pc:sldMk cId="786363153" sldId="264"/>
            <ac:spMk id="9" creationId="{A837AF72-7301-AE5C-98C6-DF16E1E212C6}"/>
          </ac:spMkLst>
        </pc:spChg>
        <pc:spChg chg="add del mod">
          <ac:chgData name="Broekmans, Tom" userId="da313021-0096-41a9-a254-3e4e4881797d" providerId="ADAL" clId="{F20D159F-F8E9-4AFD-8BBB-A6F17AB022B1}" dt="2023-10-30T09:32:30.402" v="100" actId="478"/>
          <ac:spMkLst>
            <pc:docMk/>
            <pc:sldMk cId="786363153" sldId="264"/>
            <ac:spMk id="11" creationId="{E09B90DE-82DB-2A44-EF5B-50162C6EF248}"/>
          </ac:spMkLst>
        </pc:spChg>
        <pc:spChg chg="add del mod">
          <ac:chgData name="Broekmans, Tom" userId="da313021-0096-41a9-a254-3e4e4881797d" providerId="ADAL" clId="{F20D159F-F8E9-4AFD-8BBB-A6F17AB022B1}" dt="2023-10-30T09:32:37.267" v="103" actId="478"/>
          <ac:spMkLst>
            <pc:docMk/>
            <pc:sldMk cId="786363153" sldId="264"/>
            <ac:spMk id="13" creationId="{A81D8950-49D0-49FD-A941-5F201DF8403B}"/>
          </ac:spMkLst>
        </pc:spChg>
        <pc:spChg chg="mod topLvl">
          <ac:chgData name="Broekmans, Tom" userId="da313021-0096-41a9-a254-3e4e4881797d" providerId="ADAL" clId="{F20D159F-F8E9-4AFD-8BBB-A6F17AB022B1}" dt="2023-10-30T09:37:40.468" v="191" actId="165"/>
          <ac:spMkLst>
            <pc:docMk/>
            <pc:sldMk cId="786363153" sldId="264"/>
            <ac:spMk id="16" creationId="{0DCC14D0-59B7-AB78-5C37-AD7A9404E29E}"/>
          </ac:spMkLst>
        </pc:spChg>
        <pc:spChg chg="mod topLvl">
          <ac:chgData name="Broekmans, Tom" userId="da313021-0096-41a9-a254-3e4e4881797d" providerId="ADAL" clId="{F20D159F-F8E9-4AFD-8BBB-A6F17AB022B1}" dt="2023-10-30T09:37:40.468" v="191" actId="165"/>
          <ac:spMkLst>
            <pc:docMk/>
            <pc:sldMk cId="786363153" sldId="264"/>
            <ac:spMk id="17" creationId="{04312489-B525-C896-AF76-ED034FBC4B8E}"/>
          </ac:spMkLst>
        </pc:spChg>
        <pc:spChg chg="mod topLvl">
          <ac:chgData name="Broekmans, Tom" userId="da313021-0096-41a9-a254-3e4e4881797d" providerId="ADAL" clId="{F20D159F-F8E9-4AFD-8BBB-A6F17AB022B1}" dt="2023-10-30T09:37:40.468" v="191" actId="165"/>
          <ac:spMkLst>
            <pc:docMk/>
            <pc:sldMk cId="786363153" sldId="264"/>
            <ac:spMk id="18" creationId="{248A5C35-3609-9FA7-3F71-2C7164ACD706}"/>
          </ac:spMkLst>
        </pc:spChg>
        <pc:spChg chg="mod topLvl">
          <ac:chgData name="Broekmans, Tom" userId="da313021-0096-41a9-a254-3e4e4881797d" providerId="ADAL" clId="{F20D159F-F8E9-4AFD-8BBB-A6F17AB022B1}" dt="2023-10-30T09:37:40.468" v="191" actId="165"/>
          <ac:spMkLst>
            <pc:docMk/>
            <pc:sldMk cId="786363153" sldId="264"/>
            <ac:spMk id="19" creationId="{91AEE2C3-9097-5FC9-365B-3D404B2F3776}"/>
          </ac:spMkLst>
        </pc:spChg>
        <pc:spChg chg="mod topLvl">
          <ac:chgData name="Broekmans, Tom" userId="da313021-0096-41a9-a254-3e4e4881797d" providerId="ADAL" clId="{F20D159F-F8E9-4AFD-8BBB-A6F17AB022B1}" dt="2023-10-30T09:37:40.468" v="191" actId="165"/>
          <ac:spMkLst>
            <pc:docMk/>
            <pc:sldMk cId="786363153" sldId="264"/>
            <ac:spMk id="20" creationId="{9E6CDEEA-09AB-A093-3BD6-7A79FB745542}"/>
          </ac:spMkLst>
        </pc:spChg>
        <pc:spChg chg="del mod">
          <ac:chgData name="Broekmans, Tom" userId="da313021-0096-41a9-a254-3e4e4881797d" providerId="ADAL" clId="{F20D159F-F8E9-4AFD-8BBB-A6F17AB022B1}" dt="2023-10-30T09:33:25.770" v="134" actId="478"/>
          <ac:spMkLst>
            <pc:docMk/>
            <pc:sldMk cId="786363153" sldId="264"/>
            <ac:spMk id="21" creationId="{D2166ACB-3D68-F1E3-3FB4-76C2AB4DEE61}"/>
          </ac:spMkLst>
        </pc:spChg>
        <pc:spChg chg="mod topLvl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36" creationId="{36D04136-E2B4-B79A-FE38-0265DF322119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4" creationId="{F9654DBD-80FF-83DC-F261-DCA24E1DCD63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5" creationId="{5EE02379-6A86-8C3C-FC87-E3F74624349E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6" creationId="{61CF8216-7FAF-348B-B69D-31FCC8E8549C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7" creationId="{202CBA87-C924-155C-3094-2CFAE84BAC58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8" creationId="{7DE6C998-3076-6EAE-A6D8-302A1C6C38B1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99" creationId="{331A5715-C94A-94E0-2991-E34E92B9FA7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0" creationId="{0423CF02-A774-714A-B677-E12962CE914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1" creationId="{E19F7401-4D63-19BB-63BA-4771A3F71D14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2" creationId="{59FAB910-FDD6-03D7-BF13-D12EFF734EB3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3" creationId="{CDF8AF7A-5594-A551-AE0D-3D89DC74E25B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4" creationId="{352B63F2-AC1A-C40E-1AA5-4DFD92017D8E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5" creationId="{37E884BA-2F4E-9327-73EF-484785BDD42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6" creationId="{822C0264-194F-2229-5CCE-92A916FFBAB9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7" creationId="{02809AF4-DAEE-4434-46D5-0AAC13A46D09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8" creationId="{B6BF47D0-FC42-1FD0-AFDF-37318881DC62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09" creationId="{AFD6D56E-E3A6-0BAD-309E-531809D78F5A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0" creationId="{48AAD131-8F61-A8A6-3C58-C466EEBE0699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1" creationId="{E8DB1295-683B-AEF6-8676-0DC603AA51C6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2" creationId="{AB059BED-18F0-9110-F1FE-CC6CA2F3EDAB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3" creationId="{96A68401-4E37-D35E-7D2E-7F98E838C241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4" creationId="{8B11FD41-7DA2-CD9D-CCBC-37B9B06BC1BD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5" creationId="{4C07003B-FB5D-308B-4163-C071397608E5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6" creationId="{CB6C1846-7907-C114-12B0-96E30D1F20A3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7" creationId="{0F2D4236-9DEA-300C-E4BC-545DF194F29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8" creationId="{9F898879-5029-B776-41DB-75ABC464656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19" creationId="{7508D45F-37F0-E8CF-35A0-6594E5E4C464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0" creationId="{A1587289-AF84-E733-090A-FC13D697AC34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1" creationId="{2A442E27-6ADB-95E0-AB6E-81D7363378DE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2" creationId="{CFBF2CE4-0DC9-32D4-7CB3-155E69734F94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3" creationId="{F726B93C-09C2-2776-BBAF-859386C234C2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4" creationId="{58074743-25FA-C7E6-25BD-376435391D2F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5" creationId="{53D6DB13-CDE8-A2D0-E3BB-533BDD2734C7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6" creationId="{F96567A6-1A41-D7EA-0B34-5B28ABE41BCF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7" creationId="{EF639F98-70AD-3CC5-67AA-A985E2EA7AAA}"/>
          </ac:spMkLst>
        </pc:spChg>
        <pc:spChg chg="mod">
          <ac:chgData name="Broekmans, Tom" userId="da313021-0096-41a9-a254-3e4e4881797d" providerId="ADAL" clId="{F20D159F-F8E9-4AFD-8BBB-A6F17AB022B1}" dt="2023-10-30T09:37:56.615" v="193" actId="165"/>
          <ac:spMkLst>
            <pc:docMk/>
            <pc:sldMk cId="786363153" sldId="264"/>
            <ac:spMk id="128" creationId="{55219D1A-7181-84C0-8CD4-62EF7E138ECA}"/>
          </ac:spMkLst>
        </pc:spChg>
        <pc:grpChg chg="add del mod">
          <ac:chgData name="Broekmans, Tom" userId="da313021-0096-41a9-a254-3e4e4881797d" providerId="ADAL" clId="{F20D159F-F8E9-4AFD-8BBB-A6F17AB022B1}" dt="2023-10-30T09:37:40.468" v="191" actId="165"/>
          <ac:grpSpMkLst>
            <pc:docMk/>
            <pc:sldMk cId="786363153" sldId="264"/>
            <ac:grpSpMk id="14" creationId="{E2824839-0E78-F652-2CDF-A5326CC80B74}"/>
          </ac:grpSpMkLst>
        </pc:grpChg>
        <pc:grpChg chg="del mod topLvl">
          <ac:chgData name="Broekmans, Tom" userId="da313021-0096-41a9-a254-3e4e4881797d" providerId="ADAL" clId="{F20D159F-F8E9-4AFD-8BBB-A6F17AB022B1}" dt="2023-10-30T09:37:46.503" v="192" actId="165"/>
          <ac:grpSpMkLst>
            <pc:docMk/>
            <pc:sldMk cId="786363153" sldId="264"/>
            <ac:grpSpMk id="15" creationId="{4796A8A7-422B-C969-6CE5-452E6E7EE9A1}"/>
          </ac:grpSpMkLst>
        </pc:grpChg>
        <pc:grpChg chg="del mod topLvl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22" creationId="{B1C5C55C-B9C8-80A8-3BA1-B51AFA165F3B}"/>
          </ac:grpSpMkLst>
        </pc:grpChg>
        <pc:grpChg chg="mod topLvl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35" creationId="{75B42DDC-560B-310F-DE23-003D82085C9E}"/>
          </ac:grpSpMkLst>
        </pc:grpChg>
        <pc:grpChg chg="mod topLvl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37" creationId="{59C9E241-7378-EFE1-79C3-02E4ED34C88A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38" creationId="{F9B72145-09A1-3C7A-FE92-5FCEC2236160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39" creationId="{9AE2D385-FAD8-B9A4-8B3C-D1D445B5B087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0" creationId="{3E7EF8BC-0E5A-3DC0-A982-AAA808936BE1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1" creationId="{598DD195-45ED-09E7-1BF3-C41DDD2F4799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2" creationId="{959D0F84-7BCE-390D-4C48-25CDD2B9D08C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3" creationId="{93F16B42-0BF0-24C8-63FD-06BA2B92BB08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4" creationId="{F4BF53D2-E769-54DA-506A-BD853148EB98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5" creationId="{557BE1CF-E965-573E-CBE4-632D1BE4881F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6" creationId="{95DB64B7-701A-F787-809F-DA3D2FA2C7D9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7" creationId="{025274DD-EFF8-2BC8-5E09-4294A3DB46DD}"/>
          </ac:grpSpMkLst>
        </pc:grpChg>
        <pc:grpChg chg="mod">
          <ac:chgData name="Broekmans, Tom" userId="da313021-0096-41a9-a254-3e4e4881797d" providerId="ADAL" clId="{F20D159F-F8E9-4AFD-8BBB-A6F17AB022B1}" dt="2023-10-30T09:37:56.615" v="193" actId="165"/>
          <ac:grpSpMkLst>
            <pc:docMk/>
            <pc:sldMk cId="786363153" sldId="264"/>
            <ac:grpSpMk id="48" creationId="{9B4EAC53-A305-8435-F6B4-AE111EB4234A}"/>
          </ac:grpSpMkLst>
        </pc:grpChg>
        <pc:picChg chg="mod topLvl">
          <ac:chgData name="Broekmans, Tom" userId="da313021-0096-41a9-a254-3e4e4881797d" providerId="ADAL" clId="{F20D159F-F8E9-4AFD-8BBB-A6F17AB022B1}" dt="2023-10-30T09:37:46.503" v="192" actId="165"/>
          <ac:picMkLst>
            <pc:docMk/>
            <pc:sldMk cId="786363153" sldId="264"/>
            <ac:picMk id="23" creationId="{69CC0D45-A06D-E399-03D2-A05BD11D46D4}"/>
          </ac:picMkLst>
        </pc:picChg>
        <pc:picChg chg="mod topLvl">
          <ac:chgData name="Broekmans, Tom" userId="da313021-0096-41a9-a254-3e4e4881797d" providerId="ADAL" clId="{F20D159F-F8E9-4AFD-8BBB-A6F17AB022B1}" dt="2023-10-30T09:37:46.503" v="192" actId="165"/>
          <ac:picMkLst>
            <pc:docMk/>
            <pc:sldMk cId="786363153" sldId="264"/>
            <ac:picMk id="24" creationId="{8A6C9725-20B2-265F-4C4A-9403FD9CC47D}"/>
          </ac:picMkLst>
        </pc:picChg>
        <pc:picChg chg="mod topLvl">
          <ac:chgData name="Broekmans, Tom" userId="da313021-0096-41a9-a254-3e4e4881797d" providerId="ADAL" clId="{F20D159F-F8E9-4AFD-8BBB-A6F17AB022B1}" dt="2023-10-30T09:37:46.503" v="192" actId="165"/>
          <ac:picMkLst>
            <pc:docMk/>
            <pc:sldMk cId="786363153" sldId="264"/>
            <ac:picMk id="25" creationId="{8D615D83-697A-0B84-A8B6-78386B6D4B11}"/>
          </ac:picMkLst>
        </pc:picChg>
        <pc:picChg chg="mod topLvl">
          <ac:chgData name="Broekmans, Tom" userId="da313021-0096-41a9-a254-3e4e4881797d" providerId="ADAL" clId="{F20D159F-F8E9-4AFD-8BBB-A6F17AB022B1}" dt="2023-10-30T09:37:46.503" v="192" actId="165"/>
          <ac:picMkLst>
            <pc:docMk/>
            <pc:sldMk cId="786363153" sldId="264"/>
            <ac:picMk id="26" creationId="{27929C5D-655B-E285-6AEA-638129FA18F2}"/>
          </ac:picMkLst>
        </pc:picChg>
        <pc:picChg chg="mod topLvl">
          <ac:chgData name="Broekmans, Tom" userId="da313021-0096-41a9-a254-3e4e4881797d" providerId="ADAL" clId="{F20D159F-F8E9-4AFD-8BBB-A6F17AB022B1}" dt="2023-10-30T09:37:46.503" v="192" actId="165"/>
          <ac:picMkLst>
            <pc:docMk/>
            <pc:sldMk cId="786363153" sldId="264"/>
            <ac:picMk id="27" creationId="{20CAD993-40F0-A378-8875-8FA674B90C46}"/>
          </ac:picMkLst>
        </pc:picChg>
        <pc:cxnChg chg="mod topLvl">
          <ac:chgData name="Broekmans, Tom" userId="da313021-0096-41a9-a254-3e4e4881797d" providerId="ADAL" clId="{F20D159F-F8E9-4AFD-8BBB-A6F17AB022B1}" dt="2023-10-30T09:45:52.296" v="211" actId="1076"/>
          <ac:cxnSpMkLst>
            <pc:docMk/>
            <pc:sldMk cId="786363153" sldId="264"/>
            <ac:cxnSpMk id="28" creationId="{2CB98B4A-CBC2-B9FF-1079-6B75FBC241D7}"/>
          </ac:cxnSpMkLst>
        </pc:cxnChg>
        <pc:cxnChg chg="mod topLvl">
          <ac:chgData name="Broekmans, Tom" userId="da313021-0096-41a9-a254-3e4e4881797d" providerId="ADAL" clId="{F20D159F-F8E9-4AFD-8BBB-A6F17AB022B1}" dt="2023-10-30T09:45:59.311" v="212" actId="14100"/>
          <ac:cxnSpMkLst>
            <pc:docMk/>
            <pc:sldMk cId="786363153" sldId="264"/>
            <ac:cxnSpMk id="29" creationId="{B1AFF380-3198-DC95-9591-AC90013C61EF}"/>
          </ac:cxnSpMkLst>
        </pc:cxnChg>
        <pc:cxnChg chg="mod topLvl">
          <ac:chgData name="Broekmans, Tom" userId="da313021-0096-41a9-a254-3e4e4881797d" providerId="ADAL" clId="{F20D159F-F8E9-4AFD-8BBB-A6F17AB022B1}" dt="2023-10-30T09:37:46.503" v="192" actId="165"/>
          <ac:cxnSpMkLst>
            <pc:docMk/>
            <pc:sldMk cId="786363153" sldId="264"/>
            <ac:cxnSpMk id="30" creationId="{4D7A1FDA-2814-4C2C-21B4-17BF8EA3FA15}"/>
          </ac:cxnSpMkLst>
        </pc:cxnChg>
        <pc:cxnChg chg="mod topLvl">
          <ac:chgData name="Broekmans, Tom" userId="da313021-0096-41a9-a254-3e4e4881797d" providerId="ADAL" clId="{F20D159F-F8E9-4AFD-8BBB-A6F17AB022B1}" dt="2023-10-30T09:37:46.503" v="192" actId="165"/>
          <ac:cxnSpMkLst>
            <pc:docMk/>
            <pc:sldMk cId="786363153" sldId="264"/>
            <ac:cxnSpMk id="31" creationId="{480EA940-A9C1-0A1C-A4D7-BC392A6BCAE0}"/>
          </ac:cxnSpMkLst>
        </pc:cxnChg>
        <pc:cxnChg chg="mod topLvl">
          <ac:chgData name="Broekmans, Tom" userId="da313021-0096-41a9-a254-3e4e4881797d" providerId="ADAL" clId="{F20D159F-F8E9-4AFD-8BBB-A6F17AB022B1}" dt="2023-10-30T09:37:46.503" v="192" actId="165"/>
          <ac:cxnSpMkLst>
            <pc:docMk/>
            <pc:sldMk cId="786363153" sldId="264"/>
            <ac:cxnSpMk id="32" creationId="{9C086378-38A8-FF4E-66E9-3637A6318EC4}"/>
          </ac:cxnSpMkLst>
        </pc:cxnChg>
        <pc:cxnChg chg="mod topLvl">
          <ac:chgData name="Broekmans, Tom" userId="da313021-0096-41a9-a254-3e4e4881797d" providerId="ADAL" clId="{F20D159F-F8E9-4AFD-8BBB-A6F17AB022B1}" dt="2023-10-30T09:37:46.503" v="192" actId="165"/>
          <ac:cxnSpMkLst>
            <pc:docMk/>
            <pc:sldMk cId="786363153" sldId="264"/>
            <ac:cxnSpMk id="33" creationId="{C7E33272-9287-EA88-8EAF-ED34492051D7}"/>
          </ac:cxnSpMkLst>
        </pc:cxnChg>
        <pc:cxnChg chg="mod topLvl">
          <ac:chgData name="Broekmans, Tom" userId="da313021-0096-41a9-a254-3e4e4881797d" providerId="ADAL" clId="{F20D159F-F8E9-4AFD-8BBB-A6F17AB022B1}" dt="2023-10-30T09:37:46.503" v="192" actId="165"/>
          <ac:cxnSpMkLst>
            <pc:docMk/>
            <pc:sldMk cId="786363153" sldId="264"/>
            <ac:cxnSpMk id="34" creationId="{98D64674-4EB5-030D-05A8-A034255EEE8F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49" creationId="{1D7DC5DB-1495-DF59-B8F6-BB33C75E2344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0" creationId="{63C0C582-6CF0-49AA-B5C8-557A3A8354A0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1" creationId="{E1568640-ED5A-072F-AF39-82DF0AE3CE3E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2" creationId="{76F2E617-C159-2705-F29C-23CD8DAE5812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3" creationId="{3B384472-8E46-3C66-37CC-42C16FBAF515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4" creationId="{98281CCF-C1BA-D359-FE6B-CD30E53F626F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5" creationId="{BE98AE3A-B297-8632-4B25-0C75AA1D1660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6" creationId="{F4795948-C11E-45A1-65B6-35E1778AB2F9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7" creationId="{98893902-0ABE-0B3F-2F43-028A9BC3AAD0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8" creationId="{AFD7C5F1-ED0F-695C-335C-2ACEA6BBEEA4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59" creationId="{E3EBD6AC-73CD-044B-56DA-6869B931B3A9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0" creationId="{B4DC4A36-AE58-43E3-BE5F-43D1AAB82B52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1" creationId="{8AAABBA7-D473-2748-3C4A-F348E184A141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2" creationId="{CEAE3F90-3300-7E8D-0102-37399DB5A4D8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3" creationId="{D55FD3AD-0D0A-9D21-BC0F-5B94FB979A5A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4" creationId="{A5595AEF-BE23-BB48-793C-02045833F0B3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5" creationId="{09DFF794-8567-0879-553A-B286856D7B7F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6" creationId="{BABCC8AB-2CAE-2151-965E-406AD1677919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7" creationId="{91D5EAEB-D7BD-ED85-FE4C-CBBBD7C539ED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8" creationId="{B4BE1666-B0D7-9F99-A76B-75AECD547920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69" creationId="{432E8989-EF75-B175-424A-93645C4F634A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0" creationId="{D0A52310-6BEC-6717-AFB2-C35645EA2FBD}"/>
          </ac:cxnSpMkLst>
        </pc:cxnChg>
        <pc:cxnChg chg="mod">
          <ac:chgData name="Broekmans, Tom" userId="da313021-0096-41a9-a254-3e4e4881797d" providerId="ADAL" clId="{F20D159F-F8E9-4AFD-8BBB-A6F17AB022B1}" dt="2023-10-30T09:45:39.939" v="210" actId="14100"/>
          <ac:cxnSpMkLst>
            <pc:docMk/>
            <pc:sldMk cId="786363153" sldId="264"/>
            <ac:cxnSpMk id="71" creationId="{EE0A950F-C7A1-817B-4F78-C6542042CD75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2" creationId="{38668AB8-1D22-58BB-9168-9BF6FE44C51C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3" creationId="{9F59966C-9BCA-8A02-D457-364542096E37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4" creationId="{A3EFAF2F-12D0-543F-A1FB-0E6F76688A3A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5" creationId="{D331104A-37AF-D89F-D124-44907EC37B16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6" creationId="{BC203EDC-5422-7A52-514E-D2556D51AF99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7" creationId="{B9473CDC-EE5D-6B35-2113-FA97C40A2CEC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8" creationId="{26F682A8-EA32-6AF1-E5B5-9B4108E44247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79" creationId="{1EC1DBBA-6EFE-70ED-3020-73580CF7250A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0" creationId="{7E237433-8833-B6FC-2DF9-9464E9D3AE53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1" creationId="{B85438AD-9E8B-0047-DE18-2D17B055C41D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2" creationId="{2685063E-1F06-7D7F-0D81-736C60DBA8C7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3" creationId="{1B2AD0AC-7686-FC6B-DEA1-A0EE47833BC8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4" creationId="{146734E5-5A1E-BC10-799F-5AC6D397E3E0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5" creationId="{656B336B-85E6-90F3-B75E-714B9B762751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6" creationId="{C230877E-EE00-A711-015E-1C017EB8D44B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7" creationId="{9B6757D1-233D-72B9-5F77-31B5BB26EA1D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8" creationId="{DDF0E67C-FD73-087F-B785-A72AF5C0DDFC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89" creationId="{B6F90A1F-7DB9-85FB-48C1-4CAB8343E8D9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90" creationId="{70808790-DA33-0BE4-AB16-D4BC94B93101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91" creationId="{83665983-E18A-6F50-1DF8-DEEF315E23F1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92" creationId="{6A7B1CCC-0309-C4E2-E1DE-86D4803AB925}"/>
          </ac:cxnSpMkLst>
        </pc:cxnChg>
        <pc:cxnChg chg="mod">
          <ac:chgData name="Broekmans, Tom" userId="da313021-0096-41a9-a254-3e4e4881797d" providerId="ADAL" clId="{F20D159F-F8E9-4AFD-8BBB-A6F17AB022B1}" dt="2023-10-30T09:37:56.615" v="193" actId="165"/>
          <ac:cxnSpMkLst>
            <pc:docMk/>
            <pc:sldMk cId="786363153" sldId="264"/>
            <ac:cxnSpMk id="93" creationId="{B42D74B7-81B8-12E4-16CC-4055FD6536A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6/11/2023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583474"/>
            <a:ext cx="8656092" cy="1433321"/>
          </a:xfrm>
        </p:spPr>
        <p:txBody>
          <a:bodyPr>
            <a:normAutofit fontScale="90000"/>
          </a:bodyPr>
          <a:lstStyle/>
          <a:p>
            <a:r>
              <a:rPr lang="nl-BE" dirty="0"/>
              <a:t>Het EPD </a:t>
            </a:r>
            <a:r>
              <a:rPr lang="nl-BE" dirty="0" err="1"/>
              <a:t>futureproof</a:t>
            </a:r>
            <a:r>
              <a:rPr lang="nl-BE" dirty="0"/>
              <a:t> maken voor efficiënte data-uitwisseling ter bevordering van de zorgkwaliteit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2077535"/>
            <a:ext cx="8660070" cy="970469"/>
          </a:xfrm>
        </p:spPr>
        <p:txBody>
          <a:bodyPr/>
          <a:lstStyle/>
          <a:p>
            <a:r>
              <a:rPr lang="nl-BE" dirty="0"/>
              <a:t>Projectvoorstel, als antwoord op projectoproep data </a:t>
            </a:r>
            <a:r>
              <a:rPr lang="nl-BE" dirty="0" err="1"/>
              <a:t>capabilities</a:t>
            </a:r>
            <a:r>
              <a:rPr lang="nl-BE" dirty="0"/>
              <a:t>, vanuit vzw Asster, </a:t>
            </a:r>
            <a:r>
              <a:rPr lang="nl-BE" dirty="0" err="1"/>
              <a:t>asbl</a:t>
            </a:r>
            <a:r>
              <a:rPr lang="nl-BE" dirty="0"/>
              <a:t> Oeuvres des </a:t>
            </a:r>
            <a:r>
              <a:rPr lang="nl-BE" dirty="0" err="1"/>
              <a:t>Frères</a:t>
            </a:r>
            <a:r>
              <a:rPr lang="nl-BE" dirty="0"/>
              <a:t> de la Charité, vzw organisatie Broeders Van Liefde en vzw Obasi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0977743" cy="1325563"/>
          </a:xfrm>
        </p:spPr>
        <p:txBody>
          <a:bodyPr>
            <a:noAutofit/>
          </a:bodyPr>
          <a:lstStyle/>
          <a:p>
            <a:r>
              <a:rPr lang="nl-BE" sz="3600" dirty="0"/>
              <a:t>Het EPD </a:t>
            </a:r>
            <a:r>
              <a:rPr lang="nl-BE" sz="3600" dirty="0" err="1"/>
              <a:t>futureproof</a:t>
            </a:r>
            <a:r>
              <a:rPr lang="nl-BE" sz="3600" dirty="0"/>
              <a:t> maken voor efficiënte data-uitwisseling ter bevordering van de zorgkwaliteit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nl-BE" dirty="0"/>
              <a:t>Uitwisselen van patiëntengegevens uit hun Elektronisch Patiënten Dossier (EPD) volgens de FHIR-standaard en met </a:t>
            </a:r>
            <a:r>
              <a:rPr lang="nl-BE" dirty="0" err="1"/>
              <a:t>Snomed</a:t>
            </a:r>
            <a:r>
              <a:rPr lang="nl-BE" dirty="0"/>
              <a:t> CT gecodeerde datasets:</a:t>
            </a:r>
          </a:p>
          <a:p>
            <a:pPr lvl="1"/>
            <a:r>
              <a:rPr lang="nl-BE" dirty="0"/>
              <a:t>Data die bruikbaar en beschikbaar zijn voor primair gebruik, m.n. beslissingen binnen de zorgcontext in en tussen de betrokken ziekenhuizen. </a:t>
            </a:r>
          </a:p>
          <a:p>
            <a:pPr lvl="1"/>
            <a:r>
              <a:rPr lang="nl-BE" dirty="0"/>
              <a:t>Het secundair gebruik van data voor beleids- en/of onderzoeksdoeleinden in en over de betrokken ziekenhuizen heen.</a:t>
            </a:r>
          </a:p>
          <a:p>
            <a:pPr lvl="1"/>
            <a:r>
              <a:rPr lang="nl-BE" dirty="0"/>
              <a:t>De ontwikkeling van een methodiek om een versnelde </a:t>
            </a:r>
            <a:r>
              <a:rPr lang="nl-BE" dirty="0" err="1"/>
              <a:t>sectorbrede</a:t>
            </a:r>
            <a:r>
              <a:rPr lang="nl-BE" dirty="0"/>
              <a:t> invoering van internationale standaarden voor data-deling te introduceren en data uit het zorgdossier meer FAIR (</a:t>
            </a:r>
            <a:r>
              <a:rPr lang="nl-BE" dirty="0" err="1"/>
              <a:t>Findable</a:t>
            </a:r>
            <a:r>
              <a:rPr lang="nl-BE" dirty="0"/>
              <a:t>, </a:t>
            </a:r>
            <a:r>
              <a:rPr lang="nl-BE" dirty="0" err="1"/>
              <a:t>Accessible</a:t>
            </a:r>
            <a:r>
              <a:rPr lang="nl-BE" dirty="0"/>
              <a:t>, </a:t>
            </a:r>
            <a:r>
              <a:rPr lang="nl-BE" dirty="0" err="1"/>
              <a:t>Interoperable</a:t>
            </a:r>
            <a:r>
              <a:rPr lang="nl-BE" dirty="0"/>
              <a:t> en </a:t>
            </a:r>
            <a:r>
              <a:rPr lang="nl-BE" dirty="0" err="1"/>
              <a:t>Reusable</a:t>
            </a:r>
            <a:r>
              <a:rPr lang="nl-BE" dirty="0"/>
              <a:t>) te maken.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nl-BE" dirty="0"/>
              <a:t>Is het EPD-systeem structureel aangepast aan de internationale standaarden FHIR en SNOMED CT voor zowel de Vlaamse als de Waalse zorginstellingen</a:t>
            </a:r>
          </a:p>
          <a:p>
            <a:r>
              <a:rPr lang="nl-BE" dirty="0"/>
              <a:t>Hebben de 11 deelnemende ziekenhuizen de gegevens in hun databases voor een geselecteerd aantal care sets FAIR gemaakt.</a:t>
            </a:r>
          </a:p>
          <a:p>
            <a:r>
              <a:rPr lang="nl-BE" dirty="0"/>
              <a:t>Hebben de 11 deelnemende ziekenhuizen interne richtlijnen uitgewerkt voor een kwalitatieve registratiemethode en een correct gebruik van data uit het zorgdossier.</a:t>
            </a:r>
          </a:p>
          <a:p>
            <a:r>
              <a:rPr lang="nl-BE" dirty="0"/>
              <a:t>Hebben de 11 deelnemende ziekenhuizen het gebruik van data op geaggregeerd niveau voorbereid voor een geselecteerd aantal datasets</a:t>
            </a:r>
            <a:r>
              <a:rPr lang="nl-BE"/>
              <a:t>. 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195459" cy="1325563"/>
          </a:xfrm>
        </p:spPr>
        <p:txBody>
          <a:bodyPr>
            <a:noAutofit/>
          </a:bodyPr>
          <a:lstStyle/>
          <a:p>
            <a:r>
              <a:rPr lang="nl-BE" sz="3600" dirty="0"/>
              <a:t>Het EPD </a:t>
            </a:r>
            <a:r>
              <a:rPr lang="nl-BE" sz="3600" dirty="0" err="1"/>
              <a:t>futureproof</a:t>
            </a:r>
            <a:r>
              <a:rPr lang="nl-BE" sz="3600" dirty="0"/>
              <a:t> maken voor efficiënte data-uitwisseling ter bevordering van de zorgkwaliteit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75B42DDC-560B-310F-DE23-003D82085C9E}"/>
              </a:ext>
            </a:extLst>
          </p:cNvPr>
          <p:cNvGrpSpPr/>
          <p:nvPr/>
        </p:nvGrpSpPr>
        <p:grpSpPr>
          <a:xfrm>
            <a:off x="1693392" y="2348086"/>
            <a:ext cx="5519980" cy="4289583"/>
            <a:chOff x="3132763" y="556590"/>
            <a:chExt cx="6512923" cy="6079957"/>
          </a:xfrm>
        </p:grpSpPr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CB6C1846-7907-C114-12B0-96E30D1F20A3}"/>
                </a:ext>
              </a:extLst>
            </p:cNvPr>
            <p:cNvSpPr/>
            <p:nvPr/>
          </p:nvSpPr>
          <p:spPr>
            <a:xfrm>
              <a:off x="3198644" y="556590"/>
              <a:ext cx="6447042" cy="6031245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17" name="Cilinder 116">
              <a:extLst>
                <a:ext uri="{FF2B5EF4-FFF2-40B4-BE49-F238E27FC236}">
                  <a16:creationId xmlns:a16="http://schemas.microsoft.com/office/drawing/2014/main" id="{0F2D4236-9DEA-300C-E4BC-545DF194F297}"/>
                </a:ext>
              </a:extLst>
            </p:cNvPr>
            <p:cNvSpPr/>
            <p:nvPr/>
          </p:nvSpPr>
          <p:spPr>
            <a:xfrm>
              <a:off x="3404139" y="4270665"/>
              <a:ext cx="1852805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PZ Ariadne</a:t>
              </a:r>
            </a:p>
          </p:txBody>
        </p:sp>
        <p:sp>
          <p:nvSpPr>
            <p:cNvPr id="118" name="Tekstvak 117">
              <a:extLst>
                <a:ext uri="{FF2B5EF4-FFF2-40B4-BE49-F238E27FC236}">
                  <a16:creationId xmlns:a16="http://schemas.microsoft.com/office/drawing/2014/main" id="{9F898879-5029-B776-41DB-75ABC4646567}"/>
                </a:ext>
              </a:extLst>
            </p:cNvPr>
            <p:cNvSpPr txBox="1"/>
            <p:nvPr/>
          </p:nvSpPr>
          <p:spPr>
            <a:xfrm>
              <a:off x="3132763" y="6200311"/>
              <a:ext cx="3933088" cy="436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400" dirty="0"/>
                <a:t>Private </a:t>
              </a:r>
              <a:r>
                <a:rPr lang="nl-BE" sz="1400" dirty="0" err="1"/>
                <a:t>cloud</a:t>
              </a:r>
              <a:r>
                <a:rPr lang="nl-BE" sz="1400" dirty="0"/>
                <a:t> omgeving EPD toepassing</a:t>
              </a:r>
            </a:p>
          </p:txBody>
        </p:sp>
        <p:sp>
          <p:nvSpPr>
            <p:cNvPr id="119" name="Cilinder 118">
              <a:extLst>
                <a:ext uri="{FF2B5EF4-FFF2-40B4-BE49-F238E27FC236}">
                  <a16:creationId xmlns:a16="http://schemas.microsoft.com/office/drawing/2014/main" id="{7508D45F-37F0-E8CF-35A0-6594E5E4C464}"/>
                </a:ext>
              </a:extLst>
            </p:cNvPr>
            <p:cNvSpPr/>
            <p:nvPr/>
          </p:nvSpPr>
          <p:spPr>
            <a:xfrm>
              <a:off x="3393752" y="1165644"/>
              <a:ext cx="1852804" cy="821279"/>
            </a:xfrm>
            <a:prstGeom prst="can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PZ Asster</a:t>
              </a:r>
            </a:p>
          </p:txBody>
        </p:sp>
        <p:sp>
          <p:nvSpPr>
            <p:cNvPr id="120" name="Cilinder 119">
              <a:extLst>
                <a:ext uri="{FF2B5EF4-FFF2-40B4-BE49-F238E27FC236}">
                  <a16:creationId xmlns:a16="http://schemas.microsoft.com/office/drawing/2014/main" id="{A1587289-AF84-E733-090A-FC13D697AC34}"/>
                </a:ext>
              </a:extLst>
            </p:cNvPr>
            <p:cNvSpPr/>
            <p:nvPr/>
          </p:nvSpPr>
          <p:spPr>
            <a:xfrm>
              <a:off x="3400678" y="2180890"/>
              <a:ext cx="1852805" cy="821279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DPI CNP St Martin</a:t>
              </a:r>
            </a:p>
          </p:txBody>
        </p:sp>
        <p:sp>
          <p:nvSpPr>
            <p:cNvPr id="121" name="Cilinder 120">
              <a:extLst>
                <a:ext uri="{FF2B5EF4-FFF2-40B4-BE49-F238E27FC236}">
                  <a16:creationId xmlns:a16="http://schemas.microsoft.com/office/drawing/2014/main" id="{2A442E27-6ADB-95E0-AB6E-81D7363378DE}"/>
                </a:ext>
              </a:extLst>
            </p:cNvPr>
            <p:cNvSpPr/>
            <p:nvPr/>
          </p:nvSpPr>
          <p:spPr>
            <a:xfrm>
              <a:off x="3400676" y="3205727"/>
              <a:ext cx="1852805" cy="821279"/>
            </a:xfrm>
            <a:prstGeom prst="can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DPI CP St Bernard</a:t>
              </a:r>
            </a:p>
          </p:txBody>
        </p:sp>
        <p:sp>
          <p:nvSpPr>
            <p:cNvPr id="122" name="Cilinder 121">
              <a:extLst>
                <a:ext uri="{FF2B5EF4-FFF2-40B4-BE49-F238E27FC236}">
                  <a16:creationId xmlns:a16="http://schemas.microsoft.com/office/drawing/2014/main" id="{CFBF2CE4-0DC9-32D4-7CB3-155E69734F94}"/>
                </a:ext>
              </a:extLst>
            </p:cNvPr>
            <p:cNvSpPr/>
            <p:nvPr/>
          </p:nvSpPr>
          <p:spPr>
            <a:xfrm>
              <a:off x="7748215" y="738481"/>
              <a:ext cx="1681905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600" dirty="0"/>
                <a:t>EPD zorggroep</a:t>
              </a:r>
            </a:p>
            <a:p>
              <a:pPr algn="ctr"/>
              <a:r>
                <a:rPr lang="nl-BE" sz="1600" dirty="0"/>
                <a:t>AZT</a:t>
              </a:r>
            </a:p>
          </p:txBody>
        </p:sp>
        <p:sp>
          <p:nvSpPr>
            <p:cNvPr id="123" name="Cilinder 122">
              <a:extLst>
                <a:ext uri="{FF2B5EF4-FFF2-40B4-BE49-F238E27FC236}">
                  <a16:creationId xmlns:a16="http://schemas.microsoft.com/office/drawing/2014/main" id="{F726B93C-09C2-2776-BBAF-859386C234C2}"/>
                </a:ext>
              </a:extLst>
            </p:cNvPr>
            <p:cNvSpPr/>
            <p:nvPr/>
          </p:nvSpPr>
          <p:spPr>
            <a:xfrm>
              <a:off x="7748214" y="1668077"/>
              <a:ext cx="1683380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600" dirty="0"/>
                <a:t>EPD Zorggroep </a:t>
              </a:r>
            </a:p>
            <a:p>
              <a:pPr algn="ctr"/>
              <a:r>
                <a:rPr lang="nl-BE" sz="1600" dirty="0"/>
                <a:t>Multiversum</a:t>
              </a:r>
            </a:p>
          </p:txBody>
        </p:sp>
        <p:sp>
          <p:nvSpPr>
            <p:cNvPr id="124" name="Cilinder 123">
              <a:extLst>
                <a:ext uri="{FF2B5EF4-FFF2-40B4-BE49-F238E27FC236}">
                  <a16:creationId xmlns:a16="http://schemas.microsoft.com/office/drawing/2014/main" id="{58074743-25FA-C7E6-25BD-376435391D2F}"/>
                </a:ext>
              </a:extLst>
            </p:cNvPr>
            <p:cNvSpPr/>
            <p:nvPr/>
          </p:nvSpPr>
          <p:spPr>
            <a:xfrm>
              <a:off x="7716143" y="2615275"/>
              <a:ext cx="1696755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</a:t>
              </a:r>
              <a:r>
                <a:rPr lang="nl-BE" dirty="0" err="1"/>
                <a:t>dr</a:t>
              </a:r>
              <a:r>
                <a:rPr lang="nl-BE" dirty="0"/>
                <a:t> Guislain</a:t>
              </a:r>
            </a:p>
          </p:txBody>
        </p:sp>
        <p:sp>
          <p:nvSpPr>
            <p:cNvPr id="125" name="Cilinder 124">
              <a:extLst>
                <a:ext uri="{FF2B5EF4-FFF2-40B4-BE49-F238E27FC236}">
                  <a16:creationId xmlns:a16="http://schemas.microsoft.com/office/drawing/2014/main" id="{53D6DB13-CDE8-A2D0-E3BB-533BDD2734C7}"/>
                </a:ext>
              </a:extLst>
            </p:cNvPr>
            <p:cNvSpPr/>
            <p:nvPr/>
          </p:nvSpPr>
          <p:spPr>
            <a:xfrm>
              <a:off x="7716143" y="3552082"/>
              <a:ext cx="1715451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PZ Sint Amandus</a:t>
              </a:r>
            </a:p>
          </p:txBody>
        </p:sp>
        <p:sp>
          <p:nvSpPr>
            <p:cNvPr id="126" name="Cilinder 125">
              <a:extLst>
                <a:ext uri="{FF2B5EF4-FFF2-40B4-BE49-F238E27FC236}">
                  <a16:creationId xmlns:a16="http://schemas.microsoft.com/office/drawing/2014/main" id="{F96567A6-1A41-D7EA-0B34-5B28ABE41BCF}"/>
                </a:ext>
              </a:extLst>
            </p:cNvPr>
            <p:cNvSpPr/>
            <p:nvPr/>
          </p:nvSpPr>
          <p:spPr>
            <a:xfrm>
              <a:off x="3404139" y="5360110"/>
              <a:ext cx="1852805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zorggroep </a:t>
              </a:r>
            </a:p>
            <a:p>
              <a:pPr algn="ctr"/>
              <a:r>
                <a:rPr lang="nl-BE" dirty="0"/>
                <a:t>Sint Kamillus</a:t>
              </a:r>
            </a:p>
          </p:txBody>
        </p:sp>
        <p:sp>
          <p:nvSpPr>
            <p:cNvPr id="127" name="Cilinder 126">
              <a:extLst>
                <a:ext uri="{FF2B5EF4-FFF2-40B4-BE49-F238E27FC236}">
                  <a16:creationId xmlns:a16="http://schemas.microsoft.com/office/drawing/2014/main" id="{EF639F98-70AD-3CC5-67AA-A985E2EA7AAA}"/>
                </a:ext>
              </a:extLst>
            </p:cNvPr>
            <p:cNvSpPr/>
            <p:nvPr/>
          </p:nvSpPr>
          <p:spPr>
            <a:xfrm>
              <a:off x="7716143" y="4614052"/>
              <a:ext cx="1715451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PZ Sint </a:t>
              </a:r>
              <a:r>
                <a:rPr lang="nl-BE" dirty="0" err="1"/>
                <a:t>Alexius</a:t>
              </a:r>
              <a:endParaRPr lang="nl-BE" dirty="0"/>
            </a:p>
          </p:txBody>
        </p:sp>
        <p:sp>
          <p:nvSpPr>
            <p:cNvPr id="128" name="Cilinder 127">
              <a:extLst>
                <a:ext uri="{FF2B5EF4-FFF2-40B4-BE49-F238E27FC236}">
                  <a16:creationId xmlns:a16="http://schemas.microsoft.com/office/drawing/2014/main" id="{55219D1A-7181-84C0-8CD4-62EF7E138ECA}"/>
                </a:ext>
              </a:extLst>
            </p:cNvPr>
            <p:cNvSpPr/>
            <p:nvPr/>
          </p:nvSpPr>
          <p:spPr>
            <a:xfrm>
              <a:off x="7716142" y="5565387"/>
              <a:ext cx="1743121" cy="821279"/>
            </a:xfrm>
            <a:prstGeom prst="ca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EPD Sint-Jan-Baptist</a:t>
              </a:r>
            </a:p>
          </p:txBody>
        </p:sp>
      </p:grpSp>
      <p:sp>
        <p:nvSpPr>
          <p:cNvPr id="36" name="Tekstvak 35">
            <a:extLst>
              <a:ext uri="{FF2B5EF4-FFF2-40B4-BE49-F238E27FC236}">
                <a16:creationId xmlns:a16="http://schemas.microsoft.com/office/drawing/2014/main" id="{36D04136-E2B4-B79A-FE38-0265DF322119}"/>
              </a:ext>
            </a:extLst>
          </p:cNvPr>
          <p:cNvSpPr txBox="1"/>
          <p:nvPr/>
        </p:nvSpPr>
        <p:spPr>
          <a:xfrm>
            <a:off x="2261502" y="2392793"/>
            <a:ext cx="207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EPD leverancier</a:t>
            </a:r>
          </a:p>
        </p:txBody>
      </p:sp>
      <p:grpSp>
        <p:nvGrpSpPr>
          <p:cNvPr id="37" name="Groep 36">
            <a:extLst>
              <a:ext uri="{FF2B5EF4-FFF2-40B4-BE49-F238E27FC236}">
                <a16:creationId xmlns:a16="http://schemas.microsoft.com/office/drawing/2014/main" id="{59C9E241-7378-EFE1-79C3-02E4ED34C88A}"/>
              </a:ext>
            </a:extLst>
          </p:cNvPr>
          <p:cNvGrpSpPr/>
          <p:nvPr/>
        </p:nvGrpSpPr>
        <p:grpSpPr>
          <a:xfrm>
            <a:off x="3484921" y="2348086"/>
            <a:ext cx="2120263" cy="4136100"/>
            <a:chOff x="7678035" y="724545"/>
            <a:chExt cx="2501659" cy="5862413"/>
          </a:xfrm>
        </p:grpSpPr>
        <p:grpSp>
          <p:nvGrpSpPr>
            <p:cNvPr id="38" name="Groep 37">
              <a:extLst>
                <a:ext uri="{FF2B5EF4-FFF2-40B4-BE49-F238E27FC236}">
                  <a16:creationId xmlns:a16="http://schemas.microsoft.com/office/drawing/2014/main" id="{F9B72145-09A1-3C7A-FE92-5FCEC2236160}"/>
                </a:ext>
              </a:extLst>
            </p:cNvPr>
            <p:cNvGrpSpPr/>
            <p:nvPr/>
          </p:nvGrpSpPr>
          <p:grpSpPr>
            <a:xfrm>
              <a:off x="7949682" y="1333599"/>
              <a:ext cx="631363" cy="815091"/>
              <a:chOff x="7949682" y="1333599"/>
              <a:chExt cx="631363" cy="815091"/>
            </a:xfrm>
          </p:grpSpPr>
          <p:sp>
            <p:nvSpPr>
              <p:cNvPr id="114" name="Kubus 113">
                <a:extLst>
                  <a:ext uri="{FF2B5EF4-FFF2-40B4-BE49-F238E27FC236}">
                    <a16:creationId xmlns:a16="http://schemas.microsoft.com/office/drawing/2014/main" id="{8B11FD41-7DA2-CD9D-CCBC-37B9B06BC1BD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59904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15" name="Kubus 114">
                <a:extLst>
                  <a:ext uri="{FF2B5EF4-FFF2-40B4-BE49-F238E27FC236}">
                    <a16:creationId xmlns:a16="http://schemas.microsoft.com/office/drawing/2014/main" id="{4C07003B-FB5D-308B-4163-C071397608E5}"/>
                  </a:ext>
                </a:extLst>
              </p:cNvPr>
              <p:cNvSpPr/>
              <p:nvPr/>
            </p:nvSpPr>
            <p:spPr>
              <a:xfrm>
                <a:off x="7965301" y="1780090"/>
                <a:ext cx="615744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39" name="Groep 38">
              <a:extLst>
                <a:ext uri="{FF2B5EF4-FFF2-40B4-BE49-F238E27FC236}">
                  <a16:creationId xmlns:a16="http://schemas.microsoft.com/office/drawing/2014/main" id="{9AE2D385-FAD8-B9A4-8B3C-D1D445B5B087}"/>
                </a:ext>
              </a:extLst>
            </p:cNvPr>
            <p:cNvGrpSpPr/>
            <p:nvPr/>
          </p:nvGrpSpPr>
          <p:grpSpPr>
            <a:xfrm>
              <a:off x="9321350" y="898167"/>
              <a:ext cx="627346" cy="802747"/>
              <a:chOff x="7946639" y="1333599"/>
              <a:chExt cx="627346" cy="802747"/>
            </a:xfrm>
          </p:grpSpPr>
          <p:sp>
            <p:nvSpPr>
              <p:cNvPr id="112" name="Kubus 111">
                <a:extLst>
                  <a:ext uri="{FF2B5EF4-FFF2-40B4-BE49-F238E27FC236}">
                    <a16:creationId xmlns:a16="http://schemas.microsoft.com/office/drawing/2014/main" id="{AB059BED-18F0-9110-F1FE-CC6CA2F3EDAB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47468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13" name="Kubus 112">
                <a:extLst>
                  <a:ext uri="{FF2B5EF4-FFF2-40B4-BE49-F238E27FC236}">
                    <a16:creationId xmlns:a16="http://schemas.microsoft.com/office/drawing/2014/main" id="{96A68401-4E37-D35E-7D2E-7F98E838C241}"/>
                  </a:ext>
                </a:extLst>
              </p:cNvPr>
              <p:cNvSpPr/>
              <p:nvPr/>
            </p:nvSpPr>
            <p:spPr>
              <a:xfrm>
                <a:off x="7946639" y="1767746"/>
                <a:ext cx="627346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0" name="Groep 39">
              <a:extLst>
                <a:ext uri="{FF2B5EF4-FFF2-40B4-BE49-F238E27FC236}">
                  <a16:creationId xmlns:a16="http://schemas.microsoft.com/office/drawing/2014/main" id="{3E7EF8BC-0E5A-3DC0-A982-AAA808936BE1}"/>
                </a:ext>
              </a:extLst>
            </p:cNvPr>
            <p:cNvGrpSpPr/>
            <p:nvPr/>
          </p:nvGrpSpPr>
          <p:grpSpPr>
            <a:xfrm>
              <a:off x="7972974" y="2324053"/>
              <a:ext cx="604556" cy="815091"/>
              <a:chOff x="7949682" y="1333599"/>
              <a:chExt cx="604556" cy="815091"/>
            </a:xfrm>
          </p:grpSpPr>
          <p:sp>
            <p:nvSpPr>
              <p:cNvPr id="110" name="Kubus 109">
                <a:extLst>
                  <a:ext uri="{FF2B5EF4-FFF2-40B4-BE49-F238E27FC236}">
                    <a16:creationId xmlns:a16="http://schemas.microsoft.com/office/drawing/2014/main" id="{48AAD131-8F61-A8A6-3C58-C466EEBE0699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59904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11" name="Kubus 110">
                <a:extLst>
                  <a:ext uri="{FF2B5EF4-FFF2-40B4-BE49-F238E27FC236}">
                    <a16:creationId xmlns:a16="http://schemas.microsoft.com/office/drawing/2014/main" id="{E8DB1295-683B-AEF6-8676-0DC603AA51C6}"/>
                  </a:ext>
                </a:extLst>
              </p:cNvPr>
              <p:cNvSpPr/>
              <p:nvPr/>
            </p:nvSpPr>
            <p:spPr>
              <a:xfrm>
                <a:off x="7965302" y="1780090"/>
                <a:ext cx="588936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1" name="Groep 40">
              <a:extLst>
                <a:ext uri="{FF2B5EF4-FFF2-40B4-BE49-F238E27FC236}">
                  <a16:creationId xmlns:a16="http://schemas.microsoft.com/office/drawing/2014/main" id="{598DD195-45ED-09E7-1BF3-C41DDD2F4799}"/>
                </a:ext>
              </a:extLst>
            </p:cNvPr>
            <p:cNvGrpSpPr/>
            <p:nvPr/>
          </p:nvGrpSpPr>
          <p:grpSpPr>
            <a:xfrm>
              <a:off x="7971452" y="3352127"/>
              <a:ext cx="604556" cy="815091"/>
              <a:chOff x="7949682" y="1333599"/>
              <a:chExt cx="604556" cy="815091"/>
            </a:xfrm>
          </p:grpSpPr>
          <p:sp>
            <p:nvSpPr>
              <p:cNvPr id="108" name="Kubus 107">
                <a:extLst>
                  <a:ext uri="{FF2B5EF4-FFF2-40B4-BE49-F238E27FC236}">
                    <a16:creationId xmlns:a16="http://schemas.microsoft.com/office/drawing/2014/main" id="{B6BF47D0-FC42-1FD0-AFDF-37318881DC62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59904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800" dirty="0"/>
                  <a:t>FHIR</a:t>
                </a:r>
              </a:p>
            </p:txBody>
          </p:sp>
          <p:sp>
            <p:nvSpPr>
              <p:cNvPr id="109" name="Kubus 108">
                <a:extLst>
                  <a:ext uri="{FF2B5EF4-FFF2-40B4-BE49-F238E27FC236}">
                    <a16:creationId xmlns:a16="http://schemas.microsoft.com/office/drawing/2014/main" id="{AFD6D56E-E3A6-0BAD-309E-531809D78F5A}"/>
                  </a:ext>
                </a:extLst>
              </p:cNvPr>
              <p:cNvSpPr/>
              <p:nvPr/>
            </p:nvSpPr>
            <p:spPr>
              <a:xfrm>
                <a:off x="7965302" y="1780090"/>
                <a:ext cx="588936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2" name="Groep 41">
              <a:extLst>
                <a:ext uri="{FF2B5EF4-FFF2-40B4-BE49-F238E27FC236}">
                  <a16:creationId xmlns:a16="http://schemas.microsoft.com/office/drawing/2014/main" id="{959D0F84-7BCE-390D-4C48-25CDD2B9D08C}"/>
                </a:ext>
              </a:extLst>
            </p:cNvPr>
            <p:cNvGrpSpPr/>
            <p:nvPr/>
          </p:nvGrpSpPr>
          <p:grpSpPr>
            <a:xfrm>
              <a:off x="7980784" y="4434473"/>
              <a:ext cx="593812" cy="815091"/>
              <a:chOff x="7949682" y="1333599"/>
              <a:chExt cx="593812" cy="815091"/>
            </a:xfrm>
          </p:grpSpPr>
          <p:sp>
            <p:nvSpPr>
              <p:cNvPr id="106" name="Kubus 105">
                <a:extLst>
                  <a:ext uri="{FF2B5EF4-FFF2-40B4-BE49-F238E27FC236}">
                    <a16:creationId xmlns:a16="http://schemas.microsoft.com/office/drawing/2014/main" id="{822C0264-194F-2229-5CCE-92A916FFBAB9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59904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07" name="Kubus 106">
                <a:extLst>
                  <a:ext uri="{FF2B5EF4-FFF2-40B4-BE49-F238E27FC236}">
                    <a16:creationId xmlns:a16="http://schemas.microsoft.com/office/drawing/2014/main" id="{02809AF4-DAEE-4434-46D5-0AAC13A46D09}"/>
                  </a:ext>
                </a:extLst>
              </p:cNvPr>
              <p:cNvSpPr/>
              <p:nvPr/>
            </p:nvSpPr>
            <p:spPr>
              <a:xfrm>
                <a:off x="7965301" y="1780090"/>
                <a:ext cx="578193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93F16B42-0BF0-24C8-63FD-06BA2B92BB08}"/>
                </a:ext>
              </a:extLst>
            </p:cNvPr>
            <p:cNvGrpSpPr/>
            <p:nvPr/>
          </p:nvGrpSpPr>
          <p:grpSpPr>
            <a:xfrm>
              <a:off x="7990110" y="5432849"/>
              <a:ext cx="631363" cy="815091"/>
              <a:chOff x="7949682" y="1333599"/>
              <a:chExt cx="631363" cy="815091"/>
            </a:xfrm>
          </p:grpSpPr>
          <p:sp>
            <p:nvSpPr>
              <p:cNvPr id="104" name="Kubus 103">
                <a:extLst>
                  <a:ext uri="{FF2B5EF4-FFF2-40B4-BE49-F238E27FC236}">
                    <a16:creationId xmlns:a16="http://schemas.microsoft.com/office/drawing/2014/main" id="{352B63F2-AC1A-C40E-1AA5-4DFD92017D8E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59904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05" name="Kubus 104">
                <a:extLst>
                  <a:ext uri="{FF2B5EF4-FFF2-40B4-BE49-F238E27FC236}">
                    <a16:creationId xmlns:a16="http://schemas.microsoft.com/office/drawing/2014/main" id="{37E884BA-2F4E-9327-73EF-484785BDD427}"/>
                  </a:ext>
                </a:extLst>
              </p:cNvPr>
              <p:cNvSpPr/>
              <p:nvPr/>
            </p:nvSpPr>
            <p:spPr>
              <a:xfrm>
                <a:off x="7965301" y="1780090"/>
                <a:ext cx="615744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4" name="Groep 43">
              <a:extLst>
                <a:ext uri="{FF2B5EF4-FFF2-40B4-BE49-F238E27FC236}">
                  <a16:creationId xmlns:a16="http://schemas.microsoft.com/office/drawing/2014/main" id="{F4BF53D2-E769-54DA-506A-BD853148EB98}"/>
                </a:ext>
              </a:extLst>
            </p:cNvPr>
            <p:cNvGrpSpPr/>
            <p:nvPr/>
          </p:nvGrpSpPr>
          <p:grpSpPr>
            <a:xfrm>
              <a:off x="9321351" y="1921398"/>
              <a:ext cx="588199" cy="815091"/>
              <a:chOff x="7946640" y="1333599"/>
              <a:chExt cx="588199" cy="815091"/>
            </a:xfrm>
          </p:grpSpPr>
          <p:sp>
            <p:nvSpPr>
              <p:cNvPr id="102" name="Kubus 101">
                <a:extLst>
                  <a:ext uri="{FF2B5EF4-FFF2-40B4-BE49-F238E27FC236}">
                    <a16:creationId xmlns:a16="http://schemas.microsoft.com/office/drawing/2014/main" id="{59FAB910-FDD6-03D7-BF13-D12EFF734EB3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45993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03" name="Kubus 102">
                <a:extLst>
                  <a:ext uri="{FF2B5EF4-FFF2-40B4-BE49-F238E27FC236}">
                    <a16:creationId xmlns:a16="http://schemas.microsoft.com/office/drawing/2014/main" id="{CDF8AF7A-5594-A551-AE0D-3D89DC74E25B}"/>
                  </a:ext>
                </a:extLst>
              </p:cNvPr>
              <p:cNvSpPr/>
              <p:nvPr/>
            </p:nvSpPr>
            <p:spPr>
              <a:xfrm>
                <a:off x="7946640" y="1780090"/>
                <a:ext cx="588199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5" name="Groep 44">
              <a:extLst>
                <a:ext uri="{FF2B5EF4-FFF2-40B4-BE49-F238E27FC236}">
                  <a16:creationId xmlns:a16="http://schemas.microsoft.com/office/drawing/2014/main" id="{557BE1CF-E965-573E-CBE4-632D1BE4881F}"/>
                </a:ext>
              </a:extLst>
            </p:cNvPr>
            <p:cNvGrpSpPr/>
            <p:nvPr/>
          </p:nvGrpSpPr>
          <p:grpSpPr>
            <a:xfrm>
              <a:off x="9332334" y="2857601"/>
              <a:ext cx="604761" cy="815091"/>
              <a:chOff x="7929634" y="1333599"/>
              <a:chExt cx="604761" cy="815091"/>
            </a:xfrm>
          </p:grpSpPr>
          <p:sp>
            <p:nvSpPr>
              <p:cNvPr id="100" name="Kubus 99">
                <a:extLst>
                  <a:ext uri="{FF2B5EF4-FFF2-40B4-BE49-F238E27FC236}">
                    <a16:creationId xmlns:a16="http://schemas.microsoft.com/office/drawing/2014/main" id="{0423CF02-A774-714A-B677-E12962CE9147}"/>
                  </a:ext>
                </a:extLst>
              </p:cNvPr>
              <p:cNvSpPr/>
              <p:nvPr/>
            </p:nvSpPr>
            <p:spPr>
              <a:xfrm>
                <a:off x="7949683" y="1333599"/>
                <a:ext cx="584712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101" name="Kubus 100">
                <a:extLst>
                  <a:ext uri="{FF2B5EF4-FFF2-40B4-BE49-F238E27FC236}">
                    <a16:creationId xmlns:a16="http://schemas.microsoft.com/office/drawing/2014/main" id="{E19F7401-4D63-19BB-63BA-4771A3F71D14}"/>
                  </a:ext>
                </a:extLst>
              </p:cNvPr>
              <p:cNvSpPr/>
              <p:nvPr/>
            </p:nvSpPr>
            <p:spPr>
              <a:xfrm>
                <a:off x="7929634" y="1780090"/>
                <a:ext cx="600487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6" name="Groep 45">
              <a:extLst>
                <a:ext uri="{FF2B5EF4-FFF2-40B4-BE49-F238E27FC236}">
                  <a16:creationId xmlns:a16="http://schemas.microsoft.com/office/drawing/2014/main" id="{95DB64B7-701A-F787-809F-DA3D2FA2C7D9}"/>
                </a:ext>
              </a:extLst>
            </p:cNvPr>
            <p:cNvGrpSpPr/>
            <p:nvPr/>
          </p:nvGrpSpPr>
          <p:grpSpPr>
            <a:xfrm>
              <a:off x="9360742" y="3772005"/>
              <a:ext cx="585831" cy="815091"/>
              <a:chOff x="7948707" y="1333599"/>
              <a:chExt cx="585831" cy="815091"/>
            </a:xfrm>
          </p:grpSpPr>
          <p:sp>
            <p:nvSpPr>
              <p:cNvPr id="98" name="Kubus 97">
                <a:extLst>
                  <a:ext uri="{FF2B5EF4-FFF2-40B4-BE49-F238E27FC236}">
                    <a16:creationId xmlns:a16="http://schemas.microsoft.com/office/drawing/2014/main" id="{7DE6C998-3076-6EAE-A6D8-302A1C6C38B1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84712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99" name="Kubus 98">
                <a:extLst>
                  <a:ext uri="{FF2B5EF4-FFF2-40B4-BE49-F238E27FC236}">
                    <a16:creationId xmlns:a16="http://schemas.microsoft.com/office/drawing/2014/main" id="{331A5715-C94A-94E0-2991-E34E92B9FA77}"/>
                  </a:ext>
                </a:extLst>
              </p:cNvPr>
              <p:cNvSpPr/>
              <p:nvPr/>
            </p:nvSpPr>
            <p:spPr>
              <a:xfrm>
                <a:off x="7948707" y="1780090"/>
                <a:ext cx="585831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7" name="Groep 46">
              <a:extLst>
                <a:ext uri="{FF2B5EF4-FFF2-40B4-BE49-F238E27FC236}">
                  <a16:creationId xmlns:a16="http://schemas.microsoft.com/office/drawing/2014/main" id="{025274DD-EFF8-2BC8-5E09-4294A3DB46DD}"/>
                </a:ext>
              </a:extLst>
            </p:cNvPr>
            <p:cNvGrpSpPr/>
            <p:nvPr/>
          </p:nvGrpSpPr>
          <p:grpSpPr>
            <a:xfrm>
              <a:off x="9380371" y="4817037"/>
              <a:ext cx="584712" cy="815091"/>
              <a:chOff x="7949682" y="1333599"/>
              <a:chExt cx="584712" cy="815091"/>
            </a:xfrm>
          </p:grpSpPr>
          <p:sp>
            <p:nvSpPr>
              <p:cNvPr id="96" name="Kubus 95">
                <a:extLst>
                  <a:ext uri="{FF2B5EF4-FFF2-40B4-BE49-F238E27FC236}">
                    <a16:creationId xmlns:a16="http://schemas.microsoft.com/office/drawing/2014/main" id="{61CF8216-7FAF-348B-B69D-31FCC8E8549C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84712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97" name="Kubus 96">
                <a:extLst>
                  <a:ext uri="{FF2B5EF4-FFF2-40B4-BE49-F238E27FC236}">
                    <a16:creationId xmlns:a16="http://schemas.microsoft.com/office/drawing/2014/main" id="{202CBA87-C924-155C-3094-2CFAE84BAC58}"/>
                  </a:ext>
                </a:extLst>
              </p:cNvPr>
              <p:cNvSpPr/>
              <p:nvPr/>
            </p:nvSpPr>
            <p:spPr>
              <a:xfrm>
                <a:off x="7949683" y="1780090"/>
                <a:ext cx="584710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grpSp>
          <p:nvGrpSpPr>
            <p:cNvPr id="48" name="Groep 47">
              <a:extLst>
                <a:ext uri="{FF2B5EF4-FFF2-40B4-BE49-F238E27FC236}">
                  <a16:creationId xmlns:a16="http://schemas.microsoft.com/office/drawing/2014/main" id="{9B4EAC53-A305-8435-F6B4-AE111EB4234A}"/>
                </a:ext>
              </a:extLst>
            </p:cNvPr>
            <p:cNvGrpSpPr/>
            <p:nvPr/>
          </p:nvGrpSpPr>
          <p:grpSpPr>
            <a:xfrm>
              <a:off x="9411470" y="5771867"/>
              <a:ext cx="584712" cy="815091"/>
              <a:chOff x="7949682" y="1333599"/>
              <a:chExt cx="584712" cy="815091"/>
            </a:xfrm>
          </p:grpSpPr>
          <p:sp>
            <p:nvSpPr>
              <p:cNvPr id="94" name="Kubus 93">
                <a:extLst>
                  <a:ext uri="{FF2B5EF4-FFF2-40B4-BE49-F238E27FC236}">
                    <a16:creationId xmlns:a16="http://schemas.microsoft.com/office/drawing/2014/main" id="{F9654DBD-80FF-83DC-F261-DCA24E1DCD63}"/>
                  </a:ext>
                </a:extLst>
              </p:cNvPr>
              <p:cNvSpPr/>
              <p:nvPr/>
            </p:nvSpPr>
            <p:spPr>
              <a:xfrm>
                <a:off x="7949682" y="1333599"/>
                <a:ext cx="584712" cy="368600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FHIR</a:t>
                </a:r>
              </a:p>
            </p:txBody>
          </p:sp>
          <p:sp>
            <p:nvSpPr>
              <p:cNvPr id="95" name="Kubus 94">
                <a:extLst>
                  <a:ext uri="{FF2B5EF4-FFF2-40B4-BE49-F238E27FC236}">
                    <a16:creationId xmlns:a16="http://schemas.microsoft.com/office/drawing/2014/main" id="{5EE02379-6A86-8C3C-FC87-E3F74624349E}"/>
                  </a:ext>
                </a:extLst>
              </p:cNvPr>
              <p:cNvSpPr/>
              <p:nvPr/>
            </p:nvSpPr>
            <p:spPr>
              <a:xfrm>
                <a:off x="7949682" y="1780090"/>
                <a:ext cx="584712" cy="368600"/>
              </a:xfrm>
              <a:prstGeom prst="cub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BE" sz="900" dirty="0"/>
                  <a:t>SNOMED</a:t>
                </a:r>
              </a:p>
            </p:txBody>
          </p:sp>
        </p:grpSp>
        <p:cxnSp>
          <p:nvCxnSpPr>
            <p:cNvPr id="49" name="Rechte verbindingslijn 48">
              <a:extLst>
                <a:ext uri="{FF2B5EF4-FFF2-40B4-BE49-F238E27FC236}">
                  <a16:creationId xmlns:a16="http://schemas.microsoft.com/office/drawing/2014/main" id="{1D7DC5DB-1495-DF59-B8F6-BB33C75E2344}"/>
                </a:ext>
              </a:extLst>
            </p:cNvPr>
            <p:cNvCxnSpPr>
              <a:cxnSpLocks/>
              <a:stCxn id="119" idx="4"/>
              <a:endCxn id="114" idx="2"/>
            </p:cNvCxnSpPr>
            <p:nvPr/>
          </p:nvCxnSpPr>
          <p:spPr>
            <a:xfrm flipV="1">
              <a:off x="7678035" y="1563974"/>
              <a:ext cx="271646" cy="1802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Rechte verbindingslijn 49">
              <a:extLst>
                <a:ext uri="{FF2B5EF4-FFF2-40B4-BE49-F238E27FC236}">
                  <a16:creationId xmlns:a16="http://schemas.microsoft.com/office/drawing/2014/main" id="{63C0C582-6CF0-49AA-B5C8-557A3A8354A0}"/>
                </a:ext>
              </a:extLst>
            </p:cNvPr>
            <p:cNvCxnSpPr>
              <a:cxnSpLocks/>
              <a:stCxn id="119" idx="4"/>
              <a:endCxn id="115" idx="2"/>
            </p:cNvCxnSpPr>
            <p:nvPr/>
          </p:nvCxnSpPr>
          <p:spPr>
            <a:xfrm>
              <a:off x="7678035" y="1744239"/>
              <a:ext cx="287266" cy="2662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Rechte verbindingslijn 50">
              <a:extLst>
                <a:ext uri="{FF2B5EF4-FFF2-40B4-BE49-F238E27FC236}">
                  <a16:creationId xmlns:a16="http://schemas.microsoft.com/office/drawing/2014/main" id="{E1568640-ED5A-072F-AF39-82DF0AE3CE3E}"/>
                </a:ext>
              </a:extLst>
            </p:cNvPr>
            <p:cNvCxnSpPr>
              <a:cxnSpLocks/>
              <a:stCxn id="120" idx="4"/>
              <a:endCxn id="110" idx="2"/>
            </p:cNvCxnSpPr>
            <p:nvPr/>
          </p:nvCxnSpPr>
          <p:spPr>
            <a:xfrm flipV="1">
              <a:off x="7684962" y="2554428"/>
              <a:ext cx="288011" cy="2050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76F2E617-C159-2705-F29C-23CD8DAE5812}"/>
                </a:ext>
              </a:extLst>
            </p:cNvPr>
            <p:cNvCxnSpPr>
              <a:cxnSpLocks/>
              <a:stCxn id="120" idx="4"/>
              <a:endCxn id="111" idx="2"/>
            </p:cNvCxnSpPr>
            <p:nvPr/>
          </p:nvCxnSpPr>
          <p:spPr>
            <a:xfrm>
              <a:off x="7684962" y="2759485"/>
              <a:ext cx="303632" cy="2414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3B384472-8E46-3C66-37CC-42C16FBAF515}"/>
                </a:ext>
              </a:extLst>
            </p:cNvPr>
            <p:cNvCxnSpPr>
              <a:cxnSpLocks/>
              <a:stCxn id="121" idx="4"/>
              <a:endCxn id="108" idx="2"/>
            </p:cNvCxnSpPr>
            <p:nvPr/>
          </p:nvCxnSpPr>
          <p:spPr>
            <a:xfrm flipV="1">
              <a:off x="7684961" y="3582502"/>
              <a:ext cx="286491" cy="2018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98281CCF-C1BA-D359-FE6B-CD30E53F626F}"/>
                </a:ext>
              </a:extLst>
            </p:cNvPr>
            <p:cNvCxnSpPr>
              <a:cxnSpLocks/>
              <a:stCxn id="121" idx="4"/>
              <a:endCxn id="109" idx="2"/>
            </p:cNvCxnSpPr>
            <p:nvPr/>
          </p:nvCxnSpPr>
          <p:spPr>
            <a:xfrm>
              <a:off x="7684961" y="3784322"/>
              <a:ext cx="302111" cy="2446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Rechte verbindingslijn 54">
              <a:extLst>
                <a:ext uri="{FF2B5EF4-FFF2-40B4-BE49-F238E27FC236}">
                  <a16:creationId xmlns:a16="http://schemas.microsoft.com/office/drawing/2014/main" id="{BE98AE3A-B297-8632-4B25-0C75AA1D1660}"/>
                </a:ext>
              </a:extLst>
            </p:cNvPr>
            <p:cNvCxnSpPr>
              <a:cxnSpLocks/>
              <a:stCxn id="117" idx="4"/>
              <a:endCxn id="106" idx="2"/>
            </p:cNvCxnSpPr>
            <p:nvPr/>
          </p:nvCxnSpPr>
          <p:spPr>
            <a:xfrm flipV="1">
              <a:off x="7688424" y="4664847"/>
              <a:ext cx="292360" cy="18441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Rechte verbindingslijn 55">
              <a:extLst>
                <a:ext uri="{FF2B5EF4-FFF2-40B4-BE49-F238E27FC236}">
                  <a16:creationId xmlns:a16="http://schemas.microsoft.com/office/drawing/2014/main" id="{F4795948-C11E-45A1-65B6-35E1778AB2F9}"/>
                </a:ext>
              </a:extLst>
            </p:cNvPr>
            <p:cNvCxnSpPr>
              <a:cxnSpLocks/>
              <a:stCxn id="117" idx="4"/>
              <a:endCxn id="107" idx="2"/>
            </p:cNvCxnSpPr>
            <p:nvPr/>
          </p:nvCxnSpPr>
          <p:spPr>
            <a:xfrm>
              <a:off x="7688424" y="4849259"/>
              <a:ext cx="307980" cy="2620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56">
              <a:extLst>
                <a:ext uri="{FF2B5EF4-FFF2-40B4-BE49-F238E27FC236}">
                  <a16:creationId xmlns:a16="http://schemas.microsoft.com/office/drawing/2014/main" id="{98893902-0ABE-0B3F-2F43-028A9BC3AAD0}"/>
                </a:ext>
              </a:extLst>
            </p:cNvPr>
            <p:cNvCxnSpPr>
              <a:cxnSpLocks/>
              <a:stCxn id="126" idx="4"/>
              <a:endCxn id="104" idx="2"/>
            </p:cNvCxnSpPr>
            <p:nvPr/>
          </p:nvCxnSpPr>
          <p:spPr>
            <a:xfrm flipV="1">
              <a:off x="7688424" y="5663224"/>
              <a:ext cx="301686" cy="2754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AFD7C5F1-ED0F-695C-335C-2ACEA6BBEEA4}"/>
                </a:ext>
              </a:extLst>
            </p:cNvPr>
            <p:cNvCxnSpPr>
              <a:cxnSpLocks/>
              <a:stCxn id="126" idx="4"/>
              <a:endCxn id="105" idx="2"/>
            </p:cNvCxnSpPr>
            <p:nvPr/>
          </p:nvCxnSpPr>
          <p:spPr>
            <a:xfrm>
              <a:off x="7688424" y="5938704"/>
              <a:ext cx="317305" cy="17101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E3EBD6AC-73CD-044B-56DA-6869B931B3A9}"/>
                </a:ext>
              </a:extLst>
            </p:cNvPr>
            <p:cNvCxnSpPr>
              <a:cxnSpLocks/>
              <a:stCxn id="95" idx="5"/>
              <a:endCxn id="128" idx="2"/>
            </p:cNvCxnSpPr>
            <p:nvPr/>
          </p:nvCxnSpPr>
          <p:spPr>
            <a:xfrm flipV="1">
              <a:off x="9996182" y="6143981"/>
              <a:ext cx="151440" cy="2126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Rechte verbindingslijn 59">
              <a:extLst>
                <a:ext uri="{FF2B5EF4-FFF2-40B4-BE49-F238E27FC236}">
                  <a16:creationId xmlns:a16="http://schemas.microsoft.com/office/drawing/2014/main" id="{B4DC4A36-AE58-43E3-BE5F-43D1AAB82B52}"/>
                </a:ext>
              </a:extLst>
            </p:cNvPr>
            <p:cNvCxnSpPr>
              <a:cxnSpLocks/>
              <a:stCxn id="94" idx="5"/>
              <a:endCxn id="128" idx="2"/>
            </p:cNvCxnSpPr>
            <p:nvPr/>
          </p:nvCxnSpPr>
          <p:spPr>
            <a:xfrm>
              <a:off x="9996182" y="5910092"/>
              <a:ext cx="151440" cy="2338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8AAABBA7-D473-2748-3C4A-F348E184A141}"/>
                </a:ext>
              </a:extLst>
            </p:cNvPr>
            <p:cNvCxnSpPr>
              <a:cxnSpLocks/>
              <a:stCxn id="96" idx="5"/>
              <a:endCxn id="127" idx="2"/>
            </p:cNvCxnSpPr>
            <p:nvPr/>
          </p:nvCxnSpPr>
          <p:spPr>
            <a:xfrm>
              <a:off x="9965083" y="4955262"/>
              <a:ext cx="182541" cy="2373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Rechte verbindingslijn 61">
              <a:extLst>
                <a:ext uri="{FF2B5EF4-FFF2-40B4-BE49-F238E27FC236}">
                  <a16:creationId xmlns:a16="http://schemas.microsoft.com/office/drawing/2014/main" id="{CEAE3F90-3300-7E8D-0102-37399DB5A4D8}"/>
                </a:ext>
              </a:extLst>
            </p:cNvPr>
            <p:cNvCxnSpPr>
              <a:cxnSpLocks/>
              <a:stCxn id="97" idx="5"/>
              <a:endCxn id="127" idx="2"/>
            </p:cNvCxnSpPr>
            <p:nvPr/>
          </p:nvCxnSpPr>
          <p:spPr>
            <a:xfrm flipV="1">
              <a:off x="9965082" y="5192646"/>
              <a:ext cx="182542" cy="2091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Rechte verbindingslijn 62">
              <a:extLst>
                <a:ext uri="{FF2B5EF4-FFF2-40B4-BE49-F238E27FC236}">
                  <a16:creationId xmlns:a16="http://schemas.microsoft.com/office/drawing/2014/main" id="{D55FD3AD-0D0A-9D21-BC0F-5B94FB979A5A}"/>
                </a:ext>
              </a:extLst>
            </p:cNvPr>
            <p:cNvCxnSpPr>
              <a:cxnSpLocks/>
              <a:stCxn id="99" idx="5"/>
              <a:endCxn id="125" idx="2"/>
            </p:cNvCxnSpPr>
            <p:nvPr/>
          </p:nvCxnSpPr>
          <p:spPr>
            <a:xfrm flipV="1">
              <a:off x="9946574" y="4130676"/>
              <a:ext cx="201050" cy="2260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Rechte verbindingslijn 63">
              <a:extLst>
                <a:ext uri="{FF2B5EF4-FFF2-40B4-BE49-F238E27FC236}">
                  <a16:creationId xmlns:a16="http://schemas.microsoft.com/office/drawing/2014/main" id="{A5595AEF-BE23-BB48-793C-02045833F0B3}"/>
                </a:ext>
              </a:extLst>
            </p:cNvPr>
            <p:cNvCxnSpPr>
              <a:cxnSpLocks/>
              <a:stCxn id="98" idx="5"/>
              <a:endCxn id="125" idx="2"/>
            </p:cNvCxnSpPr>
            <p:nvPr/>
          </p:nvCxnSpPr>
          <p:spPr>
            <a:xfrm>
              <a:off x="9946430" y="3910230"/>
              <a:ext cx="201193" cy="2204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Rechte verbindingslijn 64">
              <a:extLst>
                <a:ext uri="{FF2B5EF4-FFF2-40B4-BE49-F238E27FC236}">
                  <a16:creationId xmlns:a16="http://schemas.microsoft.com/office/drawing/2014/main" id="{09DFF794-8567-0879-553A-B286856D7B7F}"/>
                </a:ext>
              </a:extLst>
            </p:cNvPr>
            <p:cNvCxnSpPr>
              <a:cxnSpLocks/>
              <a:stCxn id="101" idx="5"/>
              <a:endCxn id="124" idx="2"/>
            </p:cNvCxnSpPr>
            <p:nvPr/>
          </p:nvCxnSpPr>
          <p:spPr>
            <a:xfrm flipV="1">
              <a:off x="9932822" y="3193869"/>
              <a:ext cx="214801" cy="2484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Rechte verbindingslijn 65">
              <a:extLst>
                <a:ext uri="{FF2B5EF4-FFF2-40B4-BE49-F238E27FC236}">
                  <a16:creationId xmlns:a16="http://schemas.microsoft.com/office/drawing/2014/main" id="{BABCC8AB-2CAE-2151-965E-406AD1677919}"/>
                </a:ext>
              </a:extLst>
            </p:cNvPr>
            <p:cNvCxnSpPr>
              <a:cxnSpLocks/>
              <a:stCxn id="100" idx="5"/>
              <a:endCxn id="124" idx="2"/>
            </p:cNvCxnSpPr>
            <p:nvPr/>
          </p:nvCxnSpPr>
          <p:spPr>
            <a:xfrm>
              <a:off x="9937096" y="2995826"/>
              <a:ext cx="210527" cy="1980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Rechte verbindingslijn 66">
              <a:extLst>
                <a:ext uri="{FF2B5EF4-FFF2-40B4-BE49-F238E27FC236}">
                  <a16:creationId xmlns:a16="http://schemas.microsoft.com/office/drawing/2014/main" id="{91D5EAEB-D7BD-ED85-FE4C-CBBBD7C539ED}"/>
                </a:ext>
              </a:extLst>
            </p:cNvPr>
            <p:cNvCxnSpPr>
              <a:cxnSpLocks/>
              <a:stCxn id="102" idx="5"/>
              <a:endCxn id="123" idx="2"/>
            </p:cNvCxnSpPr>
            <p:nvPr/>
          </p:nvCxnSpPr>
          <p:spPr>
            <a:xfrm>
              <a:off x="9870387" y="2059623"/>
              <a:ext cx="309307" cy="1870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B4BE1666-B0D7-9F99-A76B-75AECD547920}"/>
                </a:ext>
              </a:extLst>
            </p:cNvPr>
            <p:cNvCxnSpPr>
              <a:cxnSpLocks/>
              <a:stCxn id="103" idx="5"/>
              <a:endCxn id="123" idx="2"/>
            </p:cNvCxnSpPr>
            <p:nvPr/>
          </p:nvCxnSpPr>
          <p:spPr>
            <a:xfrm flipV="1">
              <a:off x="9909550" y="2246672"/>
              <a:ext cx="270143" cy="2594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Rechte verbindingslijn 68">
              <a:extLst>
                <a:ext uri="{FF2B5EF4-FFF2-40B4-BE49-F238E27FC236}">
                  <a16:creationId xmlns:a16="http://schemas.microsoft.com/office/drawing/2014/main" id="{432E8989-EF75-B175-424A-93645C4F634A}"/>
                </a:ext>
              </a:extLst>
            </p:cNvPr>
            <p:cNvCxnSpPr>
              <a:cxnSpLocks/>
              <a:stCxn id="112" idx="5"/>
              <a:endCxn id="122" idx="2"/>
            </p:cNvCxnSpPr>
            <p:nvPr/>
          </p:nvCxnSpPr>
          <p:spPr>
            <a:xfrm>
              <a:off x="9871862" y="1036392"/>
              <a:ext cx="307832" cy="2806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D0A52310-6BEC-6717-AFB2-C35645EA2FBD}"/>
                </a:ext>
              </a:extLst>
            </p:cNvPr>
            <p:cNvCxnSpPr>
              <a:cxnSpLocks/>
              <a:stCxn id="113" idx="5"/>
              <a:endCxn id="122" idx="2"/>
            </p:cNvCxnSpPr>
            <p:nvPr/>
          </p:nvCxnSpPr>
          <p:spPr>
            <a:xfrm flipV="1">
              <a:off x="9948697" y="1317075"/>
              <a:ext cx="230997" cy="1534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EE0A950F-C7A1-817B-4F78-C6542042C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0460" y="724545"/>
              <a:ext cx="39420" cy="572418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Rechte verbindingslijn met pijl 71">
              <a:extLst>
                <a:ext uri="{FF2B5EF4-FFF2-40B4-BE49-F238E27FC236}">
                  <a16:creationId xmlns:a16="http://schemas.microsoft.com/office/drawing/2014/main" id="{38668AB8-1D22-58BB-9168-9BF6FE44C51C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 flipV="1">
              <a:off x="8957388" y="1128541"/>
              <a:ext cx="367005" cy="493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Rechte verbindingslijn met pijl 72">
              <a:extLst>
                <a:ext uri="{FF2B5EF4-FFF2-40B4-BE49-F238E27FC236}">
                  <a16:creationId xmlns:a16="http://schemas.microsoft.com/office/drawing/2014/main" id="{9F59966C-9BCA-8A02-D457-364542096E37}"/>
                </a:ext>
              </a:extLst>
            </p:cNvPr>
            <p:cNvCxnSpPr>
              <a:cxnSpLocks/>
              <a:endCxn id="113" idx="2"/>
            </p:cNvCxnSpPr>
            <p:nvPr/>
          </p:nvCxnSpPr>
          <p:spPr>
            <a:xfrm>
              <a:off x="8954346" y="1551630"/>
              <a:ext cx="367003" cy="1105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Rechte verbindingslijn met pijl 73">
              <a:extLst>
                <a:ext uri="{FF2B5EF4-FFF2-40B4-BE49-F238E27FC236}">
                  <a16:creationId xmlns:a16="http://schemas.microsoft.com/office/drawing/2014/main" id="{A3EFAF2F-12D0-543F-A1FB-0E6F76688A3A}"/>
                </a:ext>
              </a:extLst>
            </p:cNvPr>
            <p:cNvCxnSpPr>
              <a:cxnSpLocks/>
              <a:endCxn id="102" idx="2"/>
            </p:cNvCxnSpPr>
            <p:nvPr/>
          </p:nvCxnSpPr>
          <p:spPr>
            <a:xfrm>
              <a:off x="8982334" y="2151773"/>
              <a:ext cx="3420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Rechte verbindingslijn met pijl 74">
              <a:extLst>
                <a:ext uri="{FF2B5EF4-FFF2-40B4-BE49-F238E27FC236}">
                  <a16:creationId xmlns:a16="http://schemas.microsoft.com/office/drawing/2014/main" id="{D331104A-37AF-D89F-D124-44907EC37B16}"/>
                </a:ext>
              </a:extLst>
            </p:cNvPr>
            <p:cNvCxnSpPr>
              <a:cxnSpLocks/>
              <a:endCxn id="103" idx="2"/>
            </p:cNvCxnSpPr>
            <p:nvPr/>
          </p:nvCxnSpPr>
          <p:spPr>
            <a:xfrm>
              <a:off x="8964316" y="2598264"/>
              <a:ext cx="3570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Rechte verbindingslijn met pijl 75">
              <a:extLst>
                <a:ext uri="{FF2B5EF4-FFF2-40B4-BE49-F238E27FC236}">
                  <a16:creationId xmlns:a16="http://schemas.microsoft.com/office/drawing/2014/main" id="{BC203EDC-5422-7A52-514E-D2556D51AF99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>
              <a:off x="8973007" y="3087976"/>
              <a:ext cx="3793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Rechte verbindingslijn met pijl 76">
              <a:extLst>
                <a:ext uri="{FF2B5EF4-FFF2-40B4-BE49-F238E27FC236}">
                  <a16:creationId xmlns:a16="http://schemas.microsoft.com/office/drawing/2014/main" id="{B9473CDC-EE5D-6B35-2113-FA97C40A2CEC}"/>
                </a:ext>
              </a:extLst>
            </p:cNvPr>
            <p:cNvCxnSpPr>
              <a:cxnSpLocks/>
              <a:endCxn id="101" idx="2"/>
            </p:cNvCxnSpPr>
            <p:nvPr/>
          </p:nvCxnSpPr>
          <p:spPr>
            <a:xfrm>
              <a:off x="8989880" y="3534467"/>
              <a:ext cx="34245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Rechte verbindingslijn met pijl 77">
              <a:extLst>
                <a:ext uri="{FF2B5EF4-FFF2-40B4-BE49-F238E27FC236}">
                  <a16:creationId xmlns:a16="http://schemas.microsoft.com/office/drawing/2014/main" id="{26F682A8-EA32-6AF1-E5B5-9B4108E44247}"/>
                </a:ext>
              </a:extLst>
            </p:cNvPr>
            <p:cNvCxnSpPr>
              <a:cxnSpLocks/>
              <a:endCxn id="98" idx="2"/>
            </p:cNvCxnSpPr>
            <p:nvPr/>
          </p:nvCxnSpPr>
          <p:spPr>
            <a:xfrm>
              <a:off x="8963538" y="4002380"/>
              <a:ext cx="3981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Rechte verbindingslijn met pijl 78">
              <a:extLst>
                <a:ext uri="{FF2B5EF4-FFF2-40B4-BE49-F238E27FC236}">
                  <a16:creationId xmlns:a16="http://schemas.microsoft.com/office/drawing/2014/main" id="{1EC1DBBA-6EFE-70ED-3020-73580CF7250A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>
              <a:off x="8971487" y="4448870"/>
              <a:ext cx="3892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met pijl 79">
              <a:extLst>
                <a:ext uri="{FF2B5EF4-FFF2-40B4-BE49-F238E27FC236}">
                  <a16:creationId xmlns:a16="http://schemas.microsoft.com/office/drawing/2014/main" id="{7E237433-8833-B6FC-2DF9-9464E9D3AE53}"/>
                </a:ext>
              </a:extLst>
            </p:cNvPr>
            <p:cNvCxnSpPr>
              <a:cxnSpLocks/>
              <a:endCxn id="96" idx="2"/>
            </p:cNvCxnSpPr>
            <p:nvPr/>
          </p:nvCxnSpPr>
          <p:spPr>
            <a:xfrm>
              <a:off x="8971487" y="5047412"/>
              <a:ext cx="4088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met pijl 80">
              <a:extLst>
                <a:ext uri="{FF2B5EF4-FFF2-40B4-BE49-F238E27FC236}">
                  <a16:creationId xmlns:a16="http://schemas.microsoft.com/office/drawing/2014/main" id="{B85438AD-9E8B-0047-DE18-2D17B055C41D}"/>
                </a:ext>
              </a:extLst>
            </p:cNvPr>
            <p:cNvCxnSpPr>
              <a:cxnSpLocks/>
              <a:endCxn id="97" idx="2"/>
            </p:cNvCxnSpPr>
            <p:nvPr/>
          </p:nvCxnSpPr>
          <p:spPr>
            <a:xfrm>
              <a:off x="8964316" y="5493902"/>
              <a:ext cx="4160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met pijl 81">
              <a:extLst>
                <a:ext uri="{FF2B5EF4-FFF2-40B4-BE49-F238E27FC236}">
                  <a16:creationId xmlns:a16="http://schemas.microsoft.com/office/drawing/2014/main" id="{2685063E-1F06-7D7F-0D81-736C60DBA8C7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 flipV="1">
              <a:off x="8950461" y="6002242"/>
              <a:ext cx="461009" cy="1266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met pijl 82">
              <a:extLst>
                <a:ext uri="{FF2B5EF4-FFF2-40B4-BE49-F238E27FC236}">
                  <a16:creationId xmlns:a16="http://schemas.microsoft.com/office/drawing/2014/main" id="{1B2AD0AC-7686-FC6B-DEA1-A0EE47833BC8}"/>
                </a:ext>
              </a:extLst>
            </p:cNvPr>
            <p:cNvCxnSpPr>
              <a:cxnSpLocks/>
              <a:endCxn id="95" idx="2"/>
            </p:cNvCxnSpPr>
            <p:nvPr/>
          </p:nvCxnSpPr>
          <p:spPr>
            <a:xfrm>
              <a:off x="8971487" y="6436073"/>
              <a:ext cx="439984" cy="1266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Rechte verbindingslijn met pijl 83">
              <a:extLst>
                <a:ext uri="{FF2B5EF4-FFF2-40B4-BE49-F238E27FC236}">
                  <a16:creationId xmlns:a16="http://schemas.microsoft.com/office/drawing/2014/main" id="{146734E5-5A1E-BC10-799F-5AC6D397E3E0}"/>
                </a:ext>
              </a:extLst>
            </p:cNvPr>
            <p:cNvCxnSpPr>
              <a:cxnSpLocks/>
              <a:endCxn id="114" idx="5"/>
            </p:cNvCxnSpPr>
            <p:nvPr/>
          </p:nvCxnSpPr>
          <p:spPr>
            <a:xfrm flipH="1">
              <a:off x="8509585" y="1466891"/>
              <a:ext cx="453954" cy="493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Rechte verbindingslijn met pijl 84">
              <a:extLst>
                <a:ext uri="{FF2B5EF4-FFF2-40B4-BE49-F238E27FC236}">
                  <a16:creationId xmlns:a16="http://schemas.microsoft.com/office/drawing/2014/main" id="{656B336B-85E6-90F3-B75E-714B9B762751}"/>
                </a:ext>
              </a:extLst>
            </p:cNvPr>
            <p:cNvCxnSpPr>
              <a:cxnSpLocks/>
              <a:endCxn id="115" idx="5"/>
            </p:cNvCxnSpPr>
            <p:nvPr/>
          </p:nvCxnSpPr>
          <p:spPr>
            <a:xfrm flipH="1" flipV="1">
              <a:off x="8581045" y="1918315"/>
              <a:ext cx="369416" cy="308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Rechte verbindingslijn met pijl 85">
              <a:extLst>
                <a:ext uri="{FF2B5EF4-FFF2-40B4-BE49-F238E27FC236}">
                  <a16:creationId xmlns:a16="http://schemas.microsoft.com/office/drawing/2014/main" id="{C230877E-EE00-A711-015E-1C017EB8D44B}"/>
                </a:ext>
              </a:extLst>
            </p:cNvPr>
            <p:cNvCxnSpPr>
              <a:cxnSpLocks/>
              <a:endCxn id="110" idx="5"/>
            </p:cNvCxnSpPr>
            <p:nvPr/>
          </p:nvCxnSpPr>
          <p:spPr>
            <a:xfrm flipH="1">
              <a:off x="8532877" y="2457345"/>
              <a:ext cx="438609" cy="493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Rechte verbindingslijn met pijl 86">
              <a:extLst>
                <a:ext uri="{FF2B5EF4-FFF2-40B4-BE49-F238E27FC236}">
                  <a16:creationId xmlns:a16="http://schemas.microsoft.com/office/drawing/2014/main" id="{9B6757D1-233D-72B9-5F77-31B5BB26EA1D}"/>
                </a:ext>
              </a:extLst>
            </p:cNvPr>
            <p:cNvCxnSpPr>
              <a:cxnSpLocks/>
              <a:endCxn id="111" idx="5"/>
            </p:cNvCxnSpPr>
            <p:nvPr/>
          </p:nvCxnSpPr>
          <p:spPr>
            <a:xfrm flipH="1" flipV="1">
              <a:off x="8577530" y="2908770"/>
              <a:ext cx="386787" cy="875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Rechte verbindingslijn met pijl 87">
              <a:extLst>
                <a:ext uri="{FF2B5EF4-FFF2-40B4-BE49-F238E27FC236}">
                  <a16:creationId xmlns:a16="http://schemas.microsoft.com/office/drawing/2014/main" id="{DDF0E67C-FD73-087F-B785-A72AF5C0DDFC}"/>
                </a:ext>
              </a:extLst>
            </p:cNvPr>
            <p:cNvCxnSpPr>
              <a:cxnSpLocks/>
              <a:endCxn id="108" idx="5"/>
            </p:cNvCxnSpPr>
            <p:nvPr/>
          </p:nvCxnSpPr>
          <p:spPr>
            <a:xfrm flipH="1">
              <a:off x="8531355" y="3477691"/>
              <a:ext cx="419106" cy="12661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Rechte verbindingslijn met pijl 88">
              <a:extLst>
                <a:ext uri="{FF2B5EF4-FFF2-40B4-BE49-F238E27FC236}">
                  <a16:creationId xmlns:a16="http://schemas.microsoft.com/office/drawing/2014/main" id="{B6F90A1F-7DB9-85FB-48C1-4CAB8343E8D9}"/>
                </a:ext>
              </a:extLst>
            </p:cNvPr>
            <p:cNvCxnSpPr>
              <a:cxnSpLocks/>
              <a:endCxn id="109" idx="5"/>
            </p:cNvCxnSpPr>
            <p:nvPr/>
          </p:nvCxnSpPr>
          <p:spPr>
            <a:xfrm flipH="1">
              <a:off x="8576008" y="3910230"/>
              <a:ext cx="374453" cy="2661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met pijl 89">
              <a:extLst>
                <a:ext uri="{FF2B5EF4-FFF2-40B4-BE49-F238E27FC236}">
                  <a16:creationId xmlns:a16="http://schemas.microsoft.com/office/drawing/2014/main" id="{70808790-DA33-0BE4-AB16-D4BC94B93101}"/>
                </a:ext>
              </a:extLst>
            </p:cNvPr>
            <p:cNvCxnSpPr>
              <a:cxnSpLocks/>
              <a:endCxn id="106" idx="5"/>
            </p:cNvCxnSpPr>
            <p:nvPr/>
          </p:nvCxnSpPr>
          <p:spPr>
            <a:xfrm flipH="1">
              <a:off x="8540687" y="4562219"/>
              <a:ext cx="413237" cy="1047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met pijl 90">
              <a:extLst>
                <a:ext uri="{FF2B5EF4-FFF2-40B4-BE49-F238E27FC236}">
                  <a16:creationId xmlns:a16="http://schemas.microsoft.com/office/drawing/2014/main" id="{83665983-E18A-6F50-1DF8-DEEF315E23F1}"/>
                </a:ext>
              </a:extLst>
            </p:cNvPr>
            <p:cNvCxnSpPr>
              <a:cxnSpLocks/>
              <a:endCxn id="107" idx="5"/>
            </p:cNvCxnSpPr>
            <p:nvPr/>
          </p:nvCxnSpPr>
          <p:spPr>
            <a:xfrm flipH="1">
              <a:off x="8574596" y="5008712"/>
              <a:ext cx="382793" cy="1047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met pijl 91">
              <a:extLst>
                <a:ext uri="{FF2B5EF4-FFF2-40B4-BE49-F238E27FC236}">
                  <a16:creationId xmlns:a16="http://schemas.microsoft.com/office/drawing/2014/main" id="{6A7B1CCC-0309-C4E2-E1DE-86D4803AB925}"/>
                </a:ext>
              </a:extLst>
            </p:cNvPr>
            <p:cNvCxnSpPr>
              <a:cxnSpLocks/>
              <a:endCxn id="104" idx="5"/>
            </p:cNvCxnSpPr>
            <p:nvPr/>
          </p:nvCxnSpPr>
          <p:spPr>
            <a:xfrm flipH="1">
              <a:off x="8550014" y="5565503"/>
              <a:ext cx="400447" cy="557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met pijl 92">
              <a:extLst>
                <a:ext uri="{FF2B5EF4-FFF2-40B4-BE49-F238E27FC236}">
                  <a16:creationId xmlns:a16="http://schemas.microsoft.com/office/drawing/2014/main" id="{B42D74B7-81B8-12E4-16CC-4055FD6536AF}"/>
                </a:ext>
              </a:extLst>
            </p:cNvPr>
            <p:cNvCxnSpPr>
              <a:cxnSpLocks/>
              <a:endCxn id="105" idx="5"/>
            </p:cNvCxnSpPr>
            <p:nvPr/>
          </p:nvCxnSpPr>
          <p:spPr>
            <a:xfrm flipH="1">
              <a:off x="8621473" y="6002242"/>
              <a:ext cx="342843" cy="1532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69CC0D45-A06D-E399-03D2-A05BD11D4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575" y="2539013"/>
            <a:ext cx="1060709" cy="882977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8A6C9725-20B2-265F-4C4A-9403FD9C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372" y="3593654"/>
            <a:ext cx="902912" cy="739497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8D615D83-697A-0B84-A8B6-78386B6D4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775" y="4588094"/>
            <a:ext cx="902912" cy="693804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27929C5D-655B-E285-6AEA-638129FA1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775" y="5590866"/>
            <a:ext cx="798472" cy="664681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20CAD993-40F0-A378-8875-8FA674B90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164" y="3436546"/>
            <a:ext cx="1439659" cy="1396973"/>
          </a:xfrm>
          <a:prstGeom prst="rect">
            <a:avLst/>
          </a:prstGeom>
        </p:spPr>
      </p:pic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2CB98B4A-CBC2-B9FF-1079-6B75FBC241D7}"/>
              </a:ext>
            </a:extLst>
          </p:cNvPr>
          <p:cNvCxnSpPr>
            <a:cxnSpLocks/>
          </p:cNvCxnSpPr>
          <p:nvPr/>
        </p:nvCxnSpPr>
        <p:spPr>
          <a:xfrm>
            <a:off x="4572018" y="2294115"/>
            <a:ext cx="4484718" cy="710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B1AFF380-3198-DC95-9591-AC90013C61EF}"/>
              </a:ext>
            </a:extLst>
          </p:cNvPr>
          <p:cNvCxnSpPr>
            <a:cxnSpLocks/>
          </p:cNvCxnSpPr>
          <p:nvPr/>
        </p:nvCxnSpPr>
        <p:spPr>
          <a:xfrm flipV="1">
            <a:off x="8988689" y="2301220"/>
            <a:ext cx="16715" cy="362842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4D7A1FDA-2814-4C2C-21B4-17BF8EA3FA1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022329" y="4135032"/>
            <a:ext cx="408835" cy="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480EA940-A9C1-0A1C-A4D7-BC392A6BCAE0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8541284" y="2980501"/>
            <a:ext cx="481045" cy="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9C086378-38A8-FF4E-66E9-3637A6318EC4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8541284" y="3963402"/>
            <a:ext cx="464225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C7E33272-9287-EA88-8EAF-ED34492051D7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8563687" y="4934996"/>
            <a:ext cx="434336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98D64674-4EB5-030D-05A8-A034255EEE8F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8459248" y="5923206"/>
            <a:ext cx="529441" cy="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hoek 15">
            <a:extLst>
              <a:ext uri="{FF2B5EF4-FFF2-40B4-BE49-F238E27FC236}">
                <a16:creationId xmlns:a16="http://schemas.microsoft.com/office/drawing/2014/main" id="{0DCC14D0-59B7-AB78-5C37-AD7A9404E29E}"/>
              </a:ext>
            </a:extLst>
          </p:cNvPr>
          <p:cNvSpPr/>
          <p:nvPr/>
        </p:nvSpPr>
        <p:spPr>
          <a:xfrm>
            <a:off x="9423783" y="3137366"/>
            <a:ext cx="1556018" cy="1930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04312489-B525-C896-AF76-ED034FBC4B8E}"/>
              </a:ext>
            </a:extLst>
          </p:cNvPr>
          <p:cNvSpPr txBox="1"/>
          <p:nvPr/>
        </p:nvSpPr>
        <p:spPr>
          <a:xfrm>
            <a:off x="9672117" y="4696576"/>
            <a:ext cx="1025943" cy="273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burger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248A5C35-3609-9FA7-3F71-2C7164ACD706}"/>
              </a:ext>
            </a:extLst>
          </p:cNvPr>
          <p:cNvSpPr/>
          <p:nvPr/>
        </p:nvSpPr>
        <p:spPr>
          <a:xfrm>
            <a:off x="1619795" y="2139152"/>
            <a:ext cx="7529630" cy="45631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1AEE2C3-9097-5FC9-365B-3D404B2F3776}"/>
              </a:ext>
            </a:extLst>
          </p:cNvPr>
          <p:cNvSpPr txBox="1"/>
          <p:nvPr/>
        </p:nvSpPr>
        <p:spPr>
          <a:xfrm>
            <a:off x="7210777" y="6313445"/>
            <a:ext cx="145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zorgnetwerk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9E6CDEEA-09AB-A093-3BD6-7A79FB745542}"/>
              </a:ext>
            </a:extLst>
          </p:cNvPr>
          <p:cNvSpPr/>
          <p:nvPr/>
        </p:nvSpPr>
        <p:spPr>
          <a:xfrm>
            <a:off x="1493940" y="1828800"/>
            <a:ext cx="9661739" cy="4963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 / </a:t>
            </a:r>
            <a:r>
              <a:rPr lang="nl-BE" dirty="0" err="1"/>
              <a:t>Déclaration</a:t>
            </a:r>
            <a:r>
              <a:rPr lang="nl-BE" dirty="0"/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BE" dirty="0"/>
              <a:t>Structurele aanpassingen van het EPD systeem om gegevensuitwisseling aan de registratiebron:</a:t>
            </a:r>
          </a:p>
          <a:p>
            <a:pPr lvl="1"/>
            <a:r>
              <a:rPr lang="nl-BE" dirty="0"/>
              <a:t>voor primair gebruik in kader van kwaliteit van zorg te ondersteunen / verbeteren,</a:t>
            </a:r>
          </a:p>
          <a:p>
            <a:pPr lvl="1"/>
            <a:r>
              <a:rPr lang="nl-BE" dirty="0"/>
              <a:t>voor secundair gebruik in kader van rapportering.</a:t>
            </a:r>
          </a:p>
          <a:p>
            <a:r>
              <a:rPr lang="nl-BE" dirty="0"/>
              <a:t>Schaalbaarheid: </a:t>
            </a:r>
          </a:p>
          <a:p>
            <a:pPr lvl="1"/>
            <a:r>
              <a:rPr lang="nl-BE" dirty="0"/>
              <a:t>11 ziekenhuizen waarvan 9 Nederlandstalige en 2 Franstalige. Dus ook het taalaspect is opgenomen in het project.</a:t>
            </a:r>
          </a:p>
          <a:p>
            <a:pPr lvl="1"/>
            <a:r>
              <a:rPr lang="nl-BE" dirty="0"/>
              <a:t>Indirect potentieel: de EPD leveranciers heeft 80% van de Nederlandstalige- en 30% van de Franstalige Psychiatrische ziekenhuizen als klant.</a:t>
            </a:r>
          </a:p>
          <a:p>
            <a:pPr lvl="1"/>
            <a:r>
              <a:rPr lang="nl-BE" dirty="0"/>
              <a:t>Indirect potentieel: uitbreiding naar andere zorgvormen via EPD leverancier naar PVT, mobiele teams, WZC.</a:t>
            </a:r>
          </a:p>
          <a:p>
            <a:r>
              <a:rPr lang="nl-BE" dirty="0"/>
              <a:t>Kennisdeling faciliteren</a:t>
            </a:r>
          </a:p>
          <a:p>
            <a:pPr lvl="1"/>
            <a:r>
              <a:rPr lang="nl-BE" dirty="0"/>
              <a:t>Uitwisseling van plan van aanpak en delen van </a:t>
            </a:r>
            <a:r>
              <a:rPr lang="nl-BE" dirty="0" err="1"/>
              <a:t>good</a:t>
            </a:r>
            <a:r>
              <a:rPr lang="nl-BE" dirty="0"/>
              <a:t> </a:t>
            </a:r>
            <a:r>
              <a:rPr lang="nl-BE" dirty="0" err="1"/>
              <a:t>practices</a:t>
            </a:r>
            <a:r>
              <a:rPr lang="nl-BE" dirty="0"/>
              <a:t> in de sector.</a:t>
            </a: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867F682AAEBD40820CDB2752AC82B1" ma:contentTypeVersion="3" ma:contentTypeDescription="Een nieuw document maken." ma:contentTypeScope="" ma:versionID="9d04de539fd925dc3bfeee5623bb9438">
  <xsd:schema xmlns:xsd="http://www.w3.org/2001/XMLSchema" xmlns:xs="http://www.w3.org/2001/XMLSchema" xmlns:p="http://schemas.microsoft.com/office/2006/metadata/properties" xmlns:ns2="d6d93959-ab9e-48bd-8412-8537ca88daa1" targetNamespace="http://schemas.microsoft.com/office/2006/metadata/properties" ma:root="true" ma:fieldsID="67f62c7a446d49b9a31bfabbed93535e" ns2:_="">
    <xsd:import namespace="d6d93959-ab9e-48bd-8412-8537ca88da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93959-ab9e-48bd-8412-8537ca88da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78F1AB-4A9A-480F-9E48-522C49123E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d93959-ab9e-48bd-8412-8537ca88da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5A0C91-D235-4887-9CBA-2A1A25FC7E81}">
  <ds:schemaRefs>
    <ds:schemaRef ds:uri="http://www.w3.org/XML/1998/namespace"/>
    <ds:schemaRef ds:uri="http://purl.org/dc/terms/"/>
    <ds:schemaRef ds:uri="d6d93959-ab9e-48bd-8412-8537ca88daa1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121</TotalTime>
  <Words>440</Words>
  <Application>Microsoft Office PowerPoint</Application>
  <PresentationFormat>Breedbeeld</PresentationFormat>
  <Paragraphs>67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Het EPD futureproof maken voor efficiënte data-uitwisseling ter bevordering van de zorgkwaliteit </vt:lpstr>
      <vt:lpstr>Het EPD futureproof maken voor efficiënte data-uitwisseling ter bevordering van de zorgkwaliteit </vt:lpstr>
      <vt:lpstr>Het EPD futureproof maken voor efficiënte data-uitwisseling ter bevordering van de zorgkwaliteit </vt:lpstr>
      <vt:lpstr>Closing statement / Déclaration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Broekmans, Tom</cp:lastModifiedBy>
  <cp:revision>1</cp:revision>
  <dcterms:created xsi:type="dcterms:W3CDTF">2023-10-20T07:50:02Z</dcterms:created>
  <dcterms:modified xsi:type="dcterms:W3CDTF">2023-11-06T07:53:07Z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0x01010001867F682AAEBD40820CDB2752AC82B1</vt:lpwstr>
  </property>
  <property fmtid="{D5CDD505-2E9C-101B-9397-08002B2CF9AE}" pid="3" name="_dlc_DocIdItemGuid">
    <vt:lpwstr>94d7dbae-45f8-44f4-adea-da255fbf1e87</vt:lpwstr>
  </property>
</Properties>
</file>