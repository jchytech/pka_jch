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DIATECH MARKET &amp; SALES DECK —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DIATECH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Epidemiology – Allergies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Epidemiology – Viral Diseases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Pet Allergy Diagnostics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Prioritisation EU5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France –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France – Market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France – 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Italy –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Spain –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Germany –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Belgium –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Funnel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 France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