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10"/>
  </p:notesMasterIdLst>
  <p:sldIdLst>
    <p:sldId id="261" r:id="rId6"/>
    <p:sldId id="263" r:id="rId7"/>
    <p:sldId id="264" r:id="rId8"/>
    <p:sldId id="259" r:id="rId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E4AD"/>
    <a:srgbClr val="3A8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5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B481-70A1-4771-855B-D7E60E876D84}" type="datetimeFigureOut">
              <a:rPr lang="nl-BE" smtClean="0"/>
              <a:t>26/10/2023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19DD7-5F44-400E-95B9-DFA6740CEE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291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>
            <a:extLst>
              <a:ext uri="{FF2B5EF4-FFF2-40B4-BE49-F238E27FC236}">
                <a16:creationId xmlns:a16="http://schemas.microsoft.com/office/drawing/2014/main" id="{87F104F1-7F82-BAB2-C43D-3402B666763B}"/>
              </a:ext>
            </a:extLst>
          </p:cNvPr>
          <p:cNvGrpSpPr/>
          <p:nvPr userDrawn="1"/>
        </p:nvGrpSpPr>
        <p:grpSpPr>
          <a:xfrm>
            <a:off x="0" y="457199"/>
            <a:ext cx="9000490" cy="3966210"/>
            <a:chOff x="0" y="457199"/>
            <a:chExt cx="9000490" cy="3966210"/>
          </a:xfrm>
        </p:grpSpPr>
        <p:pic>
          <p:nvPicPr>
            <p:cNvPr id="35" name="object 3">
              <a:extLst>
                <a:ext uri="{FF2B5EF4-FFF2-40B4-BE49-F238E27FC236}">
                  <a16:creationId xmlns:a16="http://schemas.microsoft.com/office/drawing/2014/main" id="{BC13BD00-B479-9F6F-DD88-4F55436306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7199"/>
              <a:ext cx="9000008" cy="2741866"/>
            </a:xfrm>
            <a:prstGeom prst="rect">
              <a:avLst/>
            </a:prstGeom>
          </p:spPr>
        </p:pic>
        <p:sp>
          <p:nvSpPr>
            <p:cNvPr id="36" name="object 4">
              <a:extLst>
                <a:ext uri="{FF2B5EF4-FFF2-40B4-BE49-F238E27FC236}">
                  <a16:creationId xmlns:a16="http://schemas.microsoft.com/office/drawing/2014/main" id="{B574C4C1-F522-2ABE-B94C-0DFCC0A30E71}"/>
                </a:ext>
              </a:extLst>
            </p:cNvPr>
            <p:cNvSpPr/>
            <p:nvPr/>
          </p:nvSpPr>
          <p:spPr>
            <a:xfrm>
              <a:off x="0" y="3199061"/>
              <a:ext cx="9000490" cy="1224280"/>
            </a:xfrm>
            <a:custGeom>
              <a:avLst/>
              <a:gdLst/>
              <a:ahLst/>
              <a:cxnLst/>
              <a:rect l="l" t="t" r="r" b="b"/>
              <a:pathLst>
                <a:path w="9000490" h="1224279">
                  <a:moveTo>
                    <a:pt x="8999994" y="0"/>
                  </a:moveTo>
                  <a:lnTo>
                    <a:pt x="0" y="0"/>
                  </a:lnTo>
                  <a:lnTo>
                    <a:pt x="0" y="1224000"/>
                  </a:lnTo>
                  <a:lnTo>
                    <a:pt x="8748001" y="1224000"/>
                  </a:lnTo>
                  <a:lnTo>
                    <a:pt x="8793299" y="1219940"/>
                  </a:lnTo>
                  <a:lnTo>
                    <a:pt x="8835932" y="1208234"/>
                  </a:lnTo>
                  <a:lnTo>
                    <a:pt x="8875190" y="1189594"/>
                  </a:lnTo>
                  <a:lnTo>
                    <a:pt x="8910360" y="1164731"/>
                  </a:lnTo>
                  <a:lnTo>
                    <a:pt x="8940731" y="1134358"/>
                  </a:lnTo>
                  <a:lnTo>
                    <a:pt x="8965591" y="1099186"/>
                  </a:lnTo>
                  <a:lnTo>
                    <a:pt x="8984230" y="1059927"/>
                  </a:lnTo>
                  <a:lnTo>
                    <a:pt x="8995934" y="1017292"/>
                  </a:lnTo>
                  <a:lnTo>
                    <a:pt x="8999994" y="971994"/>
                  </a:lnTo>
                  <a:lnTo>
                    <a:pt x="8999994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634F2AE3-EEE5-D751-FDB0-2BB0F45913CE}"/>
                </a:ext>
              </a:extLst>
            </p:cNvPr>
            <p:cNvSpPr/>
            <p:nvPr/>
          </p:nvSpPr>
          <p:spPr>
            <a:xfrm>
              <a:off x="826787" y="3661838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79">
                  <a:moveTo>
                    <a:pt x="153822" y="0"/>
                  </a:moveTo>
                  <a:lnTo>
                    <a:pt x="110254" y="3161"/>
                  </a:lnTo>
                  <a:lnTo>
                    <a:pt x="69308" y="19541"/>
                  </a:lnTo>
                  <a:lnTo>
                    <a:pt x="34297" y="48895"/>
                  </a:lnTo>
                  <a:lnTo>
                    <a:pt x="10298" y="87764"/>
                  </a:lnTo>
                  <a:lnTo>
                    <a:pt x="0" y="130640"/>
                  </a:lnTo>
                  <a:lnTo>
                    <a:pt x="3159" y="174208"/>
                  </a:lnTo>
                  <a:lnTo>
                    <a:pt x="19537" y="215155"/>
                  </a:lnTo>
                  <a:lnTo>
                    <a:pt x="48890" y="250165"/>
                  </a:lnTo>
                  <a:lnTo>
                    <a:pt x="87760" y="274170"/>
                  </a:lnTo>
                  <a:lnTo>
                    <a:pt x="130638" y="284472"/>
                  </a:lnTo>
                  <a:lnTo>
                    <a:pt x="174208" y="281312"/>
                  </a:lnTo>
                  <a:lnTo>
                    <a:pt x="215154" y="264932"/>
                  </a:lnTo>
                  <a:lnTo>
                    <a:pt x="250159" y="235573"/>
                  </a:lnTo>
                  <a:lnTo>
                    <a:pt x="274166" y="196702"/>
                  </a:lnTo>
                  <a:lnTo>
                    <a:pt x="284470" y="153824"/>
                  </a:lnTo>
                  <a:lnTo>
                    <a:pt x="281312" y="110254"/>
                  </a:lnTo>
                  <a:lnTo>
                    <a:pt x="264931" y="69308"/>
                  </a:lnTo>
                  <a:lnTo>
                    <a:pt x="235567" y="34303"/>
                  </a:lnTo>
                  <a:lnTo>
                    <a:pt x="196698" y="10299"/>
                  </a:lnTo>
                  <a:lnTo>
                    <a:pt x="153822" y="0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1906CBC1-A5CA-0738-5200-72B6F76D75A9}"/>
                </a:ext>
              </a:extLst>
            </p:cNvPr>
            <p:cNvSpPr/>
            <p:nvPr/>
          </p:nvSpPr>
          <p:spPr>
            <a:xfrm>
              <a:off x="504647" y="3353942"/>
              <a:ext cx="929005" cy="899160"/>
            </a:xfrm>
            <a:custGeom>
              <a:avLst/>
              <a:gdLst/>
              <a:ahLst/>
              <a:cxnLst/>
              <a:rect l="l" t="t" r="r" b="b"/>
              <a:pathLst>
                <a:path w="929005" h="899160">
                  <a:moveTo>
                    <a:pt x="423837" y="846721"/>
                  </a:moveTo>
                  <a:lnTo>
                    <a:pt x="411518" y="777455"/>
                  </a:lnTo>
                  <a:lnTo>
                    <a:pt x="394741" y="738657"/>
                  </a:lnTo>
                  <a:lnTo>
                    <a:pt x="372351" y="699820"/>
                  </a:lnTo>
                  <a:lnTo>
                    <a:pt x="345440" y="663003"/>
                  </a:lnTo>
                  <a:lnTo>
                    <a:pt x="344284" y="661593"/>
                  </a:lnTo>
                  <a:lnTo>
                    <a:pt x="343230" y="660107"/>
                  </a:lnTo>
                  <a:lnTo>
                    <a:pt x="342061" y="658672"/>
                  </a:lnTo>
                  <a:lnTo>
                    <a:pt x="183959" y="468769"/>
                  </a:lnTo>
                  <a:lnTo>
                    <a:pt x="158026" y="430923"/>
                  </a:lnTo>
                  <a:lnTo>
                    <a:pt x="137388" y="387870"/>
                  </a:lnTo>
                  <a:lnTo>
                    <a:pt x="122542" y="341274"/>
                  </a:lnTo>
                  <a:lnTo>
                    <a:pt x="113957" y="292836"/>
                  </a:lnTo>
                  <a:lnTo>
                    <a:pt x="112141" y="244246"/>
                  </a:lnTo>
                  <a:lnTo>
                    <a:pt x="117576" y="197192"/>
                  </a:lnTo>
                  <a:lnTo>
                    <a:pt x="130746" y="153365"/>
                  </a:lnTo>
                  <a:lnTo>
                    <a:pt x="152158" y="114465"/>
                  </a:lnTo>
                  <a:lnTo>
                    <a:pt x="182283" y="82169"/>
                  </a:lnTo>
                  <a:lnTo>
                    <a:pt x="191211" y="75222"/>
                  </a:lnTo>
                  <a:lnTo>
                    <a:pt x="190855" y="74790"/>
                  </a:lnTo>
                  <a:lnTo>
                    <a:pt x="149186" y="108915"/>
                  </a:lnTo>
                  <a:lnTo>
                    <a:pt x="113055" y="146304"/>
                  </a:lnTo>
                  <a:lnTo>
                    <a:pt x="83794" y="183794"/>
                  </a:lnTo>
                  <a:lnTo>
                    <a:pt x="58953" y="223278"/>
                  </a:lnTo>
                  <a:lnTo>
                    <a:pt x="38481" y="264426"/>
                  </a:lnTo>
                  <a:lnTo>
                    <a:pt x="22377" y="306920"/>
                  </a:lnTo>
                  <a:lnTo>
                    <a:pt x="10617" y="350431"/>
                  </a:lnTo>
                  <a:lnTo>
                    <a:pt x="3162" y="394614"/>
                  </a:lnTo>
                  <a:lnTo>
                    <a:pt x="0" y="439153"/>
                  </a:lnTo>
                  <a:lnTo>
                    <a:pt x="1092" y="483704"/>
                  </a:lnTo>
                  <a:lnTo>
                    <a:pt x="6426" y="527964"/>
                  </a:lnTo>
                  <a:lnTo>
                    <a:pt x="15989" y="571576"/>
                  </a:lnTo>
                  <a:lnTo>
                    <a:pt x="29730" y="614222"/>
                  </a:lnTo>
                  <a:lnTo>
                    <a:pt x="46304" y="652475"/>
                  </a:lnTo>
                  <a:lnTo>
                    <a:pt x="65963" y="688568"/>
                  </a:lnTo>
                  <a:lnTo>
                    <a:pt x="88988" y="723125"/>
                  </a:lnTo>
                  <a:lnTo>
                    <a:pt x="94030" y="729830"/>
                  </a:lnTo>
                  <a:lnTo>
                    <a:pt x="94856" y="730961"/>
                  </a:lnTo>
                  <a:lnTo>
                    <a:pt x="134696" y="776732"/>
                  </a:lnTo>
                  <a:lnTo>
                    <a:pt x="164693" y="804710"/>
                  </a:lnTo>
                  <a:lnTo>
                    <a:pt x="198018" y="830719"/>
                  </a:lnTo>
                  <a:lnTo>
                    <a:pt x="237502" y="855560"/>
                  </a:lnTo>
                  <a:lnTo>
                    <a:pt x="278663" y="876033"/>
                  </a:lnTo>
                  <a:lnTo>
                    <a:pt x="333006" y="894626"/>
                  </a:lnTo>
                  <a:lnTo>
                    <a:pt x="372872" y="899109"/>
                  </a:lnTo>
                  <a:lnTo>
                    <a:pt x="400570" y="891247"/>
                  </a:lnTo>
                  <a:lnTo>
                    <a:pt x="417195" y="873099"/>
                  </a:lnTo>
                  <a:lnTo>
                    <a:pt x="423837" y="846721"/>
                  </a:lnTo>
                  <a:close/>
                </a:path>
                <a:path w="929005" h="899160">
                  <a:moveTo>
                    <a:pt x="928674" y="458558"/>
                  </a:moveTo>
                  <a:lnTo>
                    <a:pt x="927658" y="417423"/>
                  </a:lnTo>
                  <a:lnTo>
                    <a:pt x="922439" y="373468"/>
                  </a:lnTo>
                  <a:lnTo>
                    <a:pt x="912812" y="329044"/>
                  </a:lnTo>
                  <a:lnTo>
                    <a:pt x="899566" y="287820"/>
                  </a:lnTo>
                  <a:lnTo>
                    <a:pt x="882370" y="247662"/>
                  </a:lnTo>
                  <a:lnTo>
                    <a:pt x="861225" y="208915"/>
                  </a:lnTo>
                  <a:lnTo>
                    <a:pt x="835723" y="171335"/>
                  </a:lnTo>
                  <a:lnTo>
                    <a:pt x="834136" y="169265"/>
                  </a:lnTo>
                  <a:lnTo>
                    <a:pt x="833310" y="168135"/>
                  </a:lnTo>
                  <a:lnTo>
                    <a:pt x="797534" y="126873"/>
                  </a:lnTo>
                  <a:lnTo>
                    <a:pt x="768210" y="98818"/>
                  </a:lnTo>
                  <a:lnTo>
                    <a:pt x="729386" y="68630"/>
                  </a:lnTo>
                  <a:lnTo>
                    <a:pt x="688428" y="43154"/>
                  </a:lnTo>
                  <a:lnTo>
                    <a:pt x="645718" y="22377"/>
                  </a:lnTo>
                  <a:lnTo>
                    <a:pt x="605878" y="7823"/>
                  </a:lnTo>
                  <a:lnTo>
                    <a:pt x="555294" y="0"/>
                  </a:lnTo>
                  <a:lnTo>
                    <a:pt x="527608" y="7848"/>
                  </a:lnTo>
                  <a:lnTo>
                    <a:pt x="510984" y="25996"/>
                  </a:lnTo>
                  <a:lnTo>
                    <a:pt x="504355" y="52374"/>
                  </a:lnTo>
                  <a:lnTo>
                    <a:pt x="506603" y="84950"/>
                  </a:lnTo>
                  <a:lnTo>
                    <a:pt x="533438" y="160439"/>
                  </a:lnTo>
                  <a:lnTo>
                    <a:pt x="555828" y="199275"/>
                  </a:lnTo>
                  <a:lnTo>
                    <a:pt x="582739" y="236093"/>
                  </a:lnTo>
                  <a:lnTo>
                    <a:pt x="583882" y="237502"/>
                  </a:lnTo>
                  <a:lnTo>
                    <a:pt x="584936" y="238988"/>
                  </a:lnTo>
                  <a:lnTo>
                    <a:pt x="586105" y="240423"/>
                  </a:lnTo>
                  <a:lnTo>
                    <a:pt x="744207" y="430326"/>
                  </a:lnTo>
                  <a:lnTo>
                    <a:pt x="770153" y="468172"/>
                  </a:lnTo>
                  <a:lnTo>
                    <a:pt x="790790" y="511238"/>
                  </a:lnTo>
                  <a:lnTo>
                    <a:pt x="805649" y="557822"/>
                  </a:lnTo>
                  <a:lnTo>
                    <a:pt x="814222" y="606259"/>
                  </a:lnTo>
                  <a:lnTo>
                    <a:pt x="816038" y="654862"/>
                  </a:lnTo>
                  <a:lnTo>
                    <a:pt x="810602" y="701916"/>
                  </a:lnTo>
                  <a:lnTo>
                    <a:pt x="797433" y="745731"/>
                  </a:lnTo>
                  <a:lnTo>
                    <a:pt x="776020" y="784644"/>
                  </a:lnTo>
                  <a:lnTo>
                    <a:pt x="745883" y="816927"/>
                  </a:lnTo>
                  <a:lnTo>
                    <a:pt x="736955" y="823874"/>
                  </a:lnTo>
                  <a:lnTo>
                    <a:pt x="737958" y="825093"/>
                  </a:lnTo>
                  <a:lnTo>
                    <a:pt x="792467" y="778243"/>
                  </a:lnTo>
                  <a:lnTo>
                    <a:pt x="826262" y="740435"/>
                  </a:lnTo>
                  <a:lnTo>
                    <a:pt x="857377" y="696722"/>
                  </a:lnTo>
                  <a:lnTo>
                    <a:pt x="887806" y="640765"/>
                  </a:lnTo>
                  <a:lnTo>
                    <a:pt x="907402" y="589445"/>
                  </a:lnTo>
                  <a:lnTo>
                    <a:pt x="917397" y="552500"/>
                  </a:lnTo>
                  <a:lnTo>
                    <a:pt x="917397" y="552145"/>
                  </a:lnTo>
                  <a:lnTo>
                    <a:pt x="918222" y="548551"/>
                  </a:lnTo>
                  <a:lnTo>
                    <a:pt x="918781" y="545922"/>
                  </a:lnTo>
                  <a:lnTo>
                    <a:pt x="924826" y="510019"/>
                  </a:lnTo>
                  <a:lnTo>
                    <a:pt x="925842" y="501802"/>
                  </a:lnTo>
                  <a:lnTo>
                    <a:pt x="928585" y="463143"/>
                  </a:lnTo>
                  <a:lnTo>
                    <a:pt x="928674" y="458558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A0DF0131-FFA5-16FD-C978-D100F1B0A6F1}"/>
                </a:ext>
              </a:extLst>
            </p:cNvPr>
            <p:cNvSpPr/>
            <p:nvPr/>
          </p:nvSpPr>
          <p:spPr>
            <a:xfrm>
              <a:off x="504647" y="3353358"/>
              <a:ext cx="929005" cy="900430"/>
            </a:xfrm>
            <a:custGeom>
              <a:avLst/>
              <a:gdLst/>
              <a:ahLst/>
              <a:cxnLst/>
              <a:rect l="l" t="t" r="r" b="b"/>
              <a:pathLst>
                <a:path w="929005" h="900429">
                  <a:moveTo>
                    <a:pt x="426364" y="52705"/>
                  </a:moveTo>
                  <a:lnTo>
                    <a:pt x="419900" y="26289"/>
                  </a:lnTo>
                  <a:lnTo>
                    <a:pt x="403390" y="8039"/>
                  </a:lnTo>
                  <a:lnTo>
                    <a:pt x="375742" y="0"/>
                  </a:lnTo>
                  <a:lnTo>
                    <a:pt x="340017" y="3784"/>
                  </a:lnTo>
                  <a:lnTo>
                    <a:pt x="274421" y="26733"/>
                  </a:lnTo>
                  <a:lnTo>
                    <a:pt x="230301" y="49377"/>
                  </a:lnTo>
                  <a:lnTo>
                    <a:pt x="188417" y="76974"/>
                  </a:lnTo>
                  <a:lnTo>
                    <a:pt x="149186" y="109499"/>
                  </a:lnTo>
                  <a:lnTo>
                    <a:pt x="113017" y="146926"/>
                  </a:lnTo>
                  <a:lnTo>
                    <a:pt x="83794" y="184378"/>
                  </a:lnTo>
                  <a:lnTo>
                    <a:pt x="58953" y="223862"/>
                  </a:lnTo>
                  <a:lnTo>
                    <a:pt x="38481" y="265010"/>
                  </a:lnTo>
                  <a:lnTo>
                    <a:pt x="22377" y="307505"/>
                  </a:lnTo>
                  <a:lnTo>
                    <a:pt x="10617" y="351015"/>
                  </a:lnTo>
                  <a:lnTo>
                    <a:pt x="3162" y="395198"/>
                  </a:lnTo>
                  <a:lnTo>
                    <a:pt x="0" y="439737"/>
                  </a:lnTo>
                  <a:lnTo>
                    <a:pt x="1092" y="484289"/>
                  </a:lnTo>
                  <a:lnTo>
                    <a:pt x="6426" y="528548"/>
                  </a:lnTo>
                  <a:lnTo>
                    <a:pt x="15989" y="572160"/>
                  </a:lnTo>
                  <a:lnTo>
                    <a:pt x="32067" y="620179"/>
                  </a:lnTo>
                  <a:lnTo>
                    <a:pt x="51701" y="663448"/>
                  </a:lnTo>
                  <a:lnTo>
                    <a:pt x="74777" y="703199"/>
                  </a:lnTo>
                  <a:lnTo>
                    <a:pt x="126174" y="769162"/>
                  </a:lnTo>
                  <a:lnTo>
                    <a:pt x="154762" y="796518"/>
                  </a:lnTo>
                  <a:lnTo>
                    <a:pt x="188099" y="823569"/>
                  </a:lnTo>
                  <a:lnTo>
                    <a:pt x="188823" y="822706"/>
                  </a:lnTo>
                  <a:lnTo>
                    <a:pt x="185826" y="820445"/>
                  </a:lnTo>
                  <a:lnTo>
                    <a:pt x="182854" y="818121"/>
                  </a:lnTo>
                  <a:lnTo>
                    <a:pt x="150037" y="783234"/>
                  </a:lnTo>
                  <a:lnTo>
                    <a:pt x="128866" y="744194"/>
                  </a:lnTo>
                  <a:lnTo>
                    <a:pt x="115976" y="700278"/>
                  </a:lnTo>
                  <a:lnTo>
                    <a:pt x="110832" y="653186"/>
                  </a:lnTo>
                  <a:lnTo>
                    <a:pt x="112966" y="604608"/>
                  </a:lnTo>
                  <a:lnTo>
                    <a:pt x="121856" y="556221"/>
                  </a:lnTo>
                  <a:lnTo>
                    <a:pt x="137007" y="509727"/>
                  </a:lnTo>
                  <a:lnTo>
                    <a:pt x="157911" y="466801"/>
                  </a:lnTo>
                  <a:lnTo>
                    <a:pt x="184086" y="429120"/>
                  </a:lnTo>
                  <a:lnTo>
                    <a:pt x="344576" y="238823"/>
                  </a:lnTo>
                  <a:lnTo>
                    <a:pt x="345630" y="237324"/>
                  </a:lnTo>
                  <a:lnTo>
                    <a:pt x="373951" y="199275"/>
                  </a:lnTo>
                  <a:lnTo>
                    <a:pt x="396582" y="160591"/>
                  </a:lnTo>
                  <a:lnTo>
                    <a:pt x="413600" y="121907"/>
                  </a:lnTo>
                  <a:lnTo>
                    <a:pt x="423900" y="85267"/>
                  </a:lnTo>
                  <a:lnTo>
                    <a:pt x="426364" y="52705"/>
                  </a:lnTo>
                  <a:close/>
                </a:path>
                <a:path w="929005" h="900429">
                  <a:moveTo>
                    <a:pt x="928649" y="458292"/>
                  </a:moveTo>
                  <a:lnTo>
                    <a:pt x="927658" y="417931"/>
                  </a:lnTo>
                  <a:lnTo>
                    <a:pt x="922299" y="372897"/>
                  </a:lnTo>
                  <a:lnTo>
                    <a:pt x="912749" y="329272"/>
                  </a:lnTo>
                  <a:lnTo>
                    <a:pt x="895794" y="279234"/>
                  </a:lnTo>
                  <a:lnTo>
                    <a:pt x="877341" y="238544"/>
                  </a:lnTo>
                  <a:lnTo>
                    <a:pt x="858253" y="204431"/>
                  </a:lnTo>
                  <a:lnTo>
                    <a:pt x="832840" y="167767"/>
                  </a:lnTo>
                  <a:lnTo>
                    <a:pt x="802563" y="132270"/>
                  </a:lnTo>
                  <a:lnTo>
                    <a:pt x="768223" y="99390"/>
                  </a:lnTo>
                  <a:lnTo>
                    <a:pt x="739660" y="77190"/>
                  </a:lnTo>
                  <a:lnTo>
                    <a:pt x="739343" y="77558"/>
                  </a:lnTo>
                  <a:lnTo>
                    <a:pt x="742340" y="79819"/>
                  </a:lnTo>
                  <a:lnTo>
                    <a:pt x="745312" y="82143"/>
                  </a:lnTo>
                  <a:lnTo>
                    <a:pt x="778141" y="117030"/>
                  </a:lnTo>
                  <a:lnTo>
                    <a:pt x="799299" y="156083"/>
                  </a:lnTo>
                  <a:lnTo>
                    <a:pt x="812203" y="199986"/>
                  </a:lnTo>
                  <a:lnTo>
                    <a:pt x="817333" y="247078"/>
                  </a:lnTo>
                  <a:lnTo>
                    <a:pt x="815213" y="295656"/>
                  </a:lnTo>
                  <a:lnTo>
                    <a:pt x="806323" y="344043"/>
                  </a:lnTo>
                  <a:lnTo>
                    <a:pt x="791171" y="390550"/>
                  </a:lnTo>
                  <a:lnTo>
                    <a:pt x="770255" y="433476"/>
                  </a:lnTo>
                  <a:lnTo>
                    <a:pt x="744080" y="471144"/>
                  </a:lnTo>
                  <a:lnTo>
                    <a:pt x="583590" y="661441"/>
                  </a:lnTo>
                  <a:lnTo>
                    <a:pt x="582536" y="662940"/>
                  </a:lnTo>
                  <a:lnTo>
                    <a:pt x="554228" y="700989"/>
                  </a:lnTo>
                  <a:lnTo>
                    <a:pt x="531583" y="739673"/>
                  </a:lnTo>
                  <a:lnTo>
                    <a:pt x="514578" y="778357"/>
                  </a:lnTo>
                  <a:lnTo>
                    <a:pt x="501815" y="847559"/>
                  </a:lnTo>
                  <a:lnTo>
                    <a:pt x="508279" y="873975"/>
                  </a:lnTo>
                  <a:lnTo>
                    <a:pt x="524776" y="892225"/>
                  </a:lnTo>
                  <a:lnTo>
                    <a:pt x="552424" y="900264"/>
                  </a:lnTo>
                  <a:lnTo>
                    <a:pt x="592315" y="896035"/>
                  </a:lnTo>
                  <a:lnTo>
                    <a:pt x="631088" y="884224"/>
                  </a:lnTo>
                  <a:lnTo>
                    <a:pt x="669810" y="867435"/>
                  </a:lnTo>
                  <a:lnTo>
                    <a:pt x="709536" y="845375"/>
                  </a:lnTo>
                  <a:lnTo>
                    <a:pt x="751992" y="815213"/>
                  </a:lnTo>
                  <a:lnTo>
                    <a:pt x="789114" y="781900"/>
                  </a:lnTo>
                  <a:lnTo>
                    <a:pt x="821524" y="746340"/>
                  </a:lnTo>
                  <a:lnTo>
                    <a:pt x="833196" y="731647"/>
                  </a:lnTo>
                  <a:lnTo>
                    <a:pt x="835418" y="728776"/>
                  </a:lnTo>
                  <a:lnTo>
                    <a:pt x="858774" y="694766"/>
                  </a:lnTo>
                  <a:lnTo>
                    <a:pt x="866444" y="681977"/>
                  </a:lnTo>
                  <a:lnTo>
                    <a:pt x="867054" y="680974"/>
                  </a:lnTo>
                  <a:lnTo>
                    <a:pt x="869975" y="675843"/>
                  </a:lnTo>
                  <a:lnTo>
                    <a:pt x="872248" y="671741"/>
                  </a:lnTo>
                  <a:lnTo>
                    <a:pt x="874826" y="666940"/>
                  </a:lnTo>
                  <a:lnTo>
                    <a:pt x="875157" y="666267"/>
                  </a:lnTo>
                  <a:lnTo>
                    <a:pt x="877366" y="662063"/>
                  </a:lnTo>
                  <a:lnTo>
                    <a:pt x="879170" y="658520"/>
                  </a:lnTo>
                  <a:lnTo>
                    <a:pt x="880922" y="654964"/>
                  </a:lnTo>
                  <a:lnTo>
                    <a:pt x="881532" y="653770"/>
                  </a:lnTo>
                  <a:lnTo>
                    <a:pt x="882091" y="652576"/>
                  </a:lnTo>
                  <a:lnTo>
                    <a:pt x="884326" y="647979"/>
                  </a:lnTo>
                  <a:lnTo>
                    <a:pt x="885939" y="644550"/>
                  </a:lnTo>
                  <a:lnTo>
                    <a:pt x="902030" y="605142"/>
                  </a:lnTo>
                  <a:lnTo>
                    <a:pt x="904671" y="597420"/>
                  </a:lnTo>
                  <a:lnTo>
                    <a:pt x="905065" y="596328"/>
                  </a:lnTo>
                  <a:lnTo>
                    <a:pt x="915644" y="559587"/>
                  </a:lnTo>
                  <a:lnTo>
                    <a:pt x="924471" y="512737"/>
                  </a:lnTo>
                  <a:lnTo>
                    <a:pt x="928471" y="465416"/>
                  </a:lnTo>
                  <a:lnTo>
                    <a:pt x="928585" y="462102"/>
                  </a:lnTo>
                  <a:lnTo>
                    <a:pt x="928649" y="458292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8">
              <a:extLst>
                <a:ext uri="{FF2B5EF4-FFF2-40B4-BE49-F238E27FC236}">
                  <a16:creationId xmlns:a16="http://schemas.microsoft.com/office/drawing/2014/main" id="{67E3F0D2-DB0C-A01D-8211-5FE4867587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025" y="3537534"/>
              <a:ext cx="108724" cy="126225"/>
            </a:xfrm>
            <a:prstGeom prst="rect">
              <a:avLst/>
            </a:prstGeom>
          </p:spPr>
        </p:pic>
        <p:pic>
          <p:nvPicPr>
            <p:cNvPr id="41" name="object 9">
              <a:extLst>
                <a:ext uri="{FF2B5EF4-FFF2-40B4-BE49-F238E27FC236}">
                  <a16:creationId xmlns:a16="http://schemas.microsoft.com/office/drawing/2014/main" id="{ECA66947-B15C-3AE3-7688-3BFDF874B5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6755" y="3570711"/>
              <a:ext cx="205736" cy="94678"/>
            </a:xfrm>
            <a:prstGeom prst="rect">
              <a:avLst/>
            </a:prstGeom>
          </p:spPr>
        </p:pic>
        <p:pic>
          <p:nvPicPr>
            <p:cNvPr id="42" name="object 10">
              <a:extLst>
                <a:ext uri="{FF2B5EF4-FFF2-40B4-BE49-F238E27FC236}">
                  <a16:creationId xmlns:a16="http://schemas.microsoft.com/office/drawing/2014/main" id="{75080E52-40FE-AFB4-7593-B9380DE1BFE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1621" y="3534835"/>
              <a:ext cx="219811" cy="129823"/>
            </a:xfrm>
            <a:prstGeom prst="rect">
              <a:avLst/>
            </a:prstGeom>
          </p:spPr>
        </p:pic>
        <p:pic>
          <p:nvPicPr>
            <p:cNvPr id="43" name="object 11">
              <a:extLst>
                <a:ext uri="{FF2B5EF4-FFF2-40B4-BE49-F238E27FC236}">
                  <a16:creationId xmlns:a16="http://schemas.microsoft.com/office/drawing/2014/main" id="{A06F61BF-3B04-4300-64C8-7A8D7F967FC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8025" y="3753999"/>
              <a:ext cx="1613839" cy="35583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74641E-B71B-64FE-A1EF-A3E0D26A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8" y="768350"/>
            <a:ext cx="8656092" cy="743340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EA6DA-7E90-62DB-D597-376CD233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250" y="1755311"/>
            <a:ext cx="8660070" cy="1223294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16" name="object 11">
            <a:extLst>
              <a:ext uri="{FF2B5EF4-FFF2-40B4-BE49-F238E27FC236}">
                <a16:creationId xmlns:a16="http://schemas.microsoft.com/office/drawing/2014/main" id="{06A92530-9E02-4793-53B0-47528CD65A90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1187825" y="5999869"/>
            <a:ext cx="824293" cy="6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3556-DC65-8464-439E-11FCF2B1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9DC1-8370-22D6-21BC-66A9E3F75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5C575522-FEA4-FEBE-C213-4CA6F5E6CA48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9" name="object 3">
              <a:extLst>
                <a:ext uri="{FF2B5EF4-FFF2-40B4-BE49-F238E27FC236}">
                  <a16:creationId xmlns:a16="http://schemas.microsoft.com/office/drawing/2014/main" id="{CC6E584C-21D8-CE2C-F34F-B64FB46487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4720FD1-2745-51F3-9226-B9E1B446B8C7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1983FAF-7BF9-F790-6911-4F079BD4D37E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object 7">
            <a:extLst>
              <a:ext uri="{FF2B5EF4-FFF2-40B4-BE49-F238E27FC236}">
                <a16:creationId xmlns:a16="http://schemas.microsoft.com/office/drawing/2014/main" id="{F40AE3D1-B212-E689-82CE-55A61CF8D85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A41BA1E-EB5C-EFF9-008D-06DAE83F8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692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DC1CD14-E509-81A6-3D9B-7A0F03C8ABF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18853"/>
            <a:ext cx="12192113" cy="6164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897A47-F02A-A83F-50C1-60381F008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166" y="1886547"/>
            <a:ext cx="9144000" cy="1655762"/>
          </a:xfrm>
        </p:spPr>
        <p:txBody>
          <a:bodyPr/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23BA5CD-072F-50AF-D911-8D244D5E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166" y="668852"/>
            <a:ext cx="10515600" cy="1129468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ADBAF25-17B5-35B6-8825-CC1F39EBE85B}"/>
              </a:ext>
            </a:extLst>
          </p:cNvPr>
          <p:cNvGrpSpPr/>
          <p:nvPr userDrawn="1"/>
        </p:nvGrpSpPr>
        <p:grpSpPr>
          <a:xfrm>
            <a:off x="232043" y="6311872"/>
            <a:ext cx="367030" cy="353060"/>
            <a:chOff x="232043" y="6311872"/>
            <a:chExt cx="367030" cy="35306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23E84108-543B-7FF8-907A-AD845A71D4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165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4383AD5-3B75-8A4E-2E8D-17BE28E65DCF}"/>
                </a:ext>
              </a:extLst>
            </p:cNvPr>
            <p:cNvSpPr/>
            <p:nvPr/>
          </p:nvSpPr>
          <p:spPr>
            <a:xfrm>
              <a:off x="232041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5795769-0F1E-C75E-9D76-EE334BF60B8B}"/>
                </a:ext>
              </a:extLst>
            </p:cNvPr>
            <p:cNvSpPr/>
            <p:nvPr/>
          </p:nvSpPr>
          <p:spPr>
            <a:xfrm>
              <a:off x="232041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8">
            <a:extLst>
              <a:ext uri="{FF2B5EF4-FFF2-40B4-BE49-F238E27FC236}">
                <a16:creationId xmlns:a16="http://schemas.microsoft.com/office/drawing/2014/main" id="{56382CFE-B1E4-425D-79A9-5EABF2C4F499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599976" y="6338934"/>
            <a:ext cx="412140" cy="304625"/>
          </a:xfrm>
          <a:prstGeom prst="rect">
            <a:avLst/>
          </a:prstGeom>
        </p:spPr>
      </p:pic>
      <p:sp>
        <p:nvSpPr>
          <p:cNvPr id="15" name="object 9">
            <a:extLst>
              <a:ext uri="{FF2B5EF4-FFF2-40B4-BE49-F238E27FC236}">
                <a16:creationId xmlns:a16="http://schemas.microsoft.com/office/drawing/2014/main" id="{E82A36C7-79D3-B2D9-C72D-C13BC7981F71}"/>
              </a:ext>
            </a:extLst>
          </p:cNvPr>
          <p:cNvSpPr/>
          <p:nvPr userDrawn="1"/>
        </p:nvSpPr>
        <p:spPr>
          <a:xfrm>
            <a:off x="1300245" y="1584960"/>
            <a:ext cx="5184140" cy="0"/>
          </a:xfrm>
          <a:custGeom>
            <a:avLst/>
            <a:gdLst/>
            <a:ahLst/>
            <a:cxnLst/>
            <a:rect l="l" t="t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6">
            <a:extLst>
              <a:ext uri="{FF2B5EF4-FFF2-40B4-BE49-F238E27FC236}">
                <a16:creationId xmlns:a16="http://schemas.microsoft.com/office/drawing/2014/main" id="{0A34DBDC-06F7-7C7E-423F-86060EDD624E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6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1B5E-E302-B988-DD5F-F0CB7E26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9465-4E1D-4DFF-9E13-9F5732C38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EB563-A831-8A84-973C-88C6987BC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529BCFE-BD02-1B55-D59C-46DB4E6D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8520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B2B6-DF7C-FF03-59FC-EAF799D7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34D9E-B2CC-42A0-0F44-A1943C5BA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B8615-B898-10A7-9DBE-F3ADF8F89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EAFC-A829-E94F-0E85-69C3BAEC8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DA103-6D8C-E774-6EA6-F46F9DC13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37D8A5-A365-ECB6-7F19-4621C507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6019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FD4-1AE3-B955-B08F-F93DB454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9A2EC-B401-ACF5-252B-FA6A967B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4D99-07E4-454B-E466-29D834677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E4A79B-16D6-66DD-C126-66E5E8B36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7885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0CB3-0DD7-73D8-A250-25FAB28D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721B4-5505-B2B9-B1A5-6178F7EE8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D7333-DFD3-4560-AEC4-7D217C6F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77E74F8-3E91-BE44-D969-25C21F4D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398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08DEB-8C9E-2CE0-5336-A9EE6F81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B43F1-F4E9-15BE-95C2-08C1F0A7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4B14FE71-589E-9289-D19E-20A004D6B7A2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2801951" y="0"/>
            <a:ext cx="9390049" cy="297002"/>
          </a:xfrm>
          <a:prstGeom prst="rect">
            <a:avLst/>
          </a:prstGeom>
        </p:spPr>
      </p:pic>
      <p:grpSp>
        <p:nvGrpSpPr>
          <p:cNvPr id="9" name="object 2">
            <a:extLst>
              <a:ext uri="{FF2B5EF4-FFF2-40B4-BE49-F238E27FC236}">
                <a16:creationId xmlns:a16="http://schemas.microsoft.com/office/drawing/2014/main" id="{75DA99F9-BB91-38A3-177F-46B9C276E87B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30771BAE-A610-6814-E11A-A8525C2EAD4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A9F2DA8-CDC2-E8B5-CFD2-69494A3753C4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E113C700-90D6-EED2-9753-EDA01ECEB940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4" name="object 7">
            <a:extLst>
              <a:ext uri="{FF2B5EF4-FFF2-40B4-BE49-F238E27FC236}">
                <a16:creationId xmlns:a16="http://schemas.microsoft.com/office/drawing/2014/main" id="{DBF5BB71-E57B-C2A9-545C-9232166B9ED9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F1CD4F-12BE-A8EA-6F96-020FF0B8E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2B456AD3-D7C6-53C4-4DFD-4B74D6D299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6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52" r:id="rId4"/>
    <p:sldLayoutId id="2147483653" r:id="rId5"/>
    <p:sldLayoutId id="2147483656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3D2D-90AE-5CED-85AC-9A588D3A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NLP &gt; OMOP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7572A88-2B26-466D-6614-8CAC599C6020}"/>
              </a:ext>
            </a:extLst>
          </p:cNvPr>
          <p:cNvSpPr txBox="1">
            <a:spLocks/>
          </p:cNvSpPr>
          <p:nvPr/>
        </p:nvSpPr>
        <p:spPr>
          <a:xfrm>
            <a:off x="254228" y="1511690"/>
            <a:ext cx="8656092" cy="74334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nl-BE" dirty="0"/>
              <a:t>AZ </a:t>
            </a:r>
            <a:r>
              <a:rPr lang="nl-BE" dirty="0" err="1"/>
              <a:t>Klina</a:t>
            </a:r>
            <a:r>
              <a:rPr lang="nl-BE" dirty="0"/>
              <a:t> – AZ Damiaan – AZ Delta – OLVZ Aalst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D1E226-E985-D8AA-22E3-679D9DCE605B}"/>
              </a:ext>
            </a:extLst>
          </p:cNvPr>
          <p:cNvSpPr txBox="1">
            <a:spLocks/>
          </p:cNvSpPr>
          <p:nvPr/>
        </p:nvSpPr>
        <p:spPr>
          <a:xfrm>
            <a:off x="254228" y="2255030"/>
            <a:ext cx="8656092" cy="7433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nl-BE" sz="2800" dirty="0"/>
              <a:t>ibis.ai - </a:t>
            </a:r>
            <a:r>
              <a:rPr lang="nl-BE" sz="2800" dirty="0" err="1"/>
              <a:t>edenceHealth</a:t>
            </a:r>
            <a:r>
              <a:rPr lang="nl-BE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394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NLP &gt; OMOP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Doel / </a:t>
            </a:r>
            <a:r>
              <a:rPr lang="nl-BE" dirty="0" err="1"/>
              <a:t>Objectif</a:t>
            </a:r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nl-BE" dirty="0"/>
              <a:t>vertalen van ongestructureerde medische gegevens via </a:t>
            </a:r>
            <a:r>
              <a:rPr lang="nl-BE" dirty="0" err="1"/>
              <a:t>Snomed</a:t>
            </a:r>
            <a:r>
              <a:rPr lang="nl-BE" dirty="0"/>
              <a:t> CT naar OMOP</a:t>
            </a:r>
          </a:p>
          <a:p>
            <a:r>
              <a:rPr lang="nl-BE" dirty="0"/>
              <a:t>FAIR maken ongestructureerde gegevens </a:t>
            </a:r>
            <a:r>
              <a:rPr lang="nl-BE" dirty="0" err="1"/>
              <a:t>obv</a:t>
            </a:r>
            <a:r>
              <a:rPr lang="nl-BE" dirty="0"/>
              <a:t> (</a:t>
            </a:r>
            <a:r>
              <a:rPr lang="nl-BE" dirty="0" err="1"/>
              <a:t>inter</a:t>
            </a:r>
            <a:r>
              <a:rPr lang="nl-BE" dirty="0"/>
              <a:t>)nationale standaarden</a:t>
            </a:r>
          </a:p>
          <a:p>
            <a:r>
              <a:rPr lang="nl-BE" dirty="0"/>
              <a:t>uitwisseling met andere ziekenhuizen, RWE studies of overheid</a:t>
            </a:r>
          </a:p>
          <a:p>
            <a:r>
              <a:rPr lang="nl-BE" dirty="0"/>
              <a:t>Open source publicatie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BE" sz="2400" b="1" dirty="0">
                <a:effectLst/>
                <a:latin typeface="Calibri" panose="020F0502020204030204" pitchFamily="34" charset="0"/>
              </a:rPr>
              <a:t>Value </a:t>
            </a:r>
            <a:r>
              <a:rPr lang="nl-BE" sz="2400" b="1" dirty="0" err="1">
                <a:effectLst/>
                <a:latin typeface="Calibri" panose="020F0502020204030204" pitchFamily="34" charset="0"/>
              </a:rPr>
              <a:t>Proposition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nl-BE" dirty="0"/>
              <a:t>Meest waardevolle informatie in vrije tekst</a:t>
            </a:r>
          </a:p>
          <a:p>
            <a:r>
              <a:rPr lang="nl-BE" dirty="0"/>
              <a:t>Ontsluiting nodig</a:t>
            </a:r>
          </a:p>
          <a:p>
            <a:pPr lvl="1"/>
            <a:r>
              <a:rPr lang="nl-BE" dirty="0"/>
              <a:t>voor onderzoek</a:t>
            </a:r>
          </a:p>
          <a:p>
            <a:pPr lvl="1"/>
            <a:r>
              <a:rPr lang="nl-BE" dirty="0"/>
              <a:t>ter ondersteuning van beslissingen</a:t>
            </a:r>
          </a:p>
          <a:p>
            <a:pPr lvl="1"/>
            <a:r>
              <a:rPr lang="nl-BE" dirty="0"/>
              <a:t>ten behoeve van de patiënt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9474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NLP &gt; OMOP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l-BE" dirty="0"/>
              <a:t>Generieke oplossing</a:t>
            </a:r>
          </a:p>
          <a:p>
            <a:pPr lvl="1"/>
            <a:r>
              <a:rPr lang="nl-BE" dirty="0"/>
              <a:t>Ziektedomein overschrijdend</a:t>
            </a:r>
          </a:p>
          <a:p>
            <a:pPr lvl="1"/>
            <a:r>
              <a:rPr lang="nl-BE" dirty="0"/>
              <a:t>Taalonafhankelijk</a:t>
            </a:r>
          </a:p>
          <a:p>
            <a:pPr lvl="1"/>
            <a:r>
              <a:rPr lang="nl-BE" dirty="0"/>
              <a:t>EPD-onafhankelijk</a:t>
            </a:r>
          </a:p>
          <a:p>
            <a:pPr lvl="1"/>
            <a:r>
              <a:rPr lang="nl-BE" dirty="0"/>
              <a:t>Laagdrempelig in gebruik</a:t>
            </a:r>
          </a:p>
          <a:p>
            <a:r>
              <a:rPr lang="nl-BE" dirty="0"/>
              <a:t>Drie benaderingen</a:t>
            </a:r>
          </a:p>
          <a:p>
            <a:pPr lvl="1"/>
            <a:r>
              <a:rPr lang="nl-BE" dirty="0"/>
              <a:t>Bestaande SNOMED subset</a:t>
            </a:r>
          </a:p>
          <a:p>
            <a:pPr lvl="1"/>
            <a:r>
              <a:rPr lang="nl-BE" dirty="0"/>
              <a:t>Concept browser</a:t>
            </a:r>
          </a:p>
          <a:p>
            <a:pPr lvl="1"/>
            <a:r>
              <a:rPr lang="nl-BE" dirty="0"/>
              <a:t>Natuurlijke </a:t>
            </a:r>
            <a:r>
              <a:rPr lang="nl-BE"/>
              <a:t>taal zoekmachine</a:t>
            </a:r>
            <a:endParaRPr lang="nl-BE" dirty="0"/>
          </a:p>
          <a:p>
            <a:r>
              <a:rPr lang="nl-BE" dirty="0"/>
              <a:t>Uitwisseling via OMOP (+ FHIR)</a:t>
            </a:r>
          </a:p>
          <a:p>
            <a:r>
              <a:rPr lang="nl-BE" dirty="0" err="1"/>
              <a:t>Use</a:t>
            </a:r>
            <a:r>
              <a:rPr lang="nl-BE" dirty="0"/>
              <a:t>-cases en symposium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BE" sz="2400" b="1" dirty="0" err="1">
                <a:effectLst/>
                <a:latin typeface="Calibri" panose="020F0502020204030204" pitchFamily="34" charset="0"/>
              </a:rPr>
              <a:t>Challenges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31017"/>
            <a:ext cx="5183188" cy="405864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nl-BE" dirty="0"/>
          </a:p>
          <a:p>
            <a:r>
              <a:rPr lang="nl-BE" dirty="0"/>
              <a:t>Harmonisatie van bestaande OMOP</a:t>
            </a:r>
          </a:p>
          <a:p>
            <a:r>
              <a:rPr lang="nl-BE" dirty="0"/>
              <a:t>NLP resultaten integreren in OMOP</a:t>
            </a:r>
          </a:p>
          <a:p>
            <a:r>
              <a:rPr lang="nl-BE" dirty="0" err="1"/>
              <a:t>Opt</a:t>
            </a:r>
            <a:r>
              <a:rPr lang="nl-BE" dirty="0"/>
              <a:t>-out systeem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86363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794C-45C2-C732-D9B2-75295137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Closing</a:t>
            </a:r>
            <a:r>
              <a:rPr lang="nl-BE" dirty="0"/>
              <a:t> statement / </a:t>
            </a:r>
            <a:r>
              <a:rPr lang="nl-BE" dirty="0" err="1"/>
              <a:t>Déclaration</a:t>
            </a:r>
            <a:r>
              <a:rPr lang="nl-BE" dirty="0"/>
              <a:t> finale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B1DB-33E4-C795-E899-F09C2F74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dirty="0"/>
              <a:t>Tool ontwikkelen om ongestructureerde data te structureren naar SNOMED met NLP en uit te wisselen via OMOP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D8B33-4875-D360-32A0-A84FE80C4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391976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SPF_FOD_NL  -  Compatibility Mode" id="{AC7CE67D-4221-49AB-89BA-FF84E34BEC24}" vid="{3276DD71-921A-4B32-913A-6A69B0D262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8247bf9c-2a0b-40c0-b0f6-d32f34df39e5">MUZPPSAQRH72-1036-32</_dlc_DocId>
    <_dlc_DocIdUrl xmlns="8247bf9c-2a0b-40c0-b0f6-d32f34df39e5">
      <Url>https://collab.health.fgov.be/Fonctionnement_procedures/CommProcedures/_layouts/DocIdRedir.aspx?ID=MUZPPSAQRH72-1036-32</Url>
      <Description>MUZPPSAQRH72-1036-32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6C1213BB63CA4EB3976ED56B796316" ma:contentTypeVersion="1" ma:contentTypeDescription="Create a new document." ma:contentTypeScope="" ma:versionID="88d77c723ae31a149cdcdba33ac70b40">
  <xsd:schema xmlns:xsd="http://www.w3.org/2001/XMLSchema" xmlns:xs="http://www.w3.org/2001/XMLSchema" xmlns:p="http://schemas.microsoft.com/office/2006/metadata/properties" xmlns:ns1="http://schemas.microsoft.com/sharepoint/v3" xmlns:ns2="8247bf9c-2a0b-40c0-b0f6-d32f34df39e5" targetNamespace="http://schemas.microsoft.com/office/2006/metadata/properties" ma:root="true" ma:fieldsID="173738bc67a1dfd39e9f2ca6500eba07" ns1:_="" ns2:_="">
    <xsd:import namespace="http://schemas.microsoft.com/sharepoint/v3"/>
    <xsd:import namespace="8247bf9c-2a0b-40c0-b0f6-d32f34df39e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47bf9c-2a0b-40c0-b0f6-d32f34df39e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5A0C91-D235-4887-9CBA-2A1A25FC7E8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8247bf9c-2a0b-40c0-b0f6-d32f34df39e5"/>
  </ds:schemaRefs>
</ds:datastoreItem>
</file>

<file path=customXml/itemProps2.xml><?xml version="1.0" encoding="utf-8"?>
<ds:datastoreItem xmlns:ds="http://schemas.openxmlformats.org/officeDocument/2006/customXml" ds:itemID="{D0A618D5-95A9-4E93-A8F5-C50EF2A84471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A4D9A75F-3D8D-4122-8317-8F0A195B9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247bf9c-2a0b-40c0-b0f6-d32f34df3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B9CACE9A-064E-47AE-AAC7-DCF4187B73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PPT_SPF_FOD_UK</Template>
  <TotalTime>58</TotalTime>
  <Words>147</Words>
  <Application>Microsoft Office PowerPoint</Application>
  <PresentationFormat>Breedbeeld</PresentationFormat>
  <Paragraphs>38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Arial</vt:lpstr>
      <vt:lpstr>Calibri</vt:lpstr>
      <vt:lpstr>Open Sans</vt:lpstr>
      <vt:lpstr>Kantoorthema</vt:lpstr>
      <vt:lpstr>NLP &gt; OMOP</vt:lpstr>
      <vt:lpstr>NLP &gt; OMOP</vt:lpstr>
      <vt:lpstr>NLP &gt; OMOP</vt:lpstr>
      <vt:lpstr>Closing statement / Déclaration finale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PROJECTNAME</dc:title>
  <dc:creator>Andries Nelissen (SPF Santé Publique - FOD Volksgezondheid)</dc:creator>
  <cp:lastModifiedBy>De Caluwe Bram</cp:lastModifiedBy>
  <cp:revision>5</cp:revision>
  <dcterms:created xsi:type="dcterms:W3CDTF">2023-10-20T07:50:02Z</dcterms:created>
  <dcterms:modified xsi:type="dcterms:W3CDTF">2023-10-26T12:04:07Z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0x010100626C1213BB63CA4EB3976ED56B796316</vt:lpwstr>
  </property>
  <property fmtid="{D5CDD505-2E9C-101B-9397-08002B2CF9AE}" pid="3" name="_dlc_DocIdItemGuid">
    <vt:lpwstr>94d7dbae-45f8-44f4-adea-da255fbf1e87</vt:lpwstr>
  </property>
</Properties>
</file>